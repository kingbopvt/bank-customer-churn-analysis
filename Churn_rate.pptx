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5"/>
  </p:notesMasterIdLst>
  <p:sldIdLst>
    <p:sldId id="256" r:id="rId2"/>
    <p:sldId id="293" r:id="rId3"/>
    <p:sldId id="289" r:id="rId4"/>
    <p:sldId id="290" r:id="rId5"/>
    <p:sldId id="261" r:id="rId6"/>
    <p:sldId id="295" r:id="rId7"/>
    <p:sldId id="292" r:id="rId8"/>
    <p:sldId id="296" r:id="rId9"/>
    <p:sldId id="294" r:id="rId10"/>
    <p:sldId id="297" r:id="rId11"/>
    <p:sldId id="257" r:id="rId12"/>
    <p:sldId id="299" r:id="rId13"/>
    <p:sldId id="300" r:id="rId14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574EB9-5F5F-CFBC-2F0C-99B391EBE656}" v="393" dt="2026-02-12T18:38:43.094"/>
    <p1510:client id="{16B0CA2A-BA1D-B27F-C20D-884177F0C141}" v="2238" dt="2026-02-11T17:23:37.097"/>
    <p1510:client id="{2480991D-8C4C-2170-3D89-CEB5828C6E12}" v="3162" dt="2026-02-11T17:06:58.580"/>
    <p1510:client id="{29EB6308-3CA8-FC06-5D51-CC9FAD8E3D93}" v="1067" dt="2026-02-11T21:15:07.834"/>
    <p1510:client id="{3094A3EF-39ED-4D28-B4B1-AEE5C52658BB}" v="1" dt="2026-02-13T07:44:23.900"/>
    <p1510:client id="{4B7B35F4-D17B-5B77-DF22-3141B68674CD}" v="6567" dt="2026-02-12T18:28:40.204"/>
    <p1510:client id="{5A949B6D-985F-4783-1E92-FCAACA9FEF4B}" v="1" dt="2026-02-12T14:38:05.187"/>
    <p1510:client id="{7E678442-46AA-703F-0D26-725D1D3608CA}" v="7" dt="2026-02-12T14:55:48.458"/>
    <p1510:client id="{C524BE63-695C-80D1-A125-1B8E6AC75817}" v="5" dt="2026-02-13T15:01:41.8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>
          <a:extLst>
            <a:ext uri="{FF2B5EF4-FFF2-40B4-BE49-F238E27FC236}">
              <a16:creationId xmlns:a16="http://schemas.microsoft.com/office/drawing/2014/main" id="{6E0B0F3B-A9AF-7CF4-C04E-E6020E19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f9c2c1477b_0_2:notes">
            <a:extLst>
              <a:ext uri="{FF2B5EF4-FFF2-40B4-BE49-F238E27FC236}">
                <a16:creationId xmlns:a16="http://schemas.microsoft.com/office/drawing/2014/main" id="{8E8FB240-5C51-DD88-B552-E8BFD63B78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f9c2c1477b_0_2:notes">
            <a:extLst>
              <a:ext uri="{FF2B5EF4-FFF2-40B4-BE49-F238E27FC236}">
                <a16:creationId xmlns:a16="http://schemas.microsoft.com/office/drawing/2014/main" id="{5C3A0FED-3C52-AF8D-91B5-6BB580BEC5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6378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>
          <a:extLst>
            <a:ext uri="{FF2B5EF4-FFF2-40B4-BE49-F238E27FC236}">
              <a16:creationId xmlns:a16="http://schemas.microsoft.com/office/drawing/2014/main" id="{921AA2D8-4F99-2DAE-E391-44CD7A308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f9c2c1477b_0_2:notes">
            <a:extLst>
              <a:ext uri="{FF2B5EF4-FFF2-40B4-BE49-F238E27FC236}">
                <a16:creationId xmlns:a16="http://schemas.microsoft.com/office/drawing/2014/main" id="{FFB52594-B624-698D-8A13-2BC01FDCE3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f9c2c1477b_0_2:notes">
            <a:extLst>
              <a:ext uri="{FF2B5EF4-FFF2-40B4-BE49-F238E27FC236}">
                <a16:creationId xmlns:a16="http://schemas.microsoft.com/office/drawing/2014/main" id="{1A2AC557-0C59-90B2-248C-2BE93AB016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7812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>
          <a:extLst>
            <a:ext uri="{FF2B5EF4-FFF2-40B4-BE49-F238E27FC236}">
              <a16:creationId xmlns:a16="http://schemas.microsoft.com/office/drawing/2014/main" id="{1DD1DBE9-204A-4E9A-CCAB-EF0B043F9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f9c2c1477b_0_2:notes">
            <a:extLst>
              <a:ext uri="{FF2B5EF4-FFF2-40B4-BE49-F238E27FC236}">
                <a16:creationId xmlns:a16="http://schemas.microsoft.com/office/drawing/2014/main" id="{622B48D7-1E52-8380-109F-9FE54D029F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f9c2c1477b_0_2:notes">
            <a:extLst>
              <a:ext uri="{FF2B5EF4-FFF2-40B4-BE49-F238E27FC236}">
                <a16:creationId xmlns:a16="http://schemas.microsoft.com/office/drawing/2014/main" id="{5DE459B5-19F7-FFEC-0D83-616E12DAE8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3610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fa1335d8c9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fa1335d8c9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3">
          <a:extLst>
            <a:ext uri="{FF2B5EF4-FFF2-40B4-BE49-F238E27FC236}">
              <a16:creationId xmlns:a16="http://schemas.microsoft.com/office/drawing/2014/main" id="{1269F4CB-EA96-084E-EFD9-9732106FB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fa1335d8c9_0_113:notes">
            <a:extLst>
              <a:ext uri="{FF2B5EF4-FFF2-40B4-BE49-F238E27FC236}">
                <a16:creationId xmlns:a16="http://schemas.microsoft.com/office/drawing/2014/main" id="{0FB47DB9-0184-1876-C2E6-8930ACA81E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fa1335d8c9_0_113:notes">
            <a:extLst>
              <a:ext uri="{FF2B5EF4-FFF2-40B4-BE49-F238E27FC236}">
                <a16:creationId xmlns:a16="http://schemas.microsoft.com/office/drawing/2014/main" id="{C63B8D8A-1752-1F9F-BB6D-91E63E79A6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1668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>
          <a:extLst>
            <a:ext uri="{FF2B5EF4-FFF2-40B4-BE49-F238E27FC236}">
              <a16:creationId xmlns:a16="http://schemas.microsoft.com/office/drawing/2014/main" id="{2D24AA18-7F8A-E1E8-4F00-9856EBF6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f9c2c1477b_0_2:notes">
            <a:extLst>
              <a:ext uri="{FF2B5EF4-FFF2-40B4-BE49-F238E27FC236}">
                <a16:creationId xmlns:a16="http://schemas.microsoft.com/office/drawing/2014/main" id="{B4309A99-2A2D-C38A-3D72-3EDC1731B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f9c2c1477b_0_2:notes">
            <a:extLst>
              <a:ext uri="{FF2B5EF4-FFF2-40B4-BE49-F238E27FC236}">
                <a16:creationId xmlns:a16="http://schemas.microsoft.com/office/drawing/2014/main" id="{D1E9DC00-450E-48CE-95C7-6862DCFFE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1912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>
          <a:extLst>
            <a:ext uri="{FF2B5EF4-FFF2-40B4-BE49-F238E27FC236}">
              <a16:creationId xmlns:a16="http://schemas.microsoft.com/office/drawing/2014/main" id="{FE23CB0E-950E-705D-CBA9-15006F40C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f9c2c1477b_0_2:notes">
            <a:extLst>
              <a:ext uri="{FF2B5EF4-FFF2-40B4-BE49-F238E27FC236}">
                <a16:creationId xmlns:a16="http://schemas.microsoft.com/office/drawing/2014/main" id="{0FC7551E-DB7F-FCA2-8ED2-BC31081876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f9c2c1477b_0_2:notes">
            <a:extLst>
              <a:ext uri="{FF2B5EF4-FFF2-40B4-BE49-F238E27FC236}">
                <a16:creationId xmlns:a16="http://schemas.microsoft.com/office/drawing/2014/main" id="{F6D6B9B3-C1BA-96D8-1C70-589C6BD170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532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>
          <a:extLst>
            <a:ext uri="{FF2B5EF4-FFF2-40B4-BE49-F238E27FC236}">
              <a16:creationId xmlns:a16="http://schemas.microsoft.com/office/drawing/2014/main" id="{EC8391AB-8992-C522-543C-B2E2807B4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f9c2c1477b_0_2:notes">
            <a:extLst>
              <a:ext uri="{FF2B5EF4-FFF2-40B4-BE49-F238E27FC236}">
                <a16:creationId xmlns:a16="http://schemas.microsoft.com/office/drawing/2014/main" id="{F9338A3C-800E-1077-4DE8-B2FF9C2577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f9c2c1477b_0_2:notes">
            <a:extLst>
              <a:ext uri="{FF2B5EF4-FFF2-40B4-BE49-F238E27FC236}">
                <a16:creationId xmlns:a16="http://schemas.microsoft.com/office/drawing/2014/main" id="{16821F96-4FD2-DB4E-4EC6-44E822F5A4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470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>
          <a:extLst>
            <a:ext uri="{FF2B5EF4-FFF2-40B4-BE49-F238E27FC236}">
              <a16:creationId xmlns:a16="http://schemas.microsoft.com/office/drawing/2014/main" id="{9570C877-5EA5-E500-9E6E-6714CE62D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f9c2c1477b_0_2:notes">
            <a:extLst>
              <a:ext uri="{FF2B5EF4-FFF2-40B4-BE49-F238E27FC236}">
                <a16:creationId xmlns:a16="http://schemas.microsoft.com/office/drawing/2014/main" id="{ED869793-DB91-5123-EF88-8D12119BC2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f9c2c1477b_0_2:notes">
            <a:extLst>
              <a:ext uri="{FF2B5EF4-FFF2-40B4-BE49-F238E27FC236}">
                <a16:creationId xmlns:a16="http://schemas.microsoft.com/office/drawing/2014/main" id="{1DC29634-C12A-6098-2AAB-BA29A7A740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4184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f9c2c1477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f9c2c1477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Nhóm có credit score thấpthường là người trẻ có thu nhậpthấp, số dư trung bình thấp,không được chú trọng, gâynên tỷ lệ rời bỏ caolà 100%. Nhưng, người trẻ lạicó nhu cầu tiêu dùng cao vàchiếm phần lớn tổng kháchhàng. Nên thử sản phẩm mớicho nhóm này vì tiềm năng tiêudùng cùng khả năng gắn bó lâudài.</a:t>
            </a:r>
          </a:p>
        </p:txBody>
      </p:sp>
    </p:spTree>
    <p:extLst>
      <p:ext uri="{BB962C8B-B14F-4D97-AF65-F5344CB8AC3E}">
        <p14:creationId xmlns:p14="http://schemas.microsoft.com/office/powerpoint/2010/main" val="29584201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38F610D-5443-5908-2010-1BDDB9845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>
            <a:extLst>
              <a:ext uri="{FF2B5EF4-FFF2-40B4-BE49-F238E27FC236}">
                <a16:creationId xmlns:a16="http://schemas.microsoft.com/office/drawing/2014/main" id="{CF410EF1-3BBD-A1B1-2B4A-1391E9DE2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>
            <a:extLst>
              <a:ext uri="{FF2B5EF4-FFF2-40B4-BE49-F238E27FC236}">
                <a16:creationId xmlns:a16="http://schemas.microsoft.com/office/drawing/2014/main" id="{22EDF965-3E5B-147C-12E9-91EAB461D3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362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?utm_source=slidesgo_template&amp;utm_medium=referral-link&amp;utm_campaign=s%20g_resources&amp;utm_content=flaticon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?utm_source=slidesgo_template&amp;utm_medium=referral-link&amp;utm_campaign=s%20g_resources&amp;utm_content=freepik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96500" y="1541675"/>
            <a:ext cx="3901800" cy="143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Font typeface="Rubik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ubik Medium"/>
              <a:buNone/>
              <a:defRPr sz="5200" b="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ubik Medium"/>
              <a:buNone/>
              <a:defRPr sz="5200" b="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ubik Medium"/>
              <a:buNone/>
              <a:defRPr sz="5200" b="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ubik Medium"/>
              <a:buNone/>
              <a:defRPr sz="5200" b="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ubik Medium"/>
              <a:buNone/>
              <a:defRPr sz="5200" b="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ubik Medium"/>
              <a:buNone/>
              <a:defRPr sz="5200" b="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ubik Medium"/>
              <a:buNone/>
              <a:defRPr sz="5200" b="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Rubik Medium"/>
              <a:buNone/>
              <a:defRPr sz="5200" b="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96500" y="3053125"/>
            <a:ext cx="39018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439450" y="2337508"/>
            <a:ext cx="42651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6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33400" y="3760252"/>
            <a:ext cx="2877300" cy="5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3082350" y="820325"/>
            <a:ext cx="2979300" cy="130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1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2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3900" y="1594800"/>
            <a:ext cx="3210000" cy="24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3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1691744" y="2739104"/>
            <a:ext cx="23499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2"/>
          </p:nvPr>
        </p:nvSpPr>
        <p:spPr>
          <a:xfrm>
            <a:off x="5102356" y="2739104"/>
            <a:ext cx="23499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3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3"/>
          </p:nvPr>
        </p:nvSpPr>
        <p:spPr>
          <a:xfrm>
            <a:off x="1691744" y="2458675"/>
            <a:ext cx="23499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4"/>
          </p:nvPr>
        </p:nvSpPr>
        <p:spPr>
          <a:xfrm>
            <a:off x="5102356" y="2458675"/>
            <a:ext cx="23499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7200" y="539500"/>
            <a:ext cx="8229600" cy="3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1105626" y="1228150"/>
            <a:ext cx="2811600" cy="275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chemeClr val="accent6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3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2166900" y="1573238"/>
            <a:ext cx="4810200" cy="12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1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ubTitle" idx="1"/>
          </p:nvPr>
        </p:nvSpPr>
        <p:spPr>
          <a:xfrm>
            <a:off x="2143200" y="2992463"/>
            <a:ext cx="48576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4905000" y="2193700"/>
            <a:ext cx="3105600" cy="16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E9E2C9"/>
              </a:buClr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9E2C9"/>
              </a:buClr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9E2C9"/>
              </a:buClr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9E2C9"/>
              </a:buClr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9E2C9"/>
              </a:buClr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9E2C9"/>
              </a:buClr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9E2C9"/>
              </a:buClr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9E2C9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3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2"/>
          </p:nvPr>
        </p:nvSpPr>
        <p:spPr>
          <a:xfrm>
            <a:off x="4905000" y="2066000"/>
            <a:ext cx="23499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1409700" y="3686050"/>
            <a:ext cx="4455000" cy="8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900"/>
              <a:buNone/>
              <a:defRPr sz="36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/>
          </p:nvPr>
        </p:nvSpPr>
        <p:spPr>
          <a:xfrm>
            <a:off x="1014225" y="3242000"/>
            <a:ext cx="6867900" cy="35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title" idx="2" hasCustomPrompt="1"/>
          </p:nvPr>
        </p:nvSpPr>
        <p:spPr>
          <a:xfrm>
            <a:off x="1096571" y="2019900"/>
            <a:ext cx="6922200" cy="110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85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3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ubTitle" idx="1"/>
          </p:nvPr>
        </p:nvSpPr>
        <p:spPr>
          <a:xfrm>
            <a:off x="1815600" y="1403825"/>
            <a:ext cx="2680200" cy="2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2"/>
          </p:nvPr>
        </p:nvSpPr>
        <p:spPr>
          <a:xfrm>
            <a:off x="1815600" y="1683125"/>
            <a:ext cx="2680200" cy="6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3" hasCustomPrompt="1"/>
          </p:nvPr>
        </p:nvSpPr>
        <p:spPr>
          <a:xfrm>
            <a:off x="960075" y="1403825"/>
            <a:ext cx="8556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subTitle" idx="4"/>
          </p:nvPr>
        </p:nvSpPr>
        <p:spPr>
          <a:xfrm>
            <a:off x="1815600" y="2524750"/>
            <a:ext cx="2680200" cy="2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5"/>
          </p:nvPr>
        </p:nvSpPr>
        <p:spPr>
          <a:xfrm>
            <a:off x="1815600" y="2780800"/>
            <a:ext cx="2680200" cy="6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6" hasCustomPrompt="1"/>
          </p:nvPr>
        </p:nvSpPr>
        <p:spPr>
          <a:xfrm>
            <a:off x="960075" y="2524825"/>
            <a:ext cx="8556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7"/>
          </p:nvPr>
        </p:nvSpPr>
        <p:spPr>
          <a:xfrm>
            <a:off x="1815600" y="3645675"/>
            <a:ext cx="2680200" cy="2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8"/>
          </p:nvPr>
        </p:nvSpPr>
        <p:spPr>
          <a:xfrm>
            <a:off x="1815600" y="3878475"/>
            <a:ext cx="2680200" cy="67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9" hasCustomPrompt="1"/>
          </p:nvPr>
        </p:nvSpPr>
        <p:spPr>
          <a:xfrm>
            <a:off x="960075" y="3645825"/>
            <a:ext cx="8556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3"/>
          </p:nvPr>
        </p:nvSpPr>
        <p:spPr>
          <a:xfrm>
            <a:off x="5503725" y="1403825"/>
            <a:ext cx="2680200" cy="2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4"/>
          </p:nvPr>
        </p:nvSpPr>
        <p:spPr>
          <a:xfrm>
            <a:off x="5503725" y="1683125"/>
            <a:ext cx="2680200" cy="6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15" hasCustomPrompt="1"/>
          </p:nvPr>
        </p:nvSpPr>
        <p:spPr>
          <a:xfrm>
            <a:off x="4648200" y="1403975"/>
            <a:ext cx="8556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6"/>
          </p:nvPr>
        </p:nvSpPr>
        <p:spPr>
          <a:xfrm>
            <a:off x="5503725" y="2524750"/>
            <a:ext cx="2680200" cy="2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7"/>
          </p:nvPr>
        </p:nvSpPr>
        <p:spPr>
          <a:xfrm>
            <a:off x="5503725" y="2780800"/>
            <a:ext cx="2680200" cy="6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18" hasCustomPrompt="1"/>
          </p:nvPr>
        </p:nvSpPr>
        <p:spPr>
          <a:xfrm>
            <a:off x="4648200" y="2524900"/>
            <a:ext cx="8556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9"/>
          </p:nvPr>
        </p:nvSpPr>
        <p:spPr>
          <a:xfrm>
            <a:off x="5503725" y="3645675"/>
            <a:ext cx="2680200" cy="2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20"/>
          </p:nvPr>
        </p:nvSpPr>
        <p:spPr>
          <a:xfrm>
            <a:off x="5503725" y="3878475"/>
            <a:ext cx="2680200" cy="67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21" hasCustomPrompt="1"/>
          </p:nvPr>
        </p:nvSpPr>
        <p:spPr>
          <a:xfrm>
            <a:off x="4648200" y="3645825"/>
            <a:ext cx="8556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3397475" y="2418671"/>
            <a:ext cx="23490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2"/>
          </p:nvPr>
        </p:nvSpPr>
        <p:spPr>
          <a:xfrm>
            <a:off x="3397475" y="2702175"/>
            <a:ext cx="2349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3"/>
          </p:nvPr>
        </p:nvSpPr>
        <p:spPr>
          <a:xfrm>
            <a:off x="819875" y="2418671"/>
            <a:ext cx="23490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4"/>
          </p:nvPr>
        </p:nvSpPr>
        <p:spPr>
          <a:xfrm>
            <a:off x="819875" y="2702175"/>
            <a:ext cx="2349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ubTitle" idx="5"/>
          </p:nvPr>
        </p:nvSpPr>
        <p:spPr>
          <a:xfrm>
            <a:off x="5975075" y="2418671"/>
            <a:ext cx="23490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6"/>
          </p:nvPr>
        </p:nvSpPr>
        <p:spPr>
          <a:xfrm>
            <a:off x="5975075" y="2702175"/>
            <a:ext cx="2349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3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7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3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2271525" y="1406049"/>
            <a:ext cx="23499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2"/>
          </p:nvPr>
        </p:nvSpPr>
        <p:spPr>
          <a:xfrm>
            <a:off x="2271525" y="1599478"/>
            <a:ext cx="23499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ubTitle" idx="3"/>
          </p:nvPr>
        </p:nvSpPr>
        <p:spPr>
          <a:xfrm>
            <a:off x="2271525" y="3245222"/>
            <a:ext cx="23499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subTitle" idx="4"/>
          </p:nvPr>
        </p:nvSpPr>
        <p:spPr>
          <a:xfrm>
            <a:off x="2271525" y="3438651"/>
            <a:ext cx="23499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ubTitle" idx="5"/>
          </p:nvPr>
        </p:nvSpPr>
        <p:spPr>
          <a:xfrm>
            <a:off x="4522575" y="1406049"/>
            <a:ext cx="23499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ubTitle" idx="6"/>
          </p:nvPr>
        </p:nvSpPr>
        <p:spPr>
          <a:xfrm>
            <a:off x="4522575" y="1599478"/>
            <a:ext cx="23499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subTitle" idx="7"/>
          </p:nvPr>
        </p:nvSpPr>
        <p:spPr>
          <a:xfrm>
            <a:off x="4522575" y="3245222"/>
            <a:ext cx="23499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ubTitle" idx="8"/>
          </p:nvPr>
        </p:nvSpPr>
        <p:spPr>
          <a:xfrm>
            <a:off x="4522575" y="3438651"/>
            <a:ext cx="2349900" cy="8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5470538" y="1829019"/>
            <a:ext cx="2846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55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ubTitle" idx="1"/>
          </p:nvPr>
        </p:nvSpPr>
        <p:spPr>
          <a:xfrm>
            <a:off x="5410988" y="2426475"/>
            <a:ext cx="2965200" cy="8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930750" y="1829019"/>
            <a:ext cx="2846100" cy="4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55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1"/>
          </p:nvPr>
        </p:nvSpPr>
        <p:spPr>
          <a:xfrm>
            <a:off x="723901" y="2426481"/>
            <a:ext cx="3259800" cy="8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escription">
  <p:cSld name="CUSTOM_3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subTitle" idx="1"/>
          </p:nvPr>
        </p:nvSpPr>
        <p:spPr>
          <a:xfrm>
            <a:off x="723900" y="1072150"/>
            <a:ext cx="7696200" cy="29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200"/>
            </a:lvl1pPr>
            <a:lvl2pPr lvl="1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457200" y="539500"/>
            <a:ext cx="8229600" cy="31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6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3378750" y="1875746"/>
            <a:ext cx="23865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subTitle" idx="2"/>
          </p:nvPr>
        </p:nvSpPr>
        <p:spPr>
          <a:xfrm>
            <a:off x="3378750" y="2154900"/>
            <a:ext cx="23865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subTitle" idx="3"/>
          </p:nvPr>
        </p:nvSpPr>
        <p:spPr>
          <a:xfrm>
            <a:off x="774119" y="1875746"/>
            <a:ext cx="23865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4"/>
          </p:nvPr>
        </p:nvSpPr>
        <p:spPr>
          <a:xfrm>
            <a:off x="774119" y="2154900"/>
            <a:ext cx="23865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ubTitle" idx="5"/>
          </p:nvPr>
        </p:nvSpPr>
        <p:spPr>
          <a:xfrm>
            <a:off x="5983381" y="1875746"/>
            <a:ext cx="23865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ubTitle" idx="6"/>
          </p:nvPr>
        </p:nvSpPr>
        <p:spPr>
          <a:xfrm>
            <a:off x="5983381" y="2154900"/>
            <a:ext cx="23865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7"/>
          </p:nvPr>
        </p:nvSpPr>
        <p:spPr>
          <a:xfrm>
            <a:off x="3378750" y="3655871"/>
            <a:ext cx="23865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8"/>
          </p:nvPr>
        </p:nvSpPr>
        <p:spPr>
          <a:xfrm>
            <a:off x="3378750" y="3935025"/>
            <a:ext cx="23865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9"/>
          </p:nvPr>
        </p:nvSpPr>
        <p:spPr>
          <a:xfrm>
            <a:off x="774119" y="3655871"/>
            <a:ext cx="23865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13"/>
          </p:nvPr>
        </p:nvSpPr>
        <p:spPr>
          <a:xfrm>
            <a:off x="774119" y="3935025"/>
            <a:ext cx="23865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ubTitle" idx="14"/>
          </p:nvPr>
        </p:nvSpPr>
        <p:spPr>
          <a:xfrm>
            <a:off x="5983381" y="3655871"/>
            <a:ext cx="23865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subTitle" idx="15"/>
          </p:nvPr>
        </p:nvSpPr>
        <p:spPr>
          <a:xfrm>
            <a:off x="5983381" y="3935025"/>
            <a:ext cx="23865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1996975" y="539500"/>
            <a:ext cx="5150100" cy="3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 hasCustomPrompt="1"/>
          </p:nvPr>
        </p:nvSpPr>
        <p:spPr>
          <a:xfrm>
            <a:off x="2822850" y="1930375"/>
            <a:ext cx="3498300" cy="10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53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1"/>
          </p:nvPr>
        </p:nvSpPr>
        <p:spPr>
          <a:xfrm>
            <a:off x="2822975" y="2865425"/>
            <a:ext cx="3498300" cy="39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title" idx="2" hasCustomPrompt="1"/>
          </p:nvPr>
        </p:nvSpPr>
        <p:spPr>
          <a:xfrm>
            <a:off x="2822850" y="532463"/>
            <a:ext cx="3498300" cy="10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53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3"/>
          </p:nvPr>
        </p:nvSpPr>
        <p:spPr>
          <a:xfrm>
            <a:off x="2822975" y="1469225"/>
            <a:ext cx="3498300" cy="39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title" idx="4" hasCustomPrompt="1"/>
          </p:nvPr>
        </p:nvSpPr>
        <p:spPr>
          <a:xfrm>
            <a:off x="2822850" y="3249350"/>
            <a:ext cx="3498300" cy="10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53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5"/>
          </p:nvPr>
        </p:nvSpPr>
        <p:spPr>
          <a:xfrm>
            <a:off x="2822975" y="4185725"/>
            <a:ext cx="3498300" cy="39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subTitle" idx="1"/>
          </p:nvPr>
        </p:nvSpPr>
        <p:spPr>
          <a:xfrm>
            <a:off x="2822913" y="1453572"/>
            <a:ext cx="3498300" cy="39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900">
                <a:latin typeface="Changa One"/>
                <a:ea typeface="Changa One"/>
                <a:cs typeface="Changa One"/>
                <a:sym typeface="Chang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subTitle" idx="2"/>
          </p:nvPr>
        </p:nvSpPr>
        <p:spPr>
          <a:xfrm>
            <a:off x="2647950" y="1900325"/>
            <a:ext cx="3848100" cy="7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3" name="Google Shape;113;p21"/>
          <p:cNvSpPr txBox="1"/>
          <p:nvPr/>
        </p:nvSpPr>
        <p:spPr>
          <a:xfrm>
            <a:off x="2647950" y="3414425"/>
            <a:ext cx="3848100" cy="7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3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lang="en" sz="1300" b="1">
                <a:solidFill>
                  <a:schemeClr val="accent6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300" b="1">
                <a:solidFill>
                  <a:schemeClr val="accent6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" sz="1300" b="1">
                <a:solidFill>
                  <a:schemeClr val="accent6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2710300" y="542925"/>
            <a:ext cx="3648000" cy="8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68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MAIN_POINT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2716500" y="3264875"/>
            <a:ext cx="3711000" cy="39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6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1"/>
          </p:nvPr>
        </p:nvSpPr>
        <p:spPr>
          <a:xfrm>
            <a:off x="2143200" y="1484725"/>
            <a:ext cx="4857600" cy="171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 ">
  <p:cSld name="CUSTOM_11_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 ">
  <p:cSld name="CUSTOM_11_1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28400" y="445025"/>
            <a:ext cx="748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 Extra Condensed SemiBold"/>
              <a:buNone/>
              <a:defRPr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bel"/>
              <a:buNone/>
              <a:defRPr sz="33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bel"/>
              <a:buNone/>
              <a:defRPr sz="33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bel"/>
              <a:buNone/>
              <a:defRPr sz="33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bel"/>
              <a:buNone/>
              <a:defRPr sz="33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bel"/>
              <a:buNone/>
              <a:defRPr sz="33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bel"/>
              <a:buNone/>
              <a:defRPr sz="33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bel"/>
              <a:buNone/>
              <a:defRPr sz="33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bel"/>
              <a:buNone/>
              <a:defRPr sz="33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28400" y="1808575"/>
            <a:ext cx="7487100" cy="27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>
            <a:spLocks noGrp="1"/>
          </p:cNvSpPr>
          <p:nvPr>
            <p:ph type="subTitle" idx="1"/>
          </p:nvPr>
        </p:nvSpPr>
        <p:spPr>
          <a:xfrm>
            <a:off x="1761319" y="3171492"/>
            <a:ext cx="1644832" cy="45345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err="1">
                <a:latin typeface="Times New Roman"/>
                <a:cs typeface="Times New Roman"/>
              </a:rPr>
              <a:t>Bảng</a:t>
            </a:r>
            <a:r>
              <a:rPr lang="en-US">
                <a:latin typeface="Times New Roman"/>
                <a:cs typeface="Times New Roman"/>
              </a:rPr>
              <a:t> A - Team 6</a:t>
            </a:r>
          </a:p>
        </p:txBody>
      </p:sp>
      <p:sp>
        <p:nvSpPr>
          <p:cNvPr id="129" name="Google Shape;129;p27"/>
          <p:cNvSpPr txBox="1">
            <a:spLocks noGrp="1"/>
          </p:cNvSpPr>
          <p:nvPr>
            <p:ph type="ctrTitle"/>
          </p:nvPr>
        </p:nvSpPr>
        <p:spPr>
          <a:xfrm>
            <a:off x="693456" y="1737546"/>
            <a:ext cx="3780560" cy="14339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Gungsuh"/>
                <a:cs typeface="Times New Roman"/>
              </a:rPr>
              <a:t>Banking churn rate</a:t>
            </a:r>
          </a:p>
        </p:txBody>
      </p:sp>
      <p:grpSp>
        <p:nvGrpSpPr>
          <p:cNvPr id="130" name="Google Shape;130;p27"/>
          <p:cNvGrpSpPr/>
          <p:nvPr/>
        </p:nvGrpSpPr>
        <p:grpSpPr>
          <a:xfrm>
            <a:off x="4970389" y="938571"/>
            <a:ext cx="3437526" cy="3266357"/>
            <a:chOff x="1053350" y="238125"/>
            <a:chExt cx="5513275" cy="5238750"/>
          </a:xfrm>
        </p:grpSpPr>
        <p:sp>
          <p:nvSpPr>
            <p:cNvPr id="131" name="Google Shape;131;p27"/>
            <p:cNvSpPr/>
            <p:nvPr/>
          </p:nvSpPr>
          <p:spPr>
            <a:xfrm>
              <a:off x="1175125" y="2120600"/>
              <a:ext cx="589325" cy="519675"/>
            </a:xfrm>
            <a:custGeom>
              <a:avLst/>
              <a:gdLst/>
              <a:ahLst/>
              <a:cxnLst/>
              <a:rect l="l" t="t" r="r" b="b"/>
              <a:pathLst>
                <a:path w="23573" h="20787" extrusionOk="0">
                  <a:moveTo>
                    <a:pt x="5904" y="0"/>
                  </a:moveTo>
                  <a:lnTo>
                    <a:pt x="5635" y="21"/>
                  </a:lnTo>
                  <a:lnTo>
                    <a:pt x="5367" y="83"/>
                  </a:lnTo>
                  <a:lnTo>
                    <a:pt x="5099" y="186"/>
                  </a:lnTo>
                  <a:lnTo>
                    <a:pt x="0" y="6936"/>
                  </a:lnTo>
                  <a:lnTo>
                    <a:pt x="186" y="7060"/>
                  </a:lnTo>
                  <a:lnTo>
                    <a:pt x="723" y="7411"/>
                  </a:lnTo>
                  <a:lnTo>
                    <a:pt x="1548" y="7988"/>
                  </a:lnTo>
                  <a:lnTo>
                    <a:pt x="2023" y="8360"/>
                  </a:lnTo>
                  <a:lnTo>
                    <a:pt x="2539" y="8773"/>
                  </a:lnTo>
                  <a:lnTo>
                    <a:pt x="3097" y="9248"/>
                  </a:lnTo>
                  <a:lnTo>
                    <a:pt x="3695" y="9764"/>
                  </a:lnTo>
                  <a:lnTo>
                    <a:pt x="4273" y="10342"/>
                  </a:lnTo>
                  <a:lnTo>
                    <a:pt x="4872" y="10961"/>
                  </a:lnTo>
                  <a:lnTo>
                    <a:pt x="5470" y="11642"/>
                  </a:lnTo>
                  <a:lnTo>
                    <a:pt x="6069" y="12344"/>
                  </a:lnTo>
                  <a:lnTo>
                    <a:pt x="6626" y="13107"/>
                  </a:lnTo>
                  <a:lnTo>
                    <a:pt x="6895" y="13500"/>
                  </a:lnTo>
                  <a:lnTo>
                    <a:pt x="7163" y="13912"/>
                  </a:lnTo>
                  <a:lnTo>
                    <a:pt x="7411" y="14305"/>
                  </a:lnTo>
                  <a:lnTo>
                    <a:pt x="7720" y="14697"/>
                  </a:lnTo>
                  <a:lnTo>
                    <a:pt x="8030" y="15089"/>
                  </a:lnTo>
                  <a:lnTo>
                    <a:pt x="8360" y="15461"/>
                  </a:lnTo>
                  <a:lnTo>
                    <a:pt x="8732" y="15811"/>
                  </a:lnTo>
                  <a:lnTo>
                    <a:pt x="9103" y="16162"/>
                  </a:lnTo>
                  <a:lnTo>
                    <a:pt x="9495" y="16493"/>
                  </a:lnTo>
                  <a:lnTo>
                    <a:pt x="9887" y="16823"/>
                  </a:lnTo>
                  <a:lnTo>
                    <a:pt x="10300" y="17133"/>
                  </a:lnTo>
                  <a:lnTo>
                    <a:pt x="10713" y="17422"/>
                  </a:lnTo>
                  <a:lnTo>
                    <a:pt x="11580" y="17999"/>
                  </a:lnTo>
                  <a:lnTo>
                    <a:pt x="12447" y="18495"/>
                  </a:lnTo>
                  <a:lnTo>
                    <a:pt x="13293" y="18970"/>
                  </a:lnTo>
                  <a:lnTo>
                    <a:pt x="14098" y="19382"/>
                  </a:lnTo>
                  <a:lnTo>
                    <a:pt x="14862" y="19754"/>
                  </a:lnTo>
                  <a:lnTo>
                    <a:pt x="15564" y="20064"/>
                  </a:lnTo>
                  <a:lnTo>
                    <a:pt x="16183" y="20311"/>
                  </a:lnTo>
                  <a:lnTo>
                    <a:pt x="17071" y="20662"/>
                  </a:lnTo>
                  <a:lnTo>
                    <a:pt x="17401" y="20786"/>
                  </a:lnTo>
                  <a:lnTo>
                    <a:pt x="23573" y="11952"/>
                  </a:lnTo>
                  <a:lnTo>
                    <a:pt x="23346" y="11972"/>
                  </a:lnTo>
                  <a:lnTo>
                    <a:pt x="23077" y="11993"/>
                  </a:lnTo>
                  <a:lnTo>
                    <a:pt x="22726" y="11993"/>
                  </a:lnTo>
                  <a:lnTo>
                    <a:pt x="22293" y="11972"/>
                  </a:lnTo>
                  <a:lnTo>
                    <a:pt x="21777" y="11910"/>
                  </a:lnTo>
                  <a:lnTo>
                    <a:pt x="21199" y="11828"/>
                  </a:lnTo>
                  <a:lnTo>
                    <a:pt x="20580" y="11683"/>
                  </a:lnTo>
                  <a:lnTo>
                    <a:pt x="20249" y="11580"/>
                  </a:lnTo>
                  <a:lnTo>
                    <a:pt x="19919" y="11477"/>
                  </a:lnTo>
                  <a:lnTo>
                    <a:pt x="19589" y="11332"/>
                  </a:lnTo>
                  <a:lnTo>
                    <a:pt x="19238" y="11188"/>
                  </a:lnTo>
                  <a:lnTo>
                    <a:pt x="18887" y="11023"/>
                  </a:lnTo>
                  <a:lnTo>
                    <a:pt x="18516" y="10837"/>
                  </a:lnTo>
                  <a:lnTo>
                    <a:pt x="18165" y="10631"/>
                  </a:lnTo>
                  <a:lnTo>
                    <a:pt x="17793" y="10403"/>
                  </a:lnTo>
                  <a:lnTo>
                    <a:pt x="17422" y="10135"/>
                  </a:lnTo>
                  <a:lnTo>
                    <a:pt x="17071" y="9867"/>
                  </a:lnTo>
                  <a:lnTo>
                    <a:pt x="16699" y="9557"/>
                  </a:lnTo>
                  <a:lnTo>
                    <a:pt x="16348" y="9206"/>
                  </a:lnTo>
                  <a:lnTo>
                    <a:pt x="15997" y="8855"/>
                  </a:lnTo>
                  <a:lnTo>
                    <a:pt x="15646" y="8443"/>
                  </a:lnTo>
                  <a:lnTo>
                    <a:pt x="15295" y="8030"/>
                  </a:lnTo>
                  <a:lnTo>
                    <a:pt x="14965" y="7555"/>
                  </a:lnTo>
                  <a:lnTo>
                    <a:pt x="14532" y="6936"/>
                  </a:lnTo>
                  <a:lnTo>
                    <a:pt x="14036" y="6275"/>
                  </a:lnTo>
                  <a:lnTo>
                    <a:pt x="13479" y="5594"/>
                  </a:lnTo>
                  <a:lnTo>
                    <a:pt x="12880" y="4892"/>
                  </a:lnTo>
                  <a:lnTo>
                    <a:pt x="12241" y="4190"/>
                  </a:lnTo>
                  <a:lnTo>
                    <a:pt x="11580" y="3489"/>
                  </a:lnTo>
                  <a:lnTo>
                    <a:pt x="10899" y="2828"/>
                  </a:lnTo>
                  <a:lnTo>
                    <a:pt x="10218" y="2209"/>
                  </a:lnTo>
                  <a:lnTo>
                    <a:pt x="9516" y="1631"/>
                  </a:lnTo>
                  <a:lnTo>
                    <a:pt x="9165" y="1363"/>
                  </a:lnTo>
                  <a:lnTo>
                    <a:pt x="8814" y="1115"/>
                  </a:lnTo>
                  <a:lnTo>
                    <a:pt x="8463" y="888"/>
                  </a:lnTo>
                  <a:lnTo>
                    <a:pt x="8112" y="681"/>
                  </a:lnTo>
                  <a:lnTo>
                    <a:pt x="7782" y="496"/>
                  </a:lnTo>
                  <a:lnTo>
                    <a:pt x="7452" y="351"/>
                  </a:lnTo>
                  <a:lnTo>
                    <a:pt x="7122" y="227"/>
                  </a:lnTo>
                  <a:lnTo>
                    <a:pt x="6812" y="124"/>
                  </a:lnTo>
                  <a:lnTo>
                    <a:pt x="6502" y="42"/>
                  </a:lnTo>
                  <a:lnTo>
                    <a:pt x="619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Google Shape;132;p27"/>
            <p:cNvSpPr/>
            <p:nvPr/>
          </p:nvSpPr>
          <p:spPr>
            <a:xfrm>
              <a:off x="1175125" y="2120600"/>
              <a:ext cx="589325" cy="519675"/>
            </a:xfrm>
            <a:custGeom>
              <a:avLst/>
              <a:gdLst/>
              <a:ahLst/>
              <a:cxnLst/>
              <a:rect l="l" t="t" r="r" b="b"/>
              <a:pathLst>
                <a:path w="23573" h="20787" fill="none" extrusionOk="0">
                  <a:moveTo>
                    <a:pt x="23573" y="11952"/>
                  </a:moveTo>
                  <a:lnTo>
                    <a:pt x="23573" y="11952"/>
                  </a:lnTo>
                  <a:lnTo>
                    <a:pt x="23346" y="11972"/>
                  </a:lnTo>
                  <a:lnTo>
                    <a:pt x="23077" y="11993"/>
                  </a:lnTo>
                  <a:lnTo>
                    <a:pt x="22726" y="11993"/>
                  </a:lnTo>
                  <a:lnTo>
                    <a:pt x="22293" y="11972"/>
                  </a:lnTo>
                  <a:lnTo>
                    <a:pt x="21777" y="11910"/>
                  </a:lnTo>
                  <a:lnTo>
                    <a:pt x="21199" y="11828"/>
                  </a:lnTo>
                  <a:lnTo>
                    <a:pt x="20580" y="11683"/>
                  </a:lnTo>
                  <a:lnTo>
                    <a:pt x="20249" y="11580"/>
                  </a:lnTo>
                  <a:lnTo>
                    <a:pt x="19919" y="11477"/>
                  </a:lnTo>
                  <a:lnTo>
                    <a:pt x="19589" y="11332"/>
                  </a:lnTo>
                  <a:lnTo>
                    <a:pt x="19238" y="11188"/>
                  </a:lnTo>
                  <a:lnTo>
                    <a:pt x="18887" y="11023"/>
                  </a:lnTo>
                  <a:lnTo>
                    <a:pt x="18516" y="10837"/>
                  </a:lnTo>
                  <a:lnTo>
                    <a:pt x="18165" y="10631"/>
                  </a:lnTo>
                  <a:lnTo>
                    <a:pt x="17793" y="10403"/>
                  </a:lnTo>
                  <a:lnTo>
                    <a:pt x="17422" y="10135"/>
                  </a:lnTo>
                  <a:lnTo>
                    <a:pt x="17071" y="9867"/>
                  </a:lnTo>
                  <a:lnTo>
                    <a:pt x="16699" y="9557"/>
                  </a:lnTo>
                  <a:lnTo>
                    <a:pt x="16348" y="9206"/>
                  </a:lnTo>
                  <a:lnTo>
                    <a:pt x="15997" y="8855"/>
                  </a:lnTo>
                  <a:lnTo>
                    <a:pt x="15646" y="8443"/>
                  </a:lnTo>
                  <a:lnTo>
                    <a:pt x="15295" y="8030"/>
                  </a:lnTo>
                  <a:lnTo>
                    <a:pt x="14965" y="7555"/>
                  </a:lnTo>
                  <a:lnTo>
                    <a:pt x="14965" y="7555"/>
                  </a:lnTo>
                  <a:lnTo>
                    <a:pt x="14532" y="6936"/>
                  </a:lnTo>
                  <a:lnTo>
                    <a:pt x="14036" y="6275"/>
                  </a:lnTo>
                  <a:lnTo>
                    <a:pt x="13479" y="5594"/>
                  </a:lnTo>
                  <a:lnTo>
                    <a:pt x="12880" y="4892"/>
                  </a:lnTo>
                  <a:lnTo>
                    <a:pt x="12241" y="4190"/>
                  </a:lnTo>
                  <a:lnTo>
                    <a:pt x="11580" y="3489"/>
                  </a:lnTo>
                  <a:lnTo>
                    <a:pt x="10899" y="2828"/>
                  </a:lnTo>
                  <a:lnTo>
                    <a:pt x="10218" y="2209"/>
                  </a:lnTo>
                  <a:lnTo>
                    <a:pt x="9516" y="1631"/>
                  </a:lnTo>
                  <a:lnTo>
                    <a:pt x="9165" y="1363"/>
                  </a:lnTo>
                  <a:lnTo>
                    <a:pt x="8814" y="1115"/>
                  </a:lnTo>
                  <a:lnTo>
                    <a:pt x="8463" y="888"/>
                  </a:lnTo>
                  <a:lnTo>
                    <a:pt x="8112" y="681"/>
                  </a:lnTo>
                  <a:lnTo>
                    <a:pt x="7782" y="496"/>
                  </a:lnTo>
                  <a:lnTo>
                    <a:pt x="7452" y="351"/>
                  </a:lnTo>
                  <a:lnTo>
                    <a:pt x="7122" y="227"/>
                  </a:lnTo>
                  <a:lnTo>
                    <a:pt x="6812" y="124"/>
                  </a:lnTo>
                  <a:lnTo>
                    <a:pt x="6502" y="42"/>
                  </a:lnTo>
                  <a:lnTo>
                    <a:pt x="6193" y="0"/>
                  </a:lnTo>
                  <a:lnTo>
                    <a:pt x="5904" y="0"/>
                  </a:lnTo>
                  <a:lnTo>
                    <a:pt x="5635" y="21"/>
                  </a:lnTo>
                  <a:lnTo>
                    <a:pt x="5367" y="83"/>
                  </a:lnTo>
                  <a:lnTo>
                    <a:pt x="5099" y="186"/>
                  </a:lnTo>
                  <a:lnTo>
                    <a:pt x="0" y="6936"/>
                  </a:lnTo>
                  <a:lnTo>
                    <a:pt x="0" y="6936"/>
                  </a:lnTo>
                  <a:lnTo>
                    <a:pt x="186" y="7060"/>
                  </a:lnTo>
                  <a:lnTo>
                    <a:pt x="723" y="7411"/>
                  </a:lnTo>
                  <a:lnTo>
                    <a:pt x="1548" y="7988"/>
                  </a:lnTo>
                  <a:lnTo>
                    <a:pt x="2023" y="8360"/>
                  </a:lnTo>
                  <a:lnTo>
                    <a:pt x="2539" y="8773"/>
                  </a:lnTo>
                  <a:lnTo>
                    <a:pt x="3097" y="9248"/>
                  </a:lnTo>
                  <a:lnTo>
                    <a:pt x="3695" y="9764"/>
                  </a:lnTo>
                  <a:lnTo>
                    <a:pt x="4273" y="10342"/>
                  </a:lnTo>
                  <a:lnTo>
                    <a:pt x="4872" y="10961"/>
                  </a:lnTo>
                  <a:lnTo>
                    <a:pt x="5470" y="11642"/>
                  </a:lnTo>
                  <a:lnTo>
                    <a:pt x="6069" y="12344"/>
                  </a:lnTo>
                  <a:lnTo>
                    <a:pt x="6626" y="13107"/>
                  </a:lnTo>
                  <a:lnTo>
                    <a:pt x="6895" y="13500"/>
                  </a:lnTo>
                  <a:lnTo>
                    <a:pt x="7163" y="13912"/>
                  </a:lnTo>
                  <a:lnTo>
                    <a:pt x="7163" y="13912"/>
                  </a:lnTo>
                  <a:lnTo>
                    <a:pt x="7411" y="14305"/>
                  </a:lnTo>
                  <a:lnTo>
                    <a:pt x="7720" y="14697"/>
                  </a:lnTo>
                  <a:lnTo>
                    <a:pt x="8030" y="15089"/>
                  </a:lnTo>
                  <a:lnTo>
                    <a:pt x="8360" y="15461"/>
                  </a:lnTo>
                  <a:lnTo>
                    <a:pt x="8732" y="15811"/>
                  </a:lnTo>
                  <a:lnTo>
                    <a:pt x="9103" y="16162"/>
                  </a:lnTo>
                  <a:lnTo>
                    <a:pt x="9495" y="16493"/>
                  </a:lnTo>
                  <a:lnTo>
                    <a:pt x="9887" y="16823"/>
                  </a:lnTo>
                  <a:lnTo>
                    <a:pt x="10300" y="17133"/>
                  </a:lnTo>
                  <a:lnTo>
                    <a:pt x="10713" y="17422"/>
                  </a:lnTo>
                  <a:lnTo>
                    <a:pt x="11580" y="17999"/>
                  </a:lnTo>
                  <a:lnTo>
                    <a:pt x="12447" y="18495"/>
                  </a:lnTo>
                  <a:lnTo>
                    <a:pt x="13293" y="18970"/>
                  </a:lnTo>
                  <a:lnTo>
                    <a:pt x="14098" y="19382"/>
                  </a:lnTo>
                  <a:lnTo>
                    <a:pt x="14862" y="19754"/>
                  </a:lnTo>
                  <a:lnTo>
                    <a:pt x="15564" y="20064"/>
                  </a:lnTo>
                  <a:lnTo>
                    <a:pt x="16183" y="20311"/>
                  </a:lnTo>
                  <a:lnTo>
                    <a:pt x="17071" y="20662"/>
                  </a:lnTo>
                  <a:lnTo>
                    <a:pt x="17401" y="20786"/>
                  </a:lnTo>
                  <a:lnTo>
                    <a:pt x="23573" y="119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Google Shape;133;p27"/>
            <p:cNvSpPr/>
            <p:nvPr/>
          </p:nvSpPr>
          <p:spPr>
            <a:xfrm>
              <a:off x="1359850" y="2292950"/>
              <a:ext cx="202325" cy="206950"/>
            </a:xfrm>
            <a:custGeom>
              <a:avLst/>
              <a:gdLst/>
              <a:ahLst/>
              <a:cxnLst/>
              <a:rect l="l" t="t" r="r" b="b"/>
              <a:pathLst>
                <a:path w="8093" h="8278" extrusionOk="0">
                  <a:moveTo>
                    <a:pt x="3283" y="0"/>
                  </a:moveTo>
                  <a:lnTo>
                    <a:pt x="2911" y="21"/>
                  </a:lnTo>
                  <a:lnTo>
                    <a:pt x="2560" y="83"/>
                  </a:lnTo>
                  <a:lnTo>
                    <a:pt x="2395" y="124"/>
                  </a:lnTo>
                  <a:lnTo>
                    <a:pt x="2210" y="186"/>
                  </a:lnTo>
                  <a:lnTo>
                    <a:pt x="2044" y="269"/>
                  </a:lnTo>
                  <a:lnTo>
                    <a:pt x="1879" y="351"/>
                  </a:lnTo>
                  <a:lnTo>
                    <a:pt x="1549" y="578"/>
                  </a:lnTo>
                  <a:lnTo>
                    <a:pt x="1260" y="826"/>
                  </a:lnTo>
                  <a:lnTo>
                    <a:pt x="971" y="1115"/>
                  </a:lnTo>
                  <a:lnTo>
                    <a:pt x="723" y="1445"/>
                  </a:lnTo>
                  <a:lnTo>
                    <a:pt x="496" y="1796"/>
                  </a:lnTo>
                  <a:lnTo>
                    <a:pt x="331" y="2168"/>
                  </a:lnTo>
                  <a:lnTo>
                    <a:pt x="187" y="2560"/>
                  </a:lnTo>
                  <a:lnTo>
                    <a:pt x="83" y="2973"/>
                  </a:lnTo>
                  <a:lnTo>
                    <a:pt x="1" y="3406"/>
                  </a:lnTo>
                  <a:lnTo>
                    <a:pt x="1" y="3840"/>
                  </a:lnTo>
                  <a:lnTo>
                    <a:pt x="22" y="4273"/>
                  </a:lnTo>
                  <a:lnTo>
                    <a:pt x="63" y="4500"/>
                  </a:lnTo>
                  <a:lnTo>
                    <a:pt x="104" y="4707"/>
                  </a:lnTo>
                  <a:lnTo>
                    <a:pt x="166" y="4934"/>
                  </a:lnTo>
                  <a:lnTo>
                    <a:pt x="228" y="5140"/>
                  </a:lnTo>
                  <a:lnTo>
                    <a:pt x="311" y="5367"/>
                  </a:lnTo>
                  <a:lnTo>
                    <a:pt x="414" y="5574"/>
                  </a:lnTo>
                  <a:lnTo>
                    <a:pt x="538" y="5801"/>
                  </a:lnTo>
                  <a:lnTo>
                    <a:pt x="661" y="6007"/>
                  </a:lnTo>
                  <a:lnTo>
                    <a:pt x="806" y="6213"/>
                  </a:lnTo>
                  <a:lnTo>
                    <a:pt x="971" y="6399"/>
                  </a:lnTo>
                  <a:lnTo>
                    <a:pt x="1322" y="6812"/>
                  </a:lnTo>
                  <a:lnTo>
                    <a:pt x="1714" y="7163"/>
                  </a:lnTo>
                  <a:lnTo>
                    <a:pt x="1921" y="7328"/>
                  </a:lnTo>
                  <a:lnTo>
                    <a:pt x="2148" y="7493"/>
                  </a:lnTo>
                  <a:lnTo>
                    <a:pt x="2354" y="7638"/>
                  </a:lnTo>
                  <a:lnTo>
                    <a:pt x="2581" y="7762"/>
                  </a:lnTo>
                  <a:lnTo>
                    <a:pt x="2808" y="7885"/>
                  </a:lnTo>
                  <a:lnTo>
                    <a:pt x="3035" y="7989"/>
                  </a:lnTo>
                  <a:lnTo>
                    <a:pt x="3262" y="8071"/>
                  </a:lnTo>
                  <a:lnTo>
                    <a:pt x="3510" y="8154"/>
                  </a:lnTo>
                  <a:lnTo>
                    <a:pt x="3737" y="8195"/>
                  </a:lnTo>
                  <a:lnTo>
                    <a:pt x="3985" y="8236"/>
                  </a:lnTo>
                  <a:lnTo>
                    <a:pt x="4232" y="8278"/>
                  </a:lnTo>
                  <a:lnTo>
                    <a:pt x="4686" y="8278"/>
                  </a:lnTo>
                  <a:lnTo>
                    <a:pt x="4893" y="8257"/>
                  </a:lnTo>
                  <a:lnTo>
                    <a:pt x="5120" y="8216"/>
                  </a:lnTo>
                  <a:lnTo>
                    <a:pt x="5326" y="8174"/>
                  </a:lnTo>
                  <a:lnTo>
                    <a:pt x="5553" y="8092"/>
                  </a:lnTo>
                  <a:lnTo>
                    <a:pt x="5760" y="8030"/>
                  </a:lnTo>
                  <a:lnTo>
                    <a:pt x="5966" y="7927"/>
                  </a:lnTo>
                  <a:lnTo>
                    <a:pt x="6173" y="7803"/>
                  </a:lnTo>
                  <a:lnTo>
                    <a:pt x="6503" y="7596"/>
                  </a:lnTo>
                  <a:lnTo>
                    <a:pt x="6813" y="7369"/>
                  </a:lnTo>
                  <a:lnTo>
                    <a:pt x="7081" y="7101"/>
                  </a:lnTo>
                  <a:lnTo>
                    <a:pt x="7329" y="6812"/>
                  </a:lnTo>
                  <a:lnTo>
                    <a:pt x="7535" y="6502"/>
                  </a:lnTo>
                  <a:lnTo>
                    <a:pt x="7700" y="6172"/>
                  </a:lnTo>
                  <a:lnTo>
                    <a:pt x="7845" y="5842"/>
                  </a:lnTo>
                  <a:lnTo>
                    <a:pt x="7968" y="5491"/>
                  </a:lnTo>
                  <a:lnTo>
                    <a:pt x="8051" y="5140"/>
                  </a:lnTo>
                  <a:lnTo>
                    <a:pt x="8092" y="4769"/>
                  </a:lnTo>
                  <a:lnTo>
                    <a:pt x="8092" y="4397"/>
                  </a:lnTo>
                  <a:lnTo>
                    <a:pt x="8072" y="4026"/>
                  </a:lnTo>
                  <a:lnTo>
                    <a:pt x="8010" y="3675"/>
                  </a:lnTo>
                  <a:lnTo>
                    <a:pt x="7906" y="3303"/>
                  </a:lnTo>
                  <a:lnTo>
                    <a:pt x="7762" y="2952"/>
                  </a:lnTo>
                  <a:lnTo>
                    <a:pt x="7597" y="2601"/>
                  </a:lnTo>
                  <a:lnTo>
                    <a:pt x="7432" y="2333"/>
                  </a:lnTo>
                  <a:lnTo>
                    <a:pt x="7246" y="2085"/>
                  </a:lnTo>
                  <a:lnTo>
                    <a:pt x="7040" y="1838"/>
                  </a:lnTo>
                  <a:lnTo>
                    <a:pt x="6813" y="1590"/>
                  </a:lnTo>
                  <a:lnTo>
                    <a:pt x="6565" y="1363"/>
                  </a:lnTo>
                  <a:lnTo>
                    <a:pt x="6296" y="1156"/>
                  </a:lnTo>
                  <a:lnTo>
                    <a:pt x="6028" y="950"/>
                  </a:lnTo>
                  <a:lnTo>
                    <a:pt x="5760" y="764"/>
                  </a:lnTo>
                  <a:lnTo>
                    <a:pt x="5450" y="599"/>
                  </a:lnTo>
                  <a:lnTo>
                    <a:pt x="5161" y="455"/>
                  </a:lnTo>
                  <a:lnTo>
                    <a:pt x="4852" y="310"/>
                  </a:lnTo>
                  <a:lnTo>
                    <a:pt x="4542" y="207"/>
                  </a:lnTo>
                  <a:lnTo>
                    <a:pt x="4232" y="124"/>
                  </a:lnTo>
                  <a:lnTo>
                    <a:pt x="3902" y="42"/>
                  </a:lnTo>
                  <a:lnTo>
                    <a:pt x="3592" y="21"/>
                  </a:lnTo>
                  <a:lnTo>
                    <a:pt x="3283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Google Shape;134;p27"/>
            <p:cNvSpPr/>
            <p:nvPr/>
          </p:nvSpPr>
          <p:spPr>
            <a:xfrm>
              <a:off x="1359850" y="2292950"/>
              <a:ext cx="202325" cy="206950"/>
            </a:xfrm>
            <a:custGeom>
              <a:avLst/>
              <a:gdLst/>
              <a:ahLst/>
              <a:cxnLst/>
              <a:rect l="l" t="t" r="r" b="b"/>
              <a:pathLst>
                <a:path w="8093" h="8278" fill="none" extrusionOk="0">
                  <a:moveTo>
                    <a:pt x="3283" y="0"/>
                  </a:moveTo>
                  <a:lnTo>
                    <a:pt x="3283" y="0"/>
                  </a:lnTo>
                  <a:lnTo>
                    <a:pt x="2911" y="21"/>
                  </a:lnTo>
                  <a:lnTo>
                    <a:pt x="2560" y="83"/>
                  </a:lnTo>
                  <a:lnTo>
                    <a:pt x="2395" y="124"/>
                  </a:lnTo>
                  <a:lnTo>
                    <a:pt x="2210" y="186"/>
                  </a:lnTo>
                  <a:lnTo>
                    <a:pt x="2044" y="269"/>
                  </a:lnTo>
                  <a:lnTo>
                    <a:pt x="1879" y="351"/>
                  </a:lnTo>
                  <a:lnTo>
                    <a:pt x="1879" y="351"/>
                  </a:lnTo>
                  <a:lnTo>
                    <a:pt x="1549" y="578"/>
                  </a:lnTo>
                  <a:lnTo>
                    <a:pt x="1260" y="826"/>
                  </a:lnTo>
                  <a:lnTo>
                    <a:pt x="971" y="1115"/>
                  </a:lnTo>
                  <a:lnTo>
                    <a:pt x="723" y="1445"/>
                  </a:lnTo>
                  <a:lnTo>
                    <a:pt x="496" y="1796"/>
                  </a:lnTo>
                  <a:lnTo>
                    <a:pt x="331" y="2168"/>
                  </a:lnTo>
                  <a:lnTo>
                    <a:pt x="187" y="2560"/>
                  </a:lnTo>
                  <a:lnTo>
                    <a:pt x="83" y="2973"/>
                  </a:lnTo>
                  <a:lnTo>
                    <a:pt x="1" y="3406"/>
                  </a:lnTo>
                  <a:lnTo>
                    <a:pt x="1" y="3840"/>
                  </a:lnTo>
                  <a:lnTo>
                    <a:pt x="22" y="4273"/>
                  </a:lnTo>
                  <a:lnTo>
                    <a:pt x="63" y="4500"/>
                  </a:lnTo>
                  <a:lnTo>
                    <a:pt x="104" y="4707"/>
                  </a:lnTo>
                  <a:lnTo>
                    <a:pt x="166" y="4934"/>
                  </a:lnTo>
                  <a:lnTo>
                    <a:pt x="228" y="5140"/>
                  </a:lnTo>
                  <a:lnTo>
                    <a:pt x="311" y="5367"/>
                  </a:lnTo>
                  <a:lnTo>
                    <a:pt x="414" y="5574"/>
                  </a:lnTo>
                  <a:lnTo>
                    <a:pt x="538" y="5801"/>
                  </a:lnTo>
                  <a:lnTo>
                    <a:pt x="661" y="6007"/>
                  </a:lnTo>
                  <a:lnTo>
                    <a:pt x="806" y="6213"/>
                  </a:lnTo>
                  <a:lnTo>
                    <a:pt x="971" y="6399"/>
                  </a:lnTo>
                  <a:lnTo>
                    <a:pt x="971" y="6399"/>
                  </a:lnTo>
                  <a:lnTo>
                    <a:pt x="1322" y="6812"/>
                  </a:lnTo>
                  <a:lnTo>
                    <a:pt x="1714" y="7163"/>
                  </a:lnTo>
                  <a:lnTo>
                    <a:pt x="1921" y="7328"/>
                  </a:lnTo>
                  <a:lnTo>
                    <a:pt x="2148" y="7493"/>
                  </a:lnTo>
                  <a:lnTo>
                    <a:pt x="2354" y="7638"/>
                  </a:lnTo>
                  <a:lnTo>
                    <a:pt x="2581" y="7762"/>
                  </a:lnTo>
                  <a:lnTo>
                    <a:pt x="2808" y="7885"/>
                  </a:lnTo>
                  <a:lnTo>
                    <a:pt x="3035" y="7989"/>
                  </a:lnTo>
                  <a:lnTo>
                    <a:pt x="3262" y="8071"/>
                  </a:lnTo>
                  <a:lnTo>
                    <a:pt x="3510" y="8154"/>
                  </a:lnTo>
                  <a:lnTo>
                    <a:pt x="3737" y="8195"/>
                  </a:lnTo>
                  <a:lnTo>
                    <a:pt x="3985" y="8236"/>
                  </a:lnTo>
                  <a:lnTo>
                    <a:pt x="4232" y="8278"/>
                  </a:lnTo>
                  <a:lnTo>
                    <a:pt x="4480" y="8278"/>
                  </a:lnTo>
                  <a:lnTo>
                    <a:pt x="4480" y="8278"/>
                  </a:lnTo>
                  <a:lnTo>
                    <a:pt x="4686" y="8278"/>
                  </a:lnTo>
                  <a:lnTo>
                    <a:pt x="4893" y="8257"/>
                  </a:lnTo>
                  <a:lnTo>
                    <a:pt x="5120" y="8216"/>
                  </a:lnTo>
                  <a:lnTo>
                    <a:pt x="5326" y="8174"/>
                  </a:lnTo>
                  <a:lnTo>
                    <a:pt x="5553" y="8092"/>
                  </a:lnTo>
                  <a:lnTo>
                    <a:pt x="5760" y="8030"/>
                  </a:lnTo>
                  <a:lnTo>
                    <a:pt x="5966" y="7927"/>
                  </a:lnTo>
                  <a:lnTo>
                    <a:pt x="6173" y="7803"/>
                  </a:lnTo>
                  <a:lnTo>
                    <a:pt x="6173" y="7803"/>
                  </a:lnTo>
                  <a:lnTo>
                    <a:pt x="6503" y="7596"/>
                  </a:lnTo>
                  <a:lnTo>
                    <a:pt x="6813" y="7369"/>
                  </a:lnTo>
                  <a:lnTo>
                    <a:pt x="7081" y="7101"/>
                  </a:lnTo>
                  <a:lnTo>
                    <a:pt x="7329" y="6812"/>
                  </a:lnTo>
                  <a:lnTo>
                    <a:pt x="7535" y="6502"/>
                  </a:lnTo>
                  <a:lnTo>
                    <a:pt x="7700" y="6172"/>
                  </a:lnTo>
                  <a:lnTo>
                    <a:pt x="7845" y="5842"/>
                  </a:lnTo>
                  <a:lnTo>
                    <a:pt x="7968" y="5491"/>
                  </a:lnTo>
                  <a:lnTo>
                    <a:pt x="8051" y="5140"/>
                  </a:lnTo>
                  <a:lnTo>
                    <a:pt x="8092" y="4769"/>
                  </a:lnTo>
                  <a:lnTo>
                    <a:pt x="8092" y="4397"/>
                  </a:lnTo>
                  <a:lnTo>
                    <a:pt x="8072" y="4026"/>
                  </a:lnTo>
                  <a:lnTo>
                    <a:pt x="8010" y="3675"/>
                  </a:lnTo>
                  <a:lnTo>
                    <a:pt x="7906" y="3303"/>
                  </a:lnTo>
                  <a:lnTo>
                    <a:pt x="7762" y="2952"/>
                  </a:lnTo>
                  <a:lnTo>
                    <a:pt x="7597" y="2601"/>
                  </a:lnTo>
                  <a:lnTo>
                    <a:pt x="7597" y="2601"/>
                  </a:lnTo>
                  <a:lnTo>
                    <a:pt x="7432" y="2333"/>
                  </a:lnTo>
                  <a:lnTo>
                    <a:pt x="7246" y="2085"/>
                  </a:lnTo>
                  <a:lnTo>
                    <a:pt x="7040" y="1838"/>
                  </a:lnTo>
                  <a:lnTo>
                    <a:pt x="6813" y="1590"/>
                  </a:lnTo>
                  <a:lnTo>
                    <a:pt x="6565" y="1363"/>
                  </a:lnTo>
                  <a:lnTo>
                    <a:pt x="6296" y="1156"/>
                  </a:lnTo>
                  <a:lnTo>
                    <a:pt x="6028" y="950"/>
                  </a:lnTo>
                  <a:lnTo>
                    <a:pt x="5760" y="764"/>
                  </a:lnTo>
                  <a:lnTo>
                    <a:pt x="5450" y="599"/>
                  </a:lnTo>
                  <a:lnTo>
                    <a:pt x="5161" y="455"/>
                  </a:lnTo>
                  <a:lnTo>
                    <a:pt x="4852" y="310"/>
                  </a:lnTo>
                  <a:lnTo>
                    <a:pt x="4542" y="207"/>
                  </a:lnTo>
                  <a:lnTo>
                    <a:pt x="4232" y="124"/>
                  </a:lnTo>
                  <a:lnTo>
                    <a:pt x="3902" y="42"/>
                  </a:lnTo>
                  <a:lnTo>
                    <a:pt x="3592" y="21"/>
                  </a:lnTo>
                  <a:lnTo>
                    <a:pt x="3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Google Shape;135;p27"/>
            <p:cNvSpPr/>
            <p:nvPr/>
          </p:nvSpPr>
          <p:spPr>
            <a:xfrm>
              <a:off x="1395975" y="2342500"/>
              <a:ext cx="120275" cy="107875"/>
            </a:xfrm>
            <a:custGeom>
              <a:avLst/>
              <a:gdLst/>
              <a:ahLst/>
              <a:cxnLst/>
              <a:rect l="l" t="t" r="r" b="b"/>
              <a:pathLst>
                <a:path w="4811" h="4315" extrusionOk="0">
                  <a:moveTo>
                    <a:pt x="2870" y="867"/>
                  </a:moveTo>
                  <a:lnTo>
                    <a:pt x="2952" y="888"/>
                  </a:lnTo>
                  <a:lnTo>
                    <a:pt x="3056" y="908"/>
                  </a:lnTo>
                  <a:lnTo>
                    <a:pt x="3138" y="950"/>
                  </a:lnTo>
                  <a:lnTo>
                    <a:pt x="3241" y="1011"/>
                  </a:lnTo>
                  <a:lnTo>
                    <a:pt x="2622" y="1589"/>
                  </a:lnTo>
                  <a:lnTo>
                    <a:pt x="2540" y="1404"/>
                  </a:lnTo>
                  <a:lnTo>
                    <a:pt x="2519" y="1239"/>
                  </a:lnTo>
                  <a:lnTo>
                    <a:pt x="2519" y="1177"/>
                  </a:lnTo>
                  <a:lnTo>
                    <a:pt x="2540" y="1115"/>
                  </a:lnTo>
                  <a:lnTo>
                    <a:pt x="2560" y="1053"/>
                  </a:lnTo>
                  <a:lnTo>
                    <a:pt x="2602" y="991"/>
                  </a:lnTo>
                  <a:lnTo>
                    <a:pt x="2664" y="950"/>
                  </a:lnTo>
                  <a:lnTo>
                    <a:pt x="2725" y="908"/>
                  </a:lnTo>
                  <a:lnTo>
                    <a:pt x="2808" y="888"/>
                  </a:lnTo>
                  <a:lnTo>
                    <a:pt x="2870" y="867"/>
                  </a:lnTo>
                  <a:close/>
                  <a:moveTo>
                    <a:pt x="2271" y="2725"/>
                  </a:moveTo>
                  <a:lnTo>
                    <a:pt x="2354" y="2910"/>
                  </a:lnTo>
                  <a:lnTo>
                    <a:pt x="2375" y="3076"/>
                  </a:lnTo>
                  <a:lnTo>
                    <a:pt x="2375" y="3138"/>
                  </a:lnTo>
                  <a:lnTo>
                    <a:pt x="2354" y="3220"/>
                  </a:lnTo>
                  <a:lnTo>
                    <a:pt x="2313" y="3282"/>
                  </a:lnTo>
                  <a:lnTo>
                    <a:pt x="2271" y="3323"/>
                  </a:lnTo>
                  <a:lnTo>
                    <a:pt x="2209" y="3385"/>
                  </a:lnTo>
                  <a:lnTo>
                    <a:pt x="2147" y="3406"/>
                  </a:lnTo>
                  <a:lnTo>
                    <a:pt x="2086" y="3426"/>
                  </a:lnTo>
                  <a:lnTo>
                    <a:pt x="1941" y="3426"/>
                  </a:lnTo>
                  <a:lnTo>
                    <a:pt x="1858" y="3406"/>
                  </a:lnTo>
                  <a:lnTo>
                    <a:pt x="1776" y="3365"/>
                  </a:lnTo>
                  <a:lnTo>
                    <a:pt x="1673" y="3303"/>
                  </a:lnTo>
                  <a:lnTo>
                    <a:pt x="2271" y="2725"/>
                  </a:lnTo>
                  <a:close/>
                  <a:moveTo>
                    <a:pt x="2519" y="0"/>
                  </a:moveTo>
                  <a:lnTo>
                    <a:pt x="2313" y="62"/>
                  </a:lnTo>
                  <a:lnTo>
                    <a:pt x="2106" y="165"/>
                  </a:lnTo>
                  <a:lnTo>
                    <a:pt x="1920" y="310"/>
                  </a:lnTo>
                  <a:lnTo>
                    <a:pt x="1817" y="433"/>
                  </a:lnTo>
                  <a:lnTo>
                    <a:pt x="1714" y="537"/>
                  </a:lnTo>
                  <a:lnTo>
                    <a:pt x="1652" y="661"/>
                  </a:lnTo>
                  <a:lnTo>
                    <a:pt x="1611" y="764"/>
                  </a:lnTo>
                  <a:lnTo>
                    <a:pt x="1590" y="888"/>
                  </a:lnTo>
                  <a:lnTo>
                    <a:pt x="1570" y="1011"/>
                  </a:lnTo>
                  <a:lnTo>
                    <a:pt x="1570" y="1135"/>
                  </a:lnTo>
                  <a:lnTo>
                    <a:pt x="1590" y="1259"/>
                  </a:lnTo>
                  <a:lnTo>
                    <a:pt x="1652" y="1486"/>
                  </a:lnTo>
                  <a:lnTo>
                    <a:pt x="1735" y="1734"/>
                  </a:lnTo>
                  <a:lnTo>
                    <a:pt x="1858" y="1961"/>
                  </a:lnTo>
                  <a:lnTo>
                    <a:pt x="1982" y="2188"/>
                  </a:lnTo>
                  <a:lnTo>
                    <a:pt x="1239" y="2890"/>
                  </a:lnTo>
                  <a:lnTo>
                    <a:pt x="1053" y="2601"/>
                  </a:lnTo>
                  <a:lnTo>
                    <a:pt x="909" y="2312"/>
                  </a:lnTo>
                  <a:lnTo>
                    <a:pt x="806" y="2023"/>
                  </a:lnTo>
                  <a:lnTo>
                    <a:pt x="765" y="1734"/>
                  </a:lnTo>
                  <a:lnTo>
                    <a:pt x="1" y="2002"/>
                  </a:lnTo>
                  <a:lnTo>
                    <a:pt x="21" y="2167"/>
                  </a:lnTo>
                  <a:lnTo>
                    <a:pt x="63" y="2332"/>
                  </a:lnTo>
                  <a:lnTo>
                    <a:pt x="125" y="2518"/>
                  </a:lnTo>
                  <a:lnTo>
                    <a:pt x="207" y="2704"/>
                  </a:lnTo>
                  <a:lnTo>
                    <a:pt x="310" y="2890"/>
                  </a:lnTo>
                  <a:lnTo>
                    <a:pt x="414" y="3055"/>
                  </a:lnTo>
                  <a:lnTo>
                    <a:pt x="537" y="3241"/>
                  </a:lnTo>
                  <a:lnTo>
                    <a:pt x="682" y="3426"/>
                  </a:lnTo>
                  <a:lnTo>
                    <a:pt x="187" y="3860"/>
                  </a:lnTo>
                  <a:lnTo>
                    <a:pt x="599" y="4314"/>
                  </a:lnTo>
                  <a:lnTo>
                    <a:pt x="1095" y="3839"/>
                  </a:lnTo>
                  <a:lnTo>
                    <a:pt x="1363" y="4046"/>
                  </a:lnTo>
                  <a:lnTo>
                    <a:pt x="1631" y="4190"/>
                  </a:lnTo>
                  <a:lnTo>
                    <a:pt x="1900" y="4273"/>
                  </a:lnTo>
                  <a:lnTo>
                    <a:pt x="2147" y="4314"/>
                  </a:lnTo>
                  <a:lnTo>
                    <a:pt x="2375" y="4293"/>
                  </a:lnTo>
                  <a:lnTo>
                    <a:pt x="2602" y="4231"/>
                  </a:lnTo>
                  <a:lnTo>
                    <a:pt x="2808" y="4128"/>
                  </a:lnTo>
                  <a:lnTo>
                    <a:pt x="2994" y="3984"/>
                  </a:lnTo>
                  <a:lnTo>
                    <a:pt x="3097" y="3881"/>
                  </a:lnTo>
                  <a:lnTo>
                    <a:pt x="3180" y="3757"/>
                  </a:lnTo>
                  <a:lnTo>
                    <a:pt x="3241" y="3654"/>
                  </a:lnTo>
                  <a:lnTo>
                    <a:pt x="3283" y="3530"/>
                  </a:lnTo>
                  <a:lnTo>
                    <a:pt x="3324" y="3426"/>
                  </a:lnTo>
                  <a:lnTo>
                    <a:pt x="3324" y="3303"/>
                  </a:lnTo>
                  <a:lnTo>
                    <a:pt x="3324" y="3179"/>
                  </a:lnTo>
                  <a:lnTo>
                    <a:pt x="3324" y="3055"/>
                  </a:lnTo>
                  <a:lnTo>
                    <a:pt x="3262" y="2828"/>
                  </a:lnTo>
                  <a:lnTo>
                    <a:pt x="3159" y="2580"/>
                  </a:lnTo>
                  <a:lnTo>
                    <a:pt x="3056" y="2353"/>
                  </a:lnTo>
                  <a:lnTo>
                    <a:pt x="2911" y="2126"/>
                  </a:lnTo>
                  <a:lnTo>
                    <a:pt x="3654" y="1424"/>
                  </a:lnTo>
                  <a:lnTo>
                    <a:pt x="3799" y="1631"/>
                  </a:lnTo>
                  <a:lnTo>
                    <a:pt x="3902" y="1837"/>
                  </a:lnTo>
                  <a:lnTo>
                    <a:pt x="3985" y="2064"/>
                  </a:lnTo>
                  <a:lnTo>
                    <a:pt x="4067" y="2312"/>
                  </a:lnTo>
                  <a:lnTo>
                    <a:pt x="4810" y="2023"/>
                  </a:lnTo>
                  <a:lnTo>
                    <a:pt x="4728" y="1734"/>
                  </a:lnTo>
                  <a:lnTo>
                    <a:pt x="4604" y="1445"/>
                  </a:lnTo>
                  <a:lnTo>
                    <a:pt x="4439" y="1156"/>
                  </a:lnTo>
                  <a:lnTo>
                    <a:pt x="4232" y="888"/>
                  </a:lnTo>
                  <a:lnTo>
                    <a:pt x="4728" y="433"/>
                  </a:lnTo>
                  <a:lnTo>
                    <a:pt x="4315" y="0"/>
                  </a:lnTo>
                  <a:lnTo>
                    <a:pt x="3819" y="454"/>
                  </a:lnTo>
                  <a:lnTo>
                    <a:pt x="3551" y="248"/>
                  </a:lnTo>
                  <a:lnTo>
                    <a:pt x="3283" y="103"/>
                  </a:lnTo>
                  <a:lnTo>
                    <a:pt x="3014" y="2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Google Shape;136;p27"/>
            <p:cNvSpPr/>
            <p:nvPr/>
          </p:nvSpPr>
          <p:spPr>
            <a:xfrm>
              <a:off x="1203500" y="2137625"/>
              <a:ext cx="460850" cy="469600"/>
            </a:xfrm>
            <a:custGeom>
              <a:avLst/>
              <a:gdLst/>
              <a:ahLst/>
              <a:cxnLst/>
              <a:rect l="l" t="t" r="r" b="b"/>
              <a:pathLst>
                <a:path w="18434" h="18784" extrusionOk="0">
                  <a:moveTo>
                    <a:pt x="4666" y="0"/>
                  </a:moveTo>
                  <a:lnTo>
                    <a:pt x="1" y="6131"/>
                  </a:lnTo>
                  <a:lnTo>
                    <a:pt x="124" y="6213"/>
                  </a:lnTo>
                  <a:lnTo>
                    <a:pt x="310" y="6317"/>
                  </a:lnTo>
                  <a:lnTo>
                    <a:pt x="826" y="6647"/>
                  </a:lnTo>
                  <a:lnTo>
                    <a:pt x="1549" y="7122"/>
                  </a:lnTo>
                  <a:lnTo>
                    <a:pt x="1962" y="7431"/>
                  </a:lnTo>
                  <a:lnTo>
                    <a:pt x="2416" y="7762"/>
                  </a:lnTo>
                  <a:lnTo>
                    <a:pt x="2870" y="8133"/>
                  </a:lnTo>
                  <a:lnTo>
                    <a:pt x="3344" y="8525"/>
                  </a:lnTo>
                  <a:lnTo>
                    <a:pt x="3819" y="8959"/>
                  </a:lnTo>
                  <a:lnTo>
                    <a:pt x="4273" y="9392"/>
                  </a:lnTo>
                  <a:lnTo>
                    <a:pt x="4686" y="9846"/>
                  </a:lnTo>
                  <a:lnTo>
                    <a:pt x="5099" y="10321"/>
                  </a:lnTo>
                  <a:lnTo>
                    <a:pt x="5450" y="10796"/>
                  </a:lnTo>
                  <a:lnTo>
                    <a:pt x="5615" y="11044"/>
                  </a:lnTo>
                  <a:lnTo>
                    <a:pt x="5760" y="11291"/>
                  </a:lnTo>
                  <a:lnTo>
                    <a:pt x="6069" y="11828"/>
                  </a:lnTo>
                  <a:lnTo>
                    <a:pt x="6441" y="12385"/>
                  </a:lnTo>
                  <a:lnTo>
                    <a:pt x="6853" y="12943"/>
                  </a:lnTo>
                  <a:lnTo>
                    <a:pt x="7308" y="13500"/>
                  </a:lnTo>
                  <a:lnTo>
                    <a:pt x="7824" y="14078"/>
                  </a:lnTo>
                  <a:lnTo>
                    <a:pt x="8360" y="14635"/>
                  </a:lnTo>
                  <a:lnTo>
                    <a:pt x="8959" y="15172"/>
                  </a:lnTo>
                  <a:lnTo>
                    <a:pt x="9599" y="15708"/>
                  </a:lnTo>
                  <a:lnTo>
                    <a:pt x="10259" y="16224"/>
                  </a:lnTo>
                  <a:lnTo>
                    <a:pt x="10982" y="16699"/>
                  </a:lnTo>
                  <a:lnTo>
                    <a:pt x="11353" y="16926"/>
                  </a:lnTo>
                  <a:lnTo>
                    <a:pt x="11745" y="17153"/>
                  </a:lnTo>
                  <a:lnTo>
                    <a:pt x="12138" y="17360"/>
                  </a:lnTo>
                  <a:lnTo>
                    <a:pt x="12530" y="17566"/>
                  </a:lnTo>
                  <a:lnTo>
                    <a:pt x="12943" y="17773"/>
                  </a:lnTo>
                  <a:lnTo>
                    <a:pt x="13355" y="17938"/>
                  </a:lnTo>
                  <a:lnTo>
                    <a:pt x="13789" y="18123"/>
                  </a:lnTo>
                  <a:lnTo>
                    <a:pt x="14222" y="18268"/>
                  </a:lnTo>
                  <a:lnTo>
                    <a:pt x="14677" y="18412"/>
                  </a:lnTo>
                  <a:lnTo>
                    <a:pt x="15131" y="18536"/>
                  </a:lnTo>
                  <a:lnTo>
                    <a:pt x="15605" y="18660"/>
                  </a:lnTo>
                  <a:lnTo>
                    <a:pt x="16080" y="18763"/>
                  </a:lnTo>
                  <a:lnTo>
                    <a:pt x="16163" y="18784"/>
                  </a:lnTo>
                  <a:lnTo>
                    <a:pt x="18433" y="15688"/>
                  </a:lnTo>
                  <a:lnTo>
                    <a:pt x="18351" y="15358"/>
                  </a:lnTo>
                  <a:lnTo>
                    <a:pt x="16039" y="18474"/>
                  </a:lnTo>
                  <a:lnTo>
                    <a:pt x="15585" y="18371"/>
                  </a:lnTo>
                  <a:lnTo>
                    <a:pt x="15131" y="18268"/>
                  </a:lnTo>
                  <a:lnTo>
                    <a:pt x="14677" y="18144"/>
                  </a:lnTo>
                  <a:lnTo>
                    <a:pt x="14243" y="18000"/>
                  </a:lnTo>
                  <a:lnTo>
                    <a:pt x="13830" y="17834"/>
                  </a:lnTo>
                  <a:lnTo>
                    <a:pt x="13397" y="17669"/>
                  </a:lnTo>
                  <a:lnTo>
                    <a:pt x="12984" y="17484"/>
                  </a:lnTo>
                  <a:lnTo>
                    <a:pt x="12592" y="17298"/>
                  </a:lnTo>
                  <a:lnTo>
                    <a:pt x="12200" y="17091"/>
                  </a:lnTo>
                  <a:lnTo>
                    <a:pt x="11828" y="16885"/>
                  </a:lnTo>
                  <a:lnTo>
                    <a:pt x="11085" y="16452"/>
                  </a:lnTo>
                  <a:lnTo>
                    <a:pt x="10383" y="15977"/>
                  </a:lnTo>
                  <a:lnTo>
                    <a:pt x="9723" y="15481"/>
                  </a:lnTo>
                  <a:lnTo>
                    <a:pt x="9103" y="14965"/>
                  </a:lnTo>
                  <a:lnTo>
                    <a:pt x="8546" y="14429"/>
                  </a:lnTo>
                  <a:lnTo>
                    <a:pt x="8009" y="13871"/>
                  </a:lnTo>
                  <a:lnTo>
                    <a:pt x="7514" y="13314"/>
                  </a:lnTo>
                  <a:lnTo>
                    <a:pt x="7060" y="12777"/>
                  </a:lnTo>
                  <a:lnTo>
                    <a:pt x="6668" y="12220"/>
                  </a:lnTo>
                  <a:lnTo>
                    <a:pt x="6296" y="11683"/>
                  </a:lnTo>
                  <a:lnTo>
                    <a:pt x="5987" y="11167"/>
                  </a:lnTo>
                  <a:lnTo>
                    <a:pt x="5718" y="10693"/>
                  </a:lnTo>
                  <a:lnTo>
                    <a:pt x="5388" y="10259"/>
                  </a:lnTo>
                  <a:lnTo>
                    <a:pt x="5037" y="9805"/>
                  </a:lnTo>
                  <a:lnTo>
                    <a:pt x="4645" y="9392"/>
                  </a:lnTo>
                  <a:lnTo>
                    <a:pt x="4232" y="8979"/>
                  </a:lnTo>
                  <a:lnTo>
                    <a:pt x="3819" y="8587"/>
                  </a:lnTo>
                  <a:lnTo>
                    <a:pt x="3386" y="8195"/>
                  </a:lnTo>
                  <a:lnTo>
                    <a:pt x="2952" y="7844"/>
                  </a:lnTo>
                  <a:lnTo>
                    <a:pt x="2539" y="7514"/>
                  </a:lnTo>
                  <a:lnTo>
                    <a:pt x="2127" y="7204"/>
                  </a:lnTo>
                  <a:lnTo>
                    <a:pt x="1384" y="6688"/>
                  </a:lnTo>
                  <a:lnTo>
                    <a:pt x="785" y="6296"/>
                  </a:lnTo>
                  <a:lnTo>
                    <a:pt x="393" y="6048"/>
                  </a:lnTo>
                  <a:lnTo>
                    <a:pt x="4789" y="289"/>
                  </a:lnTo>
                  <a:lnTo>
                    <a:pt x="5120" y="351"/>
                  </a:lnTo>
                  <a:lnTo>
                    <a:pt x="5429" y="434"/>
                  </a:lnTo>
                  <a:lnTo>
                    <a:pt x="5760" y="537"/>
                  </a:lnTo>
                  <a:lnTo>
                    <a:pt x="6090" y="661"/>
                  </a:lnTo>
                  <a:lnTo>
                    <a:pt x="6399" y="805"/>
                  </a:lnTo>
                  <a:lnTo>
                    <a:pt x="6709" y="971"/>
                  </a:lnTo>
                  <a:lnTo>
                    <a:pt x="7039" y="1156"/>
                  </a:lnTo>
                  <a:lnTo>
                    <a:pt x="7349" y="1342"/>
                  </a:lnTo>
                  <a:lnTo>
                    <a:pt x="7659" y="1569"/>
                  </a:lnTo>
                  <a:lnTo>
                    <a:pt x="7947" y="1776"/>
                  </a:lnTo>
                  <a:lnTo>
                    <a:pt x="8546" y="2271"/>
                  </a:lnTo>
                  <a:lnTo>
                    <a:pt x="9145" y="2787"/>
                  </a:lnTo>
                  <a:lnTo>
                    <a:pt x="9702" y="3365"/>
                  </a:lnTo>
                  <a:lnTo>
                    <a:pt x="10259" y="3943"/>
                  </a:lnTo>
                  <a:lnTo>
                    <a:pt x="10796" y="4562"/>
                  </a:lnTo>
                  <a:lnTo>
                    <a:pt x="11312" y="5181"/>
                  </a:lnTo>
                  <a:lnTo>
                    <a:pt x="11807" y="5801"/>
                  </a:lnTo>
                  <a:lnTo>
                    <a:pt x="12757" y="7039"/>
                  </a:lnTo>
                  <a:lnTo>
                    <a:pt x="13583" y="8195"/>
                  </a:lnTo>
                  <a:lnTo>
                    <a:pt x="14140" y="8959"/>
                  </a:lnTo>
                  <a:lnTo>
                    <a:pt x="14635" y="9619"/>
                  </a:lnTo>
                  <a:lnTo>
                    <a:pt x="14945" y="9991"/>
                  </a:lnTo>
                  <a:lnTo>
                    <a:pt x="15275" y="10342"/>
                  </a:lnTo>
                  <a:lnTo>
                    <a:pt x="15626" y="10651"/>
                  </a:lnTo>
                  <a:lnTo>
                    <a:pt x="15977" y="10920"/>
                  </a:lnTo>
                  <a:lnTo>
                    <a:pt x="16328" y="11147"/>
                  </a:lnTo>
                  <a:lnTo>
                    <a:pt x="16699" y="11353"/>
                  </a:lnTo>
                  <a:lnTo>
                    <a:pt x="17071" y="11539"/>
                  </a:lnTo>
                  <a:lnTo>
                    <a:pt x="17422" y="11683"/>
                  </a:lnTo>
                  <a:lnTo>
                    <a:pt x="17422" y="11683"/>
                  </a:lnTo>
                  <a:lnTo>
                    <a:pt x="17360" y="11374"/>
                  </a:lnTo>
                  <a:lnTo>
                    <a:pt x="17009" y="11229"/>
                  </a:lnTo>
                  <a:lnTo>
                    <a:pt x="16679" y="11044"/>
                  </a:lnTo>
                  <a:lnTo>
                    <a:pt x="16348" y="10858"/>
                  </a:lnTo>
                  <a:lnTo>
                    <a:pt x="16039" y="10631"/>
                  </a:lnTo>
                  <a:lnTo>
                    <a:pt x="15709" y="10383"/>
                  </a:lnTo>
                  <a:lnTo>
                    <a:pt x="15420" y="10094"/>
                  </a:lnTo>
                  <a:lnTo>
                    <a:pt x="15110" y="9784"/>
                  </a:lnTo>
                  <a:lnTo>
                    <a:pt x="14842" y="9454"/>
                  </a:lnTo>
                  <a:lnTo>
                    <a:pt x="14346" y="8794"/>
                  </a:lnTo>
                  <a:lnTo>
                    <a:pt x="13810" y="8051"/>
                  </a:lnTo>
                  <a:lnTo>
                    <a:pt x="12943" y="6874"/>
                  </a:lnTo>
                  <a:lnTo>
                    <a:pt x="12489" y="6234"/>
                  </a:lnTo>
                  <a:lnTo>
                    <a:pt x="11993" y="5594"/>
                  </a:lnTo>
                  <a:lnTo>
                    <a:pt x="11498" y="4954"/>
                  </a:lnTo>
                  <a:lnTo>
                    <a:pt x="10961" y="4335"/>
                  </a:lnTo>
                  <a:lnTo>
                    <a:pt x="10404" y="3716"/>
                  </a:lnTo>
                  <a:lnTo>
                    <a:pt x="9846" y="3097"/>
                  </a:lnTo>
                  <a:lnTo>
                    <a:pt x="9248" y="2539"/>
                  </a:lnTo>
                  <a:lnTo>
                    <a:pt x="8649" y="2003"/>
                  </a:lnTo>
                  <a:lnTo>
                    <a:pt x="8030" y="1507"/>
                  </a:lnTo>
                  <a:lnTo>
                    <a:pt x="7720" y="1280"/>
                  </a:lnTo>
                  <a:lnTo>
                    <a:pt x="7390" y="1074"/>
                  </a:lnTo>
                  <a:lnTo>
                    <a:pt x="7081" y="867"/>
                  </a:lnTo>
                  <a:lnTo>
                    <a:pt x="6750" y="682"/>
                  </a:lnTo>
                  <a:lnTo>
                    <a:pt x="6420" y="516"/>
                  </a:lnTo>
                  <a:lnTo>
                    <a:pt x="6090" y="372"/>
                  </a:lnTo>
                  <a:lnTo>
                    <a:pt x="5760" y="248"/>
                  </a:lnTo>
                  <a:lnTo>
                    <a:pt x="5429" y="145"/>
                  </a:lnTo>
                  <a:lnTo>
                    <a:pt x="5078" y="62"/>
                  </a:lnTo>
                  <a:lnTo>
                    <a:pt x="4748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Google Shape;137;p27"/>
            <p:cNvSpPr/>
            <p:nvPr/>
          </p:nvSpPr>
          <p:spPr>
            <a:xfrm>
              <a:off x="5285825" y="1365650"/>
              <a:ext cx="1094000" cy="1091425"/>
            </a:xfrm>
            <a:custGeom>
              <a:avLst/>
              <a:gdLst/>
              <a:ahLst/>
              <a:cxnLst/>
              <a:rect l="l" t="t" r="r" b="b"/>
              <a:pathLst>
                <a:path w="43760" h="43657" extrusionOk="0">
                  <a:moveTo>
                    <a:pt x="21529" y="0"/>
                  </a:moveTo>
                  <a:lnTo>
                    <a:pt x="20972" y="21"/>
                  </a:lnTo>
                  <a:lnTo>
                    <a:pt x="20415" y="41"/>
                  </a:lnTo>
                  <a:lnTo>
                    <a:pt x="19857" y="83"/>
                  </a:lnTo>
                  <a:lnTo>
                    <a:pt x="19300" y="145"/>
                  </a:lnTo>
                  <a:lnTo>
                    <a:pt x="18743" y="227"/>
                  </a:lnTo>
                  <a:lnTo>
                    <a:pt x="18185" y="310"/>
                  </a:lnTo>
                  <a:lnTo>
                    <a:pt x="17628" y="413"/>
                  </a:lnTo>
                  <a:lnTo>
                    <a:pt x="17071" y="516"/>
                  </a:lnTo>
                  <a:lnTo>
                    <a:pt x="16534" y="661"/>
                  </a:lnTo>
                  <a:lnTo>
                    <a:pt x="15997" y="805"/>
                  </a:lnTo>
                  <a:lnTo>
                    <a:pt x="15481" y="950"/>
                  </a:lnTo>
                  <a:lnTo>
                    <a:pt x="14945" y="1115"/>
                  </a:lnTo>
                  <a:lnTo>
                    <a:pt x="14429" y="1301"/>
                  </a:lnTo>
                  <a:lnTo>
                    <a:pt x="13933" y="1486"/>
                  </a:lnTo>
                  <a:lnTo>
                    <a:pt x="13417" y="1693"/>
                  </a:lnTo>
                  <a:lnTo>
                    <a:pt x="12922" y="1899"/>
                  </a:lnTo>
                  <a:lnTo>
                    <a:pt x="12447" y="2126"/>
                  </a:lnTo>
                  <a:lnTo>
                    <a:pt x="11952" y="2374"/>
                  </a:lnTo>
                  <a:lnTo>
                    <a:pt x="11477" y="2622"/>
                  </a:lnTo>
                  <a:lnTo>
                    <a:pt x="11023" y="2869"/>
                  </a:lnTo>
                  <a:lnTo>
                    <a:pt x="10548" y="3138"/>
                  </a:lnTo>
                  <a:lnTo>
                    <a:pt x="10094" y="3427"/>
                  </a:lnTo>
                  <a:lnTo>
                    <a:pt x="9661" y="3716"/>
                  </a:lnTo>
                  <a:lnTo>
                    <a:pt x="9227" y="4025"/>
                  </a:lnTo>
                  <a:lnTo>
                    <a:pt x="8794" y="4335"/>
                  </a:lnTo>
                  <a:lnTo>
                    <a:pt x="8381" y="4644"/>
                  </a:lnTo>
                  <a:lnTo>
                    <a:pt x="7968" y="4975"/>
                  </a:lnTo>
                  <a:lnTo>
                    <a:pt x="7555" y="5326"/>
                  </a:lnTo>
                  <a:lnTo>
                    <a:pt x="7163" y="5676"/>
                  </a:lnTo>
                  <a:lnTo>
                    <a:pt x="6771" y="6027"/>
                  </a:lnTo>
                  <a:lnTo>
                    <a:pt x="6399" y="6399"/>
                  </a:lnTo>
                  <a:lnTo>
                    <a:pt x="6028" y="6770"/>
                  </a:lnTo>
                  <a:lnTo>
                    <a:pt x="5677" y="7163"/>
                  </a:lnTo>
                  <a:lnTo>
                    <a:pt x="5326" y="7555"/>
                  </a:lnTo>
                  <a:lnTo>
                    <a:pt x="4996" y="7947"/>
                  </a:lnTo>
                  <a:lnTo>
                    <a:pt x="4665" y="8360"/>
                  </a:lnTo>
                  <a:lnTo>
                    <a:pt x="4335" y="8773"/>
                  </a:lnTo>
                  <a:lnTo>
                    <a:pt x="4025" y="9206"/>
                  </a:lnTo>
                  <a:lnTo>
                    <a:pt x="3737" y="9640"/>
                  </a:lnTo>
                  <a:lnTo>
                    <a:pt x="3448" y="10073"/>
                  </a:lnTo>
                  <a:lnTo>
                    <a:pt x="3159" y="10507"/>
                  </a:lnTo>
                  <a:lnTo>
                    <a:pt x="2890" y="10961"/>
                  </a:lnTo>
                  <a:lnTo>
                    <a:pt x="2643" y="11415"/>
                  </a:lnTo>
                  <a:lnTo>
                    <a:pt x="2395" y="11890"/>
                  </a:lnTo>
                  <a:lnTo>
                    <a:pt x="2168" y="12364"/>
                  </a:lnTo>
                  <a:lnTo>
                    <a:pt x="1941" y="12839"/>
                  </a:lnTo>
                  <a:lnTo>
                    <a:pt x="1734" y="13314"/>
                  </a:lnTo>
                  <a:lnTo>
                    <a:pt x="1528" y="13809"/>
                  </a:lnTo>
                  <a:lnTo>
                    <a:pt x="1342" y="14305"/>
                  </a:lnTo>
                  <a:lnTo>
                    <a:pt x="1156" y="14800"/>
                  </a:lnTo>
                  <a:lnTo>
                    <a:pt x="991" y="15295"/>
                  </a:lnTo>
                  <a:lnTo>
                    <a:pt x="847" y="15811"/>
                  </a:lnTo>
                  <a:lnTo>
                    <a:pt x="702" y="16327"/>
                  </a:lnTo>
                  <a:lnTo>
                    <a:pt x="578" y="16843"/>
                  </a:lnTo>
                  <a:lnTo>
                    <a:pt x="455" y="17359"/>
                  </a:lnTo>
                  <a:lnTo>
                    <a:pt x="351" y="17875"/>
                  </a:lnTo>
                  <a:lnTo>
                    <a:pt x="269" y="18412"/>
                  </a:lnTo>
                  <a:lnTo>
                    <a:pt x="186" y="18949"/>
                  </a:lnTo>
                  <a:lnTo>
                    <a:pt x="124" y="19485"/>
                  </a:lnTo>
                  <a:lnTo>
                    <a:pt x="62" y="20022"/>
                  </a:lnTo>
                  <a:lnTo>
                    <a:pt x="21" y="20559"/>
                  </a:lnTo>
                  <a:lnTo>
                    <a:pt x="0" y="21096"/>
                  </a:lnTo>
                  <a:lnTo>
                    <a:pt x="0" y="21653"/>
                  </a:lnTo>
                  <a:lnTo>
                    <a:pt x="0" y="22189"/>
                  </a:lnTo>
                  <a:lnTo>
                    <a:pt x="0" y="22747"/>
                  </a:lnTo>
                  <a:lnTo>
                    <a:pt x="42" y="23304"/>
                  </a:lnTo>
                  <a:lnTo>
                    <a:pt x="83" y="23861"/>
                  </a:lnTo>
                  <a:lnTo>
                    <a:pt x="145" y="24419"/>
                  </a:lnTo>
                  <a:lnTo>
                    <a:pt x="228" y="24976"/>
                  </a:lnTo>
                  <a:lnTo>
                    <a:pt x="310" y="25533"/>
                  </a:lnTo>
                  <a:lnTo>
                    <a:pt x="413" y="26091"/>
                  </a:lnTo>
                  <a:lnTo>
                    <a:pt x="516" y="26627"/>
                  </a:lnTo>
                  <a:lnTo>
                    <a:pt x="661" y="27164"/>
                  </a:lnTo>
                  <a:lnTo>
                    <a:pt x="785" y="27701"/>
                  </a:lnTo>
                  <a:lnTo>
                    <a:pt x="950" y="28237"/>
                  </a:lnTo>
                  <a:lnTo>
                    <a:pt x="1115" y="28753"/>
                  </a:lnTo>
                  <a:lnTo>
                    <a:pt x="1301" y="29269"/>
                  </a:lnTo>
                  <a:lnTo>
                    <a:pt x="1487" y="29765"/>
                  </a:lnTo>
                  <a:lnTo>
                    <a:pt x="1693" y="30281"/>
                  </a:lnTo>
                  <a:lnTo>
                    <a:pt x="1899" y="30776"/>
                  </a:lnTo>
                  <a:lnTo>
                    <a:pt x="2126" y="31251"/>
                  </a:lnTo>
                  <a:lnTo>
                    <a:pt x="2374" y="31746"/>
                  </a:lnTo>
                  <a:lnTo>
                    <a:pt x="2622" y="32221"/>
                  </a:lnTo>
                  <a:lnTo>
                    <a:pt x="2870" y="32675"/>
                  </a:lnTo>
                  <a:lnTo>
                    <a:pt x="3138" y="33129"/>
                  </a:lnTo>
                  <a:lnTo>
                    <a:pt x="3427" y="33583"/>
                  </a:lnTo>
                  <a:lnTo>
                    <a:pt x="3716" y="34038"/>
                  </a:lnTo>
                  <a:lnTo>
                    <a:pt x="4025" y="34471"/>
                  </a:lnTo>
                  <a:lnTo>
                    <a:pt x="4335" y="34905"/>
                  </a:lnTo>
                  <a:lnTo>
                    <a:pt x="4645" y="35317"/>
                  </a:lnTo>
                  <a:lnTo>
                    <a:pt x="4975" y="35730"/>
                  </a:lnTo>
                  <a:lnTo>
                    <a:pt x="5326" y="36122"/>
                  </a:lnTo>
                  <a:lnTo>
                    <a:pt x="5677" y="36515"/>
                  </a:lnTo>
                  <a:lnTo>
                    <a:pt x="6028" y="36907"/>
                  </a:lnTo>
                  <a:lnTo>
                    <a:pt x="6399" y="37278"/>
                  </a:lnTo>
                  <a:lnTo>
                    <a:pt x="6771" y="37650"/>
                  </a:lnTo>
                  <a:lnTo>
                    <a:pt x="7163" y="38001"/>
                  </a:lnTo>
                  <a:lnTo>
                    <a:pt x="7555" y="38352"/>
                  </a:lnTo>
                  <a:lnTo>
                    <a:pt x="7947" y="38682"/>
                  </a:lnTo>
                  <a:lnTo>
                    <a:pt x="8360" y="39012"/>
                  </a:lnTo>
                  <a:lnTo>
                    <a:pt x="8773" y="39322"/>
                  </a:lnTo>
                  <a:lnTo>
                    <a:pt x="9206" y="39631"/>
                  </a:lnTo>
                  <a:lnTo>
                    <a:pt x="9640" y="39941"/>
                  </a:lnTo>
                  <a:lnTo>
                    <a:pt x="10073" y="40230"/>
                  </a:lnTo>
                  <a:lnTo>
                    <a:pt x="10527" y="40498"/>
                  </a:lnTo>
                  <a:lnTo>
                    <a:pt x="10982" y="40767"/>
                  </a:lnTo>
                  <a:lnTo>
                    <a:pt x="11436" y="41035"/>
                  </a:lnTo>
                  <a:lnTo>
                    <a:pt x="11890" y="41262"/>
                  </a:lnTo>
                  <a:lnTo>
                    <a:pt x="12365" y="41510"/>
                  </a:lnTo>
                  <a:lnTo>
                    <a:pt x="12839" y="41737"/>
                  </a:lnTo>
                  <a:lnTo>
                    <a:pt x="13335" y="41943"/>
                  </a:lnTo>
                  <a:lnTo>
                    <a:pt x="13830" y="42129"/>
                  </a:lnTo>
                  <a:lnTo>
                    <a:pt x="14305" y="42335"/>
                  </a:lnTo>
                  <a:lnTo>
                    <a:pt x="14821" y="42500"/>
                  </a:lnTo>
                  <a:lnTo>
                    <a:pt x="15316" y="42666"/>
                  </a:lnTo>
                  <a:lnTo>
                    <a:pt x="15832" y="42831"/>
                  </a:lnTo>
                  <a:lnTo>
                    <a:pt x="16348" y="42955"/>
                  </a:lnTo>
                  <a:lnTo>
                    <a:pt x="16864" y="43099"/>
                  </a:lnTo>
                  <a:lnTo>
                    <a:pt x="17380" y="43202"/>
                  </a:lnTo>
                  <a:lnTo>
                    <a:pt x="17896" y="43305"/>
                  </a:lnTo>
                  <a:lnTo>
                    <a:pt x="18433" y="43409"/>
                  </a:lnTo>
                  <a:lnTo>
                    <a:pt x="18970" y="43471"/>
                  </a:lnTo>
                  <a:lnTo>
                    <a:pt x="19506" y="43533"/>
                  </a:lnTo>
                  <a:lnTo>
                    <a:pt x="20043" y="43594"/>
                  </a:lnTo>
                  <a:lnTo>
                    <a:pt x="20580" y="43636"/>
                  </a:lnTo>
                  <a:lnTo>
                    <a:pt x="21137" y="43656"/>
                  </a:lnTo>
                  <a:lnTo>
                    <a:pt x="22231" y="43656"/>
                  </a:lnTo>
                  <a:lnTo>
                    <a:pt x="22788" y="43636"/>
                  </a:lnTo>
                  <a:lnTo>
                    <a:pt x="23346" y="43615"/>
                  </a:lnTo>
                  <a:lnTo>
                    <a:pt x="23903" y="43574"/>
                  </a:lnTo>
                  <a:lnTo>
                    <a:pt x="24460" y="43512"/>
                  </a:lnTo>
                  <a:lnTo>
                    <a:pt x="25018" y="43429"/>
                  </a:lnTo>
                  <a:lnTo>
                    <a:pt x="25575" y="43347"/>
                  </a:lnTo>
                  <a:lnTo>
                    <a:pt x="26132" y="43244"/>
                  </a:lnTo>
                  <a:lnTo>
                    <a:pt x="26669" y="43120"/>
                  </a:lnTo>
                  <a:lnTo>
                    <a:pt x="27206" y="42996"/>
                  </a:lnTo>
                  <a:lnTo>
                    <a:pt x="27742" y="42851"/>
                  </a:lnTo>
                  <a:lnTo>
                    <a:pt x="28279" y="42707"/>
                  </a:lnTo>
                  <a:lnTo>
                    <a:pt x="28795" y="42542"/>
                  </a:lnTo>
                  <a:lnTo>
                    <a:pt x="29311" y="42356"/>
                  </a:lnTo>
                  <a:lnTo>
                    <a:pt x="29827" y="42170"/>
                  </a:lnTo>
                  <a:lnTo>
                    <a:pt x="30322" y="41964"/>
                  </a:lnTo>
                  <a:lnTo>
                    <a:pt x="30818" y="41757"/>
                  </a:lnTo>
                  <a:lnTo>
                    <a:pt x="31313" y="41530"/>
                  </a:lnTo>
                  <a:lnTo>
                    <a:pt x="31788" y="41283"/>
                  </a:lnTo>
                  <a:lnTo>
                    <a:pt x="32263" y="41035"/>
                  </a:lnTo>
                  <a:lnTo>
                    <a:pt x="32737" y="40787"/>
                  </a:lnTo>
                  <a:lnTo>
                    <a:pt x="33192" y="40519"/>
                  </a:lnTo>
                  <a:lnTo>
                    <a:pt x="33646" y="40230"/>
                  </a:lnTo>
                  <a:lnTo>
                    <a:pt x="34100" y="39941"/>
                  </a:lnTo>
                  <a:lnTo>
                    <a:pt x="34533" y="39631"/>
                  </a:lnTo>
                  <a:lnTo>
                    <a:pt x="34967" y="39322"/>
                  </a:lnTo>
                  <a:lnTo>
                    <a:pt x="35380" y="39012"/>
                  </a:lnTo>
                  <a:lnTo>
                    <a:pt x="35792" y="38682"/>
                  </a:lnTo>
                  <a:lnTo>
                    <a:pt x="36185" y="38331"/>
                  </a:lnTo>
                  <a:lnTo>
                    <a:pt x="36597" y="37980"/>
                  </a:lnTo>
                  <a:lnTo>
                    <a:pt x="36969" y="37629"/>
                  </a:lnTo>
                  <a:lnTo>
                    <a:pt x="37340" y="37258"/>
                  </a:lnTo>
                  <a:lnTo>
                    <a:pt x="37712" y="36886"/>
                  </a:lnTo>
                  <a:lnTo>
                    <a:pt x="38084" y="36494"/>
                  </a:lnTo>
                  <a:lnTo>
                    <a:pt x="38414" y="36102"/>
                  </a:lnTo>
                  <a:lnTo>
                    <a:pt x="38765" y="35710"/>
                  </a:lnTo>
                  <a:lnTo>
                    <a:pt x="39095" y="35297"/>
                  </a:lnTo>
                  <a:lnTo>
                    <a:pt x="39405" y="34884"/>
                  </a:lnTo>
                  <a:lnTo>
                    <a:pt x="39714" y="34450"/>
                  </a:lnTo>
                  <a:lnTo>
                    <a:pt x="40024" y="34017"/>
                  </a:lnTo>
                  <a:lnTo>
                    <a:pt x="40313" y="33583"/>
                  </a:lnTo>
                  <a:lnTo>
                    <a:pt x="40581" y="33150"/>
                  </a:lnTo>
                  <a:lnTo>
                    <a:pt x="40849" y="32696"/>
                  </a:lnTo>
                  <a:lnTo>
                    <a:pt x="41118" y="32242"/>
                  </a:lnTo>
                  <a:lnTo>
                    <a:pt x="41345" y="31767"/>
                  </a:lnTo>
                  <a:lnTo>
                    <a:pt x="41593" y="31292"/>
                  </a:lnTo>
                  <a:lnTo>
                    <a:pt x="41820" y="30818"/>
                  </a:lnTo>
                  <a:lnTo>
                    <a:pt x="42026" y="30343"/>
                  </a:lnTo>
                  <a:lnTo>
                    <a:pt x="42232" y="29847"/>
                  </a:lnTo>
                  <a:lnTo>
                    <a:pt x="42418" y="29352"/>
                  </a:lnTo>
                  <a:lnTo>
                    <a:pt x="42583" y="28857"/>
                  </a:lnTo>
                  <a:lnTo>
                    <a:pt x="42748" y="28361"/>
                  </a:lnTo>
                  <a:lnTo>
                    <a:pt x="42914" y="27845"/>
                  </a:lnTo>
                  <a:lnTo>
                    <a:pt x="43058" y="27329"/>
                  </a:lnTo>
                  <a:lnTo>
                    <a:pt x="43182" y="26813"/>
                  </a:lnTo>
                  <a:lnTo>
                    <a:pt x="43306" y="26297"/>
                  </a:lnTo>
                  <a:lnTo>
                    <a:pt x="43409" y="25781"/>
                  </a:lnTo>
                  <a:lnTo>
                    <a:pt x="43492" y="25244"/>
                  </a:lnTo>
                  <a:lnTo>
                    <a:pt x="43574" y="24708"/>
                  </a:lnTo>
                  <a:lnTo>
                    <a:pt x="43636" y="24171"/>
                  </a:lnTo>
                  <a:lnTo>
                    <a:pt x="43677" y="23634"/>
                  </a:lnTo>
                  <a:lnTo>
                    <a:pt x="43719" y="23098"/>
                  </a:lnTo>
                  <a:lnTo>
                    <a:pt x="43760" y="22561"/>
                  </a:lnTo>
                  <a:lnTo>
                    <a:pt x="43760" y="22004"/>
                  </a:lnTo>
                  <a:lnTo>
                    <a:pt x="43760" y="21467"/>
                  </a:lnTo>
                  <a:lnTo>
                    <a:pt x="43739" y="20910"/>
                  </a:lnTo>
                  <a:lnTo>
                    <a:pt x="43719" y="20352"/>
                  </a:lnTo>
                  <a:lnTo>
                    <a:pt x="43657" y="19795"/>
                  </a:lnTo>
                  <a:lnTo>
                    <a:pt x="43615" y="19238"/>
                  </a:lnTo>
                  <a:lnTo>
                    <a:pt x="43533" y="18680"/>
                  </a:lnTo>
                  <a:lnTo>
                    <a:pt x="43450" y="18123"/>
                  </a:lnTo>
                  <a:lnTo>
                    <a:pt x="43347" y="17566"/>
                  </a:lnTo>
                  <a:lnTo>
                    <a:pt x="43223" y="17029"/>
                  </a:lnTo>
                  <a:lnTo>
                    <a:pt x="43099" y="16493"/>
                  </a:lnTo>
                  <a:lnTo>
                    <a:pt x="42955" y="15956"/>
                  </a:lnTo>
                  <a:lnTo>
                    <a:pt x="42810" y="15419"/>
                  </a:lnTo>
                  <a:lnTo>
                    <a:pt x="42645" y="14903"/>
                  </a:lnTo>
                  <a:lnTo>
                    <a:pt x="42459" y="14387"/>
                  </a:lnTo>
                  <a:lnTo>
                    <a:pt x="42274" y="13871"/>
                  </a:lnTo>
                  <a:lnTo>
                    <a:pt x="42067" y="13376"/>
                  </a:lnTo>
                  <a:lnTo>
                    <a:pt x="41861" y="12880"/>
                  </a:lnTo>
                  <a:lnTo>
                    <a:pt x="41634" y="12406"/>
                  </a:lnTo>
                  <a:lnTo>
                    <a:pt x="41386" y="11910"/>
                  </a:lnTo>
                  <a:lnTo>
                    <a:pt x="41138" y="11435"/>
                  </a:lnTo>
                  <a:lnTo>
                    <a:pt x="40870" y="10981"/>
                  </a:lnTo>
                  <a:lnTo>
                    <a:pt x="40602" y="10527"/>
                  </a:lnTo>
                  <a:lnTo>
                    <a:pt x="40333" y="10073"/>
                  </a:lnTo>
                  <a:lnTo>
                    <a:pt x="40044" y="9619"/>
                  </a:lnTo>
                  <a:lnTo>
                    <a:pt x="39735" y="9185"/>
                  </a:lnTo>
                  <a:lnTo>
                    <a:pt x="39425" y="8752"/>
                  </a:lnTo>
                  <a:lnTo>
                    <a:pt x="39095" y="8339"/>
                  </a:lnTo>
                  <a:lnTo>
                    <a:pt x="38765" y="7926"/>
                  </a:lnTo>
                  <a:lnTo>
                    <a:pt x="38434" y="7534"/>
                  </a:lnTo>
                  <a:lnTo>
                    <a:pt x="38084" y="7142"/>
                  </a:lnTo>
                  <a:lnTo>
                    <a:pt x="37712" y="6750"/>
                  </a:lnTo>
                  <a:lnTo>
                    <a:pt x="37361" y="6378"/>
                  </a:lnTo>
                  <a:lnTo>
                    <a:pt x="36969" y="6007"/>
                  </a:lnTo>
                  <a:lnTo>
                    <a:pt x="36597" y="5656"/>
                  </a:lnTo>
                  <a:lnTo>
                    <a:pt x="36205" y="5305"/>
                  </a:lnTo>
                  <a:lnTo>
                    <a:pt x="35792" y="4975"/>
                  </a:lnTo>
                  <a:lnTo>
                    <a:pt x="35380" y="4644"/>
                  </a:lnTo>
                  <a:lnTo>
                    <a:pt x="34967" y="4314"/>
                  </a:lnTo>
                  <a:lnTo>
                    <a:pt x="34554" y="4025"/>
                  </a:lnTo>
                  <a:lnTo>
                    <a:pt x="34120" y="3716"/>
                  </a:lnTo>
                  <a:lnTo>
                    <a:pt x="33666" y="3427"/>
                  </a:lnTo>
                  <a:lnTo>
                    <a:pt x="33233" y="3158"/>
                  </a:lnTo>
                  <a:lnTo>
                    <a:pt x="32779" y="2890"/>
                  </a:lnTo>
                  <a:lnTo>
                    <a:pt x="32325" y="2622"/>
                  </a:lnTo>
                  <a:lnTo>
                    <a:pt x="31850" y="2395"/>
                  </a:lnTo>
                  <a:lnTo>
                    <a:pt x="31375" y="2147"/>
                  </a:lnTo>
                  <a:lnTo>
                    <a:pt x="30900" y="1920"/>
                  </a:lnTo>
                  <a:lnTo>
                    <a:pt x="30426" y="1713"/>
                  </a:lnTo>
                  <a:lnTo>
                    <a:pt x="29930" y="1507"/>
                  </a:lnTo>
                  <a:lnTo>
                    <a:pt x="29435" y="1321"/>
                  </a:lnTo>
                  <a:lnTo>
                    <a:pt x="28939" y="1156"/>
                  </a:lnTo>
                  <a:lnTo>
                    <a:pt x="28444" y="991"/>
                  </a:lnTo>
                  <a:lnTo>
                    <a:pt x="27928" y="826"/>
                  </a:lnTo>
                  <a:lnTo>
                    <a:pt x="27412" y="702"/>
                  </a:lnTo>
                  <a:lnTo>
                    <a:pt x="26896" y="557"/>
                  </a:lnTo>
                  <a:lnTo>
                    <a:pt x="26380" y="454"/>
                  </a:lnTo>
                  <a:lnTo>
                    <a:pt x="25843" y="351"/>
                  </a:lnTo>
                  <a:lnTo>
                    <a:pt x="25327" y="248"/>
                  </a:lnTo>
                  <a:lnTo>
                    <a:pt x="24791" y="186"/>
                  </a:lnTo>
                  <a:lnTo>
                    <a:pt x="24254" y="124"/>
                  </a:lnTo>
                  <a:lnTo>
                    <a:pt x="23717" y="62"/>
                  </a:lnTo>
                  <a:lnTo>
                    <a:pt x="23160" y="21"/>
                  </a:lnTo>
                  <a:lnTo>
                    <a:pt x="226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5415875" y="1495175"/>
              <a:ext cx="833925" cy="832375"/>
            </a:xfrm>
            <a:custGeom>
              <a:avLst/>
              <a:gdLst/>
              <a:ahLst/>
              <a:cxnLst/>
              <a:rect l="l" t="t" r="r" b="b"/>
              <a:pathLst>
                <a:path w="33357" h="33295" extrusionOk="0">
                  <a:moveTo>
                    <a:pt x="16823" y="0"/>
                  </a:moveTo>
                  <a:lnTo>
                    <a:pt x="15976" y="21"/>
                  </a:lnTo>
                  <a:lnTo>
                    <a:pt x="15130" y="83"/>
                  </a:lnTo>
                  <a:lnTo>
                    <a:pt x="14284" y="186"/>
                  </a:lnTo>
                  <a:lnTo>
                    <a:pt x="13437" y="330"/>
                  </a:lnTo>
                  <a:lnTo>
                    <a:pt x="12612" y="516"/>
                  </a:lnTo>
                  <a:lnTo>
                    <a:pt x="11786" y="743"/>
                  </a:lnTo>
                  <a:lnTo>
                    <a:pt x="11002" y="991"/>
                  </a:lnTo>
                  <a:lnTo>
                    <a:pt x="10238" y="1300"/>
                  </a:lnTo>
                  <a:lnTo>
                    <a:pt x="9474" y="1631"/>
                  </a:lnTo>
                  <a:lnTo>
                    <a:pt x="8752" y="2002"/>
                  </a:lnTo>
                  <a:lnTo>
                    <a:pt x="8050" y="2415"/>
                  </a:lnTo>
                  <a:lnTo>
                    <a:pt x="7369" y="2849"/>
                  </a:lnTo>
                  <a:lnTo>
                    <a:pt x="6708" y="3303"/>
                  </a:lnTo>
                  <a:lnTo>
                    <a:pt x="6069" y="3798"/>
                  </a:lnTo>
                  <a:lnTo>
                    <a:pt x="5470" y="4335"/>
                  </a:lnTo>
                  <a:lnTo>
                    <a:pt x="4892" y="4892"/>
                  </a:lnTo>
                  <a:lnTo>
                    <a:pt x="4335" y="5470"/>
                  </a:lnTo>
                  <a:lnTo>
                    <a:pt x="3798" y="6069"/>
                  </a:lnTo>
                  <a:lnTo>
                    <a:pt x="3303" y="6709"/>
                  </a:lnTo>
                  <a:lnTo>
                    <a:pt x="2849" y="7348"/>
                  </a:lnTo>
                  <a:lnTo>
                    <a:pt x="2415" y="8030"/>
                  </a:lnTo>
                  <a:lnTo>
                    <a:pt x="2023" y="8711"/>
                  </a:lnTo>
                  <a:lnTo>
                    <a:pt x="1651" y="9433"/>
                  </a:lnTo>
                  <a:lnTo>
                    <a:pt x="1321" y="10156"/>
                  </a:lnTo>
                  <a:lnTo>
                    <a:pt x="1011" y="10899"/>
                  </a:lnTo>
                  <a:lnTo>
                    <a:pt x="764" y="11662"/>
                  </a:lnTo>
                  <a:lnTo>
                    <a:pt x="537" y="12447"/>
                  </a:lnTo>
                  <a:lnTo>
                    <a:pt x="351" y="13231"/>
                  </a:lnTo>
                  <a:lnTo>
                    <a:pt x="206" y="14036"/>
                  </a:lnTo>
                  <a:lnTo>
                    <a:pt x="83" y="14862"/>
                  </a:lnTo>
                  <a:lnTo>
                    <a:pt x="21" y="15687"/>
                  </a:lnTo>
                  <a:lnTo>
                    <a:pt x="0" y="16513"/>
                  </a:lnTo>
                  <a:lnTo>
                    <a:pt x="21" y="17359"/>
                  </a:lnTo>
                  <a:lnTo>
                    <a:pt x="62" y="18185"/>
                  </a:lnTo>
                  <a:lnTo>
                    <a:pt x="165" y="19052"/>
                  </a:lnTo>
                  <a:lnTo>
                    <a:pt x="310" y="19898"/>
                  </a:lnTo>
                  <a:lnTo>
                    <a:pt x="495" y="20724"/>
                  </a:lnTo>
                  <a:lnTo>
                    <a:pt x="722" y="21529"/>
                  </a:lnTo>
                  <a:lnTo>
                    <a:pt x="991" y="22313"/>
                  </a:lnTo>
                  <a:lnTo>
                    <a:pt x="1280" y="23077"/>
                  </a:lnTo>
                  <a:lnTo>
                    <a:pt x="1631" y="23841"/>
                  </a:lnTo>
                  <a:lnTo>
                    <a:pt x="2002" y="24563"/>
                  </a:lnTo>
                  <a:lnTo>
                    <a:pt x="2394" y="25265"/>
                  </a:lnTo>
                  <a:lnTo>
                    <a:pt x="2828" y="25946"/>
                  </a:lnTo>
                  <a:lnTo>
                    <a:pt x="3303" y="26607"/>
                  </a:lnTo>
                  <a:lnTo>
                    <a:pt x="3798" y="27226"/>
                  </a:lnTo>
                  <a:lnTo>
                    <a:pt x="4335" y="27845"/>
                  </a:lnTo>
                  <a:lnTo>
                    <a:pt x="4871" y="28423"/>
                  </a:lnTo>
                  <a:lnTo>
                    <a:pt x="5470" y="28980"/>
                  </a:lnTo>
                  <a:lnTo>
                    <a:pt x="6069" y="29496"/>
                  </a:lnTo>
                  <a:lnTo>
                    <a:pt x="6688" y="29992"/>
                  </a:lnTo>
                  <a:lnTo>
                    <a:pt x="7348" y="30446"/>
                  </a:lnTo>
                  <a:lnTo>
                    <a:pt x="8029" y="30879"/>
                  </a:lnTo>
                  <a:lnTo>
                    <a:pt x="8711" y="31272"/>
                  </a:lnTo>
                  <a:lnTo>
                    <a:pt x="9433" y="31643"/>
                  </a:lnTo>
                  <a:lnTo>
                    <a:pt x="10156" y="31973"/>
                  </a:lnTo>
                  <a:lnTo>
                    <a:pt x="10919" y="32262"/>
                  </a:lnTo>
                  <a:lnTo>
                    <a:pt x="11683" y="32531"/>
                  </a:lnTo>
                  <a:lnTo>
                    <a:pt x="12447" y="32758"/>
                  </a:lnTo>
                  <a:lnTo>
                    <a:pt x="13252" y="32944"/>
                  </a:lnTo>
                  <a:lnTo>
                    <a:pt x="14057" y="33088"/>
                  </a:lnTo>
                  <a:lnTo>
                    <a:pt x="14862" y="33191"/>
                  </a:lnTo>
                  <a:lnTo>
                    <a:pt x="15687" y="33253"/>
                  </a:lnTo>
                  <a:lnTo>
                    <a:pt x="16534" y="33294"/>
                  </a:lnTo>
                  <a:lnTo>
                    <a:pt x="17359" y="33274"/>
                  </a:lnTo>
                  <a:lnTo>
                    <a:pt x="18206" y="33212"/>
                  </a:lnTo>
                  <a:lnTo>
                    <a:pt x="19073" y="33109"/>
                  </a:lnTo>
                  <a:lnTo>
                    <a:pt x="19919" y="32964"/>
                  </a:lnTo>
                  <a:lnTo>
                    <a:pt x="20744" y="32778"/>
                  </a:lnTo>
                  <a:lnTo>
                    <a:pt x="21549" y="32551"/>
                  </a:lnTo>
                  <a:lnTo>
                    <a:pt x="22355" y="32304"/>
                  </a:lnTo>
                  <a:lnTo>
                    <a:pt x="23118" y="31994"/>
                  </a:lnTo>
                  <a:lnTo>
                    <a:pt x="23861" y="31664"/>
                  </a:lnTo>
                  <a:lnTo>
                    <a:pt x="24604" y="31292"/>
                  </a:lnTo>
                  <a:lnTo>
                    <a:pt x="25306" y="30879"/>
                  </a:lnTo>
                  <a:lnTo>
                    <a:pt x="25987" y="30446"/>
                  </a:lnTo>
                  <a:lnTo>
                    <a:pt x="26648" y="29992"/>
                  </a:lnTo>
                  <a:lnTo>
                    <a:pt x="27288" y="29476"/>
                  </a:lnTo>
                  <a:lnTo>
                    <a:pt x="27886" y="28960"/>
                  </a:lnTo>
                  <a:lnTo>
                    <a:pt x="28464" y="28402"/>
                  </a:lnTo>
                  <a:lnTo>
                    <a:pt x="29022" y="27825"/>
                  </a:lnTo>
                  <a:lnTo>
                    <a:pt x="29538" y="27226"/>
                  </a:lnTo>
                  <a:lnTo>
                    <a:pt x="30033" y="26586"/>
                  </a:lnTo>
                  <a:lnTo>
                    <a:pt x="30508" y="25946"/>
                  </a:lnTo>
                  <a:lnTo>
                    <a:pt x="30941" y="25265"/>
                  </a:lnTo>
                  <a:lnTo>
                    <a:pt x="31333" y="24584"/>
                  </a:lnTo>
                  <a:lnTo>
                    <a:pt x="31705" y="23861"/>
                  </a:lnTo>
                  <a:lnTo>
                    <a:pt x="32035" y="23139"/>
                  </a:lnTo>
                  <a:lnTo>
                    <a:pt x="32324" y="22396"/>
                  </a:lnTo>
                  <a:lnTo>
                    <a:pt x="32593" y="21632"/>
                  </a:lnTo>
                  <a:lnTo>
                    <a:pt x="32820" y="20848"/>
                  </a:lnTo>
                  <a:lnTo>
                    <a:pt x="33005" y="20063"/>
                  </a:lnTo>
                  <a:lnTo>
                    <a:pt x="33150" y="19258"/>
                  </a:lnTo>
                  <a:lnTo>
                    <a:pt x="33253" y="18433"/>
                  </a:lnTo>
                  <a:lnTo>
                    <a:pt x="33315" y="17607"/>
                  </a:lnTo>
                  <a:lnTo>
                    <a:pt x="33356" y="16781"/>
                  </a:lnTo>
                  <a:lnTo>
                    <a:pt x="33336" y="15935"/>
                  </a:lnTo>
                  <a:lnTo>
                    <a:pt x="33274" y="15089"/>
                  </a:lnTo>
                  <a:lnTo>
                    <a:pt x="33171" y="14243"/>
                  </a:lnTo>
                  <a:lnTo>
                    <a:pt x="33026" y="13396"/>
                  </a:lnTo>
                  <a:lnTo>
                    <a:pt x="32840" y="12571"/>
                  </a:lnTo>
                  <a:lnTo>
                    <a:pt x="32613" y="11766"/>
                  </a:lnTo>
                  <a:lnTo>
                    <a:pt x="32366" y="10981"/>
                  </a:lnTo>
                  <a:lnTo>
                    <a:pt x="32056" y="10218"/>
                  </a:lnTo>
                  <a:lnTo>
                    <a:pt x="31726" y="9454"/>
                  </a:lnTo>
                  <a:lnTo>
                    <a:pt x="31354" y="8731"/>
                  </a:lnTo>
                  <a:lnTo>
                    <a:pt x="30941" y="8030"/>
                  </a:lnTo>
                  <a:lnTo>
                    <a:pt x="30508" y="7348"/>
                  </a:lnTo>
                  <a:lnTo>
                    <a:pt x="30054" y="6688"/>
                  </a:lnTo>
                  <a:lnTo>
                    <a:pt x="29538" y="6048"/>
                  </a:lnTo>
                  <a:lnTo>
                    <a:pt x="29022" y="5449"/>
                  </a:lnTo>
                  <a:lnTo>
                    <a:pt x="28464" y="4871"/>
                  </a:lnTo>
                  <a:lnTo>
                    <a:pt x="27886" y="4314"/>
                  </a:lnTo>
                  <a:lnTo>
                    <a:pt x="27288" y="3798"/>
                  </a:lnTo>
                  <a:lnTo>
                    <a:pt x="26648" y="3303"/>
                  </a:lnTo>
                  <a:lnTo>
                    <a:pt x="26008" y="2849"/>
                  </a:lnTo>
                  <a:lnTo>
                    <a:pt x="25327" y="2415"/>
                  </a:lnTo>
                  <a:lnTo>
                    <a:pt x="24625" y="2023"/>
                  </a:lnTo>
                  <a:lnTo>
                    <a:pt x="23923" y="1651"/>
                  </a:lnTo>
                  <a:lnTo>
                    <a:pt x="23180" y="1321"/>
                  </a:lnTo>
                  <a:lnTo>
                    <a:pt x="22437" y="1032"/>
                  </a:lnTo>
                  <a:lnTo>
                    <a:pt x="21673" y="764"/>
                  </a:lnTo>
                  <a:lnTo>
                    <a:pt x="20889" y="537"/>
                  </a:lnTo>
                  <a:lnTo>
                    <a:pt x="20105" y="351"/>
                  </a:lnTo>
                  <a:lnTo>
                    <a:pt x="19300" y="207"/>
                  </a:lnTo>
                  <a:lnTo>
                    <a:pt x="18474" y="103"/>
                  </a:lnTo>
                  <a:lnTo>
                    <a:pt x="17648" y="41"/>
                  </a:lnTo>
                  <a:lnTo>
                    <a:pt x="168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5408125" y="1479675"/>
              <a:ext cx="836000" cy="504700"/>
            </a:xfrm>
            <a:custGeom>
              <a:avLst/>
              <a:gdLst/>
              <a:ahLst/>
              <a:cxnLst/>
              <a:rect l="l" t="t" r="r" b="b"/>
              <a:pathLst>
                <a:path w="33440" h="20188" extrusionOk="0">
                  <a:moveTo>
                    <a:pt x="16740" y="1"/>
                  </a:moveTo>
                  <a:lnTo>
                    <a:pt x="16039" y="21"/>
                  </a:lnTo>
                  <a:lnTo>
                    <a:pt x="15358" y="63"/>
                  </a:lnTo>
                  <a:lnTo>
                    <a:pt x="14656" y="145"/>
                  </a:lnTo>
                  <a:lnTo>
                    <a:pt x="13975" y="249"/>
                  </a:lnTo>
                  <a:lnTo>
                    <a:pt x="13273" y="393"/>
                  </a:lnTo>
                  <a:lnTo>
                    <a:pt x="12612" y="558"/>
                  </a:lnTo>
                  <a:lnTo>
                    <a:pt x="11931" y="744"/>
                  </a:lnTo>
                  <a:lnTo>
                    <a:pt x="11291" y="971"/>
                  </a:lnTo>
                  <a:lnTo>
                    <a:pt x="10631" y="1198"/>
                  </a:lnTo>
                  <a:lnTo>
                    <a:pt x="10011" y="1466"/>
                  </a:lnTo>
                  <a:lnTo>
                    <a:pt x="9413" y="1755"/>
                  </a:lnTo>
                  <a:lnTo>
                    <a:pt x="8814" y="2044"/>
                  </a:lnTo>
                  <a:lnTo>
                    <a:pt x="8236" y="2375"/>
                  </a:lnTo>
                  <a:lnTo>
                    <a:pt x="7679" y="2726"/>
                  </a:lnTo>
                  <a:lnTo>
                    <a:pt x="7142" y="3097"/>
                  </a:lnTo>
                  <a:lnTo>
                    <a:pt x="6626" y="3469"/>
                  </a:lnTo>
                  <a:lnTo>
                    <a:pt x="6131" y="3861"/>
                  </a:lnTo>
                  <a:lnTo>
                    <a:pt x="5656" y="4253"/>
                  </a:lnTo>
                  <a:lnTo>
                    <a:pt x="5202" y="4686"/>
                  </a:lnTo>
                  <a:lnTo>
                    <a:pt x="4769" y="5120"/>
                  </a:lnTo>
                  <a:lnTo>
                    <a:pt x="4356" y="5553"/>
                  </a:lnTo>
                  <a:lnTo>
                    <a:pt x="3964" y="6007"/>
                  </a:lnTo>
                  <a:lnTo>
                    <a:pt x="3592" y="6462"/>
                  </a:lnTo>
                  <a:lnTo>
                    <a:pt x="3241" y="6916"/>
                  </a:lnTo>
                  <a:lnTo>
                    <a:pt x="2911" y="7370"/>
                  </a:lnTo>
                  <a:lnTo>
                    <a:pt x="2601" y="7845"/>
                  </a:lnTo>
                  <a:lnTo>
                    <a:pt x="2312" y="8319"/>
                  </a:lnTo>
                  <a:lnTo>
                    <a:pt x="2023" y="8794"/>
                  </a:lnTo>
                  <a:lnTo>
                    <a:pt x="1776" y="9269"/>
                  </a:lnTo>
                  <a:lnTo>
                    <a:pt x="1549" y="9723"/>
                  </a:lnTo>
                  <a:lnTo>
                    <a:pt x="1342" y="10198"/>
                  </a:lnTo>
                  <a:lnTo>
                    <a:pt x="1156" y="10672"/>
                  </a:lnTo>
                  <a:lnTo>
                    <a:pt x="971" y="11126"/>
                  </a:lnTo>
                  <a:lnTo>
                    <a:pt x="826" y="11581"/>
                  </a:lnTo>
                  <a:lnTo>
                    <a:pt x="682" y="12035"/>
                  </a:lnTo>
                  <a:lnTo>
                    <a:pt x="558" y="12468"/>
                  </a:lnTo>
                  <a:lnTo>
                    <a:pt x="434" y="12922"/>
                  </a:lnTo>
                  <a:lnTo>
                    <a:pt x="351" y="13335"/>
                  </a:lnTo>
                  <a:lnTo>
                    <a:pt x="186" y="14181"/>
                  </a:lnTo>
                  <a:lnTo>
                    <a:pt x="83" y="14966"/>
                  </a:lnTo>
                  <a:lnTo>
                    <a:pt x="21" y="15709"/>
                  </a:lnTo>
                  <a:lnTo>
                    <a:pt x="0" y="16390"/>
                  </a:lnTo>
                  <a:lnTo>
                    <a:pt x="0" y="17030"/>
                  </a:lnTo>
                  <a:lnTo>
                    <a:pt x="42" y="17628"/>
                  </a:lnTo>
                  <a:lnTo>
                    <a:pt x="83" y="18145"/>
                  </a:lnTo>
                  <a:lnTo>
                    <a:pt x="145" y="18619"/>
                  </a:lnTo>
                  <a:lnTo>
                    <a:pt x="227" y="19032"/>
                  </a:lnTo>
                  <a:lnTo>
                    <a:pt x="289" y="19383"/>
                  </a:lnTo>
                  <a:lnTo>
                    <a:pt x="351" y="19672"/>
                  </a:lnTo>
                  <a:lnTo>
                    <a:pt x="434" y="19899"/>
                  </a:lnTo>
                  <a:lnTo>
                    <a:pt x="475" y="20064"/>
                  </a:lnTo>
                  <a:lnTo>
                    <a:pt x="537" y="20147"/>
                  </a:lnTo>
                  <a:lnTo>
                    <a:pt x="558" y="20188"/>
                  </a:lnTo>
                  <a:lnTo>
                    <a:pt x="578" y="20167"/>
                  </a:lnTo>
                  <a:lnTo>
                    <a:pt x="599" y="20147"/>
                  </a:lnTo>
                  <a:lnTo>
                    <a:pt x="620" y="20044"/>
                  </a:lnTo>
                  <a:lnTo>
                    <a:pt x="620" y="19631"/>
                  </a:lnTo>
                  <a:lnTo>
                    <a:pt x="599" y="18991"/>
                  </a:lnTo>
                  <a:lnTo>
                    <a:pt x="578" y="18124"/>
                  </a:lnTo>
                  <a:lnTo>
                    <a:pt x="599" y="17608"/>
                  </a:lnTo>
                  <a:lnTo>
                    <a:pt x="620" y="17051"/>
                  </a:lnTo>
                  <a:lnTo>
                    <a:pt x="661" y="16431"/>
                  </a:lnTo>
                  <a:lnTo>
                    <a:pt x="744" y="15771"/>
                  </a:lnTo>
                  <a:lnTo>
                    <a:pt x="847" y="15069"/>
                  </a:lnTo>
                  <a:lnTo>
                    <a:pt x="991" y="14326"/>
                  </a:lnTo>
                  <a:lnTo>
                    <a:pt x="1177" y="13542"/>
                  </a:lnTo>
                  <a:lnTo>
                    <a:pt x="1425" y="12737"/>
                  </a:lnTo>
                  <a:lnTo>
                    <a:pt x="1714" y="11890"/>
                  </a:lnTo>
                  <a:lnTo>
                    <a:pt x="1879" y="11477"/>
                  </a:lnTo>
                  <a:lnTo>
                    <a:pt x="2065" y="11044"/>
                  </a:lnTo>
                  <a:lnTo>
                    <a:pt x="2250" y="10610"/>
                  </a:lnTo>
                  <a:lnTo>
                    <a:pt x="2477" y="10177"/>
                  </a:lnTo>
                  <a:lnTo>
                    <a:pt x="2704" y="9744"/>
                  </a:lnTo>
                  <a:lnTo>
                    <a:pt x="2952" y="9310"/>
                  </a:lnTo>
                  <a:lnTo>
                    <a:pt x="3220" y="8877"/>
                  </a:lnTo>
                  <a:lnTo>
                    <a:pt x="3509" y="8443"/>
                  </a:lnTo>
                  <a:lnTo>
                    <a:pt x="3819" y="8010"/>
                  </a:lnTo>
                  <a:lnTo>
                    <a:pt x="4129" y="7597"/>
                  </a:lnTo>
                  <a:lnTo>
                    <a:pt x="4459" y="7163"/>
                  </a:lnTo>
                  <a:lnTo>
                    <a:pt x="4830" y="6751"/>
                  </a:lnTo>
                  <a:lnTo>
                    <a:pt x="5202" y="6338"/>
                  </a:lnTo>
                  <a:lnTo>
                    <a:pt x="5594" y="5946"/>
                  </a:lnTo>
                  <a:lnTo>
                    <a:pt x="6007" y="5553"/>
                  </a:lnTo>
                  <a:lnTo>
                    <a:pt x="6440" y="5161"/>
                  </a:lnTo>
                  <a:lnTo>
                    <a:pt x="6895" y="4790"/>
                  </a:lnTo>
                  <a:lnTo>
                    <a:pt x="7369" y="4439"/>
                  </a:lnTo>
                  <a:lnTo>
                    <a:pt x="7844" y="4088"/>
                  </a:lnTo>
                  <a:lnTo>
                    <a:pt x="8339" y="3758"/>
                  </a:lnTo>
                  <a:lnTo>
                    <a:pt x="8876" y="3448"/>
                  </a:lnTo>
                  <a:lnTo>
                    <a:pt x="9413" y="3159"/>
                  </a:lnTo>
                  <a:lnTo>
                    <a:pt x="9950" y="2870"/>
                  </a:lnTo>
                  <a:lnTo>
                    <a:pt x="10527" y="2622"/>
                  </a:lnTo>
                  <a:lnTo>
                    <a:pt x="11105" y="2375"/>
                  </a:lnTo>
                  <a:lnTo>
                    <a:pt x="11704" y="2168"/>
                  </a:lnTo>
                  <a:lnTo>
                    <a:pt x="12303" y="1962"/>
                  </a:lnTo>
                  <a:lnTo>
                    <a:pt x="12922" y="1797"/>
                  </a:lnTo>
                  <a:lnTo>
                    <a:pt x="13562" y="1632"/>
                  </a:lnTo>
                  <a:lnTo>
                    <a:pt x="14181" y="1508"/>
                  </a:lnTo>
                  <a:lnTo>
                    <a:pt x="14841" y="1404"/>
                  </a:lnTo>
                  <a:lnTo>
                    <a:pt x="15481" y="1343"/>
                  </a:lnTo>
                  <a:lnTo>
                    <a:pt x="16121" y="1281"/>
                  </a:lnTo>
                  <a:lnTo>
                    <a:pt x="16761" y="1260"/>
                  </a:lnTo>
                  <a:lnTo>
                    <a:pt x="17380" y="1260"/>
                  </a:lnTo>
                  <a:lnTo>
                    <a:pt x="18020" y="1281"/>
                  </a:lnTo>
                  <a:lnTo>
                    <a:pt x="18639" y="1343"/>
                  </a:lnTo>
                  <a:lnTo>
                    <a:pt x="19238" y="1404"/>
                  </a:lnTo>
                  <a:lnTo>
                    <a:pt x="19857" y="1508"/>
                  </a:lnTo>
                  <a:lnTo>
                    <a:pt x="20456" y="1611"/>
                  </a:lnTo>
                  <a:lnTo>
                    <a:pt x="21034" y="1755"/>
                  </a:lnTo>
                  <a:lnTo>
                    <a:pt x="21612" y="1920"/>
                  </a:lnTo>
                  <a:lnTo>
                    <a:pt x="22169" y="2086"/>
                  </a:lnTo>
                  <a:lnTo>
                    <a:pt x="22726" y="2271"/>
                  </a:lnTo>
                  <a:lnTo>
                    <a:pt x="23263" y="2478"/>
                  </a:lnTo>
                  <a:lnTo>
                    <a:pt x="23779" y="2705"/>
                  </a:lnTo>
                  <a:lnTo>
                    <a:pt x="24295" y="2953"/>
                  </a:lnTo>
                  <a:lnTo>
                    <a:pt x="24791" y="3200"/>
                  </a:lnTo>
                  <a:lnTo>
                    <a:pt x="25265" y="3469"/>
                  </a:lnTo>
                  <a:lnTo>
                    <a:pt x="25719" y="3758"/>
                  </a:lnTo>
                  <a:lnTo>
                    <a:pt x="26174" y="4047"/>
                  </a:lnTo>
                  <a:lnTo>
                    <a:pt x="26607" y="4336"/>
                  </a:lnTo>
                  <a:lnTo>
                    <a:pt x="27020" y="4645"/>
                  </a:lnTo>
                  <a:lnTo>
                    <a:pt x="27433" y="4975"/>
                  </a:lnTo>
                  <a:lnTo>
                    <a:pt x="27804" y="5285"/>
                  </a:lnTo>
                  <a:lnTo>
                    <a:pt x="28176" y="5615"/>
                  </a:lnTo>
                  <a:lnTo>
                    <a:pt x="28527" y="5946"/>
                  </a:lnTo>
                  <a:lnTo>
                    <a:pt x="28857" y="6296"/>
                  </a:lnTo>
                  <a:lnTo>
                    <a:pt x="29187" y="6627"/>
                  </a:lnTo>
                  <a:lnTo>
                    <a:pt x="29476" y="6978"/>
                  </a:lnTo>
                  <a:lnTo>
                    <a:pt x="30054" y="7659"/>
                  </a:lnTo>
                  <a:lnTo>
                    <a:pt x="30549" y="8319"/>
                  </a:lnTo>
                  <a:lnTo>
                    <a:pt x="30983" y="9000"/>
                  </a:lnTo>
                  <a:lnTo>
                    <a:pt x="31375" y="9640"/>
                  </a:lnTo>
                  <a:lnTo>
                    <a:pt x="31726" y="10260"/>
                  </a:lnTo>
                  <a:lnTo>
                    <a:pt x="32015" y="10858"/>
                  </a:lnTo>
                  <a:lnTo>
                    <a:pt x="32283" y="11415"/>
                  </a:lnTo>
                  <a:lnTo>
                    <a:pt x="32490" y="11952"/>
                  </a:lnTo>
                  <a:lnTo>
                    <a:pt x="32676" y="12427"/>
                  </a:lnTo>
                  <a:lnTo>
                    <a:pt x="32964" y="13253"/>
                  </a:lnTo>
                  <a:lnTo>
                    <a:pt x="33171" y="13851"/>
                  </a:lnTo>
                  <a:lnTo>
                    <a:pt x="33315" y="14223"/>
                  </a:lnTo>
                  <a:lnTo>
                    <a:pt x="33377" y="14326"/>
                  </a:lnTo>
                  <a:lnTo>
                    <a:pt x="33398" y="14347"/>
                  </a:lnTo>
                  <a:lnTo>
                    <a:pt x="33419" y="14347"/>
                  </a:lnTo>
                  <a:lnTo>
                    <a:pt x="33439" y="14305"/>
                  </a:lnTo>
                  <a:lnTo>
                    <a:pt x="33439" y="14202"/>
                  </a:lnTo>
                  <a:lnTo>
                    <a:pt x="33439" y="14037"/>
                  </a:lnTo>
                  <a:lnTo>
                    <a:pt x="33439" y="13810"/>
                  </a:lnTo>
                  <a:lnTo>
                    <a:pt x="33398" y="13500"/>
                  </a:lnTo>
                  <a:lnTo>
                    <a:pt x="33336" y="13149"/>
                  </a:lnTo>
                  <a:lnTo>
                    <a:pt x="33274" y="12757"/>
                  </a:lnTo>
                  <a:lnTo>
                    <a:pt x="33150" y="12282"/>
                  </a:lnTo>
                  <a:lnTo>
                    <a:pt x="33026" y="11766"/>
                  </a:lnTo>
                  <a:lnTo>
                    <a:pt x="32841" y="11209"/>
                  </a:lnTo>
                  <a:lnTo>
                    <a:pt x="32634" y="10610"/>
                  </a:lnTo>
                  <a:lnTo>
                    <a:pt x="32366" y="9950"/>
                  </a:lnTo>
                  <a:lnTo>
                    <a:pt x="32056" y="9289"/>
                  </a:lnTo>
                  <a:lnTo>
                    <a:pt x="31685" y="8588"/>
                  </a:lnTo>
                  <a:lnTo>
                    <a:pt x="31272" y="7845"/>
                  </a:lnTo>
                  <a:lnTo>
                    <a:pt x="31024" y="7494"/>
                  </a:lnTo>
                  <a:lnTo>
                    <a:pt x="30777" y="7122"/>
                  </a:lnTo>
                  <a:lnTo>
                    <a:pt x="30508" y="6730"/>
                  </a:lnTo>
                  <a:lnTo>
                    <a:pt x="30219" y="6358"/>
                  </a:lnTo>
                  <a:lnTo>
                    <a:pt x="29910" y="5987"/>
                  </a:lnTo>
                  <a:lnTo>
                    <a:pt x="29579" y="5615"/>
                  </a:lnTo>
                  <a:lnTo>
                    <a:pt x="29249" y="5244"/>
                  </a:lnTo>
                  <a:lnTo>
                    <a:pt x="28878" y="4872"/>
                  </a:lnTo>
                  <a:lnTo>
                    <a:pt x="28506" y="4521"/>
                  </a:lnTo>
                  <a:lnTo>
                    <a:pt x="28114" y="4150"/>
                  </a:lnTo>
                  <a:lnTo>
                    <a:pt x="27701" y="3819"/>
                  </a:lnTo>
                  <a:lnTo>
                    <a:pt x="27268" y="3469"/>
                  </a:lnTo>
                  <a:lnTo>
                    <a:pt x="26813" y="3138"/>
                  </a:lnTo>
                  <a:lnTo>
                    <a:pt x="26339" y="2808"/>
                  </a:lnTo>
                  <a:lnTo>
                    <a:pt x="25843" y="2498"/>
                  </a:lnTo>
                  <a:lnTo>
                    <a:pt x="25348" y="2209"/>
                  </a:lnTo>
                  <a:lnTo>
                    <a:pt x="24811" y="1920"/>
                  </a:lnTo>
                  <a:lnTo>
                    <a:pt x="24275" y="1652"/>
                  </a:lnTo>
                  <a:lnTo>
                    <a:pt x="23717" y="1404"/>
                  </a:lnTo>
                  <a:lnTo>
                    <a:pt x="23160" y="1157"/>
                  </a:lnTo>
                  <a:lnTo>
                    <a:pt x="22561" y="930"/>
                  </a:lnTo>
                  <a:lnTo>
                    <a:pt x="21963" y="744"/>
                  </a:lnTo>
                  <a:lnTo>
                    <a:pt x="21343" y="558"/>
                  </a:lnTo>
                  <a:lnTo>
                    <a:pt x="20724" y="414"/>
                  </a:lnTo>
                  <a:lnTo>
                    <a:pt x="20084" y="269"/>
                  </a:lnTo>
                  <a:lnTo>
                    <a:pt x="19424" y="166"/>
                  </a:lnTo>
                  <a:lnTo>
                    <a:pt x="18763" y="83"/>
                  </a:lnTo>
                  <a:lnTo>
                    <a:pt x="18082" y="21"/>
                  </a:lnTo>
                  <a:lnTo>
                    <a:pt x="17422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5647550" y="1620550"/>
              <a:ext cx="396875" cy="612050"/>
            </a:xfrm>
            <a:custGeom>
              <a:avLst/>
              <a:gdLst/>
              <a:ahLst/>
              <a:cxnLst/>
              <a:rect l="l" t="t" r="r" b="b"/>
              <a:pathLst>
                <a:path w="15875" h="24482" extrusionOk="0">
                  <a:moveTo>
                    <a:pt x="5739" y="6647"/>
                  </a:moveTo>
                  <a:lnTo>
                    <a:pt x="6338" y="10301"/>
                  </a:lnTo>
                  <a:lnTo>
                    <a:pt x="5904" y="10218"/>
                  </a:lnTo>
                  <a:lnTo>
                    <a:pt x="5512" y="10115"/>
                  </a:lnTo>
                  <a:lnTo>
                    <a:pt x="5161" y="9991"/>
                  </a:lnTo>
                  <a:lnTo>
                    <a:pt x="4996" y="9929"/>
                  </a:lnTo>
                  <a:lnTo>
                    <a:pt x="4852" y="9847"/>
                  </a:lnTo>
                  <a:lnTo>
                    <a:pt x="4728" y="9764"/>
                  </a:lnTo>
                  <a:lnTo>
                    <a:pt x="4604" y="9661"/>
                  </a:lnTo>
                  <a:lnTo>
                    <a:pt x="4480" y="9558"/>
                  </a:lnTo>
                  <a:lnTo>
                    <a:pt x="4398" y="9434"/>
                  </a:lnTo>
                  <a:lnTo>
                    <a:pt x="4315" y="9310"/>
                  </a:lnTo>
                  <a:lnTo>
                    <a:pt x="4253" y="9166"/>
                  </a:lnTo>
                  <a:lnTo>
                    <a:pt x="4191" y="9021"/>
                  </a:lnTo>
                  <a:lnTo>
                    <a:pt x="4150" y="8856"/>
                  </a:lnTo>
                  <a:lnTo>
                    <a:pt x="4129" y="8691"/>
                  </a:lnTo>
                  <a:lnTo>
                    <a:pt x="4129" y="8546"/>
                  </a:lnTo>
                  <a:lnTo>
                    <a:pt x="4150" y="8381"/>
                  </a:lnTo>
                  <a:lnTo>
                    <a:pt x="4170" y="8237"/>
                  </a:lnTo>
                  <a:lnTo>
                    <a:pt x="4212" y="8072"/>
                  </a:lnTo>
                  <a:lnTo>
                    <a:pt x="4253" y="7927"/>
                  </a:lnTo>
                  <a:lnTo>
                    <a:pt x="4336" y="7783"/>
                  </a:lnTo>
                  <a:lnTo>
                    <a:pt x="4418" y="7638"/>
                  </a:lnTo>
                  <a:lnTo>
                    <a:pt x="4521" y="7494"/>
                  </a:lnTo>
                  <a:lnTo>
                    <a:pt x="4625" y="7370"/>
                  </a:lnTo>
                  <a:lnTo>
                    <a:pt x="4769" y="7225"/>
                  </a:lnTo>
                  <a:lnTo>
                    <a:pt x="4934" y="7102"/>
                  </a:lnTo>
                  <a:lnTo>
                    <a:pt x="5099" y="6978"/>
                  </a:lnTo>
                  <a:lnTo>
                    <a:pt x="5306" y="6874"/>
                  </a:lnTo>
                  <a:lnTo>
                    <a:pt x="5512" y="6751"/>
                  </a:lnTo>
                  <a:lnTo>
                    <a:pt x="5739" y="6647"/>
                  </a:lnTo>
                  <a:close/>
                  <a:moveTo>
                    <a:pt x="9599" y="14285"/>
                  </a:moveTo>
                  <a:lnTo>
                    <a:pt x="10012" y="14367"/>
                  </a:lnTo>
                  <a:lnTo>
                    <a:pt x="10404" y="14470"/>
                  </a:lnTo>
                  <a:lnTo>
                    <a:pt x="10734" y="14615"/>
                  </a:lnTo>
                  <a:lnTo>
                    <a:pt x="11044" y="14759"/>
                  </a:lnTo>
                  <a:lnTo>
                    <a:pt x="11168" y="14863"/>
                  </a:lnTo>
                  <a:lnTo>
                    <a:pt x="11292" y="14966"/>
                  </a:lnTo>
                  <a:lnTo>
                    <a:pt x="11395" y="15069"/>
                  </a:lnTo>
                  <a:lnTo>
                    <a:pt x="11498" y="15172"/>
                  </a:lnTo>
                  <a:lnTo>
                    <a:pt x="11581" y="15317"/>
                  </a:lnTo>
                  <a:lnTo>
                    <a:pt x="11643" y="15441"/>
                  </a:lnTo>
                  <a:lnTo>
                    <a:pt x="11684" y="15606"/>
                  </a:lnTo>
                  <a:lnTo>
                    <a:pt x="11725" y="15771"/>
                  </a:lnTo>
                  <a:lnTo>
                    <a:pt x="11746" y="15915"/>
                  </a:lnTo>
                  <a:lnTo>
                    <a:pt x="11746" y="16060"/>
                  </a:lnTo>
                  <a:lnTo>
                    <a:pt x="11746" y="16204"/>
                  </a:lnTo>
                  <a:lnTo>
                    <a:pt x="11705" y="16369"/>
                  </a:lnTo>
                  <a:lnTo>
                    <a:pt x="11663" y="16514"/>
                  </a:lnTo>
                  <a:lnTo>
                    <a:pt x="11622" y="16638"/>
                  </a:lnTo>
                  <a:lnTo>
                    <a:pt x="11539" y="16782"/>
                  </a:lnTo>
                  <a:lnTo>
                    <a:pt x="11457" y="16927"/>
                  </a:lnTo>
                  <a:lnTo>
                    <a:pt x="11354" y="17051"/>
                  </a:lnTo>
                  <a:lnTo>
                    <a:pt x="11230" y="17174"/>
                  </a:lnTo>
                  <a:lnTo>
                    <a:pt x="11106" y="17298"/>
                  </a:lnTo>
                  <a:lnTo>
                    <a:pt x="10941" y="17401"/>
                  </a:lnTo>
                  <a:lnTo>
                    <a:pt x="10776" y="17525"/>
                  </a:lnTo>
                  <a:lnTo>
                    <a:pt x="10590" y="17629"/>
                  </a:lnTo>
                  <a:lnTo>
                    <a:pt x="10384" y="17732"/>
                  </a:lnTo>
                  <a:lnTo>
                    <a:pt x="10156" y="17814"/>
                  </a:lnTo>
                  <a:lnTo>
                    <a:pt x="9599" y="14285"/>
                  </a:lnTo>
                  <a:close/>
                  <a:moveTo>
                    <a:pt x="7308" y="1"/>
                  </a:moveTo>
                  <a:lnTo>
                    <a:pt x="4748" y="414"/>
                  </a:lnTo>
                  <a:lnTo>
                    <a:pt x="5203" y="3242"/>
                  </a:lnTo>
                  <a:lnTo>
                    <a:pt x="4831" y="3365"/>
                  </a:lnTo>
                  <a:lnTo>
                    <a:pt x="4480" y="3469"/>
                  </a:lnTo>
                  <a:lnTo>
                    <a:pt x="4150" y="3592"/>
                  </a:lnTo>
                  <a:lnTo>
                    <a:pt x="3820" y="3737"/>
                  </a:lnTo>
                  <a:lnTo>
                    <a:pt x="3510" y="3881"/>
                  </a:lnTo>
                  <a:lnTo>
                    <a:pt x="3221" y="4026"/>
                  </a:lnTo>
                  <a:lnTo>
                    <a:pt x="2932" y="4191"/>
                  </a:lnTo>
                  <a:lnTo>
                    <a:pt x="2664" y="4356"/>
                  </a:lnTo>
                  <a:lnTo>
                    <a:pt x="2416" y="4521"/>
                  </a:lnTo>
                  <a:lnTo>
                    <a:pt x="2168" y="4686"/>
                  </a:lnTo>
                  <a:lnTo>
                    <a:pt x="1941" y="4872"/>
                  </a:lnTo>
                  <a:lnTo>
                    <a:pt x="1714" y="5079"/>
                  </a:lnTo>
                  <a:lnTo>
                    <a:pt x="1508" y="5264"/>
                  </a:lnTo>
                  <a:lnTo>
                    <a:pt x="1322" y="5471"/>
                  </a:lnTo>
                  <a:lnTo>
                    <a:pt x="1157" y="5677"/>
                  </a:lnTo>
                  <a:lnTo>
                    <a:pt x="992" y="5884"/>
                  </a:lnTo>
                  <a:lnTo>
                    <a:pt x="827" y="6090"/>
                  </a:lnTo>
                  <a:lnTo>
                    <a:pt x="703" y="6317"/>
                  </a:lnTo>
                  <a:lnTo>
                    <a:pt x="558" y="6544"/>
                  </a:lnTo>
                  <a:lnTo>
                    <a:pt x="455" y="6771"/>
                  </a:lnTo>
                  <a:lnTo>
                    <a:pt x="352" y="6998"/>
                  </a:lnTo>
                  <a:lnTo>
                    <a:pt x="269" y="7246"/>
                  </a:lnTo>
                  <a:lnTo>
                    <a:pt x="187" y="7473"/>
                  </a:lnTo>
                  <a:lnTo>
                    <a:pt x="125" y="7721"/>
                  </a:lnTo>
                  <a:lnTo>
                    <a:pt x="84" y="7968"/>
                  </a:lnTo>
                  <a:lnTo>
                    <a:pt x="42" y="8216"/>
                  </a:lnTo>
                  <a:lnTo>
                    <a:pt x="1" y="8712"/>
                  </a:lnTo>
                  <a:lnTo>
                    <a:pt x="1" y="9207"/>
                  </a:lnTo>
                  <a:lnTo>
                    <a:pt x="63" y="9723"/>
                  </a:lnTo>
                  <a:lnTo>
                    <a:pt x="125" y="10053"/>
                  </a:lnTo>
                  <a:lnTo>
                    <a:pt x="207" y="10363"/>
                  </a:lnTo>
                  <a:lnTo>
                    <a:pt x="311" y="10672"/>
                  </a:lnTo>
                  <a:lnTo>
                    <a:pt x="414" y="10941"/>
                  </a:lnTo>
                  <a:lnTo>
                    <a:pt x="538" y="11209"/>
                  </a:lnTo>
                  <a:lnTo>
                    <a:pt x="661" y="11457"/>
                  </a:lnTo>
                  <a:lnTo>
                    <a:pt x="806" y="11684"/>
                  </a:lnTo>
                  <a:lnTo>
                    <a:pt x="971" y="11911"/>
                  </a:lnTo>
                  <a:lnTo>
                    <a:pt x="1136" y="12117"/>
                  </a:lnTo>
                  <a:lnTo>
                    <a:pt x="1322" y="12303"/>
                  </a:lnTo>
                  <a:lnTo>
                    <a:pt x="1508" y="12468"/>
                  </a:lnTo>
                  <a:lnTo>
                    <a:pt x="1714" y="12633"/>
                  </a:lnTo>
                  <a:lnTo>
                    <a:pt x="1921" y="12798"/>
                  </a:lnTo>
                  <a:lnTo>
                    <a:pt x="2148" y="12922"/>
                  </a:lnTo>
                  <a:lnTo>
                    <a:pt x="2375" y="13067"/>
                  </a:lnTo>
                  <a:lnTo>
                    <a:pt x="2622" y="13170"/>
                  </a:lnTo>
                  <a:lnTo>
                    <a:pt x="3097" y="13376"/>
                  </a:lnTo>
                  <a:lnTo>
                    <a:pt x="3613" y="13542"/>
                  </a:lnTo>
                  <a:lnTo>
                    <a:pt x="4150" y="13686"/>
                  </a:lnTo>
                  <a:lnTo>
                    <a:pt x="4707" y="13789"/>
                  </a:lnTo>
                  <a:lnTo>
                    <a:pt x="5244" y="13892"/>
                  </a:lnTo>
                  <a:lnTo>
                    <a:pt x="5822" y="13954"/>
                  </a:lnTo>
                  <a:lnTo>
                    <a:pt x="6936" y="14058"/>
                  </a:lnTo>
                  <a:lnTo>
                    <a:pt x="7618" y="18330"/>
                  </a:lnTo>
                  <a:lnTo>
                    <a:pt x="6916" y="18351"/>
                  </a:lnTo>
                  <a:lnTo>
                    <a:pt x="6214" y="18330"/>
                  </a:lnTo>
                  <a:lnTo>
                    <a:pt x="5512" y="18268"/>
                  </a:lnTo>
                  <a:lnTo>
                    <a:pt x="4831" y="18145"/>
                  </a:lnTo>
                  <a:lnTo>
                    <a:pt x="4150" y="18000"/>
                  </a:lnTo>
                  <a:lnTo>
                    <a:pt x="3531" y="17794"/>
                  </a:lnTo>
                  <a:lnTo>
                    <a:pt x="2911" y="17567"/>
                  </a:lnTo>
                  <a:lnTo>
                    <a:pt x="2643" y="17443"/>
                  </a:lnTo>
                  <a:lnTo>
                    <a:pt x="2354" y="17319"/>
                  </a:lnTo>
                  <a:lnTo>
                    <a:pt x="1446" y="20663"/>
                  </a:lnTo>
                  <a:lnTo>
                    <a:pt x="1755" y="20828"/>
                  </a:lnTo>
                  <a:lnTo>
                    <a:pt x="2086" y="20972"/>
                  </a:lnTo>
                  <a:lnTo>
                    <a:pt x="2437" y="21096"/>
                  </a:lnTo>
                  <a:lnTo>
                    <a:pt x="2808" y="21220"/>
                  </a:lnTo>
                  <a:lnTo>
                    <a:pt x="3200" y="21344"/>
                  </a:lnTo>
                  <a:lnTo>
                    <a:pt x="3593" y="21447"/>
                  </a:lnTo>
                  <a:lnTo>
                    <a:pt x="4005" y="21530"/>
                  </a:lnTo>
                  <a:lnTo>
                    <a:pt x="4439" y="21592"/>
                  </a:lnTo>
                  <a:lnTo>
                    <a:pt x="4872" y="21654"/>
                  </a:lnTo>
                  <a:lnTo>
                    <a:pt x="5326" y="21716"/>
                  </a:lnTo>
                  <a:lnTo>
                    <a:pt x="5781" y="21736"/>
                  </a:lnTo>
                  <a:lnTo>
                    <a:pt x="6255" y="21757"/>
                  </a:lnTo>
                  <a:lnTo>
                    <a:pt x="7205" y="21757"/>
                  </a:lnTo>
                  <a:lnTo>
                    <a:pt x="7680" y="21736"/>
                  </a:lnTo>
                  <a:lnTo>
                    <a:pt x="8154" y="21695"/>
                  </a:lnTo>
                  <a:lnTo>
                    <a:pt x="8608" y="24481"/>
                  </a:lnTo>
                  <a:lnTo>
                    <a:pt x="11168" y="24069"/>
                  </a:lnTo>
                  <a:lnTo>
                    <a:pt x="10714" y="21199"/>
                  </a:lnTo>
                  <a:lnTo>
                    <a:pt x="11416" y="20972"/>
                  </a:lnTo>
                  <a:lnTo>
                    <a:pt x="11746" y="20849"/>
                  </a:lnTo>
                  <a:lnTo>
                    <a:pt x="12076" y="20704"/>
                  </a:lnTo>
                  <a:lnTo>
                    <a:pt x="12386" y="20580"/>
                  </a:lnTo>
                  <a:lnTo>
                    <a:pt x="12675" y="20415"/>
                  </a:lnTo>
                  <a:lnTo>
                    <a:pt x="12964" y="20271"/>
                  </a:lnTo>
                  <a:lnTo>
                    <a:pt x="13232" y="20106"/>
                  </a:lnTo>
                  <a:lnTo>
                    <a:pt x="13480" y="19920"/>
                  </a:lnTo>
                  <a:lnTo>
                    <a:pt x="13727" y="19755"/>
                  </a:lnTo>
                  <a:lnTo>
                    <a:pt x="13954" y="19569"/>
                  </a:lnTo>
                  <a:lnTo>
                    <a:pt x="14161" y="19383"/>
                  </a:lnTo>
                  <a:lnTo>
                    <a:pt x="14367" y="19197"/>
                  </a:lnTo>
                  <a:lnTo>
                    <a:pt x="14553" y="18991"/>
                  </a:lnTo>
                  <a:lnTo>
                    <a:pt x="14718" y="18784"/>
                  </a:lnTo>
                  <a:lnTo>
                    <a:pt x="14883" y="18578"/>
                  </a:lnTo>
                  <a:lnTo>
                    <a:pt x="15048" y="18351"/>
                  </a:lnTo>
                  <a:lnTo>
                    <a:pt x="15172" y="18145"/>
                  </a:lnTo>
                  <a:lnTo>
                    <a:pt x="15296" y="17918"/>
                  </a:lnTo>
                  <a:lnTo>
                    <a:pt x="15420" y="17690"/>
                  </a:lnTo>
                  <a:lnTo>
                    <a:pt x="15523" y="17463"/>
                  </a:lnTo>
                  <a:lnTo>
                    <a:pt x="15606" y="17236"/>
                  </a:lnTo>
                  <a:lnTo>
                    <a:pt x="15668" y="16989"/>
                  </a:lnTo>
                  <a:lnTo>
                    <a:pt x="15730" y="16762"/>
                  </a:lnTo>
                  <a:lnTo>
                    <a:pt x="15792" y="16514"/>
                  </a:lnTo>
                  <a:lnTo>
                    <a:pt x="15833" y="16287"/>
                  </a:lnTo>
                  <a:lnTo>
                    <a:pt x="15874" y="15791"/>
                  </a:lnTo>
                  <a:lnTo>
                    <a:pt x="15853" y="15296"/>
                  </a:lnTo>
                  <a:lnTo>
                    <a:pt x="15792" y="14801"/>
                  </a:lnTo>
                  <a:lnTo>
                    <a:pt x="15730" y="14470"/>
                  </a:lnTo>
                  <a:lnTo>
                    <a:pt x="15668" y="14161"/>
                  </a:lnTo>
                  <a:lnTo>
                    <a:pt x="15564" y="13851"/>
                  </a:lnTo>
                  <a:lnTo>
                    <a:pt x="15461" y="13583"/>
                  </a:lnTo>
                  <a:lnTo>
                    <a:pt x="15337" y="13315"/>
                  </a:lnTo>
                  <a:lnTo>
                    <a:pt x="15214" y="13067"/>
                  </a:lnTo>
                  <a:lnTo>
                    <a:pt x="15069" y="12840"/>
                  </a:lnTo>
                  <a:lnTo>
                    <a:pt x="14904" y="12633"/>
                  </a:lnTo>
                  <a:lnTo>
                    <a:pt x="14739" y="12427"/>
                  </a:lnTo>
                  <a:lnTo>
                    <a:pt x="14553" y="12241"/>
                  </a:lnTo>
                  <a:lnTo>
                    <a:pt x="14367" y="12076"/>
                  </a:lnTo>
                  <a:lnTo>
                    <a:pt x="14161" y="11911"/>
                  </a:lnTo>
                  <a:lnTo>
                    <a:pt x="13954" y="11766"/>
                  </a:lnTo>
                  <a:lnTo>
                    <a:pt x="13748" y="11622"/>
                  </a:lnTo>
                  <a:lnTo>
                    <a:pt x="13521" y="11498"/>
                  </a:lnTo>
                  <a:lnTo>
                    <a:pt x="13294" y="11374"/>
                  </a:lnTo>
                  <a:lnTo>
                    <a:pt x="12799" y="11188"/>
                  </a:lnTo>
                  <a:lnTo>
                    <a:pt x="12282" y="11023"/>
                  </a:lnTo>
                  <a:lnTo>
                    <a:pt x="11766" y="10879"/>
                  </a:lnTo>
                  <a:lnTo>
                    <a:pt x="11230" y="10776"/>
                  </a:lnTo>
                  <a:lnTo>
                    <a:pt x="10672" y="10693"/>
                  </a:lnTo>
                  <a:lnTo>
                    <a:pt x="10115" y="10611"/>
                  </a:lnTo>
                  <a:lnTo>
                    <a:pt x="9001" y="10528"/>
                  </a:lnTo>
                  <a:lnTo>
                    <a:pt x="8299" y="6173"/>
                  </a:lnTo>
                  <a:lnTo>
                    <a:pt x="8794" y="6173"/>
                  </a:lnTo>
                  <a:lnTo>
                    <a:pt x="9290" y="6193"/>
                  </a:lnTo>
                  <a:lnTo>
                    <a:pt x="9806" y="6235"/>
                  </a:lnTo>
                  <a:lnTo>
                    <a:pt x="10322" y="6297"/>
                  </a:lnTo>
                  <a:lnTo>
                    <a:pt x="10838" y="6400"/>
                  </a:lnTo>
                  <a:lnTo>
                    <a:pt x="11374" y="6524"/>
                  </a:lnTo>
                  <a:lnTo>
                    <a:pt x="11890" y="6689"/>
                  </a:lnTo>
                  <a:lnTo>
                    <a:pt x="12427" y="6874"/>
                  </a:lnTo>
                  <a:lnTo>
                    <a:pt x="13211" y="3510"/>
                  </a:lnTo>
                  <a:lnTo>
                    <a:pt x="12902" y="3407"/>
                  </a:lnTo>
                  <a:lnTo>
                    <a:pt x="12613" y="3283"/>
                  </a:lnTo>
                  <a:lnTo>
                    <a:pt x="11973" y="3097"/>
                  </a:lnTo>
                  <a:lnTo>
                    <a:pt x="11312" y="2953"/>
                  </a:lnTo>
                  <a:lnTo>
                    <a:pt x="10631" y="2849"/>
                  </a:lnTo>
                  <a:lnTo>
                    <a:pt x="9929" y="2767"/>
                  </a:lnTo>
                  <a:lnTo>
                    <a:pt x="9207" y="2746"/>
                  </a:lnTo>
                  <a:lnTo>
                    <a:pt x="8485" y="2746"/>
                  </a:lnTo>
                  <a:lnTo>
                    <a:pt x="7762" y="2787"/>
                  </a:lnTo>
                  <a:lnTo>
                    <a:pt x="7308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Google Shape;141;p27"/>
            <p:cNvSpPr/>
            <p:nvPr/>
          </p:nvSpPr>
          <p:spPr>
            <a:xfrm>
              <a:off x="3990575" y="238125"/>
              <a:ext cx="637850" cy="638850"/>
            </a:xfrm>
            <a:custGeom>
              <a:avLst/>
              <a:gdLst/>
              <a:ahLst/>
              <a:cxnLst/>
              <a:rect l="l" t="t" r="r" b="b"/>
              <a:pathLst>
                <a:path w="25514" h="25554" extrusionOk="0">
                  <a:moveTo>
                    <a:pt x="12510" y="0"/>
                  </a:moveTo>
                  <a:lnTo>
                    <a:pt x="11911" y="41"/>
                  </a:lnTo>
                  <a:lnTo>
                    <a:pt x="11292" y="83"/>
                  </a:lnTo>
                  <a:lnTo>
                    <a:pt x="10672" y="165"/>
                  </a:lnTo>
                  <a:lnTo>
                    <a:pt x="10053" y="289"/>
                  </a:lnTo>
                  <a:lnTo>
                    <a:pt x="9455" y="433"/>
                  </a:lnTo>
                  <a:lnTo>
                    <a:pt x="8856" y="619"/>
                  </a:lnTo>
                  <a:lnTo>
                    <a:pt x="8257" y="826"/>
                  </a:lnTo>
                  <a:lnTo>
                    <a:pt x="7659" y="1053"/>
                  </a:lnTo>
                  <a:lnTo>
                    <a:pt x="7081" y="1321"/>
                  </a:lnTo>
                  <a:lnTo>
                    <a:pt x="6503" y="1631"/>
                  </a:lnTo>
                  <a:lnTo>
                    <a:pt x="5946" y="1961"/>
                  </a:lnTo>
                  <a:lnTo>
                    <a:pt x="5388" y="2332"/>
                  </a:lnTo>
                  <a:lnTo>
                    <a:pt x="4872" y="2725"/>
                  </a:lnTo>
                  <a:lnTo>
                    <a:pt x="4377" y="3137"/>
                  </a:lnTo>
                  <a:lnTo>
                    <a:pt x="3902" y="3550"/>
                  </a:lnTo>
                  <a:lnTo>
                    <a:pt x="3448" y="4004"/>
                  </a:lnTo>
                  <a:lnTo>
                    <a:pt x="3035" y="4479"/>
                  </a:lnTo>
                  <a:lnTo>
                    <a:pt x="2643" y="4954"/>
                  </a:lnTo>
                  <a:lnTo>
                    <a:pt x="2271" y="5470"/>
                  </a:lnTo>
                  <a:lnTo>
                    <a:pt x="1941" y="5986"/>
                  </a:lnTo>
                  <a:lnTo>
                    <a:pt x="1611" y="6523"/>
                  </a:lnTo>
                  <a:lnTo>
                    <a:pt x="1322" y="7059"/>
                  </a:lnTo>
                  <a:lnTo>
                    <a:pt x="1074" y="7617"/>
                  </a:lnTo>
                  <a:lnTo>
                    <a:pt x="847" y="8195"/>
                  </a:lnTo>
                  <a:lnTo>
                    <a:pt x="641" y="8773"/>
                  </a:lnTo>
                  <a:lnTo>
                    <a:pt x="455" y="9350"/>
                  </a:lnTo>
                  <a:lnTo>
                    <a:pt x="311" y="9949"/>
                  </a:lnTo>
                  <a:lnTo>
                    <a:pt x="187" y="10548"/>
                  </a:lnTo>
                  <a:lnTo>
                    <a:pt x="104" y="11146"/>
                  </a:lnTo>
                  <a:lnTo>
                    <a:pt x="42" y="11766"/>
                  </a:lnTo>
                  <a:lnTo>
                    <a:pt x="1" y="12385"/>
                  </a:lnTo>
                  <a:lnTo>
                    <a:pt x="1" y="12983"/>
                  </a:lnTo>
                  <a:lnTo>
                    <a:pt x="22" y="13603"/>
                  </a:lnTo>
                  <a:lnTo>
                    <a:pt x="84" y="14222"/>
                  </a:lnTo>
                  <a:lnTo>
                    <a:pt x="166" y="14841"/>
                  </a:lnTo>
                  <a:lnTo>
                    <a:pt x="269" y="15460"/>
                  </a:lnTo>
                  <a:lnTo>
                    <a:pt x="434" y="16059"/>
                  </a:lnTo>
                  <a:lnTo>
                    <a:pt x="600" y="16657"/>
                  </a:lnTo>
                  <a:lnTo>
                    <a:pt x="806" y="17256"/>
                  </a:lnTo>
                  <a:lnTo>
                    <a:pt x="1054" y="17855"/>
                  </a:lnTo>
                  <a:lnTo>
                    <a:pt x="1322" y="18433"/>
                  </a:lnTo>
                  <a:lnTo>
                    <a:pt x="1632" y="19011"/>
                  </a:lnTo>
                  <a:lnTo>
                    <a:pt x="1962" y="19589"/>
                  </a:lnTo>
                  <a:lnTo>
                    <a:pt x="2333" y="20125"/>
                  </a:lnTo>
                  <a:lnTo>
                    <a:pt x="2726" y="20662"/>
                  </a:lnTo>
                  <a:lnTo>
                    <a:pt x="3138" y="21157"/>
                  </a:lnTo>
                  <a:lnTo>
                    <a:pt x="3551" y="21632"/>
                  </a:lnTo>
                  <a:lnTo>
                    <a:pt x="4005" y="22066"/>
                  </a:lnTo>
                  <a:lnTo>
                    <a:pt x="4480" y="22499"/>
                  </a:lnTo>
                  <a:lnTo>
                    <a:pt x="4975" y="22891"/>
                  </a:lnTo>
                  <a:lnTo>
                    <a:pt x="5471" y="23263"/>
                  </a:lnTo>
                  <a:lnTo>
                    <a:pt x="5987" y="23593"/>
                  </a:lnTo>
                  <a:lnTo>
                    <a:pt x="6524" y="23923"/>
                  </a:lnTo>
                  <a:lnTo>
                    <a:pt x="7060" y="24212"/>
                  </a:lnTo>
                  <a:lnTo>
                    <a:pt x="7618" y="24460"/>
                  </a:lnTo>
                  <a:lnTo>
                    <a:pt x="8196" y="24708"/>
                  </a:lnTo>
                  <a:lnTo>
                    <a:pt x="8773" y="24914"/>
                  </a:lnTo>
                  <a:lnTo>
                    <a:pt x="9351" y="25079"/>
                  </a:lnTo>
                  <a:lnTo>
                    <a:pt x="9950" y="25244"/>
                  </a:lnTo>
                  <a:lnTo>
                    <a:pt x="10549" y="25347"/>
                  </a:lnTo>
                  <a:lnTo>
                    <a:pt x="11147" y="25451"/>
                  </a:lnTo>
                  <a:lnTo>
                    <a:pt x="11766" y="25513"/>
                  </a:lnTo>
                  <a:lnTo>
                    <a:pt x="12386" y="25554"/>
                  </a:lnTo>
                  <a:lnTo>
                    <a:pt x="12984" y="25554"/>
                  </a:lnTo>
                  <a:lnTo>
                    <a:pt x="13604" y="25533"/>
                  </a:lnTo>
                  <a:lnTo>
                    <a:pt x="14223" y="25471"/>
                  </a:lnTo>
                  <a:lnTo>
                    <a:pt x="14842" y="25389"/>
                  </a:lnTo>
                  <a:lnTo>
                    <a:pt x="15441" y="25265"/>
                  </a:lnTo>
                  <a:lnTo>
                    <a:pt x="16060" y="25120"/>
                  </a:lnTo>
                  <a:lnTo>
                    <a:pt x="16658" y="24955"/>
                  </a:lnTo>
                  <a:lnTo>
                    <a:pt x="17257" y="24749"/>
                  </a:lnTo>
                  <a:lnTo>
                    <a:pt x="17856" y="24501"/>
                  </a:lnTo>
                  <a:lnTo>
                    <a:pt x="18434" y="24233"/>
                  </a:lnTo>
                  <a:lnTo>
                    <a:pt x="19012" y="23923"/>
                  </a:lnTo>
                  <a:lnTo>
                    <a:pt x="19569" y="23593"/>
                  </a:lnTo>
                  <a:lnTo>
                    <a:pt x="20126" y="23221"/>
                  </a:lnTo>
                  <a:lnTo>
                    <a:pt x="20642" y="22850"/>
                  </a:lnTo>
                  <a:lnTo>
                    <a:pt x="21138" y="22437"/>
                  </a:lnTo>
                  <a:lnTo>
                    <a:pt x="21612" y="22004"/>
                  </a:lnTo>
                  <a:lnTo>
                    <a:pt x="22046" y="21549"/>
                  </a:lnTo>
                  <a:lnTo>
                    <a:pt x="22479" y="21075"/>
                  </a:lnTo>
                  <a:lnTo>
                    <a:pt x="22871" y="20600"/>
                  </a:lnTo>
                  <a:lnTo>
                    <a:pt x="23243" y="20105"/>
                  </a:lnTo>
                  <a:lnTo>
                    <a:pt x="23573" y="19568"/>
                  </a:lnTo>
                  <a:lnTo>
                    <a:pt x="23883" y="19052"/>
                  </a:lnTo>
                  <a:lnTo>
                    <a:pt x="24172" y="18495"/>
                  </a:lnTo>
                  <a:lnTo>
                    <a:pt x="24440" y="17937"/>
                  </a:lnTo>
                  <a:lnTo>
                    <a:pt x="24667" y="17380"/>
                  </a:lnTo>
                  <a:lnTo>
                    <a:pt x="24874" y="16802"/>
                  </a:lnTo>
                  <a:lnTo>
                    <a:pt x="25059" y="16203"/>
                  </a:lnTo>
                  <a:lnTo>
                    <a:pt x="25204" y="15625"/>
                  </a:lnTo>
                  <a:lnTo>
                    <a:pt x="25328" y="15006"/>
                  </a:lnTo>
                  <a:lnTo>
                    <a:pt x="25410" y="14408"/>
                  </a:lnTo>
                  <a:lnTo>
                    <a:pt x="25472" y="13809"/>
                  </a:lnTo>
                  <a:lnTo>
                    <a:pt x="25514" y="13190"/>
                  </a:lnTo>
                  <a:lnTo>
                    <a:pt x="25514" y="12571"/>
                  </a:lnTo>
                  <a:lnTo>
                    <a:pt x="25493" y="11951"/>
                  </a:lnTo>
                  <a:lnTo>
                    <a:pt x="25431" y="11332"/>
                  </a:lnTo>
                  <a:lnTo>
                    <a:pt x="25348" y="10713"/>
                  </a:lnTo>
                  <a:lnTo>
                    <a:pt x="25225" y="10114"/>
                  </a:lnTo>
                  <a:lnTo>
                    <a:pt x="25080" y="9495"/>
                  </a:lnTo>
                  <a:lnTo>
                    <a:pt x="24915" y="8896"/>
                  </a:lnTo>
                  <a:lnTo>
                    <a:pt x="24688" y="8298"/>
                  </a:lnTo>
                  <a:lnTo>
                    <a:pt x="24461" y="7699"/>
                  </a:lnTo>
                  <a:lnTo>
                    <a:pt x="24172" y="7121"/>
                  </a:lnTo>
                  <a:lnTo>
                    <a:pt x="23883" y="6543"/>
                  </a:lnTo>
                  <a:lnTo>
                    <a:pt x="23532" y="5986"/>
                  </a:lnTo>
                  <a:lnTo>
                    <a:pt x="23181" y="5429"/>
                  </a:lnTo>
                  <a:lnTo>
                    <a:pt x="22789" y="4913"/>
                  </a:lnTo>
                  <a:lnTo>
                    <a:pt x="22376" y="4417"/>
                  </a:lnTo>
                  <a:lnTo>
                    <a:pt x="21943" y="3942"/>
                  </a:lnTo>
                  <a:lnTo>
                    <a:pt x="21488" y="3488"/>
                  </a:lnTo>
                  <a:lnTo>
                    <a:pt x="21034" y="3076"/>
                  </a:lnTo>
                  <a:lnTo>
                    <a:pt x="20539" y="2683"/>
                  </a:lnTo>
                  <a:lnTo>
                    <a:pt x="20044" y="2312"/>
                  </a:lnTo>
                  <a:lnTo>
                    <a:pt x="19528" y="1961"/>
                  </a:lnTo>
                  <a:lnTo>
                    <a:pt x="18991" y="1651"/>
                  </a:lnTo>
                  <a:lnTo>
                    <a:pt x="18454" y="1362"/>
                  </a:lnTo>
                  <a:lnTo>
                    <a:pt x="17897" y="1094"/>
                  </a:lnTo>
                  <a:lnTo>
                    <a:pt x="17319" y="867"/>
                  </a:lnTo>
                  <a:lnTo>
                    <a:pt x="16741" y="661"/>
                  </a:lnTo>
                  <a:lnTo>
                    <a:pt x="16163" y="475"/>
                  </a:lnTo>
                  <a:lnTo>
                    <a:pt x="15564" y="330"/>
                  </a:lnTo>
                  <a:lnTo>
                    <a:pt x="14966" y="206"/>
                  </a:lnTo>
                  <a:lnTo>
                    <a:pt x="14347" y="103"/>
                  </a:lnTo>
                  <a:lnTo>
                    <a:pt x="13748" y="41"/>
                  </a:lnTo>
                  <a:lnTo>
                    <a:pt x="13129" y="21"/>
                  </a:lnTo>
                  <a:lnTo>
                    <a:pt x="125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Google Shape;142;p27"/>
            <p:cNvSpPr/>
            <p:nvPr/>
          </p:nvSpPr>
          <p:spPr>
            <a:xfrm>
              <a:off x="4066450" y="314475"/>
              <a:ext cx="486125" cy="486650"/>
            </a:xfrm>
            <a:custGeom>
              <a:avLst/>
              <a:gdLst/>
              <a:ahLst/>
              <a:cxnLst/>
              <a:rect l="l" t="t" r="r" b="b"/>
              <a:pathLst>
                <a:path w="19445" h="19466" extrusionOk="0">
                  <a:moveTo>
                    <a:pt x="9536" y="1"/>
                  </a:moveTo>
                  <a:lnTo>
                    <a:pt x="9062" y="22"/>
                  </a:lnTo>
                  <a:lnTo>
                    <a:pt x="8608" y="63"/>
                  </a:lnTo>
                  <a:lnTo>
                    <a:pt x="8133" y="125"/>
                  </a:lnTo>
                  <a:lnTo>
                    <a:pt x="7658" y="207"/>
                  </a:lnTo>
                  <a:lnTo>
                    <a:pt x="7204" y="311"/>
                  </a:lnTo>
                  <a:lnTo>
                    <a:pt x="6750" y="455"/>
                  </a:lnTo>
                  <a:lnTo>
                    <a:pt x="6296" y="620"/>
                  </a:lnTo>
                  <a:lnTo>
                    <a:pt x="5842" y="785"/>
                  </a:lnTo>
                  <a:lnTo>
                    <a:pt x="5388" y="992"/>
                  </a:lnTo>
                  <a:lnTo>
                    <a:pt x="4954" y="1239"/>
                  </a:lnTo>
                  <a:lnTo>
                    <a:pt x="4521" y="1487"/>
                  </a:lnTo>
                  <a:lnTo>
                    <a:pt x="4108" y="1755"/>
                  </a:lnTo>
                  <a:lnTo>
                    <a:pt x="3716" y="2065"/>
                  </a:lnTo>
                  <a:lnTo>
                    <a:pt x="3323" y="2375"/>
                  </a:lnTo>
                  <a:lnTo>
                    <a:pt x="2973" y="2705"/>
                  </a:lnTo>
                  <a:lnTo>
                    <a:pt x="2642" y="3035"/>
                  </a:lnTo>
                  <a:lnTo>
                    <a:pt x="2312" y="3407"/>
                  </a:lnTo>
                  <a:lnTo>
                    <a:pt x="2023" y="3778"/>
                  </a:lnTo>
                  <a:lnTo>
                    <a:pt x="1734" y="4150"/>
                  </a:lnTo>
                  <a:lnTo>
                    <a:pt x="1466" y="4542"/>
                  </a:lnTo>
                  <a:lnTo>
                    <a:pt x="1239" y="4955"/>
                  </a:lnTo>
                  <a:lnTo>
                    <a:pt x="1012" y="5368"/>
                  </a:lnTo>
                  <a:lnTo>
                    <a:pt x="826" y="5801"/>
                  </a:lnTo>
                  <a:lnTo>
                    <a:pt x="640" y="6235"/>
                  </a:lnTo>
                  <a:lnTo>
                    <a:pt x="475" y="6668"/>
                  </a:lnTo>
                  <a:lnTo>
                    <a:pt x="351" y="7122"/>
                  </a:lnTo>
                  <a:lnTo>
                    <a:pt x="227" y="7576"/>
                  </a:lnTo>
                  <a:lnTo>
                    <a:pt x="145" y="8030"/>
                  </a:lnTo>
                  <a:lnTo>
                    <a:pt x="62" y="8484"/>
                  </a:lnTo>
                  <a:lnTo>
                    <a:pt x="21" y="8959"/>
                  </a:lnTo>
                  <a:lnTo>
                    <a:pt x="0" y="9413"/>
                  </a:lnTo>
                  <a:lnTo>
                    <a:pt x="0" y="9888"/>
                  </a:lnTo>
                  <a:lnTo>
                    <a:pt x="21" y="10363"/>
                  </a:lnTo>
                  <a:lnTo>
                    <a:pt x="62" y="10817"/>
                  </a:lnTo>
                  <a:lnTo>
                    <a:pt x="124" y="11292"/>
                  </a:lnTo>
                  <a:lnTo>
                    <a:pt x="207" y="11766"/>
                  </a:lnTo>
                  <a:lnTo>
                    <a:pt x="330" y="12221"/>
                  </a:lnTo>
                  <a:lnTo>
                    <a:pt x="454" y="12695"/>
                  </a:lnTo>
                  <a:lnTo>
                    <a:pt x="619" y="13149"/>
                  </a:lnTo>
                  <a:lnTo>
                    <a:pt x="805" y="13603"/>
                  </a:lnTo>
                  <a:lnTo>
                    <a:pt x="1012" y="14037"/>
                  </a:lnTo>
                  <a:lnTo>
                    <a:pt x="1239" y="14470"/>
                  </a:lnTo>
                  <a:lnTo>
                    <a:pt x="1507" y="14904"/>
                  </a:lnTo>
                  <a:lnTo>
                    <a:pt x="1775" y="15337"/>
                  </a:lnTo>
                  <a:lnTo>
                    <a:pt x="2064" y="15730"/>
                  </a:lnTo>
                  <a:lnTo>
                    <a:pt x="2395" y="16101"/>
                  </a:lnTo>
                  <a:lnTo>
                    <a:pt x="2704" y="16473"/>
                  </a:lnTo>
                  <a:lnTo>
                    <a:pt x="3055" y="16803"/>
                  </a:lnTo>
                  <a:lnTo>
                    <a:pt x="3406" y="17133"/>
                  </a:lnTo>
                  <a:lnTo>
                    <a:pt x="3778" y="17422"/>
                  </a:lnTo>
                  <a:lnTo>
                    <a:pt x="4170" y="17711"/>
                  </a:lnTo>
                  <a:lnTo>
                    <a:pt x="4562" y="17979"/>
                  </a:lnTo>
                  <a:lnTo>
                    <a:pt x="4975" y="18206"/>
                  </a:lnTo>
                  <a:lnTo>
                    <a:pt x="5388" y="18434"/>
                  </a:lnTo>
                  <a:lnTo>
                    <a:pt x="5800" y="18640"/>
                  </a:lnTo>
                  <a:lnTo>
                    <a:pt x="6234" y="18805"/>
                  </a:lnTo>
                  <a:lnTo>
                    <a:pt x="6688" y="18970"/>
                  </a:lnTo>
                  <a:lnTo>
                    <a:pt x="7121" y="19094"/>
                  </a:lnTo>
                  <a:lnTo>
                    <a:pt x="7576" y="19218"/>
                  </a:lnTo>
                  <a:lnTo>
                    <a:pt x="8030" y="19300"/>
                  </a:lnTo>
                  <a:lnTo>
                    <a:pt x="8504" y="19383"/>
                  </a:lnTo>
                  <a:lnTo>
                    <a:pt x="8959" y="19424"/>
                  </a:lnTo>
                  <a:lnTo>
                    <a:pt x="9433" y="19466"/>
                  </a:lnTo>
                  <a:lnTo>
                    <a:pt x="9908" y="19466"/>
                  </a:lnTo>
                  <a:lnTo>
                    <a:pt x="10362" y="19445"/>
                  </a:lnTo>
                  <a:lnTo>
                    <a:pt x="10837" y="19404"/>
                  </a:lnTo>
                  <a:lnTo>
                    <a:pt x="11312" y="19342"/>
                  </a:lnTo>
                  <a:lnTo>
                    <a:pt x="11766" y="19239"/>
                  </a:lnTo>
                  <a:lnTo>
                    <a:pt x="12240" y="19135"/>
                  </a:lnTo>
                  <a:lnTo>
                    <a:pt x="12695" y="19012"/>
                  </a:lnTo>
                  <a:lnTo>
                    <a:pt x="13149" y="18846"/>
                  </a:lnTo>
                  <a:lnTo>
                    <a:pt x="13603" y="18661"/>
                  </a:lnTo>
                  <a:lnTo>
                    <a:pt x="14057" y="18454"/>
                  </a:lnTo>
                  <a:lnTo>
                    <a:pt x="14490" y="18227"/>
                  </a:lnTo>
                  <a:lnTo>
                    <a:pt x="14924" y="17959"/>
                  </a:lnTo>
                  <a:lnTo>
                    <a:pt x="15337" y="17690"/>
                  </a:lnTo>
                  <a:lnTo>
                    <a:pt x="15729" y="17401"/>
                  </a:lnTo>
                  <a:lnTo>
                    <a:pt x="16100" y="17092"/>
                  </a:lnTo>
                  <a:lnTo>
                    <a:pt x="16472" y="16762"/>
                  </a:lnTo>
                  <a:lnTo>
                    <a:pt x="16802" y="16411"/>
                  </a:lnTo>
                  <a:lnTo>
                    <a:pt x="17132" y="16060"/>
                  </a:lnTo>
                  <a:lnTo>
                    <a:pt x="17421" y="15688"/>
                  </a:lnTo>
                  <a:lnTo>
                    <a:pt x="17710" y="15296"/>
                  </a:lnTo>
                  <a:lnTo>
                    <a:pt x="17958" y="14904"/>
                  </a:lnTo>
                  <a:lnTo>
                    <a:pt x="18206" y="14491"/>
                  </a:lnTo>
                  <a:lnTo>
                    <a:pt x="18433" y="14078"/>
                  </a:lnTo>
                  <a:lnTo>
                    <a:pt x="18619" y="13665"/>
                  </a:lnTo>
                  <a:lnTo>
                    <a:pt x="18804" y="13232"/>
                  </a:lnTo>
                  <a:lnTo>
                    <a:pt x="18949" y="12778"/>
                  </a:lnTo>
                  <a:lnTo>
                    <a:pt x="19093" y="12344"/>
                  </a:lnTo>
                  <a:lnTo>
                    <a:pt x="19197" y="11890"/>
                  </a:lnTo>
                  <a:lnTo>
                    <a:pt x="19300" y="11436"/>
                  </a:lnTo>
                  <a:lnTo>
                    <a:pt x="19362" y="10961"/>
                  </a:lnTo>
                  <a:lnTo>
                    <a:pt x="19424" y="10507"/>
                  </a:lnTo>
                  <a:lnTo>
                    <a:pt x="19444" y="10033"/>
                  </a:lnTo>
                  <a:lnTo>
                    <a:pt x="19444" y="9558"/>
                  </a:lnTo>
                  <a:lnTo>
                    <a:pt x="19424" y="9104"/>
                  </a:lnTo>
                  <a:lnTo>
                    <a:pt x="19382" y="8629"/>
                  </a:lnTo>
                  <a:lnTo>
                    <a:pt x="19320" y="8154"/>
                  </a:lnTo>
                  <a:lnTo>
                    <a:pt x="19217" y="7700"/>
                  </a:lnTo>
                  <a:lnTo>
                    <a:pt x="19114" y="7225"/>
                  </a:lnTo>
                  <a:lnTo>
                    <a:pt x="18970" y="6771"/>
                  </a:lnTo>
                  <a:lnTo>
                    <a:pt x="18825" y="6317"/>
                  </a:lnTo>
                  <a:lnTo>
                    <a:pt x="18639" y="5863"/>
                  </a:lnTo>
                  <a:lnTo>
                    <a:pt x="18433" y="5409"/>
                  </a:lnTo>
                  <a:lnTo>
                    <a:pt x="18206" y="4975"/>
                  </a:lnTo>
                  <a:lnTo>
                    <a:pt x="17937" y="4542"/>
                  </a:lnTo>
                  <a:lnTo>
                    <a:pt x="17669" y="4129"/>
                  </a:lnTo>
                  <a:lnTo>
                    <a:pt x="17359" y="3737"/>
                  </a:lnTo>
                  <a:lnTo>
                    <a:pt x="17050" y="3345"/>
                  </a:lnTo>
                  <a:lnTo>
                    <a:pt x="16720" y="2994"/>
                  </a:lnTo>
                  <a:lnTo>
                    <a:pt x="16389" y="2643"/>
                  </a:lnTo>
                  <a:lnTo>
                    <a:pt x="16018" y="2333"/>
                  </a:lnTo>
                  <a:lnTo>
                    <a:pt x="15646" y="2024"/>
                  </a:lnTo>
                  <a:lnTo>
                    <a:pt x="15275" y="1735"/>
                  </a:lnTo>
                  <a:lnTo>
                    <a:pt x="14883" y="1487"/>
                  </a:lnTo>
                  <a:lnTo>
                    <a:pt x="14470" y="1239"/>
                  </a:lnTo>
                  <a:lnTo>
                    <a:pt x="14057" y="1012"/>
                  </a:lnTo>
                  <a:lnTo>
                    <a:pt x="13623" y="827"/>
                  </a:lnTo>
                  <a:lnTo>
                    <a:pt x="13190" y="641"/>
                  </a:lnTo>
                  <a:lnTo>
                    <a:pt x="12756" y="496"/>
                  </a:lnTo>
                  <a:lnTo>
                    <a:pt x="12302" y="352"/>
                  </a:lnTo>
                  <a:lnTo>
                    <a:pt x="11848" y="228"/>
                  </a:lnTo>
                  <a:lnTo>
                    <a:pt x="11394" y="145"/>
                  </a:lnTo>
                  <a:lnTo>
                    <a:pt x="10940" y="63"/>
                  </a:lnTo>
                  <a:lnTo>
                    <a:pt x="10465" y="22"/>
                  </a:lnTo>
                  <a:lnTo>
                    <a:pt x="100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Google Shape;143;p27"/>
            <p:cNvSpPr/>
            <p:nvPr/>
          </p:nvSpPr>
          <p:spPr>
            <a:xfrm>
              <a:off x="4173250" y="307250"/>
              <a:ext cx="388100" cy="452600"/>
            </a:xfrm>
            <a:custGeom>
              <a:avLst/>
              <a:gdLst/>
              <a:ahLst/>
              <a:cxnLst/>
              <a:rect l="l" t="t" r="r" b="b"/>
              <a:pathLst>
                <a:path w="15524" h="18104" extrusionOk="0">
                  <a:moveTo>
                    <a:pt x="5223" y="1"/>
                  </a:moveTo>
                  <a:lnTo>
                    <a:pt x="4645" y="42"/>
                  </a:lnTo>
                  <a:lnTo>
                    <a:pt x="4109" y="104"/>
                  </a:lnTo>
                  <a:lnTo>
                    <a:pt x="3593" y="207"/>
                  </a:lnTo>
                  <a:lnTo>
                    <a:pt x="3118" y="311"/>
                  </a:lnTo>
                  <a:lnTo>
                    <a:pt x="2664" y="455"/>
                  </a:lnTo>
                  <a:lnTo>
                    <a:pt x="2251" y="600"/>
                  </a:lnTo>
                  <a:lnTo>
                    <a:pt x="1879" y="744"/>
                  </a:lnTo>
                  <a:lnTo>
                    <a:pt x="1549" y="909"/>
                  </a:lnTo>
                  <a:lnTo>
                    <a:pt x="1239" y="1054"/>
                  </a:lnTo>
                  <a:lnTo>
                    <a:pt x="971" y="1219"/>
                  </a:lnTo>
                  <a:lnTo>
                    <a:pt x="517" y="1487"/>
                  </a:lnTo>
                  <a:lnTo>
                    <a:pt x="228" y="1714"/>
                  </a:lnTo>
                  <a:lnTo>
                    <a:pt x="42" y="1879"/>
                  </a:lnTo>
                  <a:lnTo>
                    <a:pt x="1" y="1921"/>
                  </a:lnTo>
                  <a:lnTo>
                    <a:pt x="1" y="1941"/>
                  </a:lnTo>
                  <a:lnTo>
                    <a:pt x="22" y="1962"/>
                  </a:lnTo>
                  <a:lnTo>
                    <a:pt x="84" y="1941"/>
                  </a:lnTo>
                  <a:lnTo>
                    <a:pt x="290" y="1838"/>
                  </a:lnTo>
                  <a:lnTo>
                    <a:pt x="1095" y="1466"/>
                  </a:lnTo>
                  <a:lnTo>
                    <a:pt x="1694" y="1239"/>
                  </a:lnTo>
                  <a:lnTo>
                    <a:pt x="2024" y="1116"/>
                  </a:lnTo>
                  <a:lnTo>
                    <a:pt x="2395" y="992"/>
                  </a:lnTo>
                  <a:lnTo>
                    <a:pt x="2788" y="889"/>
                  </a:lnTo>
                  <a:lnTo>
                    <a:pt x="3221" y="785"/>
                  </a:lnTo>
                  <a:lnTo>
                    <a:pt x="3696" y="703"/>
                  </a:lnTo>
                  <a:lnTo>
                    <a:pt x="4170" y="641"/>
                  </a:lnTo>
                  <a:lnTo>
                    <a:pt x="4687" y="600"/>
                  </a:lnTo>
                  <a:lnTo>
                    <a:pt x="5223" y="579"/>
                  </a:lnTo>
                  <a:lnTo>
                    <a:pt x="5780" y="600"/>
                  </a:lnTo>
                  <a:lnTo>
                    <a:pt x="6358" y="641"/>
                  </a:lnTo>
                  <a:lnTo>
                    <a:pt x="6957" y="723"/>
                  </a:lnTo>
                  <a:lnTo>
                    <a:pt x="7556" y="868"/>
                  </a:lnTo>
                  <a:lnTo>
                    <a:pt x="8175" y="1033"/>
                  </a:lnTo>
                  <a:lnTo>
                    <a:pt x="8794" y="1260"/>
                  </a:lnTo>
                  <a:lnTo>
                    <a:pt x="9413" y="1528"/>
                  </a:lnTo>
                  <a:lnTo>
                    <a:pt x="9702" y="1673"/>
                  </a:lnTo>
                  <a:lnTo>
                    <a:pt x="10012" y="1838"/>
                  </a:lnTo>
                  <a:lnTo>
                    <a:pt x="10611" y="2210"/>
                  </a:lnTo>
                  <a:lnTo>
                    <a:pt x="10900" y="2416"/>
                  </a:lnTo>
                  <a:lnTo>
                    <a:pt x="11188" y="2622"/>
                  </a:lnTo>
                  <a:lnTo>
                    <a:pt x="11457" y="2849"/>
                  </a:lnTo>
                  <a:lnTo>
                    <a:pt x="11725" y="3097"/>
                  </a:lnTo>
                  <a:lnTo>
                    <a:pt x="11994" y="3345"/>
                  </a:lnTo>
                  <a:lnTo>
                    <a:pt x="12262" y="3613"/>
                  </a:lnTo>
                  <a:lnTo>
                    <a:pt x="12510" y="3881"/>
                  </a:lnTo>
                  <a:lnTo>
                    <a:pt x="12737" y="4170"/>
                  </a:lnTo>
                  <a:lnTo>
                    <a:pt x="12964" y="4480"/>
                  </a:lnTo>
                  <a:lnTo>
                    <a:pt x="13191" y="4790"/>
                  </a:lnTo>
                  <a:lnTo>
                    <a:pt x="13397" y="5099"/>
                  </a:lnTo>
                  <a:lnTo>
                    <a:pt x="13583" y="5430"/>
                  </a:lnTo>
                  <a:lnTo>
                    <a:pt x="13769" y="5760"/>
                  </a:lnTo>
                  <a:lnTo>
                    <a:pt x="13934" y="6090"/>
                  </a:lnTo>
                  <a:lnTo>
                    <a:pt x="14078" y="6441"/>
                  </a:lnTo>
                  <a:lnTo>
                    <a:pt x="14223" y="6771"/>
                  </a:lnTo>
                  <a:lnTo>
                    <a:pt x="14347" y="7122"/>
                  </a:lnTo>
                  <a:lnTo>
                    <a:pt x="14450" y="7452"/>
                  </a:lnTo>
                  <a:lnTo>
                    <a:pt x="14532" y="7803"/>
                  </a:lnTo>
                  <a:lnTo>
                    <a:pt x="14615" y="8154"/>
                  </a:lnTo>
                  <a:lnTo>
                    <a:pt x="14677" y="8505"/>
                  </a:lnTo>
                  <a:lnTo>
                    <a:pt x="14739" y="8835"/>
                  </a:lnTo>
                  <a:lnTo>
                    <a:pt x="14780" y="9186"/>
                  </a:lnTo>
                  <a:lnTo>
                    <a:pt x="14801" y="9517"/>
                  </a:lnTo>
                  <a:lnTo>
                    <a:pt x="14821" y="10198"/>
                  </a:lnTo>
                  <a:lnTo>
                    <a:pt x="14801" y="10838"/>
                  </a:lnTo>
                  <a:lnTo>
                    <a:pt x="14739" y="11477"/>
                  </a:lnTo>
                  <a:lnTo>
                    <a:pt x="14636" y="12076"/>
                  </a:lnTo>
                  <a:lnTo>
                    <a:pt x="14491" y="12675"/>
                  </a:lnTo>
                  <a:lnTo>
                    <a:pt x="14326" y="13232"/>
                  </a:lnTo>
                  <a:lnTo>
                    <a:pt x="14120" y="13748"/>
                  </a:lnTo>
                  <a:lnTo>
                    <a:pt x="13913" y="14243"/>
                  </a:lnTo>
                  <a:lnTo>
                    <a:pt x="13686" y="14698"/>
                  </a:lnTo>
                  <a:lnTo>
                    <a:pt x="13438" y="15131"/>
                  </a:lnTo>
                  <a:lnTo>
                    <a:pt x="13191" y="15523"/>
                  </a:lnTo>
                  <a:lnTo>
                    <a:pt x="12943" y="15895"/>
                  </a:lnTo>
                  <a:lnTo>
                    <a:pt x="12675" y="16225"/>
                  </a:lnTo>
                  <a:lnTo>
                    <a:pt x="12427" y="16514"/>
                  </a:lnTo>
                  <a:lnTo>
                    <a:pt x="12200" y="16803"/>
                  </a:lnTo>
                  <a:lnTo>
                    <a:pt x="11746" y="17257"/>
                  </a:lnTo>
                  <a:lnTo>
                    <a:pt x="11106" y="17856"/>
                  </a:lnTo>
                  <a:lnTo>
                    <a:pt x="10941" y="18021"/>
                  </a:lnTo>
                  <a:lnTo>
                    <a:pt x="10900" y="18062"/>
                  </a:lnTo>
                  <a:lnTo>
                    <a:pt x="10900" y="18083"/>
                  </a:lnTo>
                  <a:lnTo>
                    <a:pt x="10920" y="18103"/>
                  </a:lnTo>
                  <a:lnTo>
                    <a:pt x="10982" y="18083"/>
                  </a:lnTo>
                  <a:lnTo>
                    <a:pt x="11188" y="17979"/>
                  </a:lnTo>
                  <a:lnTo>
                    <a:pt x="11519" y="17773"/>
                  </a:lnTo>
                  <a:lnTo>
                    <a:pt x="11952" y="17463"/>
                  </a:lnTo>
                  <a:lnTo>
                    <a:pt x="12179" y="17278"/>
                  </a:lnTo>
                  <a:lnTo>
                    <a:pt x="12448" y="17051"/>
                  </a:lnTo>
                  <a:lnTo>
                    <a:pt x="12716" y="16782"/>
                  </a:lnTo>
                  <a:lnTo>
                    <a:pt x="13005" y="16493"/>
                  </a:lnTo>
                  <a:lnTo>
                    <a:pt x="13294" y="16163"/>
                  </a:lnTo>
                  <a:lnTo>
                    <a:pt x="13583" y="15812"/>
                  </a:lnTo>
                  <a:lnTo>
                    <a:pt x="13851" y="15399"/>
                  </a:lnTo>
                  <a:lnTo>
                    <a:pt x="14140" y="14966"/>
                  </a:lnTo>
                  <a:lnTo>
                    <a:pt x="14409" y="14491"/>
                  </a:lnTo>
                  <a:lnTo>
                    <a:pt x="14656" y="13975"/>
                  </a:lnTo>
                  <a:lnTo>
                    <a:pt x="14883" y="13418"/>
                  </a:lnTo>
                  <a:lnTo>
                    <a:pt x="15090" y="12840"/>
                  </a:lnTo>
                  <a:lnTo>
                    <a:pt x="15255" y="12221"/>
                  </a:lnTo>
                  <a:lnTo>
                    <a:pt x="15379" y="11581"/>
                  </a:lnTo>
                  <a:lnTo>
                    <a:pt x="15461" y="10900"/>
                  </a:lnTo>
                  <a:lnTo>
                    <a:pt x="15503" y="10549"/>
                  </a:lnTo>
                  <a:lnTo>
                    <a:pt x="15523" y="10198"/>
                  </a:lnTo>
                  <a:lnTo>
                    <a:pt x="15523" y="9847"/>
                  </a:lnTo>
                  <a:lnTo>
                    <a:pt x="15503" y="9475"/>
                  </a:lnTo>
                  <a:lnTo>
                    <a:pt x="15482" y="9124"/>
                  </a:lnTo>
                  <a:lnTo>
                    <a:pt x="15441" y="8753"/>
                  </a:lnTo>
                  <a:lnTo>
                    <a:pt x="15399" y="8381"/>
                  </a:lnTo>
                  <a:lnTo>
                    <a:pt x="15337" y="8010"/>
                  </a:lnTo>
                  <a:lnTo>
                    <a:pt x="15255" y="7638"/>
                  </a:lnTo>
                  <a:lnTo>
                    <a:pt x="15152" y="7267"/>
                  </a:lnTo>
                  <a:lnTo>
                    <a:pt x="15028" y="6895"/>
                  </a:lnTo>
                  <a:lnTo>
                    <a:pt x="14904" y="6524"/>
                  </a:lnTo>
                  <a:lnTo>
                    <a:pt x="14759" y="6152"/>
                  </a:lnTo>
                  <a:lnTo>
                    <a:pt x="14615" y="5780"/>
                  </a:lnTo>
                  <a:lnTo>
                    <a:pt x="14429" y="5430"/>
                  </a:lnTo>
                  <a:lnTo>
                    <a:pt x="14243" y="5058"/>
                  </a:lnTo>
                  <a:lnTo>
                    <a:pt x="14037" y="4707"/>
                  </a:lnTo>
                  <a:lnTo>
                    <a:pt x="13810" y="4377"/>
                  </a:lnTo>
                  <a:lnTo>
                    <a:pt x="13562" y="4047"/>
                  </a:lnTo>
                  <a:lnTo>
                    <a:pt x="13315" y="3716"/>
                  </a:lnTo>
                  <a:lnTo>
                    <a:pt x="13067" y="3407"/>
                  </a:lnTo>
                  <a:lnTo>
                    <a:pt x="12799" y="3097"/>
                  </a:lnTo>
                  <a:lnTo>
                    <a:pt x="12510" y="2829"/>
                  </a:lnTo>
                  <a:lnTo>
                    <a:pt x="12221" y="2540"/>
                  </a:lnTo>
                  <a:lnTo>
                    <a:pt x="11932" y="2292"/>
                  </a:lnTo>
                  <a:lnTo>
                    <a:pt x="11622" y="2044"/>
                  </a:lnTo>
                  <a:lnTo>
                    <a:pt x="11312" y="1817"/>
                  </a:lnTo>
                  <a:lnTo>
                    <a:pt x="11003" y="1611"/>
                  </a:lnTo>
                  <a:lnTo>
                    <a:pt x="10672" y="1405"/>
                  </a:lnTo>
                  <a:lnTo>
                    <a:pt x="10363" y="1219"/>
                  </a:lnTo>
                  <a:lnTo>
                    <a:pt x="10033" y="1033"/>
                  </a:lnTo>
                  <a:lnTo>
                    <a:pt x="9702" y="889"/>
                  </a:lnTo>
                  <a:lnTo>
                    <a:pt x="9372" y="744"/>
                  </a:lnTo>
                  <a:lnTo>
                    <a:pt x="9042" y="620"/>
                  </a:lnTo>
                  <a:lnTo>
                    <a:pt x="8712" y="496"/>
                  </a:lnTo>
                  <a:lnTo>
                    <a:pt x="8361" y="393"/>
                  </a:lnTo>
                  <a:lnTo>
                    <a:pt x="7700" y="228"/>
                  </a:lnTo>
                  <a:lnTo>
                    <a:pt x="7060" y="104"/>
                  </a:lnTo>
                  <a:lnTo>
                    <a:pt x="6420" y="22"/>
                  </a:lnTo>
                  <a:lnTo>
                    <a:pt x="5801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Google Shape;144;p27"/>
            <p:cNvSpPr/>
            <p:nvPr/>
          </p:nvSpPr>
          <p:spPr>
            <a:xfrm>
              <a:off x="4144875" y="436275"/>
              <a:ext cx="319450" cy="264225"/>
            </a:xfrm>
            <a:custGeom>
              <a:avLst/>
              <a:gdLst/>
              <a:ahLst/>
              <a:cxnLst/>
              <a:rect l="l" t="t" r="r" b="b"/>
              <a:pathLst>
                <a:path w="12778" h="10569" extrusionOk="0">
                  <a:moveTo>
                    <a:pt x="7803" y="2291"/>
                  </a:moveTo>
                  <a:lnTo>
                    <a:pt x="8009" y="2312"/>
                  </a:lnTo>
                  <a:lnTo>
                    <a:pt x="8195" y="2353"/>
                  </a:lnTo>
                  <a:lnTo>
                    <a:pt x="8402" y="2457"/>
                  </a:lnTo>
                  <a:lnTo>
                    <a:pt x="8629" y="2601"/>
                  </a:lnTo>
                  <a:lnTo>
                    <a:pt x="8835" y="2787"/>
                  </a:lnTo>
                  <a:lnTo>
                    <a:pt x="7039" y="3963"/>
                  </a:lnTo>
                  <a:lnTo>
                    <a:pt x="6977" y="3716"/>
                  </a:lnTo>
                  <a:lnTo>
                    <a:pt x="6936" y="3489"/>
                  </a:lnTo>
                  <a:lnTo>
                    <a:pt x="6915" y="3262"/>
                  </a:lnTo>
                  <a:lnTo>
                    <a:pt x="6936" y="3076"/>
                  </a:lnTo>
                  <a:lnTo>
                    <a:pt x="6977" y="2890"/>
                  </a:lnTo>
                  <a:lnTo>
                    <a:pt x="7039" y="2725"/>
                  </a:lnTo>
                  <a:lnTo>
                    <a:pt x="7143" y="2580"/>
                  </a:lnTo>
                  <a:lnTo>
                    <a:pt x="7287" y="2457"/>
                  </a:lnTo>
                  <a:lnTo>
                    <a:pt x="7452" y="2374"/>
                  </a:lnTo>
                  <a:lnTo>
                    <a:pt x="7638" y="2312"/>
                  </a:lnTo>
                  <a:lnTo>
                    <a:pt x="7803" y="2291"/>
                  </a:lnTo>
                  <a:close/>
                  <a:moveTo>
                    <a:pt x="5677" y="6647"/>
                  </a:moveTo>
                  <a:lnTo>
                    <a:pt x="5739" y="6894"/>
                  </a:lnTo>
                  <a:lnTo>
                    <a:pt x="5780" y="7121"/>
                  </a:lnTo>
                  <a:lnTo>
                    <a:pt x="5780" y="7349"/>
                  </a:lnTo>
                  <a:lnTo>
                    <a:pt x="5780" y="7534"/>
                  </a:lnTo>
                  <a:lnTo>
                    <a:pt x="5739" y="7720"/>
                  </a:lnTo>
                  <a:lnTo>
                    <a:pt x="5656" y="7885"/>
                  </a:lnTo>
                  <a:lnTo>
                    <a:pt x="5553" y="8030"/>
                  </a:lnTo>
                  <a:lnTo>
                    <a:pt x="5409" y="8133"/>
                  </a:lnTo>
                  <a:lnTo>
                    <a:pt x="5244" y="8215"/>
                  </a:lnTo>
                  <a:lnTo>
                    <a:pt x="5078" y="8277"/>
                  </a:lnTo>
                  <a:lnTo>
                    <a:pt x="4913" y="8298"/>
                  </a:lnTo>
                  <a:lnTo>
                    <a:pt x="4728" y="8277"/>
                  </a:lnTo>
                  <a:lnTo>
                    <a:pt x="4542" y="8215"/>
                  </a:lnTo>
                  <a:lnTo>
                    <a:pt x="4335" y="8112"/>
                  </a:lnTo>
                  <a:lnTo>
                    <a:pt x="4129" y="7968"/>
                  </a:lnTo>
                  <a:lnTo>
                    <a:pt x="3923" y="7803"/>
                  </a:lnTo>
                  <a:lnTo>
                    <a:pt x="5677" y="6647"/>
                  </a:lnTo>
                  <a:close/>
                  <a:moveTo>
                    <a:pt x="7225" y="0"/>
                  </a:moveTo>
                  <a:lnTo>
                    <a:pt x="6936" y="42"/>
                  </a:lnTo>
                  <a:lnTo>
                    <a:pt x="6668" y="103"/>
                  </a:lnTo>
                  <a:lnTo>
                    <a:pt x="6379" y="207"/>
                  </a:lnTo>
                  <a:lnTo>
                    <a:pt x="6110" y="331"/>
                  </a:lnTo>
                  <a:lnTo>
                    <a:pt x="5863" y="475"/>
                  </a:lnTo>
                  <a:lnTo>
                    <a:pt x="5553" y="723"/>
                  </a:lnTo>
                  <a:lnTo>
                    <a:pt x="5285" y="950"/>
                  </a:lnTo>
                  <a:lnTo>
                    <a:pt x="5078" y="1218"/>
                  </a:lnTo>
                  <a:lnTo>
                    <a:pt x="4913" y="1486"/>
                  </a:lnTo>
                  <a:lnTo>
                    <a:pt x="4789" y="1775"/>
                  </a:lnTo>
                  <a:lnTo>
                    <a:pt x="4686" y="2064"/>
                  </a:lnTo>
                  <a:lnTo>
                    <a:pt x="4645" y="2353"/>
                  </a:lnTo>
                  <a:lnTo>
                    <a:pt x="4624" y="2663"/>
                  </a:lnTo>
                  <a:lnTo>
                    <a:pt x="4624" y="2973"/>
                  </a:lnTo>
                  <a:lnTo>
                    <a:pt x="4666" y="3282"/>
                  </a:lnTo>
                  <a:lnTo>
                    <a:pt x="4707" y="3612"/>
                  </a:lnTo>
                  <a:lnTo>
                    <a:pt x="4789" y="3922"/>
                  </a:lnTo>
                  <a:lnTo>
                    <a:pt x="4975" y="4562"/>
                  </a:lnTo>
                  <a:lnTo>
                    <a:pt x="5182" y="5181"/>
                  </a:lnTo>
                  <a:lnTo>
                    <a:pt x="3056" y="6564"/>
                  </a:lnTo>
                  <a:lnTo>
                    <a:pt x="2870" y="6193"/>
                  </a:lnTo>
                  <a:lnTo>
                    <a:pt x="2725" y="5800"/>
                  </a:lnTo>
                  <a:lnTo>
                    <a:pt x="2601" y="5408"/>
                  </a:lnTo>
                  <a:lnTo>
                    <a:pt x="2498" y="5016"/>
                  </a:lnTo>
                  <a:lnTo>
                    <a:pt x="2416" y="4624"/>
                  </a:lnTo>
                  <a:lnTo>
                    <a:pt x="2374" y="4252"/>
                  </a:lnTo>
                  <a:lnTo>
                    <a:pt x="2354" y="3860"/>
                  </a:lnTo>
                  <a:lnTo>
                    <a:pt x="2354" y="3509"/>
                  </a:lnTo>
                  <a:lnTo>
                    <a:pt x="352" y="3819"/>
                  </a:lnTo>
                  <a:lnTo>
                    <a:pt x="331" y="4232"/>
                  </a:lnTo>
                  <a:lnTo>
                    <a:pt x="372" y="4686"/>
                  </a:lnTo>
                  <a:lnTo>
                    <a:pt x="434" y="5140"/>
                  </a:lnTo>
                  <a:lnTo>
                    <a:pt x="558" y="5635"/>
                  </a:lnTo>
                  <a:lnTo>
                    <a:pt x="702" y="6131"/>
                  </a:lnTo>
                  <a:lnTo>
                    <a:pt x="909" y="6647"/>
                  </a:lnTo>
                  <a:lnTo>
                    <a:pt x="1136" y="7142"/>
                  </a:lnTo>
                  <a:lnTo>
                    <a:pt x="1384" y="7638"/>
                  </a:lnTo>
                  <a:lnTo>
                    <a:pt x="1" y="8546"/>
                  </a:lnTo>
                  <a:lnTo>
                    <a:pt x="826" y="9805"/>
                  </a:lnTo>
                  <a:lnTo>
                    <a:pt x="2251" y="8876"/>
                  </a:lnTo>
                  <a:lnTo>
                    <a:pt x="2540" y="9206"/>
                  </a:lnTo>
                  <a:lnTo>
                    <a:pt x="2849" y="9495"/>
                  </a:lnTo>
                  <a:lnTo>
                    <a:pt x="3138" y="9743"/>
                  </a:lnTo>
                  <a:lnTo>
                    <a:pt x="3448" y="9970"/>
                  </a:lnTo>
                  <a:lnTo>
                    <a:pt x="3737" y="10156"/>
                  </a:lnTo>
                  <a:lnTo>
                    <a:pt x="4046" y="10300"/>
                  </a:lnTo>
                  <a:lnTo>
                    <a:pt x="4356" y="10403"/>
                  </a:lnTo>
                  <a:lnTo>
                    <a:pt x="4645" y="10486"/>
                  </a:lnTo>
                  <a:lnTo>
                    <a:pt x="4955" y="10548"/>
                  </a:lnTo>
                  <a:lnTo>
                    <a:pt x="5244" y="10569"/>
                  </a:lnTo>
                  <a:lnTo>
                    <a:pt x="5533" y="10548"/>
                  </a:lnTo>
                  <a:lnTo>
                    <a:pt x="5822" y="10527"/>
                  </a:lnTo>
                  <a:lnTo>
                    <a:pt x="6090" y="10445"/>
                  </a:lnTo>
                  <a:lnTo>
                    <a:pt x="6379" y="10362"/>
                  </a:lnTo>
                  <a:lnTo>
                    <a:pt x="6627" y="10238"/>
                  </a:lnTo>
                  <a:lnTo>
                    <a:pt x="6895" y="10094"/>
                  </a:lnTo>
                  <a:lnTo>
                    <a:pt x="7204" y="9867"/>
                  </a:lnTo>
                  <a:lnTo>
                    <a:pt x="7452" y="9619"/>
                  </a:lnTo>
                  <a:lnTo>
                    <a:pt x="7659" y="9371"/>
                  </a:lnTo>
                  <a:lnTo>
                    <a:pt x="7824" y="9103"/>
                  </a:lnTo>
                  <a:lnTo>
                    <a:pt x="7948" y="8814"/>
                  </a:lnTo>
                  <a:lnTo>
                    <a:pt x="8030" y="8525"/>
                  </a:lnTo>
                  <a:lnTo>
                    <a:pt x="8092" y="8236"/>
                  </a:lnTo>
                  <a:lnTo>
                    <a:pt x="8113" y="7926"/>
                  </a:lnTo>
                  <a:lnTo>
                    <a:pt x="8092" y="7617"/>
                  </a:lnTo>
                  <a:lnTo>
                    <a:pt x="8071" y="7307"/>
                  </a:lnTo>
                  <a:lnTo>
                    <a:pt x="8009" y="6998"/>
                  </a:lnTo>
                  <a:lnTo>
                    <a:pt x="7948" y="6688"/>
                  </a:lnTo>
                  <a:lnTo>
                    <a:pt x="7762" y="6048"/>
                  </a:lnTo>
                  <a:lnTo>
                    <a:pt x="7555" y="5450"/>
                  </a:lnTo>
                  <a:lnTo>
                    <a:pt x="9702" y="4025"/>
                  </a:lnTo>
                  <a:lnTo>
                    <a:pt x="9826" y="4294"/>
                  </a:lnTo>
                  <a:lnTo>
                    <a:pt x="9929" y="4562"/>
                  </a:lnTo>
                  <a:lnTo>
                    <a:pt x="10032" y="4851"/>
                  </a:lnTo>
                  <a:lnTo>
                    <a:pt x="10115" y="5140"/>
                  </a:lnTo>
                  <a:lnTo>
                    <a:pt x="10177" y="5450"/>
                  </a:lnTo>
                  <a:lnTo>
                    <a:pt x="10239" y="5759"/>
                  </a:lnTo>
                  <a:lnTo>
                    <a:pt x="10280" y="6069"/>
                  </a:lnTo>
                  <a:lnTo>
                    <a:pt x="10321" y="6399"/>
                  </a:lnTo>
                  <a:lnTo>
                    <a:pt x="12282" y="6027"/>
                  </a:lnTo>
                  <a:lnTo>
                    <a:pt x="12262" y="5656"/>
                  </a:lnTo>
                  <a:lnTo>
                    <a:pt x="12220" y="5264"/>
                  </a:lnTo>
                  <a:lnTo>
                    <a:pt x="12138" y="4872"/>
                  </a:lnTo>
                  <a:lnTo>
                    <a:pt x="12035" y="4500"/>
                  </a:lnTo>
                  <a:lnTo>
                    <a:pt x="11911" y="4108"/>
                  </a:lnTo>
                  <a:lnTo>
                    <a:pt x="11746" y="3716"/>
                  </a:lnTo>
                  <a:lnTo>
                    <a:pt x="11580" y="3323"/>
                  </a:lnTo>
                  <a:lnTo>
                    <a:pt x="11374" y="2952"/>
                  </a:lnTo>
                  <a:lnTo>
                    <a:pt x="12778" y="2044"/>
                  </a:lnTo>
                  <a:lnTo>
                    <a:pt x="11952" y="764"/>
                  </a:lnTo>
                  <a:lnTo>
                    <a:pt x="10528" y="1693"/>
                  </a:lnTo>
                  <a:lnTo>
                    <a:pt x="10239" y="1363"/>
                  </a:lnTo>
                  <a:lnTo>
                    <a:pt x="9950" y="1074"/>
                  </a:lnTo>
                  <a:lnTo>
                    <a:pt x="9640" y="805"/>
                  </a:lnTo>
                  <a:lnTo>
                    <a:pt x="9351" y="599"/>
                  </a:lnTo>
                  <a:lnTo>
                    <a:pt x="9042" y="413"/>
                  </a:lnTo>
                  <a:lnTo>
                    <a:pt x="8732" y="269"/>
                  </a:lnTo>
                  <a:lnTo>
                    <a:pt x="8422" y="145"/>
                  </a:lnTo>
                  <a:lnTo>
                    <a:pt x="8133" y="62"/>
                  </a:lnTo>
                  <a:lnTo>
                    <a:pt x="7824" y="21"/>
                  </a:lnTo>
                  <a:lnTo>
                    <a:pt x="7535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Google Shape;145;p27"/>
            <p:cNvSpPr/>
            <p:nvPr/>
          </p:nvSpPr>
          <p:spPr>
            <a:xfrm>
              <a:off x="5570675" y="3855500"/>
              <a:ext cx="638875" cy="637825"/>
            </a:xfrm>
            <a:custGeom>
              <a:avLst/>
              <a:gdLst/>
              <a:ahLst/>
              <a:cxnLst/>
              <a:rect l="l" t="t" r="r" b="b"/>
              <a:pathLst>
                <a:path w="25555" h="25513" extrusionOk="0">
                  <a:moveTo>
                    <a:pt x="12488" y="0"/>
                  </a:moveTo>
                  <a:lnTo>
                    <a:pt x="11848" y="21"/>
                  </a:lnTo>
                  <a:lnTo>
                    <a:pt x="11229" y="83"/>
                  </a:lnTo>
                  <a:lnTo>
                    <a:pt x="10589" y="186"/>
                  </a:lnTo>
                  <a:lnTo>
                    <a:pt x="9970" y="310"/>
                  </a:lnTo>
                  <a:lnTo>
                    <a:pt x="9351" y="475"/>
                  </a:lnTo>
                  <a:lnTo>
                    <a:pt x="8732" y="661"/>
                  </a:lnTo>
                  <a:lnTo>
                    <a:pt x="8112" y="888"/>
                  </a:lnTo>
                  <a:lnTo>
                    <a:pt x="7493" y="1135"/>
                  </a:lnTo>
                  <a:lnTo>
                    <a:pt x="6915" y="1424"/>
                  </a:lnTo>
                  <a:lnTo>
                    <a:pt x="6358" y="1734"/>
                  </a:lnTo>
                  <a:lnTo>
                    <a:pt x="5801" y="2064"/>
                  </a:lnTo>
                  <a:lnTo>
                    <a:pt x="5285" y="2436"/>
                  </a:lnTo>
                  <a:lnTo>
                    <a:pt x="4789" y="2807"/>
                  </a:lnTo>
                  <a:lnTo>
                    <a:pt x="4294" y="3220"/>
                  </a:lnTo>
                  <a:lnTo>
                    <a:pt x="3840" y="3633"/>
                  </a:lnTo>
                  <a:lnTo>
                    <a:pt x="3406" y="4087"/>
                  </a:lnTo>
                  <a:lnTo>
                    <a:pt x="2993" y="4541"/>
                  </a:lnTo>
                  <a:lnTo>
                    <a:pt x="2622" y="5037"/>
                  </a:lnTo>
                  <a:lnTo>
                    <a:pt x="2250" y="5532"/>
                  </a:lnTo>
                  <a:lnTo>
                    <a:pt x="1920" y="6048"/>
                  </a:lnTo>
                  <a:lnTo>
                    <a:pt x="1610" y="6564"/>
                  </a:lnTo>
                  <a:lnTo>
                    <a:pt x="1321" y="7121"/>
                  </a:lnTo>
                  <a:lnTo>
                    <a:pt x="1074" y="7679"/>
                  </a:lnTo>
                  <a:lnTo>
                    <a:pt x="826" y="8236"/>
                  </a:lnTo>
                  <a:lnTo>
                    <a:pt x="640" y="8814"/>
                  </a:lnTo>
                  <a:lnTo>
                    <a:pt x="455" y="9413"/>
                  </a:lnTo>
                  <a:lnTo>
                    <a:pt x="310" y="9991"/>
                  </a:lnTo>
                  <a:lnTo>
                    <a:pt x="186" y="10610"/>
                  </a:lnTo>
                  <a:lnTo>
                    <a:pt x="104" y="11208"/>
                  </a:lnTo>
                  <a:lnTo>
                    <a:pt x="42" y="11828"/>
                  </a:lnTo>
                  <a:lnTo>
                    <a:pt x="0" y="12447"/>
                  </a:lnTo>
                  <a:lnTo>
                    <a:pt x="0" y="13066"/>
                  </a:lnTo>
                  <a:lnTo>
                    <a:pt x="42" y="13685"/>
                  </a:lnTo>
                  <a:lnTo>
                    <a:pt x="104" y="14325"/>
                  </a:lnTo>
                  <a:lnTo>
                    <a:pt x="186" y="14944"/>
                  </a:lnTo>
                  <a:lnTo>
                    <a:pt x="310" y="15564"/>
                  </a:lnTo>
                  <a:lnTo>
                    <a:pt x="475" y="16204"/>
                  </a:lnTo>
                  <a:lnTo>
                    <a:pt x="661" y="16823"/>
                  </a:lnTo>
                  <a:lnTo>
                    <a:pt x="888" y="17442"/>
                  </a:lnTo>
                  <a:lnTo>
                    <a:pt x="1136" y="18041"/>
                  </a:lnTo>
                  <a:lnTo>
                    <a:pt x="1425" y="18619"/>
                  </a:lnTo>
                  <a:lnTo>
                    <a:pt x="1734" y="19176"/>
                  </a:lnTo>
                  <a:lnTo>
                    <a:pt x="2065" y="19733"/>
                  </a:lnTo>
                  <a:lnTo>
                    <a:pt x="2436" y="20249"/>
                  </a:lnTo>
                  <a:lnTo>
                    <a:pt x="2808" y="20745"/>
                  </a:lnTo>
                  <a:lnTo>
                    <a:pt x="3220" y="21219"/>
                  </a:lnTo>
                  <a:lnTo>
                    <a:pt x="3633" y="21674"/>
                  </a:lnTo>
                  <a:lnTo>
                    <a:pt x="4087" y="22107"/>
                  </a:lnTo>
                  <a:lnTo>
                    <a:pt x="4562" y="22520"/>
                  </a:lnTo>
                  <a:lnTo>
                    <a:pt x="5037" y="22912"/>
                  </a:lnTo>
                  <a:lnTo>
                    <a:pt x="5532" y="23263"/>
                  </a:lnTo>
                  <a:lnTo>
                    <a:pt x="6048" y="23593"/>
                  </a:lnTo>
                  <a:lnTo>
                    <a:pt x="6585" y="23903"/>
                  </a:lnTo>
                  <a:lnTo>
                    <a:pt x="7122" y="24192"/>
                  </a:lnTo>
                  <a:lnTo>
                    <a:pt x="7679" y="24460"/>
                  </a:lnTo>
                  <a:lnTo>
                    <a:pt x="8236" y="24687"/>
                  </a:lnTo>
                  <a:lnTo>
                    <a:pt x="8814" y="24894"/>
                  </a:lnTo>
                  <a:lnTo>
                    <a:pt x="9413" y="25059"/>
                  </a:lnTo>
                  <a:lnTo>
                    <a:pt x="10011" y="25203"/>
                  </a:lnTo>
                  <a:lnTo>
                    <a:pt x="10610" y="25327"/>
                  </a:lnTo>
                  <a:lnTo>
                    <a:pt x="11229" y="25410"/>
                  </a:lnTo>
                  <a:lnTo>
                    <a:pt x="11828" y="25471"/>
                  </a:lnTo>
                  <a:lnTo>
                    <a:pt x="12468" y="25513"/>
                  </a:lnTo>
                  <a:lnTo>
                    <a:pt x="13087" y="25513"/>
                  </a:lnTo>
                  <a:lnTo>
                    <a:pt x="13706" y="25471"/>
                  </a:lnTo>
                  <a:lnTo>
                    <a:pt x="14325" y="25410"/>
                  </a:lnTo>
                  <a:lnTo>
                    <a:pt x="14965" y="25306"/>
                  </a:lnTo>
                  <a:lnTo>
                    <a:pt x="15585" y="25183"/>
                  </a:lnTo>
                  <a:lnTo>
                    <a:pt x="16224" y="25038"/>
                  </a:lnTo>
                  <a:lnTo>
                    <a:pt x="16844" y="24832"/>
                  </a:lnTo>
                  <a:lnTo>
                    <a:pt x="17463" y="24605"/>
                  </a:lnTo>
                  <a:lnTo>
                    <a:pt x="18062" y="24357"/>
                  </a:lnTo>
                  <a:lnTo>
                    <a:pt x="18639" y="24068"/>
                  </a:lnTo>
                  <a:lnTo>
                    <a:pt x="19217" y="23758"/>
                  </a:lnTo>
                  <a:lnTo>
                    <a:pt x="19754" y="23428"/>
                  </a:lnTo>
                  <a:lnTo>
                    <a:pt x="20270" y="23077"/>
                  </a:lnTo>
                  <a:lnTo>
                    <a:pt x="20786" y="22685"/>
                  </a:lnTo>
                  <a:lnTo>
                    <a:pt x="21261" y="22272"/>
                  </a:lnTo>
                  <a:lnTo>
                    <a:pt x="21715" y="21859"/>
                  </a:lnTo>
                  <a:lnTo>
                    <a:pt x="22148" y="21405"/>
                  </a:lnTo>
                  <a:lnTo>
                    <a:pt x="22561" y="20951"/>
                  </a:lnTo>
                  <a:lnTo>
                    <a:pt x="22953" y="20456"/>
                  </a:lnTo>
                  <a:lnTo>
                    <a:pt x="23304" y="19960"/>
                  </a:lnTo>
                  <a:lnTo>
                    <a:pt x="23635" y="19444"/>
                  </a:lnTo>
                  <a:lnTo>
                    <a:pt x="23944" y="18928"/>
                  </a:lnTo>
                  <a:lnTo>
                    <a:pt x="24233" y="18371"/>
                  </a:lnTo>
                  <a:lnTo>
                    <a:pt x="24502" y="17834"/>
                  </a:lnTo>
                  <a:lnTo>
                    <a:pt x="24729" y="17256"/>
                  </a:lnTo>
                  <a:lnTo>
                    <a:pt x="24935" y="16678"/>
                  </a:lnTo>
                  <a:lnTo>
                    <a:pt x="25100" y="16100"/>
                  </a:lnTo>
                  <a:lnTo>
                    <a:pt x="25245" y="15502"/>
                  </a:lnTo>
                  <a:lnTo>
                    <a:pt x="25368" y="14903"/>
                  </a:lnTo>
                  <a:lnTo>
                    <a:pt x="25472" y="14284"/>
                  </a:lnTo>
                  <a:lnTo>
                    <a:pt x="25534" y="13665"/>
                  </a:lnTo>
                  <a:lnTo>
                    <a:pt x="25554" y="13045"/>
                  </a:lnTo>
                  <a:lnTo>
                    <a:pt x="25554" y="12426"/>
                  </a:lnTo>
                  <a:lnTo>
                    <a:pt x="25534" y="11807"/>
                  </a:lnTo>
                  <a:lnTo>
                    <a:pt x="25472" y="11167"/>
                  </a:lnTo>
                  <a:lnTo>
                    <a:pt x="25368" y="10548"/>
                  </a:lnTo>
                  <a:lnTo>
                    <a:pt x="25245" y="9929"/>
                  </a:lnTo>
                  <a:lnTo>
                    <a:pt x="25080" y="9309"/>
                  </a:lnTo>
                  <a:lnTo>
                    <a:pt x="24894" y="8690"/>
                  </a:lnTo>
                  <a:lnTo>
                    <a:pt x="24667" y="8071"/>
                  </a:lnTo>
                  <a:lnTo>
                    <a:pt x="24419" y="7452"/>
                  </a:lnTo>
                  <a:lnTo>
                    <a:pt x="24130" y="6874"/>
                  </a:lnTo>
                  <a:lnTo>
                    <a:pt x="23820" y="6316"/>
                  </a:lnTo>
                  <a:lnTo>
                    <a:pt x="23490" y="5759"/>
                  </a:lnTo>
                  <a:lnTo>
                    <a:pt x="23139" y="5243"/>
                  </a:lnTo>
                  <a:lnTo>
                    <a:pt x="22747" y="4748"/>
                  </a:lnTo>
                  <a:lnTo>
                    <a:pt x="22334" y="4273"/>
                  </a:lnTo>
                  <a:lnTo>
                    <a:pt x="21921" y="3819"/>
                  </a:lnTo>
                  <a:lnTo>
                    <a:pt x="21467" y="3385"/>
                  </a:lnTo>
                  <a:lnTo>
                    <a:pt x="21013" y="2973"/>
                  </a:lnTo>
                  <a:lnTo>
                    <a:pt x="20518" y="2580"/>
                  </a:lnTo>
                  <a:lnTo>
                    <a:pt x="20022" y="2229"/>
                  </a:lnTo>
                  <a:lnTo>
                    <a:pt x="19506" y="1899"/>
                  </a:lnTo>
                  <a:lnTo>
                    <a:pt x="18990" y="1590"/>
                  </a:lnTo>
                  <a:lnTo>
                    <a:pt x="18433" y="1301"/>
                  </a:lnTo>
                  <a:lnTo>
                    <a:pt x="17876" y="1053"/>
                  </a:lnTo>
                  <a:lnTo>
                    <a:pt x="17318" y="826"/>
                  </a:lnTo>
                  <a:lnTo>
                    <a:pt x="16740" y="619"/>
                  </a:lnTo>
                  <a:lnTo>
                    <a:pt x="16142" y="434"/>
                  </a:lnTo>
                  <a:lnTo>
                    <a:pt x="15564" y="289"/>
                  </a:lnTo>
                  <a:lnTo>
                    <a:pt x="14945" y="165"/>
                  </a:lnTo>
                  <a:lnTo>
                    <a:pt x="14346" y="83"/>
                  </a:lnTo>
                  <a:lnTo>
                    <a:pt x="13727" y="21"/>
                  </a:lnTo>
                  <a:lnTo>
                    <a:pt x="131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5646525" y="3931350"/>
              <a:ext cx="487150" cy="486125"/>
            </a:xfrm>
            <a:custGeom>
              <a:avLst/>
              <a:gdLst/>
              <a:ahLst/>
              <a:cxnLst/>
              <a:rect l="l" t="t" r="r" b="b"/>
              <a:pathLst>
                <a:path w="19486" h="19445" extrusionOk="0">
                  <a:moveTo>
                    <a:pt x="9516" y="0"/>
                  </a:moveTo>
                  <a:lnTo>
                    <a:pt x="9042" y="21"/>
                  </a:lnTo>
                  <a:lnTo>
                    <a:pt x="8567" y="62"/>
                  </a:lnTo>
                  <a:lnTo>
                    <a:pt x="8092" y="145"/>
                  </a:lnTo>
                  <a:lnTo>
                    <a:pt x="7597" y="228"/>
                  </a:lnTo>
                  <a:lnTo>
                    <a:pt x="7122" y="351"/>
                  </a:lnTo>
                  <a:lnTo>
                    <a:pt x="6647" y="496"/>
                  </a:lnTo>
                  <a:lnTo>
                    <a:pt x="6193" y="682"/>
                  </a:lnTo>
                  <a:lnTo>
                    <a:pt x="5718" y="867"/>
                  </a:lnTo>
                  <a:lnTo>
                    <a:pt x="5285" y="1094"/>
                  </a:lnTo>
                  <a:lnTo>
                    <a:pt x="4851" y="1321"/>
                  </a:lnTo>
                  <a:lnTo>
                    <a:pt x="4439" y="1569"/>
                  </a:lnTo>
                  <a:lnTo>
                    <a:pt x="4026" y="1858"/>
                  </a:lnTo>
                  <a:lnTo>
                    <a:pt x="3654" y="2147"/>
                  </a:lnTo>
                  <a:lnTo>
                    <a:pt x="3283" y="2457"/>
                  </a:lnTo>
                  <a:lnTo>
                    <a:pt x="2932" y="2766"/>
                  </a:lnTo>
                  <a:lnTo>
                    <a:pt x="2601" y="3117"/>
                  </a:lnTo>
                  <a:lnTo>
                    <a:pt x="2292" y="3468"/>
                  </a:lnTo>
                  <a:lnTo>
                    <a:pt x="2003" y="3840"/>
                  </a:lnTo>
                  <a:lnTo>
                    <a:pt x="1735" y="4211"/>
                  </a:lnTo>
                  <a:lnTo>
                    <a:pt x="1466" y="4603"/>
                  </a:lnTo>
                  <a:lnTo>
                    <a:pt x="1239" y="5016"/>
                  </a:lnTo>
                  <a:lnTo>
                    <a:pt x="1012" y="5429"/>
                  </a:lnTo>
                  <a:lnTo>
                    <a:pt x="826" y="5842"/>
                  </a:lnTo>
                  <a:lnTo>
                    <a:pt x="641" y="6275"/>
                  </a:lnTo>
                  <a:lnTo>
                    <a:pt x="496" y="6709"/>
                  </a:lnTo>
                  <a:lnTo>
                    <a:pt x="352" y="7163"/>
                  </a:lnTo>
                  <a:lnTo>
                    <a:pt x="248" y="7617"/>
                  </a:lnTo>
                  <a:lnTo>
                    <a:pt x="145" y="8071"/>
                  </a:lnTo>
                  <a:lnTo>
                    <a:pt x="83" y="8546"/>
                  </a:lnTo>
                  <a:lnTo>
                    <a:pt x="42" y="9021"/>
                  </a:lnTo>
                  <a:lnTo>
                    <a:pt x="1" y="9475"/>
                  </a:lnTo>
                  <a:lnTo>
                    <a:pt x="1" y="9950"/>
                  </a:lnTo>
                  <a:lnTo>
                    <a:pt x="42" y="10445"/>
                  </a:lnTo>
                  <a:lnTo>
                    <a:pt x="83" y="10920"/>
                  </a:lnTo>
                  <a:lnTo>
                    <a:pt x="145" y="11394"/>
                  </a:lnTo>
                  <a:lnTo>
                    <a:pt x="248" y="11869"/>
                  </a:lnTo>
                  <a:lnTo>
                    <a:pt x="372" y="12344"/>
                  </a:lnTo>
                  <a:lnTo>
                    <a:pt x="517" y="12819"/>
                  </a:lnTo>
                  <a:lnTo>
                    <a:pt x="682" y="13293"/>
                  </a:lnTo>
                  <a:lnTo>
                    <a:pt x="888" y="13748"/>
                  </a:lnTo>
                  <a:lnTo>
                    <a:pt x="1095" y="14181"/>
                  </a:lnTo>
                  <a:lnTo>
                    <a:pt x="1322" y="14614"/>
                  </a:lnTo>
                  <a:lnTo>
                    <a:pt x="1590" y="15027"/>
                  </a:lnTo>
                  <a:lnTo>
                    <a:pt x="1858" y="15440"/>
                  </a:lnTo>
                  <a:lnTo>
                    <a:pt x="2147" y="15812"/>
                  </a:lnTo>
                  <a:lnTo>
                    <a:pt x="2457" y="16183"/>
                  </a:lnTo>
                  <a:lnTo>
                    <a:pt x="2787" y="16513"/>
                  </a:lnTo>
                  <a:lnTo>
                    <a:pt x="3118" y="16844"/>
                  </a:lnTo>
                  <a:lnTo>
                    <a:pt x="3468" y="17153"/>
                  </a:lnTo>
                  <a:lnTo>
                    <a:pt x="3840" y="17463"/>
                  </a:lnTo>
                  <a:lnTo>
                    <a:pt x="4232" y="17731"/>
                  </a:lnTo>
                  <a:lnTo>
                    <a:pt x="4624" y="17979"/>
                  </a:lnTo>
                  <a:lnTo>
                    <a:pt x="5016" y="18227"/>
                  </a:lnTo>
                  <a:lnTo>
                    <a:pt x="5429" y="18433"/>
                  </a:lnTo>
                  <a:lnTo>
                    <a:pt x="5863" y="18640"/>
                  </a:lnTo>
                  <a:lnTo>
                    <a:pt x="6296" y="18805"/>
                  </a:lnTo>
                  <a:lnTo>
                    <a:pt x="6730" y="18970"/>
                  </a:lnTo>
                  <a:lnTo>
                    <a:pt x="7184" y="19094"/>
                  </a:lnTo>
                  <a:lnTo>
                    <a:pt x="7638" y="19217"/>
                  </a:lnTo>
                  <a:lnTo>
                    <a:pt x="8092" y="19300"/>
                  </a:lnTo>
                  <a:lnTo>
                    <a:pt x="8567" y="19362"/>
                  </a:lnTo>
                  <a:lnTo>
                    <a:pt x="9021" y="19403"/>
                  </a:lnTo>
                  <a:lnTo>
                    <a:pt x="9496" y="19445"/>
                  </a:lnTo>
                  <a:lnTo>
                    <a:pt x="9970" y="19445"/>
                  </a:lnTo>
                  <a:lnTo>
                    <a:pt x="10445" y="19403"/>
                  </a:lnTo>
                  <a:lnTo>
                    <a:pt x="10941" y="19362"/>
                  </a:lnTo>
                  <a:lnTo>
                    <a:pt x="11415" y="19300"/>
                  </a:lnTo>
                  <a:lnTo>
                    <a:pt x="11890" y="19197"/>
                  </a:lnTo>
                  <a:lnTo>
                    <a:pt x="12365" y="19073"/>
                  </a:lnTo>
                  <a:lnTo>
                    <a:pt x="12840" y="18928"/>
                  </a:lnTo>
                  <a:lnTo>
                    <a:pt x="13314" y="18763"/>
                  </a:lnTo>
                  <a:lnTo>
                    <a:pt x="13768" y="18557"/>
                  </a:lnTo>
                  <a:lnTo>
                    <a:pt x="14222" y="18351"/>
                  </a:lnTo>
                  <a:lnTo>
                    <a:pt x="14656" y="18103"/>
                  </a:lnTo>
                  <a:lnTo>
                    <a:pt x="15069" y="17855"/>
                  </a:lnTo>
                  <a:lnTo>
                    <a:pt x="15461" y="17587"/>
                  </a:lnTo>
                  <a:lnTo>
                    <a:pt x="15853" y="17277"/>
                  </a:lnTo>
                  <a:lnTo>
                    <a:pt x="16204" y="16988"/>
                  </a:lnTo>
                  <a:lnTo>
                    <a:pt x="16555" y="16658"/>
                  </a:lnTo>
                  <a:lnTo>
                    <a:pt x="16885" y="16307"/>
                  </a:lnTo>
                  <a:lnTo>
                    <a:pt x="17195" y="15956"/>
                  </a:lnTo>
                  <a:lnTo>
                    <a:pt x="17484" y="15605"/>
                  </a:lnTo>
                  <a:lnTo>
                    <a:pt x="17773" y="15213"/>
                  </a:lnTo>
                  <a:lnTo>
                    <a:pt x="18020" y="14821"/>
                  </a:lnTo>
                  <a:lnTo>
                    <a:pt x="18268" y="14429"/>
                  </a:lnTo>
                  <a:lnTo>
                    <a:pt x="18475" y="14016"/>
                  </a:lnTo>
                  <a:lnTo>
                    <a:pt x="18681" y="13582"/>
                  </a:lnTo>
                  <a:lnTo>
                    <a:pt x="18846" y="13149"/>
                  </a:lnTo>
                  <a:lnTo>
                    <a:pt x="19011" y="12715"/>
                  </a:lnTo>
                  <a:lnTo>
                    <a:pt x="19135" y="12261"/>
                  </a:lnTo>
                  <a:lnTo>
                    <a:pt x="19259" y="11807"/>
                  </a:lnTo>
                  <a:lnTo>
                    <a:pt x="19342" y="11353"/>
                  </a:lnTo>
                  <a:lnTo>
                    <a:pt x="19403" y="10878"/>
                  </a:lnTo>
                  <a:lnTo>
                    <a:pt x="19465" y="10424"/>
                  </a:lnTo>
                  <a:lnTo>
                    <a:pt x="19486" y="9950"/>
                  </a:lnTo>
                  <a:lnTo>
                    <a:pt x="19486" y="9475"/>
                  </a:lnTo>
                  <a:lnTo>
                    <a:pt x="19465" y="9000"/>
                  </a:lnTo>
                  <a:lnTo>
                    <a:pt x="19424" y="8525"/>
                  </a:lnTo>
                  <a:lnTo>
                    <a:pt x="19342" y="8030"/>
                  </a:lnTo>
                  <a:lnTo>
                    <a:pt x="19238" y="7555"/>
                  </a:lnTo>
                  <a:lnTo>
                    <a:pt x="19135" y="7080"/>
                  </a:lnTo>
                  <a:lnTo>
                    <a:pt x="18991" y="6606"/>
                  </a:lnTo>
                  <a:lnTo>
                    <a:pt x="18805" y="6152"/>
                  </a:lnTo>
                  <a:lnTo>
                    <a:pt x="18619" y="5677"/>
                  </a:lnTo>
                  <a:lnTo>
                    <a:pt x="18392" y="5243"/>
                  </a:lnTo>
                  <a:lnTo>
                    <a:pt x="18165" y="4810"/>
                  </a:lnTo>
                  <a:lnTo>
                    <a:pt x="17917" y="4397"/>
                  </a:lnTo>
                  <a:lnTo>
                    <a:pt x="17628" y="4005"/>
                  </a:lnTo>
                  <a:lnTo>
                    <a:pt x="17339" y="3613"/>
                  </a:lnTo>
                  <a:lnTo>
                    <a:pt x="17030" y="3262"/>
                  </a:lnTo>
                  <a:lnTo>
                    <a:pt x="16720" y="2911"/>
                  </a:lnTo>
                  <a:lnTo>
                    <a:pt x="16369" y="2581"/>
                  </a:lnTo>
                  <a:lnTo>
                    <a:pt x="16018" y="2271"/>
                  </a:lnTo>
                  <a:lnTo>
                    <a:pt x="15647" y="1982"/>
                  </a:lnTo>
                  <a:lnTo>
                    <a:pt x="15275" y="1693"/>
                  </a:lnTo>
                  <a:lnTo>
                    <a:pt x="14883" y="1445"/>
                  </a:lnTo>
                  <a:lnTo>
                    <a:pt x="14470" y="1218"/>
                  </a:lnTo>
                  <a:lnTo>
                    <a:pt x="14057" y="991"/>
                  </a:lnTo>
                  <a:lnTo>
                    <a:pt x="13645" y="805"/>
                  </a:lnTo>
                  <a:lnTo>
                    <a:pt x="13211" y="620"/>
                  </a:lnTo>
                  <a:lnTo>
                    <a:pt x="12757" y="475"/>
                  </a:lnTo>
                  <a:lnTo>
                    <a:pt x="12323" y="331"/>
                  </a:lnTo>
                  <a:lnTo>
                    <a:pt x="11869" y="228"/>
                  </a:lnTo>
                  <a:lnTo>
                    <a:pt x="11395" y="124"/>
                  </a:lnTo>
                  <a:lnTo>
                    <a:pt x="10941" y="62"/>
                  </a:lnTo>
                  <a:lnTo>
                    <a:pt x="10466" y="21"/>
                  </a:lnTo>
                  <a:lnTo>
                    <a:pt x="99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Google Shape;147;p27"/>
            <p:cNvSpPr/>
            <p:nvPr/>
          </p:nvSpPr>
          <p:spPr>
            <a:xfrm>
              <a:off x="5640325" y="3922050"/>
              <a:ext cx="473750" cy="348350"/>
            </a:xfrm>
            <a:custGeom>
              <a:avLst/>
              <a:gdLst/>
              <a:ahLst/>
              <a:cxnLst/>
              <a:rect l="l" t="t" r="r" b="b"/>
              <a:pathLst>
                <a:path w="18950" h="13934" extrusionOk="0">
                  <a:moveTo>
                    <a:pt x="9867" y="1"/>
                  </a:moveTo>
                  <a:lnTo>
                    <a:pt x="9475" y="22"/>
                  </a:lnTo>
                  <a:lnTo>
                    <a:pt x="9104" y="42"/>
                  </a:lnTo>
                  <a:lnTo>
                    <a:pt x="8712" y="83"/>
                  </a:lnTo>
                  <a:lnTo>
                    <a:pt x="8319" y="145"/>
                  </a:lnTo>
                  <a:lnTo>
                    <a:pt x="7927" y="207"/>
                  </a:lnTo>
                  <a:lnTo>
                    <a:pt x="7535" y="311"/>
                  </a:lnTo>
                  <a:lnTo>
                    <a:pt x="7163" y="414"/>
                  </a:lnTo>
                  <a:lnTo>
                    <a:pt x="6771" y="538"/>
                  </a:lnTo>
                  <a:lnTo>
                    <a:pt x="6379" y="661"/>
                  </a:lnTo>
                  <a:lnTo>
                    <a:pt x="6008" y="827"/>
                  </a:lnTo>
                  <a:lnTo>
                    <a:pt x="5636" y="992"/>
                  </a:lnTo>
                  <a:lnTo>
                    <a:pt x="5264" y="1177"/>
                  </a:lnTo>
                  <a:lnTo>
                    <a:pt x="4914" y="1363"/>
                  </a:lnTo>
                  <a:lnTo>
                    <a:pt x="4563" y="1570"/>
                  </a:lnTo>
                  <a:lnTo>
                    <a:pt x="4232" y="1797"/>
                  </a:lnTo>
                  <a:lnTo>
                    <a:pt x="3923" y="2024"/>
                  </a:lnTo>
                  <a:lnTo>
                    <a:pt x="3613" y="2271"/>
                  </a:lnTo>
                  <a:lnTo>
                    <a:pt x="3324" y="2540"/>
                  </a:lnTo>
                  <a:lnTo>
                    <a:pt x="3035" y="2787"/>
                  </a:lnTo>
                  <a:lnTo>
                    <a:pt x="2767" y="3056"/>
                  </a:lnTo>
                  <a:lnTo>
                    <a:pt x="2499" y="3345"/>
                  </a:lnTo>
                  <a:lnTo>
                    <a:pt x="2272" y="3634"/>
                  </a:lnTo>
                  <a:lnTo>
                    <a:pt x="2024" y="3923"/>
                  </a:lnTo>
                  <a:lnTo>
                    <a:pt x="1817" y="4212"/>
                  </a:lnTo>
                  <a:lnTo>
                    <a:pt x="1611" y="4501"/>
                  </a:lnTo>
                  <a:lnTo>
                    <a:pt x="1425" y="4810"/>
                  </a:lnTo>
                  <a:lnTo>
                    <a:pt x="1239" y="5120"/>
                  </a:lnTo>
                  <a:lnTo>
                    <a:pt x="1074" y="5430"/>
                  </a:lnTo>
                  <a:lnTo>
                    <a:pt x="785" y="6049"/>
                  </a:lnTo>
                  <a:lnTo>
                    <a:pt x="558" y="6647"/>
                  </a:lnTo>
                  <a:lnTo>
                    <a:pt x="352" y="7267"/>
                  </a:lnTo>
                  <a:lnTo>
                    <a:pt x="207" y="7865"/>
                  </a:lnTo>
                  <a:lnTo>
                    <a:pt x="104" y="8443"/>
                  </a:lnTo>
                  <a:lnTo>
                    <a:pt x="42" y="9021"/>
                  </a:lnTo>
                  <a:lnTo>
                    <a:pt x="1" y="9558"/>
                  </a:lnTo>
                  <a:lnTo>
                    <a:pt x="1" y="10074"/>
                  </a:lnTo>
                  <a:lnTo>
                    <a:pt x="42" y="10569"/>
                  </a:lnTo>
                  <a:lnTo>
                    <a:pt x="84" y="11023"/>
                  </a:lnTo>
                  <a:lnTo>
                    <a:pt x="145" y="11457"/>
                  </a:lnTo>
                  <a:lnTo>
                    <a:pt x="228" y="11870"/>
                  </a:lnTo>
                  <a:lnTo>
                    <a:pt x="311" y="12221"/>
                  </a:lnTo>
                  <a:lnTo>
                    <a:pt x="414" y="12551"/>
                  </a:lnTo>
                  <a:lnTo>
                    <a:pt x="517" y="12840"/>
                  </a:lnTo>
                  <a:lnTo>
                    <a:pt x="703" y="13335"/>
                  </a:lnTo>
                  <a:lnTo>
                    <a:pt x="868" y="13686"/>
                  </a:lnTo>
                  <a:lnTo>
                    <a:pt x="992" y="13872"/>
                  </a:lnTo>
                  <a:lnTo>
                    <a:pt x="1033" y="13934"/>
                  </a:lnTo>
                  <a:lnTo>
                    <a:pt x="1054" y="13934"/>
                  </a:lnTo>
                  <a:lnTo>
                    <a:pt x="1054" y="13913"/>
                  </a:lnTo>
                  <a:lnTo>
                    <a:pt x="1054" y="13851"/>
                  </a:lnTo>
                  <a:lnTo>
                    <a:pt x="1012" y="13624"/>
                  </a:lnTo>
                  <a:lnTo>
                    <a:pt x="785" y="12778"/>
                  </a:lnTo>
                  <a:lnTo>
                    <a:pt x="662" y="12159"/>
                  </a:lnTo>
                  <a:lnTo>
                    <a:pt x="600" y="11787"/>
                  </a:lnTo>
                  <a:lnTo>
                    <a:pt x="558" y="11416"/>
                  </a:lnTo>
                  <a:lnTo>
                    <a:pt x="517" y="10982"/>
                  </a:lnTo>
                  <a:lnTo>
                    <a:pt x="517" y="10549"/>
                  </a:lnTo>
                  <a:lnTo>
                    <a:pt x="517" y="10074"/>
                  </a:lnTo>
                  <a:lnTo>
                    <a:pt x="538" y="9599"/>
                  </a:lnTo>
                  <a:lnTo>
                    <a:pt x="600" y="9083"/>
                  </a:lnTo>
                  <a:lnTo>
                    <a:pt x="682" y="8546"/>
                  </a:lnTo>
                  <a:lnTo>
                    <a:pt x="806" y="7989"/>
                  </a:lnTo>
                  <a:lnTo>
                    <a:pt x="950" y="7432"/>
                  </a:lnTo>
                  <a:lnTo>
                    <a:pt x="1157" y="6874"/>
                  </a:lnTo>
                  <a:lnTo>
                    <a:pt x="1384" y="6296"/>
                  </a:lnTo>
                  <a:lnTo>
                    <a:pt x="1673" y="5739"/>
                  </a:lnTo>
                  <a:lnTo>
                    <a:pt x="2003" y="5161"/>
                  </a:lnTo>
                  <a:lnTo>
                    <a:pt x="2375" y="4625"/>
                  </a:lnTo>
                  <a:lnTo>
                    <a:pt x="2581" y="4336"/>
                  </a:lnTo>
                  <a:lnTo>
                    <a:pt x="2808" y="4088"/>
                  </a:lnTo>
                  <a:lnTo>
                    <a:pt x="3035" y="3820"/>
                  </a:lnTo>
                  <a:lnTo>
                    <a:pt x="3283" y="3572"/>
                  </a:lnTo>
                  <a:lnTo>
                    <a:pt x="3531" y="3324"/>
                  </a:lnTo>
                  <a:lnTo>
                    <a:pt x="3799" y="3076"/>
                  </a:lnTo>
                  <a:lnTo>
                    <a:pt x="4067" y="2849"/>
                  </a:lnTo>
                  <a:lnTo>
                    <a:pt x="4356" y="2622"/>
                  </a:lnTo>
                  <a:lnTo>
                    <a:pt x="4666" y="2416"/>
                  </a:lnTo>
                  <a:lnTo>
                    <a:pt x="4976" y="2210"/>
                  </a:lnTo>
                  <a:lnTo>
                    <a:pt x="5285" y="2003"/>
                  </a:lnTo>
                  <a:lnTo>
                    <a:pt x="5615" y="1838"/>
                  </a:lnTo>
                  <a:lnTo>
                    <a:pt x="5946" y="1652"/>
                  </a:lnTo>
                  <a:lnTo>
                    <a:pt x="6297" y="1508"/>
                  </a:lnTo>
                  <a:lnTo>
                    <a:pt x="6647" y="1363"/>
                  </a:lnTo>
                  <a:lnTo>
                    <a:pt x="6998" y="1239"/>
                  </a:lnTo>
                  <a:lnTo>
                    <a:pt x="7370" y="1116"/>
                  </a:lnTo>
                  <a:lnTo>
                    <a:pt x="7721" y="1012"/>
                  </a:lnTo>
                  <a:lnTo>
                    <a:pt x="8092" y="930"/>
                  </a:lnTo>
                  <a:lnTo>
                    <a:pt x="8443" y="868"/>
                  </a:lnTo>
                  <a:lnTo>
                    <a:pt x="8794" y="806"/>
                  </a:lnTo>
                  <a:lnTo>
                    <a:pt x="9166" y="765"/>
                  </a:lnTo>
                  <a:lnTo>
                    <a:pt x="9517" y="744"/>
                  </a:lnTo>
                  <a:lnTo>
                    <a:pt x="9867" y="723"/>
                  </a:lnTo>
                  <a:lnTo>
                    <a:pt x="10218" y="723"/>
                  </a:lnTo>
                  <a:lnTo>
                    <a:pt x="10569" y="744"/>
                  </a:lnTo>
                  <a:lnTo>
                    <a:pt x="10920" y="765"/>
                  </a:lnTo>
                  <a:lnTo>
                    <a:pt x="11250" y="806"/>
                  </a:lnTo>
                  <a:lnTo>
                    <a:pt x="11911" y="909"/>
                  </a:lnTo>
                  <a:lnTo>
                    <a:pt x="12551" y="1054"/>
                  </a:lnTo>
                  <a:lnTo>
                    <a:pt x="13149" y="1239"/>
                  </a:lnTo>
                  <a:lnTo>
                    <a:pt x="13748" y="1446"/>
                  </a:lnTo>
                  <a:lnTo>
                    <a:pt x="14285" y="1693"/>
                  </a:lnTo>
                  <a:lnTo>
                    <a:pt x="14801" y="1962"/>
                  </a:lnTo>
                  <a:lnTo>
                    <a:pt x="15276" y="2251"/>
                  </a:lnTo>
                  <a:lnTo>
                    <a:pt x="15730" y="2560"/>
                  </a:lnTo>
                  <a:lnTo>
                    <a:pt x="16142" y="2870"/>
                  </a:lnTo>
                  <a:lnTo>
                    <a:pt x="16514" y="3200"/>
                  </a:lnTo>
                  <a:lnTo>
                    <a:pt x="16844" y="3510"/>
                  </a:lnTo>
                  <a:lnTo>
                    <a:pt x="17154" y="3820"/>
                  </a:lnTo>
                  <a:lnTo>
                    <a:pt x="17443" y="4129"/>
                  </a:lnTo>
                  <a:lnTo>
                    <a:pt x="17691" y="4439"/>
                  </a:lnTo>
                  <a:lnTo>
                    <a:pt x="17918" y="4728"/>
                  </a:lnTo>
                  <a:lnTo>
                    <a:pt x="18268" y="5244"/>
                  </a:lnTo>
                  <a:lnTo>
                    <a:pt x="18743" y="5987"/>
                  </a:lnTo>
                  <a:lnTo>
                    <a:pt x="18867" y="6173"/>
                  </a:lnTo>
                  <a:lnTo>
                    <a:pt x="18908" y="6214"/>
                  </a:lnTo>
                  <a:lnTo>
                    <a:pt x="18950" y="6235"/>
                  </a:lnTo>
                  <a:lnTo>
                    <a:pt x="18950" y="6214"/>
                  </a:lnTo>
                  <a:lnTo>
                    <a:pt x="18950" y="6152"/>
                  </a:lnTo>
                  <a:lnTo>
                    <a:pt x="18888" y="5925"/>
                  </a:lnTo>
                  <a:lnTo>
                    <a:pt x="18743" y="5553"/>
                  </a:lnTo>
                  <a:lnTo>
                    <a:pt x="18516" y="5099"/>
                  </a:lnTo>
                  <a:lnTo>
                    <a:pt x="18372" y="4810"/>
                  </a:lnTo>
                  <a:lnTo>
                    <a:pt x="18207" y="4521"/>
                  </a:lnTo>
                  <a:lnTo>
                    <a:pt x="18000" y="4212"/>
                  </a:lnTo>
                  <a:lnTo>
                    <a:pt x="17773" y="3881"/>
                  </a:lnTo>
                  <a:lnTo>
                    <a:pt x="17505" y="3531"/>
                  </a:lnTo>
                  <a:lnTo>
                    <a:pt x="17195" y="3180"/>
                  </a:lnTo>
                  <a:lnTo>
                    <a:pt x="16865" y="2829"/>
                  </a:lnTo>
                  <a:lnTo>
                    <a:pt x="16473" y="2478"/>
                  </a:lnTo>
                  <a:lnTo>
                    <a:pt x="16060" y="2127"/>
                  </a:lnTo>
                  <a:lnTo>
                    <a:pt x="15606" y="1776"/>
                  </a:lnTo>
                  <a:lnTo>
                    <a:pt x="15110" y="1446"/>
                  </a:lnTo>
                  <a:lnTo>
                    <a:pt x="14574" y="1157"/>
                  </a:lnTo>
                  <a:lnTo>
                    <a:pt x="13996" y="868"/>
                  </a:lnTo>
                  <a:lnTo>
                    <a:pt x="13377" y="620"/>
                  </a:lnTo>
                  <a:lnTo>
                    <a:pt x="12737" y="414"/>
                  </a:lnTo>
                  <a:lnTo>
                    <a:pt x="12406" y="311"/>
                  </a:lnTo>
                  <a:lnTo>
                    <a:pt x="12055" y="228"/>
                  </a:lnTo>
                  <a:lnTo>
                    <a:pt x="11705" y="166"/>
                  </a:lnTo>
                  <a:lnTo>
                    <a:pt x="11354" y="104"/>
                  </a:lnTo>
                  <a:lnTo>
                    <a:pt x="10982" y="63"/>
                  </a:lnTo>
                  <a:lnTo>
                    <a:pt x="10611" y="22"/>
                  </a:lnTo>
                  <a:lnTo>
                    <a:pt x="10239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Google Shape;148;p27"/>
            <p:cNvSpPr/>
            <p:nvPr/>
          </p:nvSpPr>
          <p:spPr>
            <a:xfrm>
              <a:off x="5773475" y="4009275"/>
              <a:ext cx="252350" cy="343700"/>
            </a:xfrm>
            <a:custGeom>
              <a:avLst/>
              <a:gdLst/>
              <a:ahLst/>
              <a:cxnLst/>
              <a:rect l="l" t="t" r="r" b="b"/>
              <a:pathLst>
                <a:path w="10094" h="13748" extrusionOk="0">
                  <a:moveTo>
                    <a:pt x="3055" y="3984"/>
                  </a:moveTo>
                  <a:lnTo>
                    <a:pt x="3881" y="5986"/>
                  </a:lnTo>
                  <a:lnTo>
                    <a:pt x="3386" y="5986"/>
                  </a:lnTo>
                  <a:lnTo>
                    <a:pt x="3179" y="5966"/>
                  </a:lnTo>
                  <a:lnTo>
                    <a:pt x="2973" y="5924"/>
                  </a:lnTo>
                  <a:lnTo>
                    <a:pt x="2808" y="5842"/>
                  </a:lnTo>
                  <a:lnTo>
                    <a:pt x="2663" y="5759"/>
                  </a:lnTo>
                  <a:lnTo>
                    <a:pt x="2539" y="5615"/>
                  </a:lnTo>
                  <a:lnTo>
                    <a:pt x="2457" y="5450"/>
                  </a:lnTo>
                  <a:lnTo>
                    <a:pt x="2395" y="5284"/>
                  </a:lnTo>
                  <a:lnTo>
                    <a:pt x="2374" y="5099"/>
                  </a:lnTo>
                  <a:lnTo>
                    <a:pt x="2374" y="4913"/>
                  </a:lnTo>
                  <a:lnTo>
                    <a:pt x="2436" y="4727"/>
                  </a:lnTo>
                  <a:lnTo>
                    <a:pt x="2519" y="4541"/>
                  </a:lnTo>
                  <a:lnTo>
                    <a:pt x="2663" y="4356"/>
                  </a:lnTo>
                  <a:lnTo>
                    <a:pt x="2828" y="4170"/>
                  </a:lnTo>
                  <a:lnTo>
                    <a:pt x="3055" y="3984"/>
                  </a:lnTo>
                  <a:close/>
                  <a:moveTo>
                    <a:pt x="6523" y="7803"/>
                  </a:moveTo>
                  <a:lnTo>
                    <a:pt x="6750" y="7823"/>
                  </a:lnTo>
                  <a:lnTo>
                    <a:pt x="6957" y="7844"/>
                  </a:lnTo>
                  <a:lnTo>
                    <a:pt x="7163" y="7885"/>
                  </a:lnTo>
                  <a:lnTo>
                    <a:pt x="7328" y="7968"/>
                  </a:lnTo>
                  <a:lnTo>
                    <a:pt x="7473" y="8071"/>
                  </a:lnTo>
                  <a:lnTo>
                    <a:pt x="7576" y="8195"/>
                  </a:lnTo>
                  <a:lnTo>
                    <a:pt x="7679" y="8360"/>
                  </a:lnTo>
                  <a:lnTo>
                    <a:pt x="7720" y="8546"/>
                  </a:lnTo>
                  <a:lnTo>
                    <a:pt x="7741" y="8711"/>
                  </a:lnTo>
                  <a:lnTo>
                    <a:pt x="7741" y="8876"/>
                  </a:lnTo>
                  <a:lnTo>
                    <a:pt x="7679" y="9062"/>
                  </a:lnTo>
                  <a:lnTo>
                    <a:pt x="7576" y="9227"/>
                  </a:lnTo>
                  <a:lnTo>
                    <a:pt x="7452" y="9413"/>
                  </a:lnTo>
                  <a:lnTo>
                    <a:pt x="7287" y="9578"/>
                  </a:lnTo>
                  <a:lnTo>
                    <a:pt x="7060" y="9743"/>
                  </a:lnTo>
                  <a:lnTo>
                    <a:pt x="6275" y="7823"/>
                  </a:lnTo>
                  <a:lnTo>
                    <a:pt x="6523" y="7803"/>
                  </a:lnTo>
                  <a:close/>
                  <a:moveTo>
                    <a:pt x="3055" y="0"/>
                  </a:moveTo>
                  <a:lnTo>
                    <a:pt x="1652" y="578"/>
                  </a:lnTo>
                  <a:lnTo>
                    <a:pt x="2292" y="2126"/>
                  </a:lnTo>
                  <a:lnTo>
                    <a:pt x="1920" y="2353"/>
                  </a:lnTo>
                  <a:lnTo>
                    <a:pt x="1569" y="2580"/>
                  </a:lnTo>
                  <a:lnTo>
                    <a:pt x="1280" y="2828"/>
                  </a:lnTo>
                  <a:lnTo>
                    <a:pt x="991" y="3096"/>
                  </a:lnTo>
                  <a:lnTo>
                    <a:pt x="764" y="3365"/>
                  </a:lnTo>
                  <a:lnTo>
                    <a:pt x="558" y="3633"/>
                  </a:lnTo>
                  <a:lnTo>
                    <a:pt x="393" y="3901"/>
                  </a:lnTo>
                  <a:lnTo>
                    <a:pt x="248" y="4190"/>
                  </a:lnTo>
                  <a:lnTo>
                    <a:pt x="145" y="4479"/>
                  </a:lnTo>
                  <a:lnTo>
                    <a:pt x="62" y="4768"/>
                  </a:lnTo>
                  <a:lnTo>
                    <a:pt x="21" y="5057"/>
                  </a:lnTo>
                  <a:lnTo>
                    <a:pt x="0" y="5346"/>
                  </a:lnTo>
                  <a:lnTo>
                    <a:pt x="21" y="5635"/>
                  </a:lnTo>
                  <a:lnTo>
                    <a:pt x="62" y="5924"/>
                  </a:lnTo>
                  <a:lnTo>
                    <a:pt x="145" y="6213"/>
                  </a:lnTo>
                  <a:lnTo>
                    <a:pt x="248" y="6502"/>
                  </a:lnTo>
                  <a:lnTo>
                    <a:pt x="413" y="6833"/>
                  </a:lnTo>
                  <a:lnTo>
                    <a:pt x="599" y="7142"/>
                  </a:lnTo>
                  <a:lnTo>
                    <a:pt x="805" y="7410"/>
                  </a:lnTo>
                  <a:lnTo>
                    <a:pt x="1053" y="7617"/>
                  </a:lnTo>
                  <a:lnTo>
                    <a:pt x="1301" y="7782"/>
                  </a:lnTo>
                  <a:lnTo>
                    <a:pt x="1569" y="7927"/>
                  </a:lnTo>
                  <a:lnTo>
                    <a:pt x="1858" y="8030"/>
                  </a:lnTo>
                  <a:lnTo>
                    <a:pt x="2147" y="8112"/>
                  </a:lnTo>
                  <a:lnTo>
                    <a:pt x="2457" y="8174"/>
                  </a:lnTo>
                  <a:lnTo>
                    <a:pt x="2766" y="8195"/>
                  </a:lnTo>
                  <a:lnTo>
                    <a:pt x="3427" y="8195"/>
                  </a:lnTo>
                  <a:lnTo>
                    <a:pt x="4067" y="8133"/>
                  </a:lnTo>
                  <a:lnTo>
                    <a:pt x="4727" y="8050"/>
                  </a:lnTo>
                  <a:lnTo>
                    <a:pt x="5677" y="10383"/>
                  </a:lnTo>
                  <a:lnTo>
                    <a:pt x="5285" y="10486"/>
                  </a:lnTo>
                  <a:lnTo>
                    <a:pt x="4892" y="10569"/>
                  </a:lnTo>
                  <a:lnTo>
                    <a:pt x="4480" y="10610"/>
                  </a:lnTo>
                  <a:lnTo>
                    <a:pt x="4067" y="10651"/>
                  </a:lnTo>
                  <a:lnTo>
                    <a:pt x="3675" y="10651"/>
                  </a:lnTo>
                  <a:lnTo>
                    <a:pt x="3282" y="10631"/>
                  </a:lnTo>
                  <a:lnTo>
                    <a:pt x="2911" y="10569"/>
                  </a:lnTo>
                  <a:lnTo>
                    <a:pt x="2560" y="10507"/>
                  </a:lnTo>
                  <a:lnTo>
                    <a:pt x="2498" y="12530"/>
                  </a:lnTo>
                  <a:lnTo>
                    <a:pt x="2890" y="12612"/>
                  </a:lnTo>
                  <a:lnTo>
                    <a:pt x="3344" y="12674"/>
                  </a:lnTo>
                  <a:lnTo>
                    <a:pt x="3819" y="12674"/>
                  </a:lnTo>
                  <a:lnTo>
                    <a:pt x="4314" y="12653"/>
                  </a:lnTo>
                  <a:lnTo>
                    <a:pt x="4830" y="12612"/>
                  </a:lnTo>
                  <a:lnTo>
                    <a:pt x="5367" y="12509"/>
                  </a:lnTo>
                  <a:lnTo>
                    <a:pt x="5904" y="12385"/>
                  </a:lnTo>
                  <a:lnTo>
                    <a:pt x="6440" y="12220"/>
                  </a:lnTo>
                  <a:lnTo>
                    <a:pt x="7060" y="13747"/>
                  </a:lnTo>
                  <a:lnTo>
                    <a:pt x="8463" y="13169"/>
                  </a:lnTo>
                  <a:lnTo>
                    <a:pt x="7823" y="11601"/>
                  </a:lnTo>
                  <a:lnTo>
                    <a:pt x="8195" y="11374"/>
                  </a:lnTo>
                  <a:lnTo>
                    <a:pt x="8546" y="11147"/>
                  </a:lnTo>
                  <a:lnTo>
                    <a:pt x="8835" y="10899"/>
                  </a:lnTo>
                  <a:lnTo>
                    <a:pt x="9103" y="10631"/>
                  </a:lnTo>
                  <a:lnTo>
                    <a:pt x="9351" y="10362"/>
                  </a:lnTo>
                  <a:lnTo>
                    <a:pt x="9537" y="10094"/>
                  </a:lnTo>
                  <a:lnTo>
                    <a:pt x="9722" y="9826"/>
                  </a:lnTo>
                  <a:lnTo>
                    <a:pt x="9846" y="9537"/>
                  </a:lnTo>
                  <a:lnTo>
                    <a:pt x="9950" y="9268"/>
                  </a:lnTo>
                  <a:lnTo>
                    <a:pt x="10032" y="8979"/>
                  </a:lnTo>
                  <a:lnTo>
                    <a:pt x="10073" y="8690"/>
                  </a:lnTo>
                  <a:lnTo>
                    <a:pt x="10094" y="8401"/>
                  </a:lnTo>
                  <a:lnTo>
                    <a:pt x="10073" y="8112"/>
                  </a:lnTo>
                  <a:lnTo>
                    <a:pt x="10032" y="7823"/>
                  </a:lnTo>
                  <a:lnTo>
                    <a:pt x="9970" y="7555"/>
                  </a:lnTo>
                  <a:lnTo>
                    <a:pt x="9867" y="7266"/>
                  </a:lnTo>
                  <a:lnTo>
                    <a:pt x="9702" y="6936"/>
                  </a:lnTo>
                  <a:lnTo>
                    <a:pt x="9516" y="6626"/>
                  </a:lnTo>
                  <a:lnTo>
                    <a:pt x="9289" y="6378"/>
                  </a:lnTo>
                  <a:lnTo>
                    <a:pt x="9062" y="6172"/>
                  </a:lnTo>
                  <a:lnTo>
                    <a:pt x="8814" y="5986"/>
                  </a:lnTo>
                  <a:lnTo>
                    <a:pt x="8546" y="5862"/>
                  </a:lnTo>
                  <a:lnTo>
                    <a:pt x="8278" y="5739"/>
                  </a:lnTo>
                  <a:lnTo>
                    <a:pt x="7968" y="5677"/>
                  </a:lnTo>
                  <a:lnTo>
                    <a:pt x="7679" y="5615"/>
                  </a:lnTo>
                  <a:lnTo>
                    <a:pt x="7369" y="5594"/>
                  </a:lnTo>
                  <a:lnTo>
                    <a:pt x="6729" y="5594"/>
                  </a:lnTo>
                  <a:lnTo>
                    <a:pt x="6069" y="5656"/>
                  </a:lnTo>
                  <a:lnTo>
                    <a:pt x="5429" y="5759"/>
                  </a:lnTo>
                  <a:lnTo>
                    <a:pt x="4438" y="3365"/>
                  </a:lnTo>
                  <a:lnTo>
                    <a:pt x="4727" y="3303"/>
                  </a:lnTo>
                  <a:lnTo>
                    <a:pt x="5016" y="3241"/>
                  </a:lnTo>
                  <a:lnTo>
                    <a:pt x="5305" y="3200"/>
                  </a:lnTo>
                  <a:lnTo>
                    <a:pt x="5615" y="3179"/>
                  </a:lnTo>
                  <a:lnTo>
                    <a:pt x="5924" y="3158"/>
                  </a:lnTo>
                  <a:lnTo>
                    <a:pt x="6234" y="3179"/>
                  </a:lnTo>
                  <a:lnTo>
                    <a:pt x="6564" y="3179"/>
                  </a:lnTo>
                  <a:lnTo>
                    <a:pt x="6895" y="3220"/>
                  </a:lnTo>
                  <a:lnTo>
                    <a:pt x="6874" y="1218"/>
                  </a:lnTo>
                  <a:lnTo>
                    <a:pt x="6502" y="1156"/>
                  </a:lnTo>
                  <a:lnTo>
                    <a:pt x="6131" y="1136"/>
                  </a:lnTo>
                  <a:lnTo>
                    <a:pt x="5739" y="1136"/>
                  </a:lnTo>
                  <a:lnTo>
                    <a:pt x="5326" y="1177"/>
                  </a:lnTo>
                  <a:lnTo>
                    <a:pt x="4913" y="1218"/>
                  </a:lnTo>
                  <a:lnTo>
                    <a:pt x="4500" y="1301"/>
                  </a:lnTo>
                  <a:lnTo>
                    <a:pt x="4087" y="1404"/>
                  </a:lnTo>
                  <a:lnTo>
                    <a:pt x="3695" y="1528"/>
                  </a:lnTo>
                  <a:lnTo>
                    <a:pt x="3055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Google Shape;149;p27"/>
            <p:cNvSpPr/>
            <p:nvPr/>
          </p:nvSpPr>
          <p:spPr>
            <a:xfrm>
              <a:off x="1144150" y="3488075"/>
              <a:ext cx="638875" cy="637850"/>
            </a:xfrm>
            <a:custGeom>
              <a:avLst/>
              <a:gdLst/>
              <a:ahLst/>
              <a:cxnLst/>
              <a:rect l="l" t="t" r="r" b="b"/>
              <a:pathLst>
                <a:path w="25555" h="25514" extrusionOk="0">
                  <a:moveTo>
                    <a:pt x="12468" y="1"/>
                  </a:moveTo>
                  <a:lnTo>
                    <a:pt x="11849" y="42"/>
                  </a:lnTo>
                  <a:lnTo>
                    <a:pt x="11209" y="104"/>
                  </a:lnTo>
                  <a:lnTo>
                    <a:pt x="10590" y="186"/>
                  </a:lnTo>
                  <a:lnTo>
                    <a:pt x="9971" y="310"/>
                  </a:lnTo>
                  <a:lnTo>
                    <a:pt x="9331" y="475"/>
                  </a:lnTo>
                  <a:lnTo>
                    <a:pt x="8711" y="661"/>
                  </a:lnTo>
                  <a:lnTo>
                    <a:pt x="8092" y="888"/>
                  </a:lnTo>
                  <a:lnTo>
                    <a:pt x="7494" y="1157"/>
                  </a:lnTo>
                  <a:lnTo>
                    <a:pt x="6916" y="1446"/>
                  </a:lnTo>
                  <a:lnTo>
                    <a:pt x="6338" y="1755"/>
                  </a:lnTo>
                  <a:lnTo>
                    <a:pt x="5801" y="2085"/>
                  </a:lnTo>
                  <a:lnTo>
                    <a:pt x="5285" y="2436"/>
                  </a:lnTo>
                  <a:lnTo>
                    <a:pt x="4769" y="2828"/>
                  </a:lnTo>
                  <a:lnTo>
                    <a:pt x="4294" y="3221"/>
                  </a:lnTo>
                  <a:lnTo>
                    <a:pt x="3840" y="3654"/>
                  </a:lnTo>
                  <a:lnTo>
                    <a:pt x="3407" y="4088"/>
                  </a:lnTo>
                  <a:lnTo>
                    <a:pt x="2994" y="4562"/>
                  </a:lnTo>
                  <a:lnTo>
                    <a:pt x="2602" y="5037"/>
                  </a:lnTo>
                  <a:lnTo>
                    <a:pt x="2251" y="5532"/>
                  </a:lnTo>
                  <a:lnTo>
                    <a:pt x="1920" y="6049"/>
                  </a:lnTo>
                  <a:lnTo>
                    <a:pt x="1611" y="6585"/>
                  </a:lnTo>
                  <a:lnTo>
                    <a:pt x="1322" y="7122"/>
                  </a:lnTo>
                  <a:lnTo>
                    <a:pt x="1054" y="7679"/>
                  </a:lnTo>
                  <a:lnTo>
                    <a:pt x="827" y="8257"/>
                  </a:lnTo>
                  <a:lnTo>
                    <a:pt x="620" y="8835"/>
                  </a:lnTo>
                  <a:lnTo>
                    <a:pt x="455" y="9413"/>
                  </a:lnTo>
                  <a:lnTo>
                    <a:pt x="290" y="10012"/>
                  </a:lnTo>
                  <a:lnTo>
                    <a:pt x="187" y="10610"/>
                  </a:lnTo>
                  <a:lnTo>
                    <a:pt x="83" y="11229"/>
                  </a:lnTo>
                  <a:lnTo>
                    <a:pt x="22" y="11849"/>
                  </a:lnTo>
                  <a:lnTo>
                    <a:pt x="1" y="12468"/>
                  </a:lnTo>
                  <a:lnTo>
                    <a:pt x="1" y="13087"/>
                  </a:lnTo>
                  <a:lnTo>
                    <a:pt x="22" y="13706"/>
                  </a:lnTo>
                  <a:lnTo>
                    <a:pt x="83" y="14326"/>
                  </a:lnTo>
                  <a:lnTo>
                    <a:pt x="187" y="14966"/>
                  </a:lnTo>
                  <a:lnTo>
                    <a:pt x="310" y="15585"/>
                  </a:lnTo>
                  <a:lnTo>
                    <a:pt x="476" y="16204"/>
                  </a:lnTo>
                  <a:lnTo>
                    <a:pt x="661" y="16823"/>
                  </a:lnTo>
                  <a:lnTo>
                    <a:pt x="888" y="17442"/>
                  </a:lnTo>
                  <a:lnTo>
                    <a:pt x="1136" y="18041"/>
                  </a:lnTo>
                  <a:lnTo>
                    <a:pt x="1425" y="18640"/>
                  </a:lnTo>
                  <a:lnTo>
                    <a:pt x="1735" y="19197"/>
                  </a:lnTo>
                  <a:lnTo>
                    <a:pt x="2065" y="19734"/>
                  </a:lnTo>
                  <a:lnTo>
                    <a:pt x="2416" y="20270"/>
                  </a:lnTo>
                  <a:lnTo>
                    <a:pt x="2808" y="20766"/>
                  </a:lnTo>
                  <a:lnTo>
                    <a:pt x="3221" y="21240"/>
                  </a:lnTo>
                  <a:lnTo>
                    <a:pt x="3634" y="21695"/>
                  </a:lnTo>
                  <a:lnTo>
                    <a:pt x="4088" y="22128"/>
                  </a:lnTo>
                  <a:lnTo>
                    <a:pt x="4542" y="22541"/>
                  </a:lnTo>
                  <a:lnTo>
                    <a:pt x="5037" y="22912"/>
                  </a:lnTo>
                  <a:lnTo>
                    <a:pt x="5533" y="23284"/>
                  </a:lnTo>
                  <a:lnTo>
                    <a:pt x="6049" y="23614"/>
                  </a:lnTo>
                  <a:lnTo>
                    <a:pt x="6565" y="23924"/>
                  </a:lnTo>
                  <a:lnTo>
                    <a:pt x="7122" y="24213"/>
                  </a:lnTo>
                  <a:lnTo>
                    <a:pt x="7679" y="24461"/>
                  </a:lnTo>
                  <a:lnTo>
                    <a:pt x="8237" y="24688"/>
                  </a:lnTo>
                  <a:lnTo>
                    <a:pt x="8815" y="24894"/>
                  </a:lnTo>
                  <a:lnTo>
                    <a:pt x="9413" y="25080"/>
                  </a:lnTo>
                  <a:lnTo>
                    <a:pt x="9991" y="25224"/>
                  </a:lnTo>
                  <a:lnTo>
                    <a:pt x="10610" y="25327"/>
                  </a:lnTo>
                  <a:lnTo>
                    <a:pt x="11209" y="25431"/>
                  </a:lnTo>
                  <a:lnTo>
                    <a:pt x="11828" y="25493"/>
                  </a:lnTo>
                  <a:lnTo>
                    <a:pt x="12448" y="25513"/>
                  </a:lnTo>
                  <a:lnTo>
                    <a:pt x="13067" y="25513"/>
                  </a:lnTo>
                  <a:lnTo>
                    <a:pt x="13707" y="25493"/>
                  </a:lnTo>
                  <a:lnTo>
                    <a:pt x="14326" y="25431"/>
                  </a:lnTo>
                  <a:lnTo>
                    <a:pt x="14966" y="25327"/>
                  </a:lnTo>
                  <a:lnTo>
                    <a:pt x="15585" y="25204"/>
                  </a:lnTo>
                  <a:lnTo>
                    <a:pt x="16204" y="25038"/>
                  </a:lnTo>
                  <a:lnTo>
                    <a:pt x="16823" y="24853"/>
                  </a:lnTo>
                  <a:lnTo>
                    <a:pt x="17443" y="24626"/>
                  </a:lnTo>
                  <a:lnTo>
                    <a:pt x="18062" y="24378"/>
                  </a:lnTo>
                  <a:lnTo>
                    <a:pt x="18640" y="24089"/>
                  </a:lnTo>
                  <a:lnTo>
                    <a:pt x="19197" y="23779"/>
                  </a:lnTo>
                  <a:lnTo>
                    <a:pt x="19755" y="23449"/>
                  </a:lnTo>
                  <a:lnTo>
                    <a:pt x="20271" y="23078"/>
                  </a:lnTo>
                  <a:lnTo>
                    <a:pt x="20766" y="22706"/>
                  </a:lnTo>
                  <a:lnTo>
                    <a:pt x="21261" y="22293"/>
                  </a:lnTo>
                  <a:lnTo>
                    <a:pt x="21715" y="21860"/>
                  </a:lnTo>
                  <a:lnTo>
                    <a:pt x="22149" y="21426"/>
                  </a:lnTo>
                  <a:lnTo>
                    <a:pt x="22562" y="20951"/>
                  </a:lnTo>
                  <a:lnTo>
                    <a:pt x="22933" y="20477"/>
                  </a:lnTo>
                  <a:lnTo>
                    <a:pt x="23305" y="19981"/>
                  </a:lnTo>
                  <a:lnTo>
                    <a:pt x="23635" y="19465"/>
                  </a:lnTo>
                  <a:lnTo>
                    <a:pt x="23945" y="18929"/>
                  </a:lnTo>
                  <a:lnTo>
                    <a:pt x="24234" y="18392"/>
                  </a:lnTo>
                  <a:lnTo>
                    <a:pt x="24481" y="17835"/>
                  </a:lnTo>
                  <a:lnTo>
                    <a:pt x="24729" y="17277"/>
                  </a:lnTo>
                  <a:lnTo>
                    <a:pt x="24915" y="16699"/>
                  </a:lnTo>
                  <a:lnTo>
                    <a:pt x="25101" y="16101"/>
                  </a:lnTo>
                  <a:lnTo>
                    <a:pt x="25245" y="15502"/>
                  </a:lnTo>
                  <a:lnTo>
                    <a:pt x="25369" y="14904"/>
                  </a:lnTo>
                  <a:lnTo>
                    <a:pt x="25452" y="14305"/>
                  </a:lnTo>
                  <a:lnTo>
                    <a:pt x="25513" y="13686"/>
                  </a:lnTo>
                  <a:lnTo>
                    <a:pt x="25555" y="13067"/>
                  </a:lnTo>
                  <a:lnTo>
                    <a:pt x="25555" y="12447"/>
                  </a:lnTo>
                  <a:lnTo>
                    <a:pt x="25513" y="11807"/>
                  </a:lnTo>
                  <a:lnTo>
                    <a:pt x="25452" y="11188"/>
                  </a:lnTo>
                  <a:lnTo>
                    <a:pt x="25369" y="10569"/>
                  </a:lnTo>
                  <a:lnTo>
                    <a:pt x="25245" y="9929"/>
                  </a:lnTo>
                  <a:lnTo>
                    <a:pt x="25080" y="9310"/>
                  </a:lnTo>
                  <a:lnTo>
                    <a:pt x="24894" y="8691"/>
                  </a:lnTo>
                  <a:lnTo>
                    <a:pt x="24667" y="8071"/>
                  </a:lnTo>
                  <a:lnTo>
                    <a:pt x="24419" y="7473"/>
                  </a:lnTo>
                  <a:lnTo>
                    <a:pt x="24130" y="6895"/>
                  </a:lnTo>
                  <a:lnTo>
                    <a:pt x="23821" y="6317"/>
                  </a:lnTo>
                  <a:lnTo>
                    <a:pt x="23491" y="5780"/>
                  </a:lnTo>
                  <a:lnTo>
                    <a:pt x="23119" y="5264"/>
                  </a:lnTo>
                  <a:lnTo>
                    <a:pt x="22748" y="4748"/>
                  </a:lnTo>
                  <a:lnTo>
                    <a:pt x="22335" y="4273"/>
                  </a:lnTo>
                  <a:lnTo>
                    <a:pt x="21922" y="3819"/>
                  </a:lnTo>
                  <a:lnTo>
                    <a:pt x="21468" y="3386"/>
                  </a:lnTo>
                  <a:lnTo>
                    <a:pt x="20993" y="2994"/>
                  </a:lnTo>
                  <a:lnTo>
                    <a:pt x="20518" y="2601"/>
                  </a:lnTo>
                  <a:lnTo>
                    <a:pt x="20023" y="2251"/>
                  </a:lnTo>
                  <a:lnTo>
                    <a:pt x="19507" y="1900"/>
                  </a:lnTo>
                  <a:lnTo>
                    <a:pt x="18970" y="1590"/>
                  </a:lnTo>
                  <a:lnTo>
                    <a:pt x="18433" y="1322"/>
                  </a:lnTo>
                  <a:lnTo>
                    <a:pt x="17876" y="1053"/>
                  </a:lnTo>
                  <a:lnTo>
                    <a:pt x="17319" y="826"/>
                  </a:lnTo>
                  <a:lnTo>
                    <a:pt x="16741" y="620"/>
                  </a:lnTo>
                  <a:lnTo>
                    <a:pt x="16142" y="455"/>
                  </a:lnTo>
                  <a:lnTo>
                    <a:pt x="15544" y="310"/>
                  </a:lnTo>
                  <a:lnTo>
                    <a:pt x="14945" y="186"/>
                  </a:lnTo>
                  <a:lnTo>
                    <a:pt x="14326" y="104"/>
                  </a:lnTo>
                  <a:lnTo>
                    <a:pt x="13707" y="42"/>
                  </a:lnTo>
                  <a:lnTo>
                    <a:pt x="130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0" name="Google Shape;150;p27"/>
            <p:cNvSpPr/>
            <p:nvPr/>
          </p:nvSpPr>
          <p:spPr>
            <a:xfrm>
              <a:off x="1220025" y="3563925"/>
              <a:ext cx="487150" cy="486125"/>
            </a:xfrm>
            <a:custGeom>
              <a:avLst/>
              <a:gdLst/>
              <a:ahLst/>
              <a:cxnLst/>
              <a:rect l="l" t="t" r="r" b="b"/>
              <a:pathLst>
                <a:path w="19486" h="19445" extrusionOk="0">
                  <a:moveTo>
                    <a:pt x="9516" y="1"/>
                  </a:moveTo>
                  <a:lnTo>
                    <a:pt x="9041" y="22"/>
                  </a:lnTo>
                  <a:lnTo>
                    <a:pt x="8546" y="83"/>
                  </a:lnTo>
                  <a:lnTo>
                    <a:pt x="8071" y="145"/>
                  </a:lnTo>
                  <a:lnTo>
                    <a:pt x="7596" y="249"/>
                  </a:lnTo>
                  <a:lnTo>
                    <a:pt x="7121" y="372"/>
                  </a:lnTo>
                  <a:lnTo>
                    <a:pt x="6647" y="517"/>
                  </a:lnTo>
                  <a:lnTo>
                    <a:pt x="6172" y="682"/>
                  </a:lnTo>
                  <a:lnTo>
                    <a:pt x="5718" y="888"/>
                  </a:lnTo>
                  <a:lnTo>
                    <a:pt x="5264" y="1095"/>
                  </a:lnTo>
                  <a:lnTo>
                    <a:pt x="4830" y="1343"/>
                  </a:lnTo>
                  <a:lnTo>
                    <a:pt x="4417" y="1590"/>
                  </a:lnTo>
                  <a:lnTo>
                    <a:pt x="4025" y="1859"/>
                  </a:lnTo>
                  <a:lnTo>
                    <a:pt x="3633" y="2148"/>
                  </a:lnTo>
                  <a:lnTo>
                    <a:pt x="3282" y="2457"/>
                  </a:lnTo>
                  <a:lnTo>
                    <a:pt x="2931" y="2787"/>
                  </a:lnTo>
                  <a:lnTo>
                    <a:pt x="2601" y="3118"/>
                  </a:lnTo>
                  <a:lnTo>
                    <a:pt x="2291" y="3469"/>
                  </a:lnTo>
                  <a:lnTo>
                    <a:pt x="2002" y="3840"/>
                  </a:lnTo>
                  <a:lnTo>
                    <a:pt x="1713" y="4232"/>
                  </a:lnTo>
                  <a:lnTo>
                    <a:pt x="1466" y="4625"/>
                  </a:lnTo>
                  <a:lnTo>
                    <a:pt x="1218" y="5017"/>
                  </a:lnTo>
                  <a:lnTo>
                    <a:pt x="1012" y="5430"/>
                  </a:lnTo>
                  <a:lnTo>
                    <a:pt x="805" y="5863"/>
                  </a:lnTo>
                  <a:lnTo>
                    <a:pt x="640" y="6296"/>
                  </a:lnTo>
                  <a:lnTo>
                    <a:pt x="475" y="6730"/>
                  </a:lnTo>
                  <a:lnTo>
                    <a:pt x="351" y="7184"/>
                  </a:lnTo>
                  <a:lnTo>
                    <a:pt x="227" y="7638"/>
                  </a:lnTo>
                  <a:lnTo>
                    <a:pt x="145" y="8092"/>
                  </a:lnTo>
                  <a:lnTo>
                    <a:pt x="83" y="8546"/>
                  </a:lnTo>
                  <a:lnTo>
                    <a:pt x="21" y="9021"/>
                  </a:lnTo>
                  <a:lnTo>
                    <a:pt x="0" y="9496"/>
                  </a:lnTo>
                  <a:lnTo>
                    <a:pt x="0" y="9971"/>
                  </a:lnTo>
                  <a:lnTo>
                    <a:pt x="21" y="10445"/>
                  </a:lnTo>
                  <a:lnTo>
                    <a:pt x="62" y="10920"/>
                  </a:lnTo>
                  <a:lnTo>
                    <a:pt x="145" y="11395"/>
                  </a:lnTo>
                  <a:lnTo>
                    <a:pt x="248" y="11870"/>
                  </a:lnTo>
                  <a:lnTo>
                    <a:pt x="351" y="12344"/>
                  </a:lnTo>
                  <a:lnTo>
                    <a:pt x="496" y="12819"/>
                  </a:lnTo>
                  <a:lnTo>
                    <a:pt x="681" y="13294"/>
                  </a:lnTo>
                  <a:lnTo>
                    <a:pt x="867" y="13748"/>
                  </a:lnTo>
                  <a:lnTo>
                    <a:pt x="1094" y="14202"/>
                  </a:lnTo>
                  <a:lnTo>
                    <a:pt x="1321" y="14636"/>
                  </a:lnTo>
                  <a:lnTo>
                    <a:pt x="1569" y="15048"/>
                  </a:lnTo>
                  <a:lnTo>
                    <a:pt x="1858" y="15441"/>
                  </a:lnTo>
                  <a:lnTo>
                    <a:pt x="2147" y="15833"/>
                  </a:lnTo>
                  <a:lnTo>
                    <a:pt x="2456" y="16184"/>
                  </a:lnTo>
                  <a:lnTo>
                    <a:pt x="2766" y="16535"/>
                  </a:lnTo>
                  <a:lnTo>
                    <a:pt x="3117" y="16865"/>
                  </a:lnTo>
                  <a:lnTo>
                    <a:pt x="3468" y="17174"/>
                  </a:lnTo>
                  <a:lnTo>
                    <a:pt x="3839" y="17463"/>
                  </a:lnTo>
                  <a:lnTo>
                    <a:pt x="4211" y="17732"/>
                  </a:lnTo>
                  <a:lnTo>
                    <a:pt x="4603" y="18000"/>
                  </a:lnTo>
                  <a:lnTo>
                    <a:pt x="5016" y="18227"/>
                  </a:lnTo>
                  <a:lnTo>
                    <a:pt x="5429" y="18454"/>
                  </a:lnTo>
                  <a:lnTo>
                    <a:pt x="5842" y="18640"/>
                  </a:lnTo>
                  <a:lnTo>
                    <a:pt x="6275" y="18826"/>
                  </a:lnTo>
                  <a:lnTo>
                    <a:pt x="6729" y="18970"/>
                  </a:lnTo>
                  <a:lnTo>
                    <a:pt x="7163" y="19115"/>
                  </a:lnTo>
                  <a:lnTo>
                    <a:pt x="7617" y="19218"/>
                  </a:lnTo>
                  <a:lnTo>
                    <a:pt x="8091" y="19300"/>
                  </a:lnTo>
                  <a:lnTo>
                    <a:pt x="8546" y="19383"/>
                  </a:lnTo>
                  <a:lnTo>
                    <a:pt x="9020" y="19424"/>
                  </a:lnTo>
                  <a:lnTo>
                    <a:pt x="9495" y="19445"/>
                  </a:lnTo>
                  <a:lnTo>
                    <a:pt x="9970" y="19445"/>
                  </a:lnTo>
                  <a:lnTo>
                    <a:pt x="10445" y="19424"/>
                  </a:lnTo>
                  <a:lnTo>
                    <a:pt x="10919" y="19383"/>
                  </a:lnTo>
                  <a:lnTo>
                    <a:pt x="11394" y="19300"/>
                  </a:lnTo>
                  <a:lnTo>
                    <a:pt x="11889" y="19197"/>
                  </a:lnTo>
                  <a:lnTo>
                    <a:pt x="12364" y="19094"/>
                  </a:lnTo>
                  <a:lnTo>
                    <a:pt x="12839" y="18950"/>
                  </a:lnTo>
                  <a:lnTo>
                    <a:pt x="13293" y="18764"/>
                  </a:lnTo>
                  <a:lnTo>
                    <a:pt x="13768" y="18578"/>
                  </a:lnTo>
                  <a:lnTo>
                    <a:pt x="14201" y="18351"/>
                  </a:lnTo>
                  <a:lnTo>
                    <a:pt x="14635" y="18124"/>
                  </a:lnTo>
                  <a:lnTo>
                    <a:pt x="15048" y="17856"/>
                  </a:lnTo>
                  <a:lnTo>
                    <a:pt x="15460" y="17587"/>
                  </a:lnTo>
                  <a:lnTo>
                    <a:pt x="15832" y="17298"/>
                  </a:lnTo>
                  <a:lnTo>
                    <a:pt x="16203" y="16989"/>
                  </a:lnTo>
                  <a:lnTo>
                    <a:pt x="16554" y="16658"/>
                  </a:lnTo>
                  <a:lnTo>
                    <a:pt x="16885" y="16328"/>
                  </a:lnTo>
                  <a:lnTo>
                    <a:pt x="17194" y="15977"/>
                  </a:lnTo>
                  <a:lnTo>
                    <a:pt x="17483" y="15606"/>
                  </a:lnTo>
                  <a:lnTo>
                    <a:pt x="17752" y="15234"/>
                  </a:lnTo>
                  <a:lnTo>
                    <a:pt x="18020" y="14842"/>
                  </a:lnTo>
                  <a:lnTo>
                    <a:pt x="18247" y="14429"/>
                  </a:lnTo>
                  <a:lnTo>
                    <a:pt x="18474" y="14016"/>
                  </a:lnTo>
                  <a:lnTo>
                    <a:pt x="18660" y="13603"/>
                  </a:lnTo>
                  <a:lnTo>
                    <a:pt x="18846" y="13170"/>
                  </a:lnTo>
                  <a:lnTo>
                    <a:pt x="18990" y="12716"/>
                  </a:lnTo>
                  <a:lnTo>
                    <a:pt x="19135" y="12282"/>
                  </a:lnTo>
                  <a:lnTo>
                    <a:pt x="19238" y="11828"/>
                  </a:lnTo>
                  <a:lnTo>
                    <a:pt x="19341" y="11354"/>
                  </a:lnTo>
                  <a:lnTo>
                    <a:pt x="19403" y="10899"/>
                  </a:lnTo>
                  <a:lnTo>
                    <a:pt x="19444" y="10425"/>
                  </a:lnTo>
                  <a:lnTo>
                    <a:pt x="19485" y="9950"/>
                  </a:lnTo>
                  <a:lnTo>
                    <a:pt x="19485" y="9475"/>
                  </a:lnTo>
                  <a:lnTo>
                    <a:pt x="19444" y="9000"/>
                  </a:lnTo>
                  <a:lnTo>
                    <a:pt x="19403" y="8526"/>
                  </a:lnTo>
                  <a:lnTo>
                    <a:pt x="19341" y="8051"/>
                  </a:lnTo>
                  <a:lnTo>
                    <a:pt x="19238" y="7576"/>
                  </a:lnTo>
                  <a:lnTo>
                    <a:pt x="19114" y="7101"/>
                  </a:lnTo>
                  <a:lnTo>
                    <a:pt x="18969" y="6627"/>
                  </a:lnTo>
                  <a:lnTo>
                    <a:pt x="18804" y="6152"/>
                  </a:lnTo>
                  <a:lnTo>
                    <a:pt x="18598" y="5698"/>
                  </a:lnTo>
                  <a:lnTo>
                    <a:pt x="18391" y="5244"/>
                  </a:lnTo>
                  <a:lnTo>
                    <a:pt x="18164" y="4831"/>
                  </a:lnTo>
                  <a:lnTo>
                    <a:pt x="17896" y="4397"/>
                  </a:lnTo>
                  <a:lnTo>
                    <a:pt x="17628" y="4005"/>
                  </a:lnTo>
                  <a:lnTo>
                    <a:pt x="17339" y="3634"/>
                  </a:lnTo>
                  <a:lnTo>
                    <a:pt x="17029" y="3262"/>
                  </a:lnTo>
                  <a:lnTo>
                    <a:pt x="16699" y="2911"/>
                  </a:lnTo>
                  <a:lnTo>
                    <a:pt x="16369" y="2581"/>
                  </a:lnTo>
                  <a:lnTo>
                    <a:pt x="16018" y="2271"/>
                  </a:lnTo>
                  <a:lnTo>
                    <a:pt x="15646" y="1982"/>
                  </a:lnTo>
                  <a:lnTo>
                    <a:pt x="15254" y="1714"/>
                  </a:lnTo>
                  <a:lnTo>
                    <a:pt x="14862" y="1466"/>
                  </a:lnTo>
                  <a:lnTo>
                    <a:pt x="14470" y="1219"/>
                  </a:lnTo>
                  <a:lnTo>
                    <a:pt x="14057" y="1012"/>
                  </a:lnTo>
                  <a:lnTo>
                    <a:pt x="13623" y="806"/>
                  </a:lnTo>
                  <a:lnTo>
                    <a:pt x="13190" y="641"/>
                  </a:lnTo>
                  <a:lnTo>
                    <a:pt x="12756" y="476"/>
                  </a:lnTo>
                  <a:lnTo>
                    <a:pt x="12302" y="352"/>
                  </a:lnTo>
                  <a:lnTo>
                    <a:pt x="11848" y="228"/>
                  </a:lnTo>
                  <a:lnTo>
                    <a:pt x="11394" y="145"/>
                  </a:lnTo>
                  <a:lnTo>
                    <a:pt x="10919" y="83"/>
                  </a:lnTo>
                  <a:lnTo>
                    <a:pt x="10465" y="22"/>
                  </a:lnTo>
                  <a:lnTo>
                    <a:pt x="99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1213825" y="3555150"/>
              <a:ext cx="473750" cy="348350"/>
            </a:xfrm>
            <a:custGeom>
              <a:avLst/>
              <a:gdLst/>
              <a:ahLst/>
              <a:cxnLst/>
              <a:rect l="l" t="t" r="r" b="b"/>
              <a:pathLst>
                <a:path w="18950" h="13934" extrusionOk="0">
                  <a:moveTo>
                    <a:pt x="9475" y="1"/>
                  </a:moveTo>
                  <a:lnTo>
                    <a:pt x="9083" y="42"/>
                  </a:lnTo>
                  <a:lnTo>
                    <a:pt x="8711" y="84"/>
                  </a:lnTo>
                  <a:lnTo>
                    <a:pt x="8319" y="125"/>
                  </a:lnTo>
                  <a:lnTo>
                    <a:pt x="7927" y="207"/>
                  </a:lnTo>
                  <a:lnTo>
                    <a:pt x="7534" y="290"/>
                  </a:lnTo>
                  <a:lnTo>
                    <a:pt x="7142" y="393"/>
                  </a:lnTo>
                  <a:lnTo>
                    <a:pt x="6771" y="517"/>
                  </a:lnTo>
                  <a:lnTo>
                    <a:pt x="6379" y="662"/>
                  </a:lnTo>
                  <a:lnTo>
                    <a:pt x="6007" y="806"/>
                  </a:lnTo>
                  <a:lnTo>
                    <a:pt x="5635" y="971"/>
                  </a:lnTo>
                  <a:lnTo>
                    <a:pt x="5264" y="1157"/>
                  </a:lnTo>
                  <a:lnTo>
                    <a:pt x="4913" y="1363"/>
                  </a:lnTo>
                  <a:lnTo>
                    <a:pt x="4562" y="1570"/>
                  </a:lnTo>
                  <a:lnTo>
                    <a:pt x="4232" y="1797"/>
                  </a:lnTo>
                  <a:lnTo>
                    <a:pt x="3922" y="2024"/>
                  </a:lnTo>
                  <a:lnTo>
                    <a:pt x="3613" y="2272"/>
                  </a:lnTo>
                  <a:lnTo>
                    <a:pt x="3303" y="2519"/>
                  </a:lnTo>
                  <a:lnTo>
                    <a:pt x="3035" y="2788"/>
                  </a:lnTo>
                  <a:lnTo>
                    <a:pt x="2746" y="3056"/>
                  </a:lnTo>
                  <a:lnTo>
                    <a:pt x="2498" y="3324"/>
                  </a:lnTo>
                  <a:lnTo>
                    <a:pt x="2250" y="3613"/>
                  </a:lnTo>
                  <a:lnTo>
                    <a:pt x="2023" y="3902"/>
                  </a:lnTo>
                  <a:lnTo>
                    <a:pt x="1817" y="4191"/>
                  </a:lnTo>
                  <a:lnTo>
                    <a:pt x="1610" y="4501"/>
                  </a:lnTo>
                  <a:lnTo>
                    <a:pt x="1425" y="4810"/>
                  </a:lnTo>
                  <a:lnTo>
                    <a:pt x="1239" y="5099"/>
                  </a:lnTo>
                  <a:lnTo>
                    <a:pt x="1074" y="5409"/>
                  </a:lnTo>
                  <a:lnTo>
                    <a:pt x="785" y="6028"/>
                  </a:lnTo>
                  <a:lnTo>
                    <a:pt x="537" y="6647"/>
                  </a:lnTo>
                  <a:lnTo>
                    <a:pt x="351" y="7267"/>
                  </a:lnTo>
                  <a:lnTo>
                    <a:pt x="207" y="7865"/>
                  </a:lnTo>
                  <a:lnTo>
                    <a:pt x="104" y="8443"/>
                  </a:lnTo>
                  <a:lnTo>
                    <a:pt x="42" y="9001"/>
                  </a:lnTo>
                  <a:lnTo>
                    <a:pt x="0" y="9558"/>
                  </a:lnTo>
                  <a:lnTo>
                    <a:pt x="0" y="10074"/>
                  </a:lnTo>
                  <a:lnTo>
                    <a:pt x="21" y="10569"/>
                  </a:lnTo>
                  <a:lnTo>
                    <a:pt x="62" y="11023"/>
                  </a:lnTo>
                  <a:lnTo>
                    <a:pt x="145" y="11457"/>
                  </a:lnTo>
                  <a:lnTo>
                    <a:pt x="207" y="11849"/>
                  </a:lnTo>
                  <a:lnTo>
                    <a:pt x="310" y="12221"/>
                  </a:lnTo>
                  <a:lnTo>
                    <a:pt x="393" y="12551"/>
                  </a:lnTo>
                  <a:lnTo>
                    <a:pt x="496" y="12840"/>
                  </a:lnTo>
                  <a:lnTo>
                    <a:pt x="702" y="13335"/>
                  </a:lnTo>
                  <a:lnTo>
                    <a:pt x="867" y="13665"/>
                  </a:lnTo>
                  <a:lnTo>
                    <a:pt x="971" y="13872"/>
                  </a:lnTo>
                  <a:lnTo>
                    <a:pt x="1012" y="13913"/>
                  </a:lnTo>
                  <a:lnTo>
                    <a:pt x="1053" y="13934"/>
                  </a:lnTo>
                  <a:lnTo>
                    <a:pt x="1053" y="13893"/>
                  </a:lnTo>
                  <a:lnTo>
                    <a:pt x="1053" y="13831"/>
                  </a:lnTo>
                  <a:lnTo>
                    <a:pt x="991" y="13604"/>
                  </a:lnTo>
                  <a:lnTo>
                    <a:pt x="785" y="12757"/>
                  </a:lnTo>
                  <a:lnTo>
                    <a:pt x="661" y="12138"/>
                  </a:lnTo>
                  <a:lnTo>
                    <a:pt x="599" y="11787"/>
                  </a:lnTo>
                  <a:lnTo>
                    <a:pt x="558" y="11395"/>
                  </a:lnTo>
                  <a:lnTo>
                    <a:pt x="516" y="10982"/>
                  </a:lnTo>
                  <a:lnTo>
                    <a:pt x="496" y="10549"/>
                  </a:lnTo>
                  <a:lnTo>
                    <a:pt x="496" y="10074"/>
                  </a:lnTo>
                  <a:lnTo>
                    <a:pt x="537" y="9579"/>
                  </a:lnTo>
                  <a:lnTo>
                    <a:pt x="578" y="9062"/>
                  </a:lnTo>
                  <a:lnTo>
                    <a:pt x="661" y="8546"/>
                  </a:lnTo>
                  <a:lnTo>
                    <a:pt x="785" y="7989"/>
                  </a:lnTo>
                  <a:lnTo>
                    <a:pt x="950" y="7432"/>
                  </a:lnTo>
                  <a:lnTo>
                    <a:pt x="1136" y="6875"/>
                  </a:lnTo>
                  <a:lnTo>
                    <a:pt x="1383" y="6297"/>
                  </a:lnTo>
                  <a:lnTo>
                    <a:pt x="1672" y="5719"/>
                  </a:lnTo>
                  <a:lnTo>
                    <a:pt x="2003" y="5161"/>
                  </a:lnTo>
                  <a:lnTo>
                    <a:pt x="2374" y="4604"/>
                  </a:lnTo>
                  <a:lnTo>
                    <a:pt x="2581" y="4336"/>
                  </a:lnTo>
                  <a:lnTo>
                    <a:pt x="2808" y="4067"/>
                  </a:lnTo>
                  <a:lnTo>
                    <a:pt x="3035" y="3820"/>
                  </a:lnTo>
                  <a:lnTo>
                    <a:pt x="3282" y="3551"/>
                  </a:lnTo>
                  <a:lnTo>
                    <a:pt x="3530" y="3304"/>
                  </a:lnTo>
                  <a:lnTo>
                    <a:pt x="3798" y="3077"/>
                  </a:lnTo>
                  <a:lnTo>
                    <a:pt x="4067" y="2829"/>
                  </a:lnTo>
                  <a:lnTo>
                    <a:pt x="4356" y="2622"/>
                  </a:lnTo>
                  <a:lnTo>
                    <a:pt x="4645" y="2395"/>
                  </a:lnTo>
                  <a:lnTo>
                    <a:pt x="4954" y="2189"/>
                  </a:lnTo>
                  <a:lnTo>
                    <a:pt x="5285" y="2003"/>
                  </a:lnTo>
                  <a:lnTo>
                    <a:pt x="5615" y="1817"/>
                  </a:lnTo>
                  <a:lnTo>
                    <a:pt x="5945" y="1652"/>
                  </a:lnTo>
                  <a:lnTo>
                    <a:pt x="6296" y="1487"/>
                  </a:lnTo>
                  <a:lnTo>
                    <a:pt x="6647" y="1343"/>
                  </a:lnTo>
                  <a:lnTo>
                    <a:pt x="6998" y="1219"/>
                  </a:lnTo>
                  <a:lnTo>
                    <a:pt x="7349" y="1116"/>
                  </a:lnTo>
                  <a:lnTo>
                    <a:pt x="7720" y="1012"/>
                  </a:lnTo>
                  <a:lnTo>
                    <a:pt x="8071" y="930"/>
                  </a:lnTo>
                  <a:lnTo>
                    <a:pt x="8443" y="847"/>
                  </a:lnTo>
                  <a:lnTo>
                    <a:pt x="8794" y="806"/>
                  </a:lnTo>
                  <a:lnTo>
                    <a:pt x="9144" y="765"/>
                  </a:lnTo>
                  <a:lnTo>
                    <a:pt x="9516" y="723"/>
                  </a:lnTo>
                  <a:lnTo>
                    <a:pt x="10569" y="723"/>
                  </a:lnTo>
                  <a:lnTo>
                    <a:pt x="10899" y="744"/>
                  </a:lnTo>
                  <a:lnTo>
                    <a:pt x="11250" y="785"/>
                  </a:lnTo>
                  <a:lnTo>
                    <a:pt x="11910" y="889"/>
                  </a:lnTo>
                  <a:lnTo>
                    <a:pt x="12550" y="1033"/>
                  </a:lnTo>
                  <a:lnTo>
                    <a:pt x="13149" y="1219"/>
                  </a:lnTo>
                  <a:lnTo>
                    <a:pt x="13727" y="1446"/>
                  </a:lnTo>
                  <a:lnTo>
                    <a:pt x="14284" y="1694"/>
                  </a:lnTo>
                  <a:lnTo>
                    <a:pt x="14800" y="1962"/>
                  </a:lnTo>
                  <a:lnTo>
                    <a:pt x="15275" y="2251"/>
                  </a:lnTo>
                  <a:lnTo>
                    <a:pt x="15708" y="2560"/>
                  </a:lnTo>
                  <a:lnTo>
                    <a:pt x="16121" y="2870"/>
                  </a:lnTo>
                  <a:lnTo>
                    <a:pt x="16513" y="3180"/>
                  </a:lnTo>
                  <a:lnTo>
                    <a:pt x="16844" y="3510"/>
                  </a:lnTo>
                  <a:lnTo>
                    <a:pt x="17153" y="3820"/>
                  </a:lnTo>
                  <a:lnTo>
                    <a:pt x="17442" y="4129"/>
                  </a:lnTo>
                  <a:lnTo>
                    <a:pt x="17690" y="4418"/>
                  </a:lnTo>
                  <a:lnTo>
                    <a:pt x="17896" y="4707"/>
                  </a:lnTo>
                  <a:lnTo>
                    <a:pt x="18268" y="5223"/>
                  </a:lnTo>
                  <a:lnTo>
                    <a:pt x="18743" y="5966"/>
                  </a:lnTo>
                  <a:lnTo>
                    <a:pt x="18867" y="6173"/>
                  </a:lnTo>
                  <a:lnTo>
                    <a:pt x="18908" y="6214"/>
                  </a:lnTo>
                  <a:lnTo>
                    <a:pt x="18928" y="6235"/>
                  </a:lnTo>
                  <a:lnTo>
                    <a:pt x="18949" y="6193"/>
                  </a:lnTo>
                  <a:lnTo>
                    <a:pt x="18928" y="6131"/>
                  </a:lnTo>
                  <a:lnTo>
                    <a:pt x="18867" y="5904"/>
                  </a:lnTo>
                  <a:lnTo>
                    <a:pt x="18743" y="5553"/>
                  </a:lnTo>
                  <a:lnTo>
                    <a:pt x="18516" y="5079"/>
                  </a:lnTo>
                  <a:lnTo>
                    <a:pt x="18371" y="4810"/>
                  </a:lnTo>
                  <a:lnTo>
                    <a:pt x="18206" y="4521"/>
                  </a:lnTo>
                  <a:lnTo>
                    <a:pt x="18000" y="4191"/>
                  </a:lnTo>
                  <a:lnTo>
                    <a:pt x="17752" y="3861"/>
                  </a:lnTo>
                  <a:lnTo>
                    <a:pt x="17484" y="3531"/>
                  </a:lnTo>
                  <a:lnTo>
                    <a:pt x="17195" y="3180"/>
                  </a:lnTo>
                  <a:lnTo>
                    <a:pt x="16844" y="2808"/>
                  </a:lnTo>
                  <a:lnTo>
                    <a:pt x="16472" y="2457"/>
                  </a:lnTo>
                  <a:lnTo>
                    <a:pt x="16059" y="2106"/>
                  </a:lnTo>
                  <a:lnTo>
                    <a:pt x="15585" y="1776"/>
                  </a:lnTo>
                  <a:lnTo>
                    <a:pt x="15089" y="1446"/>
                  </a:lnTo>
                  <a:lnTo>
                    <a:pt x="14553" y="1136"/>
                  </a:lnTo>
                  <a:lnTo>
                    <a:pt x="13975" y="868"/>
                  </a:lnTo>
                  <a:lnTo>
                    <a:pt x="13376" y="620"/>
                  </a:lnTo>
                  <a:lnTo>
                    <a:pt x="12715" y="393"/>
                  </a:lnTo>
                  <a:lnTo>
                    <a:pt x="12385" y="311"/>
                  </a:lnTo>
                  <a:lnTo>
                    <a:pt x="12055" y="228"/>
                  </a:lnTo>
                  <a:lnTo>
                    <a:pt x="11704" y="145"/>
                  </a:lnTo>
                  <a:lnTo>
                    <a:pt x="11332" y="104"/>
                  </a:lnTo>
                  <a:lnTo>
                    <a:pt x="10982" y="42"/>
                  </a:lnTo>
                  <a:lnTo>
                    <a:pt x="10610" y="22"/>
                  </a:lnTo>
                  <a:lnTo>
                    <a:pt x="10238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1346950" y="3641850"/>
              <a:ext cx="251850" cy="343700"/>
            </a:xfrm>
            <a:custGeom>
              <a:avLst/>
              <a:gdLst/>
              <a:ahLst/>
              <a:cxnLst/>
              <a:rect l="l" t="t" r="r" b="b"/>
              <a:pathLst>
                <a:path w="10074" h="13748" extrusionOk="0">
                  <a:moveTo>
                    <a:pt x="3056" y="4005"/>
                  </a:moveTo>
                  <a:lnTo>
                    <a:pt x="3881" y="5987"/>
                  </a:lnTo>
                  <a:lnTo>
                    <a:pt x="3613" y="6007"/>
                  </a:lnTo>
                  <a:lnTo>
                    <a:pt x="3386" y="6007"/>
                  </a:lnTo>
                  <a:lnTo>
                    <a:pt x="3159" y="5987"/>
                  </a:lnTo>
                  <a:lnTo>
                    <a:pt x="2973" y="5925"/>
                  </a:lnTo>
                  <a:lnTo>
                    <a:pt x="2808" y="5863"/>
                  </a:lnTo>
                  <a:lnTo>
                    <a:pt x="2664" y="5760"/>
                  </a:lnTo>
                  <a:lnTo>
                    <a:pt x="2540" y="5636"/>
                  </a:lnTo>
                  <a:lnTo>
                    <a:pt x="2437" y="5471"/>
                  </a:lnTo>
                  <a:lnTo>
                    <a:pt x="2395" y="5285"/>
                  </a:lnTo>
                  <a:lnTo>
                    <a:pt x="2354" y="5099"/>
                  </a:lnTo>
                  <a:lnTo>
                    <a:pt x="2375" y="4934"/>
                  </a:lnTo>
                  <a:lnTo>
                    <a:pt x="2416" y="4748"/>
                  </a:lnTo>
                  <a:lnTo>
                    <a:pt x="2519" y="4542"/>
                  </a:lnTo>
                  <a:lnTo>
                    <a:pt x="2643" y="4356"/>
                  </a:lnTo>
                  <a:lnTo>
                    <a:pt x="2829" y="4191"/>
                  </a:lnTo>
                  <a:lnTo>
                    <a:pt x="3056" y="4005"/>
                  </a:lnTo>
                  <a:close/>
                  <a:moveTo>
                    <a:pt x="6751" y="7824"/>
                  </a:moveTo>
                  <a:lnTo>
                    <a:pt x="6957" y="7865"/>
                  </a:lnTo>
                  <a:lnTo>
                    <a:pt x="7143" y="7906"/>
                  </a:lnTo>
                  <a:lnTo>
                    <a:pt x="7308" y="7989"/>
                  </a:lnTo>
                  <a:lnTo>
                    <a:pt x="7452" y="8071"/>
                  </a:lnTo>
                  <a:lnTo>
                    <a:pt x="7576" y="8216"/>
                  </a:lnTo>
                  <a:lnTo>
                    <a:pt x="7659" y="8381"/>
                  </a:lnTo>
                  <a:lnTo>
                    <a:pt x="7721" y="8546"/>
                  </a:lnTo>
                  <a:lnTo>
                    <a:pt x="7741" y="8732"/>
                  </a:lnTo>
                  <a:lnTo>
                    <a:pt x="7721" y="8897"/>
                  </a:lnTo>
                  <a:lnTo>
                    <a:pt x="7679" y="9083"/>
                  </a:lnTo>
                  <a:lnTo>
                    <a:pt x="7576" y="9248"/>
                  </a:lnTo>
                  <a:lnTo>
                    <a:pt x="7452" y="9413"/>
                  </a:lnTo>
                  <a:lnTo>
                    <a:pt x="7267" y="9599"/>
                  </a:lnTo>
                  <a:lnTo>
                    <a:pt x="7060" y="9764"/>
                  </a:lnTo>
                  <a:lnTo>
                    <a:pt x="6255" y="7824"/>
                  </a:lnTo>
                  <a:close/>
                  <a:moveTo>
                    <a:pt x="3056" y="1"/>
                  </a:moveTo>
                  <a:lnTo>
                    <a:pt x="1652" y="579"/>
                  </a:lnTo>
                  <a:lnTo>
                    <a:pt x="2292" y="2147"/>
                  </a:lnTo>
                  <a:lnTo>
                    <a:pt x="1921" y="2354"/>
                  </a:lnTo>
                  <a:lnTo>
                    <a:pt x="1570" y="2602"/>
                  </a:lnTo>
                  <a:lnTo>
                    <a:pt x="1260" y="2849"/>
                  </a:lnTo>
                  <a:lnTo>
                    <a:pt x="992" y="3097"/>
                  </a:lnTo>
                  <a:lnTo>
                    <a:pt x="744" y="3365"/>
                  </a:lnTo>
                  <a:lnTo>
                    <a:pt x="558" y="3634"/>
                  </a:lnTo>
                  <a:lnTo>
                    <a:pt x="372" y="3923"/>
                  </a:lnTo>
                  <a:lnTo>
                    <a:pt x="249" y="4191"/>
                  </a:lnTo>
                  <a:lnTo>
                    <a:pt x="125" y="4480"/>
                  </a:lnTo>
                  <a:lnTo>
                    <a:pt x="63" y="4769"/>
                  </a:lnTo>
                  <a:lnTo>
                    <a:pt x="22" y="5058"/>
                  </a:lnTo>
                  <a:lnTo>
                    <a:pt x="1" y="5367"/>
                  </a:lnTo>
                  <a:lnTo>
                    <a:pt x="22" y="5656"/>
                  </a:lnTo>
                  <a:lnTo>
                    <a:pt x="63" y="5945"/>
                  </a:lnTo>
                  <a:lnTo>
                    <a:pt x="125" y="6214"/>
                  </a:lnTo>
                  <a:lnTo>
                    <a:pt x="228" y="6503"/>
                  </a:lnTo>
                  <a:lnTo>
                    <a:pt x="393" y="6854"/>
                  </a:lnTo>
                  <a:lnTo>
                    <a:pt x="599" y="7163"/>
                  </a:lnTo>
                  <a:lnTo>
                    <a:pt x="806" y="7411"/>
                  </a:lnTo>
                  <a:lnTo>
                    <a:pt x="1033" y="7638"/>
                  </a:lnTo>
                  <a:lnTo>
                    <a:pt x="1301" y="7803"/>
                  </a:lnTo>
                  <a:lnTo>
                    <a:pt x="1570" y="7948"/>
                  </a:lnTo>
                  <a:lnTo>
                    <a:pt x="1838" y="8051"/>
                  </a:lnTo>
                  <a:lnTo>
                    <a:pt x="2148" y="8133"/>
                  </a:lnTo>
                  <a:lnTo>
                    <a:pt x="2457" y="8175"/>
                  </a:lnTo>
                  <a:lnTo>
                    <a:pt x="2767" y="8216"/>
                  </a:lnTo>
                  <a:lnTo>
                    <a:pt x="3076" y="8216"/>
                  </a:lnTo>
                  <a:lnTo>
                    <a:pt x="3407" y="8195"/>
                  </a:lnTo>
                  <a:lnTo>
                    <a:pt x="4067" y="8133"/>
                  </a:lnTo>
                  <a:lnTo>
                    <a:pt x="4728" y="8051"/>
                  </a:lnTo>
                  <a:lnTo>
                    <a:pt x="5677" y="10383"/>
                  </a:lnTo>
                  <a:lnTo>
                    <a:pt x="5285" y="10507"/>
                  </a:lnTo>
                  <a:lnTo>
                    <a:pt x="4872" y="10569"/>
                  </a:lnTo>
                  <a:lnTo>
                    <a:pt x="4459" y="10631"/>
                  </a:lnTo>
                  <a:lnTo>
                    <a:pt x="4067" y="10652"/>
                  </a:lnTo>
                  <a:lnTo>
                    <a:pt x="3675" y="10652"/>
                  </a:lnTo>
                  <a:lnTo>
                    <a:pt x="3283" y="10631"/>
                  </a:lnTo>
                  <a:lnTo>
                    <a:pt x="2911" y="10590"/>
                  </a:lnTo>
                  <a:lnTo>
                    <a:pt x="2560" y="10507"/>
                  </a:lnTo>
                  <a:lnTo>
                    <a:pt x="2478" y="12551"/>
                  </a:lnTo>
                  <a:lnTo>
                    <a:pt x="2891" y="12633"/>
                  </a:lnTo>
                  <a:lnTo>
                    <a:pt x="3324" y="12674"/>
                  </a:lnTo>
                  <a:lnTo>
                    <a:pt x="3799" y="12695"/>
                  </a:lnTo>
                  <a:lnTo>
                    <a:pt x="4315" y="12674"/>
                  </a:lnTo>
                  <a:lnTo>
                    <a:pt x="4831" y="12613"/>
                  </a:lnTo>
                  <a:lnTo>
                    <a:pt x="5368" y="12530"/>
                  </a:lnTo>
                  <a:lnTo>
                    <a:pt x="5904" y="12385"/>
                  </a:lnTo>
                  <a:lnTo>
                    <a:pt x="6441" y="12220"/>
                  </a:lnTo>
                  <a:lnTo>
                    <a:pt x="7060" y="13748"/>
                  </a:lnTo>
                  <a:lnTo>
                    <a:pt x="8464" y="13190"/>
                  </a:lnTo>
                  <a:lnTo>
                    <a:pt x="7824" y="11601"/>
                  </a:lnTo>
                  <a:lnTo>
                    <a:pt x="8195" y="11395"/>
                  </a:lnTo>
                  <a:lnTo>
                    <a:pt x="8526" y="11147"/>
                  </a:lnTo>
                  <a:lnTo>
                    <a:pt x="8835" y="10899"/>
                  </a:lnTo>
                  <a:lnTo>
                    <a:pt x="9104" y="10652"/>
                  </a:lnTo>
                  <a:lnTo>
                    <a:pt x="9331" y="10383"/>
                  </a:lnTo>
                  <a:lnTo>
                    <a:pt x="9537" y="10115"/>
                  </a:lnTo>
                  <a:lnTo>
                    <a:pt x="9702" y="9847"/>
                  </a:lnTo>
                  <a:lnTo>
                    <a:pt x="9847" y="9558"/>
                  </a:lnTo>
                  <a:lnTo>
                    <a:pt x="9950" y="9269"/>
                  </a:lnTo>
                  <a:lnTo>
                    <a:pt x="10033" y="8980"/>
                  </a:lnTo>
                  <a:lnTo>
                    <a:pt x="10074" y="8691"/>
                  </a:lnTo>
                  <a:lnTo>
                    <a:pt x="10074" y="8402"/>
                  </a:lnTo>
                  <a:lnTo>
                    <a:pt x="10074" y="8133"/>
                  </a:lnTo>
                  <a:lnTo>
                    <a:pt x="10033" y="7844"/>
                  </a:lnTo>
                  <a:lnTo>
                    <a:pt x="9950" y="7555"/>
                  </a:lnTo>
                  <a:lnTo>
                    <a:pt x="9847" y="7287"/>
                  </a:lnTo>
                  <a:lnTo>
                    <a:pt x="9682" y="6936"/>
                  </a:lnTo>
                  <a:lnTo>
                    <a:pt x="9496" y="6647"/>
                  </a:lnTo>
                  <a:lnTo>
                    <a:pt x="9289" y="6379"/>
                  </a:lnTo>
                  <a:lnTo>
                    <a:pt x="9062" y="6172"/>
                  </a:lnTo>
                  <a:lnTo>
                    <a:pt x="8815" y="6007"/>
                  </a:lnTo>
                  <a:lnTo>
                    <a:pt x="8546" y="5863"/>
                  </a:lnTo>
                  <a:lnTo>
                    <a:pt x="8257" y="5760"/>
                  </a:lnTo>
                  <a:lnTo>
                    <a:pt x="7968" y="5677"/>
                  </a:lnTo>
                  <a:lnTo>
                    <a:pt x="7659" y="5636"/>
                  </a:lnTo>
                  <a:lnTo>
                    <a:pt x="7349" y="5615"/>
                  </a:lnTo>
                  <a:lnTo>
                    <a:pt x="7040" y="5594"/>
                  </a:lnTo>
                  <a:lnTo>
                    <a:pt x="6709" y="5615"/>
                  </a:lnTo>
                  <a:lnTo>
                    <a:pt x="6069" y="5677"/>
                  </a:lnTo>
                  <a:lnTo>
                    <a:pt x="5409" y="5760"/>
                  </a:lnTo>
                  <a:lnTo>
                    <a:pt x="4439" y="3386"/>
                  </a:lnTo>
                  <a:lnTo>
                    <a:pt x="4728" y="3324"/>
                  </a:lnTo>
                  <a:lnTo>
                    <a:pt x="4996" y="3262"/>
                  </a:lnTo>
                  <a:lnTo>
                    <a:pt x="5306" y="3221"/>
                  </a:lnTo>
                  <a:lnTo>
                    <a:pt x="5615" y="3200"/>
                  </a:lnTo>
                  <a:lnTo>
                    <a:pt x="5925" y="3179"/>
                  </a:lnTo>
                  <a:lnTo>
                    <a:pt x="6235" y="3179"/>
                  </a:lnTo>
                  <a:lnTo>
                    <a:pt x="6544" y="3200"/>
                  </a:lnTo>
                  <a:lnTo>
                    <a:pt x="6874" y="3241"/>
                  </a:lnTo>
                  <a:lnTo>
                    <a:pt x="6874" y="1219"/>
                  </a:lnTo>
                  <a:lnTo>
                    <a:pt x="6503" y="1177"/>
                  </a:lnTo>
                  <a:lnTo>
                    <a:pt x="6111" y="1157"/>
                  </a:lnTo>
                  <a:lnTo>
                    <a:pt x="5718" y="1157"/>
                  </a:lnTo>
                  <a:lnTo>
                    <a:pt x="5326" y="1177"/>
                  </a:lnTo>
                  <a:lnTo>
                    <a:pt x="4913" y="1239"/>
                  </a:lnTo>
                  <a:lnTo>
                    <a:pt x="4501" y="1322"/>
                  </a:lnTo>
                  <a:lnTo>
                    <a:pt x="4088" y="1425"/>
                  </a:lnTo>
                  <a:lnTo>
                    <a:pt x="3675" y="1528"/>
                  </a:lnTo>
                  <a:lnTo>
                    <a:pt x="3056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Google Shape;153;p27"/>
            <p:cNvSpPr/>
            <p:nvPr/>
          </p:nvSpPr>
          <p:spPr>
            <a:xfrm>
              <a:off x="1989425" y="253600"/>
              <a:ext cx="686350" cy="454125"/>
            </a:xfrm>
            <a:custGeom>
              <a:avLst/>
              <a:gdLst/>
              <a:ahLst/>
              <a:cxnLst/>
              <a:rect l="l" t="t" r="r" b="b"/>
              <a:pathLst>
                <a:path w="27454" h="18165" extrusionOk="0">
                  <a:moveTo>
                    <a:pt x="5037" y="0"/>
                  </a:moveTo>
                  <a:lnTo>
                    <a:pt x="4644" y="21"/>
                  </a:lnTo>
                  <a:lnTo>
                    <a:pt x="4294" y="62"/>
                  </a:lnTo>
                  <a:lnTo>
                    <a:pt x="3943" y="145"/>
                  </a:lnTo>
                  <a:lnTo>
                    <a:pt x="3633" y="248"/>
                  </a:lnTo>
                  <a:lnTo>
                    <a:pt x="3344" y="392"/>
                  </a:lnTo>
                  <a:lnTo>
                    <a:pt x="3076" y="558"/>
                  </a:lnTo>
                  <a:lnTo>
                    <a:pt x="2849" y="764"/>
                  </a:lnTo>
                  <a:lnTo>
                    <a:pt x="0" y="10094"/>
                  </a:lnTo>
                  <a:lnTo>
                    <a:pt x="248" y="10135"/>
                  </a:lnTo>
                  <a:lnTo>
                    <a:pt x="970" y="10300"/>
                  </a:lnTo>
                  <a:lnTo>
                    <a:pt x="1486" y="10445"/>
                  </a:lnTo>
                  <a:lnTo>
                    <a:pt x="2085" y="10610"/>
                  </a:lnTo>
                  <a:lnTo>
                    <a:pt x="2745" y="10816"/>
                  </a:lnTo>
                  <a:lnTo>
                    <a:pt x="3468" y="11064"/>
                  </a:lnTo>
                  <a:lnTo>
                    <a:pt x="4273" y="11353"/>
                  </a:lnTo>
                  <a:lnTo>
                    <a:pt x="5099" y="11683"/>
                  </a:lnTo>
                  <a:lnTo>
                    <a:pt x="5966" y="12075"/>
                  </a:lnTo>
                  <a:lnTo>
                    <a:pt x="6853" y="12509"/>
                  </a:lnTo>
                  <a:lnTo>
                    <a:pt x="7761" y="12984"/>
                  </a:lnTo>
                  <a:lnTo>
                    <a:pt x="8215" y="13252"/>
                  </a:lnTo>
                  <a:lnTo>
                    <a:pt x="8690" y="13520"/>
                  </a:lnTo>
                  <a:lnTo>
                    <a:pt x="9144" y="13830"/>
                  </a:lnTo>
                  <a:lnTo>
                    <a:pt x="9598" y="14119"/>
                  </a:lnTo>
                  <a:lnTo>
                    <a:pt x="10032" y="14449"/>
                  </a:lnTo>
                  <a:lnTo>
                    <a:pt x="10486" y="14779"/>
                  </a:lnTo>
                  <a:lnTo>
                    <a:pt x="10919" y="15110"/>
                  </a:lnTo>
                  <a:lnTo>
                    <a:pt x="11394" y="15419"/>
                  </a:lnTo>
                  <a:lnTo>
                    <a:pt x="11890" y="15708"/>
                  </a:lnTo>
                  <a:lnTo>
                    <a:pt x="12406" y="15977"/>
                  </a:lnTo>
                  <a:lnTo>
                    <a:pt x="12922" y="16224"/>
                  </a:lnTo>
                  <a:lnTo>
                    <a:pt x="13458" y="16431"/>
                  </a:lnTo>
                  <a:lnTo>
                    <a:pt x="14016" y="16658"/>
                  </a:lnTo>
                  <a:lnTo>
                    <a:pt x="14594" y="16844"/>
                  </a:lnTo>
                  <a:lnTo>
                    <a:pt x="15151" y="17009"/>
                  </a:lnTo>
                  <a:lnTo>
                    <a:pt x="15729" y="17174"/>
                  </a:lnTo>
                  <a:lnTo>
                    <a:pt x="16307" y="17318"/>
                  </a:lnTo>
                  <a:lnTo>
                    <a:pt x="16864" y="17442"/>
                  </a:lnTo>
                  <a:lnTo>
                    <a:pt x="17999" y="17649"/>
                  </a:lnTo>
                  <a:lnTo>
                    <a:pt x="19114" y="17834"/>
                  </a:lnTo>
                  <a:lnTo>
                    <a:pt x="20146" y="17958"/>
                  </a:lnTo>
                  <a:lnTo>
                    <a:pt x="21116" y="18041"/>
                  </a:lnTo>
                  <a:lnTo>
                    <a:pt x="22004" y="18103"/>
                  </a:lnTo>
                  <a:lnTo>
                    <a:pt x="22767" y="18144"/>
                  </a:lnTo>
                  <a:lnTo>
                    <a:pt x="23861" y="18165"/>
                  </a:lnTo>
                  <a:lnTo>
                    <a:pt x="24274" y="18144"/>
                  </a:lnTo>
                  <a:lnTo>
                    <a:pt x="27453" y="6193"/>
                  </a:lnTo>
                  <a:lnTo>
                    <a:pt x="27205" y="6296"/>
                  </a:lnTo>
                  <a:lnTo>
                    <a:pt x="26916" y="6420"/>
                  </a:lnTo>
                  <a:lnTo>
                    <a:pt x="26545" y="6544"/>
                  </a:lnTo>
                  <a:lnTo>
                    <a:pt x="26049" y="6709"/>
                  </a:lnTo>
                  <a:lnTo>
                    <a:pt x="25492" y="6853"/>
                  </a:lnTo>
                  <a:lnTo>
                    <a:pt x="24832" y="6956"/>
                  </a:lnTo>
                  <a:lnTo>
                    <a:pt x="24481" y="7018"/>
                  </a:lnTo>
                  <a:lnTo>
                    <a:pt x="24109" y="7060"/>
                  </a:lnTo>
                  <a:lnTo>
                    <a:pt x="23717" y="7080"/>
                  </a:lnTo>
                  <a:lnTo>
                    <a:pt x="23304" y="7101"/>
                  </a:lnTo>
                  <a:lnTo>
                    <a:pt x="22891" y="7101"/>
                  </a:lnTo>
                  <a:lnTo>
                    <a:pt x="22458" y="7080"/>
                  </a:lnTo>
                  <a:lnTo>
                    <a:pt x="22004" y="7039"/>
                  </a:lnTo>
                  <a:lnTo>
                    <a:pt x="21550" y="6977"/>
                  </a:lnTo>
                  <a:lnTo>
                    <a:pt x="21075" y="6894"/>
                  </a:lnTo>
                  <a:lnTo>
                    <a:pt x="20580" y="6791"/>
                  </a:lnTo>
                  <a:lnTo>
                    <a:pt x="20084" y="6647"/>
                  </a:lnTo>
                  <a:lnTo>
                    <a:pt x="19589" y="6482"/>
                  </a:lnTo>
                  <a:lnTo>
                    <a:pt x="19073" y="6296"/>
                  </a:lnTo>
                  <a:lnTo>
                    <a:pt x="18557" y="6069"/>
                  </a:lnTo>
                  <a:lnTo>
                    <a:pt x="18020" y="5821"/>
                  </a:lnTo>
                  <a:lnTo>
                    <a:pt x="17483" y="5532"/>
                  </a:lnTo>
                  <a:lnTo>
                    <a:pt x="16947" y="5202"/>
                  </a:lnTo>
                  <a:lnTo>
                    <a:pt x="16410" y="4830"/>
                  </a:lnTo>
                  <a:lnTo>
                    <a:pt x="15688" y="4335"/>
                  </a:lnTo>
                  <a:lnTo>
                    <a:pt x="14883" y="3819"/>
                  </a:lnTo>
                  <a:lnTo>
                    <a:pt x="14016" y="3303"/>
                  </a:lnTo>
                  <a:lnTo>
                    <a:pt x="13107" y="2766"/>
                  </a:lnTo>
                  <a:lnTo>
                    <a:pt x="12137" y="2271"/>
                  </a:lnTo>
                  <a:lnTo>
                    <a:pt x="11146" y="1775"/>
                  </a:lnTo>
                  <a:lnTo>
                    <a:pt x="10156" y="1321"/>
                  </a:lnTo>
                  <a:lnTo>
                    <a:pt x="9144" y="929"/>
                  </a:lnTo>
                  <a:lnTo>
                    <a:pt x="8649" y="743"/>
                  </a:lnTo>
                  <a:lnTo>
                    <a:pt x="8174" y="578"/>
                  </a:lnTo>
                  <a:lnTo>
                    <a:pt x="7679" y="434"/>
                  </a:lnTo>
                  <a:lnTo>
                    <a:pt x="7204" y="310"/>
                  </a:lnTo>
                  <a:lnTo>
                    <a:pt x="6750" y="207"/>
                  </a:lnTo>
                  <a:lnTo>
                    <a:pt x="6296" y="124"/>
                  </a:lnTo>
                  <a:lnTo>
                    <a:pt x="5862" y="62"/>
                  </a:lnTo>
                  <a:lnTo>
                    <a:pt x="5449" y="21"/>
                  </a:lnTo>
                  <a:lnTo>
                    <a:pt x="50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1989425" y="253600"/>
              <a:ext cx="686350" cy="454125"/>
            </a:xfrm>
            <a:custGeom>
              <a:avLst/>
              <a:gdLst/>
              <a:ahLst/>
              <a:cxnLst/>
              <a:rect l="l" t="t" r="r" b="b"/>
              <a:pathLst>
                <a:path w="27454" h="18165" fill="none" extrusionOk="0">
                  <a:moveTo>
                    <a:pt x="27453" y="6193"/>
                  </a:moveTo>
                  <a:lnTo>
                    <a:pt x="27453" y="6193"/>
                  </a:lnTo>
                  <a:lnTo>
                    <a:pt x="27205" y="6296"/>
                  </a:lnTo>
                  <a:lnTo>
                    <a:pt x="26916" y="6420"/>
                  </a:lnTo>
                  <a:lnTo>
                    <a:pt x="26545" y="6544"/>
                  </a:lnTo>
                  <a:lnTo>
                    <a:pt x="26049" y="6709"/>
                  </a:lnTo>
                  <a:lnTo>
                    <a:pt x="25492" y="6853"/>
                  </a:lnTo>
                  <a:lnTo>
                    <a:pt x="24832" y="6956"/>
                  </a:lnTo>
                  <a:lnTo>
                    <a:pt x="24481" y="7018"/>
                  </a:lnTo>
                  <a:lnTo>
                    <a:pt x="24109" y="7060"/>
                  </a:lnTo>
                  <a:lnTo>
                    <a:pt x="23717" y="7080"/>
                  </a:lnTo>
                  <a:lnTo>
                    <a:pt x="23304" y="7101"/>
                  </a:lnTo>
                  <a:lnTo>
                    <a:pt x="22891" y="7101"/>
                  </a:lnTo>
                  <a:lnTo>
                    <a:pt x="22458" y="7080"/>
                  </a:lnTo>
                  <a:lnTo>
                    <a:pt x="22004" y="7039"/>
                  </a:lnTo>
                  <a:lnTo>
                    <a:pt x="21550" y="6977"/>
                  </a:lnTo>
                  <a:lnTo>
                    <a:pt x="21075" y="6894"/>
                  </a:lnTo>
                  <a:lnTo>
                    <a:pt x="20580" y="6791"/>
                  </a:lnTo>
                  <a:lnTo>
                    <a:pt x="20084" y="6647"/>
                  </a:lnTo>
                  <a:lnTo>
                    <a:pt x="19589" y="6482"/>
                  </a:lnTo>
                  <a:lnTo>
                    <a:pt x="19073" y="6296"/>
                  </a:lnTo>
                  <a:lnTo>
                    <a:pt x="18557" y="6069"/>
                  </a:lnTo>
                  <a:lnTo>
                    <a:pt x="18020" y="5821"/>
                  </a:lnTo>
                  <a:lnTo>
                    <a:pt x="17483" y="5532"/>
                  </a:lnTo>
                  <a:lnTo>
                    <a:pt x="16947" y="5202"/>
                  </a:lnTo>
                  <a:lnTo>
                    <a:pt x="16410" y="4830"/>
                  </a:lnTo>
                  <a:lnTo>
                    <a:pt x="16410" y="4830"/>
                  </a:lnTo>
                  <a:lnTo>
                    <a:pt x="15688" y="4335"/>
                  </a:lnTo>
                  <a:lnTo>
                    <a:pt x="14883" y="3819"/>
                  </a:lnTo>
                  <a:lnTo>
                    <a:pt x="14016" y="3303"/>
                  </a:lnTo>
                  <a:lnTo>
                    <a:pt x="13107" y="2766"/>
                  </a:lnTo>
                  <a:lnTo>
                    <a:pt x="12137" y="2271"/>
                  </a:lnTo>
                  <a:lnTo>
                    <a:pt x="11146" y="1775"/>
                  </a:lnTo>
                  <a:lnTo>
                    <a:pt x="10156" y="1321"/>
                  </a:lnTo>
                  <a:lnTo>
                    <a:pt x="9144" y="929"/>
                  </a:lnTo>
                  <a:lnTo>
                    <a:pt x="8649" y="743"/>
                  </a:lnTo>
                  <a:lnTo>
                    <a:pt x="8174" y="578"/>
                  </a:lnTo>
                  <a:lnTo>
                    <a:pt x="7679" y="434"/>
                  </a:lnTo>
                  <a:lnTo>
                    <a:pt x="7204" y="310"/>
                  </a:lnTo>
                  <a:lnTo>
                    <a:pt x="6750" y="207"/>
                  </a:lnTo>
                  <a:lnTo>
                    <a:pt x="6296" y="124"/>
                  </a:lnTo>
                  <a:lnTo>
                    <a:pt x="5862" y="62"/>
                  </a:lnTo>
                  <a:lnTo>
                    <a:pt x="5449" y="21"/>
                  </a:lnTo>
                  <a:lnTo>
                    <a:pt x="5037" y="0"/>
                  </a:lnTo>
                  <a:lnTo>
                    <a:pt x="4644" y="21"/>
                  </a:lnTo>
                  <a:lnTo>
                    <a:pt x="4294" y="62"/>
                  </a:lnTo>
                  <a:lnTo>
                    <a:pt x="3943" y="145"/>
                  </a:lnTo>
                  <a:lnTo>
                    <a:pt x="3633" y="248"/>
                  </a:lnTo>
                  <a:lnTo>
                    <a:pt x="3344" y="392"/>
                  </a:lnTo>
                  <a:lnTo>
                    <a:pt x="3076" y="558"/>
                  </a:lnTo>
                  <a:lnTo>
                    <a:pt x="2849" y="764"/>
                  </a:lnTo>
                  <a:lnTo>
                    <a:pt x="0" y="10094"/>
                  </a:lnTo>
                  <a:lnTo>
                    <a:pt x="0" y="10094"/>
                  </a:lnTo>
                  <a:lnTo>
                    <a:pt x="248" y="10135"/>
                  </a:lnTo>
                  <a:lnTo>
                    <a:pt x="970" y="10300"/>
                  </a:lnTo>
                  <a:lnTo>
                    <a:pt x="1486" y="10445"/>
                  </a:lnTo>
                  <a:lnTo>
                    <a:pt x="2085" y="10610"/>
                  </a:lnTo>
                  <a:lnTo>
                    <a:pt x="2745" y="10816"/>
                  </a:lnTo>
                  <a:lnTo>
                    <a:pt x="3468" y="11064"/>
                  </a:lnTo>
                  <a:lnTo>
                    <a:pt x="4273" y="11353"/>
                  </a:lnTo>
                  <a:lnTo>
                    <a:pt x="5099" y="11683"/>
                  </a:lnTo>
                  <a:lnTo>
                    <a:pt x="5966" y="12075"/>
                  </a:lnTo>
                  <a:lnTo>
                    <a:pt x="6853" y="12509"/>
                  </a:lnTo>
                  <a:lnTo>
                    <a:pt x="7761" y="12984"/>
                  </a:lnTo>
                  <a:lnTo>
                    <a:pt x="8215" y="13252"/>
                  </a:lnTo>
                  <a:lnTo>
                    <a:pt x="8690" y="13520"/>
                  </a:lnTo>
                  <a:lnTo>
                    <a:pt x="9144" y="13830"/>
                  </a:lnTo>
                  <a:lnTo>
                    <a:pt x="9598" y="14119"/>
                  </a:lnTo>
                  <a:lnTo>
                    <a:pt x="10032" y="14449"/>
                  </a:lnTo>
                  <a:lnTo>
                    <a:pt x="10486" y="14779"/>
                  </a:lnTo>
                  <a:lnTo>
                    <a:pt x="10486" y="14779"/>
                  </a:lnTo>
                  <a:lnTo>
                    <a:pt x="10919" y="15110"/>
                  </a:lnTo>
                  <a:lnTo>
                    <a:pt x="11394" y="15419"/>
                  </a:lnTo>
                  <a:lnTo>
                    <a:pt x="11890" y="15708"/>
                  </a:lnTo>
                  <a:lnTo>
                    <a:pt x="12406" y="15977"/>
                  </a:lnTo>
                  <a:lnTo>
                    <a:pt x="12922" y="16224"/>
                  </a:lnTo>
                  <a:lnTo>
                    <a:pt x="13458" y="16431"/>
                  </a:lnTo>
                  <a:lnTo>
                    <a:pt x="14016" y="16658"/>
                  </a:lnTo>
                  <a:lnTo>
                    <a:pt x="14594" y="16844"/>
                  </a:lnTo>
                  <a:lnTo>
                    <a:pt x="15151" y="17009"/>
                  </a:lnTo>
                  <a:lnTo>
                    <a:pt x="15729" y="17174"/>
                  </a:lnTo>
                  <a:lnTo>
                    <a:pt x="16307" y="17318"/>
                  </a:lnTo>
                  <a:lnTo>
                    <a:pt x="16864" y="17442"/>
                  </a:lnTo>
                  <a:lnTo>
                    <a:pt x="17999" y="17649"/>
                  </a:lnTo>
                  <a:lnTo>
                    <a:pt x="19114" y="17834"/>
                  </a:lnTo>
                  <a:lnTo>
                    <a:pt x="20146" y="17958"/>
                  </a:lnTo>
                  <a:lnTo>
                    <a:pt x="21116" y="18041"/>
                  </a:lnTo>
                  <a:lnTo>
                    <a:pt x="22004" y="18103"/>
                  </a:lnTo>
                  <a:lnTo>
                    <a:pt x="22767" y="18144"/>
                  </a:lnTo>
                  <a:lnTo>
                    <a:pt x="23861" y="18165"/>
                  </a:lnTo>
                  <a:lnTo>
                    <a:pt x="24274" y="18144"/>
                  </a:lnTo>
                  <a:lnTo>
                    <a:pt x="27453" y="61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2218525" y="391900"/>
              <a:ext cx="240000" cy="225000"/>
            </a:xfrm>
            <a:custGeom>
              <a:avLst/>
              <a:gdLst/>
              <a:ahLst/>
              <a:cxnLst/>
              <a:rect l="l" t="t" r="r" b="b"/>
              <a:pathLst>
                <a:path w="9600" h="9000" extrusionOk="0">
                  <a:moveTo>
                    <a:pt x="4026" y="0"/>
                  </a:moveTo>
                  <a:lnTo>
                    <a:pt x="3572" y="21"/>
                  </a:lnTo>
                  <a:lnTo>
                    <a:pt x="3138" y="62"/>
                  </a:lnTo>
                  <a:lnTo>
                    <a:pt x="2705" y="165"/>
                  </a:lnTo>
                  <a:lnTo>
                    <a:pt x="2313" y="289"/>
                  </a:lnTo>
                  <a:lnTo>
                    <a:pt x="1941" y="454"/>
                  </a:lnTo>
                  <a:lnTo>
                    <a:pt x="1755" y="557"/>
                  </a:lnTo>
                  <a:lnTo>
                    <a:pt x="1590" y="661"/>
                  </a:lnTo>
                  <a:lnTo>
                    <a:pt x="1425" y="784"/>
                  </a:lnTo>
                  <a:lnTo>
                    <a:pt x="1260" y="908"/>
                  </a:lnTo>
                  <a:lnTo>
                    <a:pt x="1116" y="1053"/>
                  </a:lnTo>
                  <a:lnTo>
                    <a:pt x="971" y="1218"/>
                  </a:lnTo>
                  <a:lnTo>
                    <a:pt x="827" y="1383"/>
                  </a:lnTo>
                  <a:lnTo>
                    <a:pt x="703" y="1569"/>
                  </a:lnTo>
                  <a:lnTo>
                    <a:pt x="579" y="1775"/>
                  </a:lnTo>
                  <a:lnTo>
                    <a:pt x="476" y="1982"/>
                  </a:lnTo>
                  <a:lnTo>
                    <a:pt x="372" y="2188"/>
                  </a:lnTo>
                  <a:lnTo>
                    <a:pt x="290" y="2394"/>
                  </a:lnTo>
                  <a:lnTo>
                    <a:pt x="145" y="2849"/>
                  </a:lnTo>
                  <a:lnTo>
                    <a:pt x="42" y="3323"/>
                  </a:lnTo>
                  <a:lnTo>
                    <a:pt x="1" y="3798"/>
                  </a:lnTo>
                  <a:lnTo>
                    <a:pt x="1" y="4273"/>
                  </a:lnTo>
                  <a:lnTo>
                    <a:pt x="22" y="4521"/>
                  </a:lnTo>
                  <a:lnTo>
                    <a:pt x="63" y="4768"/>
                  </a:lnTo>
                  <a:lnTo>
                    <a:pt x="104" y="5016"/>
                  </a:lnTo>
                  <a:lnTo>
                    <a:pt x="145" y="5243"/>
                  </a:lnTo>
                  <a:lnTo>
                    <a:pt x="228" y="5491"/>
                  </a:lnTo>
                  <a:lnTo>
                    <a:pt x="311" y="5718"/>
                  </a:lnTo>
                  <a:lnTo>
                    <a:pt x="393" y="5965"/>
                  </a:lnTo>
                  <a:lnTo>
                    <a:pt x="517" y="6192"/>
                  </a:lnTo>
                  <a:lnTo>
                    <a:pt x="641" y="6420"/>
                  </a:lnTo>
                  <a:lnTo>
                    <a:pt x="765" y="6626"/>
                  </a:lnTo>
                  <a:lnTo>
                    <a:pt x="909" y="6853"/>
                  </a:lnTo>
                  <a:lnTo>
                    <a:pt x="1074" y="7059"/>
                  </a:lnTo>
                  <a:lnTo>
                    <a:pt x="1260" y="7245"/>
                  </a:lnTo>
                  <a:lnTo>
                    <a:pt x="1446" y="7452"/>
                  </a:lnTo>
                  <a:lnTo>
                    <a:pt x="1652" y="7617"/>
                  </a:lnTo>
                  <a:lnTo>
                    <a:pt x="1879" y="7802"/>
                  </a:lnTo>
                  <a:lnTo>
                    <a:pt x="2127" y="7968"/>
                  </a:lnTo>
                  <a:lnTo>
                    <a:pt x="2375" y="8112"/>
                  </a:lnTo>
                  <a:lnTo>
                    <a:pt x="2746" y="8319"/>
                  </a:lnTo>
                  <a:lnTo>
                    <a:pt x="3118" y="8484"/>
                  </a:lnTo>
                  <a:lnTo>
                    <a:pt x="3489" y="8649"/>
                  </a:lnTo>
                  <a:lnTo>
                    <a:pt x="3881" y="8773"/>
                  </a:lnTo>
                  <a:lnTo>
                    <a:pt x="4274" y="8876"/>
                  </a:lnTo>
                  <a:lnTo>
                    <a:pt x="4666" y="8938"/>
                  </a:lnTo>
                  <a:lnTo>
                    <a:pt x="5058" y="9000"/>
                  </a:lnTo>
                  <a:lnTo>
                    <a:pt x="5430" y="9000"/>
                  </a:lnTo>
                  <a:lnTo>
                    <a:pt x="5863" y="8979"/>
                  </a:lnTo>
                  <a:lnTo>
                    <a:pt x="6297" y="8917"/>
                  </a:lnTo>
                  <a:lnTo>
                    <a:pt x="6730" y="8814"/>
                  </a:lnTo>
                  <a:lnTo>
                    <a:pt x="7122" y="8669"/>
                  </a:lnTo>
                  <a:lnTo>
                    <a:pt x="7329" y="8566"/>
                  </a:lnTo>
                  <a:lnTo>
                    <a:pt x="7514" y="8463"/>
                  </a:lnTo>
                  <a:lnTo>
                    <a:pt x="7700" y="8339"/>
                  </a:lnTo>
                  <a:lnTo>
                    <a:pt x="7886" y="8215"/>
                  </a:lnTo>
                  <a:lnTo>
                    <a:pt x="8072" y="8071"/>
                  </a:lnTo>
                  <a:lnTo>
                    <a:pt x="8237" y="7926"/>
                  </a:lnTo>
                  <a:lnTo>
                    <a:pt x="8402" y="7761"/>
                  </a:lnTo>
                  <a:lnTo>
                    <a:pt x="8567" y="7575"/>
                  </a:lnTo>
                  <a:lnTo>
                    <a:pt x="8835" y="7225"/>
                  </a:lnTo>
                  <a:lnTo>
                    <a:pt x="9062" y="6832"/>
                  </a:lnTo>
                  <a:lnTo>
                    <a:pt x="9248" y="6440"/>
                  </a:lnTo>
                  <a:lnTo>
                    <a:pt x="9393" y="6048"/>
                  </a:lnTo>
                  <a:lnTo>
                    <a:pt x="9496" y="5635"/>
                  </a:lnTo>
                  <a:lnTo>
                    <a:pt x="9558" y="5202"/>
                  </a:lnTo>
                  <a:lnTo>
                    <a:pt x="9599" y="4789"/>
                  </a:lnTo>
                  <a:lnTo>
                    <a:pt x="9578" y="4355"/>
                  </a:lnTo>
                  <a:lnTo>
                    <a:pt x="9517" y="3943"/>
                  </a:lnTo>
                  <a:lnTo>
                    <a:pt x="9413" y="3530"/>
                  </a:lnTo>
                  <a:lnTo>
                    <a:pt x="9289" y="3138"/>
                  </a:lnTo>
                  <a:lnTo>
                    <a:pt x="9104" y="2745"/>
                  </a:lnTo>
                  <a:lnTo>
                    <a:pt x="8897" y="2374"/>
                  </a:lnTo>
                  <a:lnTo>
                    <a:pt x="8650" y="2023"/>
                  </a:lnTo>
                  <a:lnTo>
                    <a:pt x="8340" y="1693"/>
                  </a:lnTo>
                  <a:lnTo>
                    <a:pt x="8010" y="1383"/>
                  </a:lnTo>
                  <a:lnTo>
                    <a:pt x="7824" y="1218"/>
                  </a:lnTo>
                  <a:lnTo>
                    <a:pt x="7618" y="1073"/>
                  </a:lnTo>
                  <a:lnTo>
                    <a:pt x="7163" y="805"/>
                  </a:lnTo>
                  <a:lnTo>
                    <a:pt x="6689" y="578"/>
                  </a:lnTo>
                  <a:lnTo>
                    <a:pt x="6173" y="372"/>
                  </a:lnTo>
                  <a:lnTo>
                    <a:pt x="5657" y="207"/>
                  </a:lnTo>
                  <a:lnTo>
                    <a:pt x="5120" y="103"/>
                  </a:lnTo>
                  <a:lnTo>
                    <a:pt x="4563" y="21"/>
                  </a:lnTo>
                  <a:lnTo>
                    <a:pt x="4026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Google Shape;156;p27"/>
            <p:cNvSpPr/>
            <p:nvPr/>
          </p:nvSpPr>
          <p:spPr>
            <a:xfrm>
              <a:off x="2218525" y="391900"/>
              <a:ext cx="240000" cy="225000"/>
            </a:xfrm>
            <a:custGeom>
              <a:avLst/>
              <a:gdLst/>
              <a:ahLst/>
              <a:cxnLst/>
              <a:rect l="l" t="t" r="r" b="b"/>
              <a:pathLst>
                <a:path w="9600" h="9000" fill="none" extrusionOk="0">
                  <a:moveTo>
                    <a:pt x="4026" y="0"/>
                  </a:moveTo>
                  <a:lnTo>
                    <a:pt x="4026" y="0"/>
                  </a:lnTo>
                  <a:lnTo>
                    <a:pt x="3572" y="21"/>
                  </a:lnTo>
                  <a:lnTo>
                    <a:pt x="3138" y="62"/>
                  </a:lnTo>
                  <a:lnTo>
                    <a:pt x="2705" y="165"/>
                  </a:lnTo>
                  <a:lnTo>
                    <a:pt x="2313" y="289"/>
                  </a:lnTo>
                  <a:lnTo>
                    <a:pt x="1941" y="454"/>
                  </a:lnTo>
                  <a:lnTo>
                    <a:pt x="1755" y="557"/>
                  </a:lnTo>
                  <a:lnTo>
                    <a:pt x="1590" y="661"/>
                  </a:lnTo>
                  <a:lnTo>
                    <a:pt x="1425" y="784"/>
                  </a:lnTo>
                  <a:lnTo>
                    <a:pt x="1260" y="908"/>
                  </a:lnTo>
                  <a:lnTo>
                    <a:pt x="1116" y="1053"/>
                  </a:lnTo>
                  <a:lnTo>
                    <a:pt x="971" y="1218"/>
                  </a:lnTo>
                  <a:lnTo>
                    <a:pt x="971" y="1218"/>
                  </a:lnTo>
                  <a:lnTo>
                    <a:pt x="827" y="1383"/>
                  </a:lnTo>
                  <a:lnTo>
                    <a:pt x="703" y="1569"/>
                  </a:lnTo>
                  <a:lnTo>
                    <a:pt x="579" y="1775"/>
                  </a:lnTo>
                  <a:lnTo>
                    <a:pt x="476" y="1982"/>
                  </a:lnTo>
                  <a:lnTo>
                    <a:pt x="372" y="2188"/>
                  </a:lnTo>
                  <a:lnTo>
                    <a:pt x="290" y="2394"/>
                  </a:lnTo>
                  <a:lnTo>
                    <a:pt x="145" y="2849"/>
                  </a:lnTo>
                  <a:lnTo>
                    <a:pt x="42" y="3323"/>
                  </a:lnTo>
                  <a:lnTo>
                    <a:pt x="1" y="3798"/>
                  </a:lnTo>
                  <a:lnTo>
                    <a:pt x="1" y="4273"/>
                  </a:lnTo>
                  <a:lnTo>
                    <a:pt x="22" y="4521"/>
                  </a:lnTo>
                  <a:lnTo>
                    <a:pt x="63" y="4768"/>
                  </a:lnTo>
                  <a:lnTo>
                    <a:pt x="104" y="5016"/>
                  </a:lnTo>
                  <a:lnTo>
                    <a:pt x="145" y="5243"/>
                  </a:lnTo>
                  <a:lnTo>
                    <a:pt x="228" y="5491"/>
                  </a:lnTo>
                  <a:lnTo>
                    <a:pt x="311" y="5718"/>
                  </a:lnTo>
                  <a:lnTo>
                    <a:pt x="393" y="5965"/>
                  </a:lnTo>
                  <a:lnTo>
                    <a:pt x="517" y="6192"/>
                  </a:lnTo>
                  <a:lnTo>
                    <a:pt x="641" y="6420"/>
                  </a:lnTo>
                  <a:lnTo>
                    <a:pt x="765" y="6626"/>
                  </a:lnTo>
                  <a:lnTo>
                    <a:pt x="909" y="6853"/>
                  </a:lnTo>
                  <a:lnTo>
                    <a:pt x="1074" y="7059"/>
                  </a:lnTo>
                  <a:lnTo>
                    <a:pt x="1260" y="7245"/>
                  </a:lnTo>
                  <a:lnTo>
                    <a:pt x="1446" y="7452"/>
                  </a:lnTo>
                  <a:lnTo>
                    <a:pt x="1652" y="7617"/>
                  </a:lnTo>
                  <a:lnTo>
                    <a:pt x="1879" y="7802"/>
                  </a:lnTo>
                  <a:lnTo>
                    <a:pt x="2127" y="7968"/>
                  </a:lnTo>
                  <a:lnTo>
                    <a:pt x="2375" y="8112"/>
                  </a:lnTo>
                  <a:lnTo>
                    <a:pt x="2375" y="8112"/>
                  </a:lnTo>
                  <a:lnTo>
                    <a:pt x="2746" y="8319"/>
                  </a:lnTo>
                  <a:lnTo>
                    <a:pt x="3118" y="8484"/>
                  </a:lnTo>
                  <a:lnTo>
                    <a:pt x="3489" y="8649"/>
                  </a:lnTo>
                  <a:lnTo>
                    <a:pt x="3881" y="8773"/>
                  </a:lnTo>
                  <a:lnTo>
                    <a:pt x="4274" y="8876"/>
                  </a:lnTo>
                  <a:lnTo>
                    <a:pt x="4666" y="8938"/>
                  </a:lnTo>
                  <a:lnTo>
                    <a:pt x="5058" y="9000"/>
                  </a:lnTo>
                  <a:lnTo>
                    <a:pt x="5430" y="9000"/>
                  </a:lnTo>
                  <a:lnTo>
                    <a:pt x="5430" y="9000"/>
                  </a:lnTo>
                  <a:lnTo>
                    <a:pt x="5863" y="8979"/>
                  </a:lnTo>
                  <a:lnTo>
                    <a:pt x="6297" y="8917"/>
                  </a:lnTo>
                  <a:lnTo>
                    <a:pt x="6730" y="8814"/>
                  </a:lnTo>
                  <a:lnTo>
                    <a:pt x="7122" y="8669"/>
                  </a:lnTo>
                  <a:lnTo>
                    <a:pt x="7329" y="8566"/>
                  </a:lnTo>
                  <a:lnTo>
                    <a:pt x="7514" y="8463"/>
                  </a:lnTo>
                  <a:lnTo>
                    <a:pt x="7700" y="8339"/>
                  </a:lnTo>
                  <a:lnTo>
                    <a:pt x="7886" y="8215"/>
                  </a:lnTo>
                  <a:lnTo>
                    <a:pt x="8072" y="8071"/>
                  </a:lnTo>
                  <a:lnTo>
                    <a:pt x="8237" y="7926"/>
                  </a:lnTo>
                  <a:lnTo>
                    <a:pt x="8402" y="7761"/>
                  </a:lnTo>
                  <a:lnTo>
                    <a:pt x="8567" y="7575"/>
                  </a:lnTo>
                  <a:lnTo>
                    <a:pt x="8567" y="7575"/>
                  </a:lnTo>
                  <a:lnTo>
                    <a:pt x="8835" y="7225"/>
                  </a:lnTo>
                  <a:lnTo>
                    <a:pt x="9062" y="6832"/>
                  </a:lnTo>
                  <a:lnTo>
                    <a:pt x="9248" y="6440"/>
                  </a:lnTo>
                  <a:lnTo>
                    <a:pt x="9393" y="6048"/>
                  </a:lnTo>
                  <a:lnTo>
                    <a:pt x="9496" y="5635"/>
                  </a:lnTo>
                  <a:lnTo>
                    <a:pt x="9558" y="5202"/>
                  </a:lnTo>
                  <a:lnTo>
                    <a:pt x="9599" y="4789"/>
                  </a:lnTo>
                  <a:lnTo>
                    <a:pt x="9578" y="4355"/>
                  </a:lnTo>
                  <a:lnTo>
                    <a:pt x="9517" y="3943"/>
                  </a:lnTo>
                  <a:lnTo>
                    <a:pt x="9413" y="3530"/>
                  </a:lnTo>
                  <a:lnTo>
                    <a:pt x="9289" y="3138"/>
                  </a:lnTo>
                  <a:lnTo>
                    <a:pt x="9104" y="2745"/>
                  </a:lnTo>
                  <a:lnTo>
                    <a:pt x="8897" y="2374"/>
                  </a:lnTo>
                  <a:lnTo>
                    <a:pt x="8650" y="2023"/>
                  </a:lnTo>
                  <a:lnTo>
                    <a:pt x="8340" y="1693"/>
                  </a:lnTo>
                  <a:lnTo>
                    <a:pt x="8010" y="1383"/>
                  </a:lnTo>
                  <a:lnTo>
                    <a:pt x="8010" y="1383"/>
                  </a:lnTo>
                  <a:lnTo>
                    <a:pt x="7824" y="1218"/>
                  </a:lnTo>
                  <a:lnTo>
                    <a:pt x="7618" y="1073"/>
                  </a:lnTo>
                  <a:lnTo>
                    <a:pt x="7163" y="805"/>
                  </a:lnTo>
                  <a:lnTo>
                    <a:pt x="6689" y="578"/>
                  </a:lnTo>
                  <a:lnTo>
                    <a:pt x="6173" y="372"/>
                  </a:lnTo>
                  <a:lnTo>
                    <a:pt x="5657" y="207"/>
                  </a:lnTo>
                  <a:lnTo>
                    <a:pt x="5120" y="103"/>
                  </a:lnTo>
                  <a:lnTo>
                    <a:pt x="4563" y="21"/>
                  </a:lnTo>
                  <a:lnTo>
                    <a:pt x="402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2267050" y="428000"/>
              <a:ext cx="130050" cy="152775"/>
            </a:xfrm>
            <a:custGeom>
              <a:avLst/>
              <a:gdLst/>
              <a:ahLst/>
              <a:cxnLst/>
              <a:rect l="l" t="t" r="r" b="b"/>
              <a:pathLst>
                <a:path w="5202" h="6111" extrusionOk="0">
                  <a:moveTo>
                    <a:pt x="2973" y="1487"/>
                  </a:moveTo>
                  <a:lnTo>
                    <a:pt x="3096" y="1508"/>
                  </a:lnTo>
                  <a:lnTo>
                    <a:pt x="2663" y="2395"/>
                  </a:lnTo>
                  <a:lnTo>
                    <a:pt x="2498" y="2230"/>
                  </a:lnTo>
                  <a:lnTo>
                    <a:pt x="2415" y="2065"/>
                  </a:lnTo>
                  <a:lnTo>
                    <a:pt x="2374" y="1983"/>
                  </a:lnTo>
                  <a:lnTo>
                    <a:pt x="2374" y="1900"/>
                  </a:lnTo>
                  <a:lnTo>
                    <a:pt x="2374" y="1817"/>
                  </a:lnTo>
                  <a:lnTo>
                    <a:pt x="2415" y="1735"/>
                  </a:lnTo>
                  <a:lnTo>
                    <a:pt x="2457" y="1673"/>
                  </a:lnTo>
                  <a:lnTo>
                    <a:pt x="2518" y="1611"/>
                  </a:lnTo>
                  <a:lnTo>
                    <a:pt x="2580" y="1549"/>
                  </a:lnTo>
                  <a:lnTo>
                    <a:pt x="2663" y="1508"/>
                  </a:lnTo>
                  <a:lnTo>
                    <a:pt x="2745" y="1487"/>
                  </a:lnTo>
                  <a:close/>
                  <a:moveTo>
                    <a:pt x="2745" y="3758"/>
                  </a:moveTo>
                  <a:lnTo>
                    <a:pt x="2890" y="3923"/>
                  </a:lnTo>
                  <a:lnTo>
                    <a:pt x="2973" y="4088"/>
                  </a:lnTo>
                  <a:lnTo>
                    <a:pt x="3014" y="4171"/>
                  </a:lnTo>
                  <a:lnTo>
                    <a:pt x="3014" y="4253"/>
                  </a:lnTo>
                  <a:lnTo>
                    <a:pt x="3014" y="4336"/>
                  </a:lnTo>
                  <a:lnTo>
                    <a:pt x="2973" y="4398"/>
                  </a:lnTo>
                  <a:lnTo>
                    <a:pt x="2931" y="4480"/>
                  </a:lnTo>
                  <a:lnTo>
                    <a:pt x="2869" y="4542"/>
                  </a:lnTo>
                  <a:lnTo>
                    <a:pt x="2807" y="4583"/>
                  </a:lnTo>
                  <a:lnTo>
                    <a:pt x="2745" y="4625"/>
                  </a:lnTo>
                  <a:lnTo>
                    <a:pt x="2642" y="4645"/>
                  </a:lnTo>
                  <a:lnTo>
                    <a:pt x="2539" y="4645"/>
                  </a:lnTo>
                  <a:lnTo>
                    <a:pt x="2436" y="4625"/>
                  </a:lnTo>
                  <a:lnTo>
                    <a:pt x="2312" y="4604"/>
                  </a:lnTo>
                  <a:lnTo>
                    <a:pt x="2745" y="3758"/>
                  </a:lnTo>
                  <a:close/>
                  <a:moveTo>
                    <a:pt x="3860" y="1"/>
                  </a:moveTo>
                  <a:lnTo>
                    <a:pt x="3509" y="682"/>
                  </a:lnTo>
                  <a:lnTo>
                    <a:pt x="3323" y="620"/>
                  </a:lnTo>
                  <a:lnTo>
                    <a:pt x="3138" y="579"/>
                  </a:lnTo>
                  <a:lnTo>
                    <a:pt x="2952" y="538"/>
                  </a:lnTo>
                  <a:lnTo>
                    <a:pt x="2477" y="538"/>
                  </a:lnTo>
                  <a:lnTo>
                    <a:pt x="2333" y="558"/>
                  </a:lnTo>
                  <a:lnTo>
                    <a:pt x="2188" y="600"/>
                  </a:lnTo>
                  <a:lnTo>
                    <a:pt x="2064" y="641"/>
                  </a:lnTo>
                  <a:lnTo>
                    <a:pt x="1940" y="703"/>
                  </a:lnTo>
                  <a:lnTo>
                    <a:pt x="1817" y="785"/>
                  </a:lnTo>
                  <a:lnTo>
                    <a:pt x="1713" y="868"/>
                  </a:lnTo>
                  <a:lnTo>
                    <a:pt x="1631" y="950"/>
                  </a:lnTo>
                  <a:lnTo>
                    <a:pt x="1528" y="1054"/>
                  </a:lnTo>
                  <a:lnTo>
                    <a:pt x="1466" y="1178"/>
                  </a:lnTo>
                  <a:lnTo>
                    <a:pt x="1383" y="1281"/>
                  </a:lnTo>
                  <a:lnTo>
                    <a:pt x="1321" y="1446"/>
                  </a:lnTo>
                  <a:lnTo>
                    <a:pt x="1280" y="1611"/>
                  </a:lnTo>
                  <a:lnTo>
                    <a:pt x="1259" y="1755"/>
                  </a:lnTo>
                  <a:lnTo>
                    <a:pt x="1239" y="1900"/>
                  </a:lnTo>
                  <a:lnTo>
                    <a:pt x="1259" y="2044"/>
                  </a:lnTo>
                  <a:lnTo>
                    <a:pt x="1301" y="2168"/>
                  </a:lnTo>
                  <a:lnTo>
                    <a:pt x="1342" y="2313"/>
                  </a:lnTo>
                  <a:lnTo>
                    <a:pt x="1404" y="2437"/>
                  </a:lnTo>
                  <a:lnTo>
                    <a:pt x="1569" y="2664"/>
                  </a:lnTo>
                  <a:lnTo>
                    <a:pt x="1755" y="2891"/>
                  </a:lnTo>
                  <a:lnTo>
                    <a:pt x="1982" y="3097"/>
                  </a:lnTo>
                  <a:lnTo>
                    <a:pt x="2209" y="3304"/>
                  </a:lnTo>
                  <a:lnTo>
                    <a:pt x="1693" y="4315"/>
                  </a:lnTo>
                  <a:lnTo>
                    <a:pt x="1528" y="4212"/>
                  </a:lnTo>
                  <a:lnTo>
                    <a:pt x="1383" y="4109"/>
                  </a:lnTo>
                  <a:lnTo>
                    <a:pt x="1115" y="3840"/>
                  </a:lnTo>
                  <a:lnTo>
                    <a:pt x="888" y="3572"/>
                  </a:lnTo>
                  <a:lnTo>
                    <a:pt x="785" y="3427"/>
                  </a:lnTo>
                  <a:lnTo>
                    <a:pt x="702" y="3283"/>
                  </a:lnTo>
                  <a:lnTo>
                    <a:pt x="0" y="3861"/>
                  </a:lnTo>
                  <a:lnTo>
                    <a:pt x="83" y="4026"/>
                  </a:lnTo>
                  <a:lnTo>
                    <a:pt x="186" y="4212"/>
                  </a:lnTo>
                  <a:lnTo>
                    <a:pt x="330" y="4377"/>
                  </a:lnTo>
                  <a:lnTo>
                    <a:pt x="496" y="4542"/>
                  </a:lnTo>
                  <a:lnTo>
                    <a:pt x="661" y="4707"/>
                  </a:lnTo>
                  <a:lnTo>
                    <a:pt x="867" y="4852"/>
                  </a:lnTo>
                  <a:lnTo>
                    <a:pt x="1074" y="4996"/>
                  </a:lnTo>
                  <a:lnTo>
                    <a:pt x="1280" y="5141"/>
                  </a:lnTo>
                  <a:lnTo>
                    <a:pt x="950" y="5801"/>
                  </a:lnTo>
                  <a:lnTo>
                    <a:pt x="1569" y="6111"/>
                  </a:lnTo>
                  <a:lnTo>
                    <a:pt x="1899" y="5430"/>
                  </a:lnTo>
                  <a:lnTo>
                    <a:pt x="2106" y="5492"/>
                  </a:lnTo>
                  <a:lnTo>
                    <a:pt x="2271" y="5533"/>
                  </a:lnTo>
                  <a:lnTo>
                    <a:pt x="2457" y="5553"/>
                  </a:lnTo>
                  <a:lnTo>
                    <a:pt x="2622" y="5574"/>
                  </a:lnTo>
                  <a:lnTo>
                    <a:pt x="2931" y="5574"/>
                  </a:lnTo>
                  <a:lnTo>
                    <a:pt x="3076" y="5553"/>
                  </a:lnTo>
                  <a:lnTo>
                    <a:pt x="3220" y="5512"/>
                  </a:lnTo>
                  <a:lnTo>
                    <a:pt x="3344" y="5450"/>
                  </a:lnTo>
                  <a:lnTo>
                    <a:pt x="3468" y="5388"/>
                  </a:lnTo>
                  <a:lnTo>
                    <a:pt x="3592" y="5326"/>
                  </a:lnTo>
                  <a:lnTo>
                    <a:pt x="3695" y="5244"/>
                  </a:lnTo>
                  <a:lnTo>
                    <a:pt x="3778" y="5161"/>
                  </a:lnTo>
                  <a:lnTo>
                    <a:pt x="3860" y="5058"/>
                  </a:lnTo>
                  <a:lnTo>
                    <a:pt x="3943" y="4955"/>
                  </a:lnTo>
                  <a:lnTo>
                    <a:pt x="4005" y="4831"/>
                  </a:lnTo>
                  <a:lnTo>
                    <a:pt x="4067" y="4666"/>
                  </a:lnTo>
                  <a:lnTo>
                    <a:pt x="4128" y="4521"/>
                  </a:lnTo>
                  <a:lnTo>
                    <a:pt x="4149" y="4377"/>
                  </a:lnTo>
                  <a:lnTo>
                    <a:pt x="4149" y="4232"/>
                  </a:lnTo>
                  <a:lnTo>
                    <a:pt x="4128" y="4088"/>
                  </a:lnTo>
                  <a:lnTo>
                    <a:pt x="4108" y="3964"/>
                  </a:lnTo>
                  <a:lnTo>
                    <a:pt x="4046" y="3820"/>
                  </a:lnTo>
                  <a:lnTo>
                    <a:pt x="3984" y="3696"/>
                  </a:lnTo>
                  <a:lnTo>
                    <a:pt x="3839" y="3469"/>
                  </a:lnTo>
                  <a:lnTo>
                    <a:pt x="3633" y="3242"/>
                  </a:lnTo>
                  <a:lnTo>
                    <a:pt x="3427" y="3035"/>
                  </a:lnTo>
                  <a:lnTo>
                    <a:pt x="3200" y="2849"/>
                  </a:lnTo>
                  <a:lnTo>
                    <a:pt x="3716" y="1797"/>
                  </a:lnTo>
                  <a:lnTo>
                    <a:pt x="3943" y="1962"/>
                  </a:lnTo>
                  <a:lnTo>
                    <a:pt x="4149" y="2148"/>
                  </a:lnTo>
                  <a:lnTo>
                    <a:pt x="4335" y="2354"/>
                  </a:lnTo>
                  <a:lnTo>
                    <a:pt x="4500" y="2602"/>
                  </a:lnTo>
                  <a:lnTo>
                    <a:pt x="5202" y="1983"/>
                  </a:lnTo>
                  <a:lnTo>
                    <a:pt x="5099" y="1838"/>
                  </a:lnTo>
                  <a:lnTo>
                    <a:pt x="4995" y="1714"/>
                  </a:lnTo>
                  <a:lnTo>
                    <a:pt x="4748" y="1446"/>
                  </a:lnTo>
                  <a:lnTo>
                    <a:pt x="4459" y="1198"/>
                  </a:lnTo>
                  <a:lnTo>
                    <a:pt x="4128" y="992"/>
                  </a:lnTo>
                  <a:lnTo>
                    <a:pt x="4479" y="311"/>
                  </a:lnTo>
                  <a:lnTo>
                    <a:pt x="38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Google Shape;158;p27"/>
            <p:cNvSpPr/>
            <p:nvPr/>
          </p:nvSpPr>
          <p:spPr>
            <a:xfrm>
              <a:off x="2018325" y="275275"/>
              <a:ext cx="629050" cy="403025"/>
            </a:xfrm>
            <a:custGeom>
              <a:avLst/>
              <a:gdLst/>
              <a:ahLst/>
              <a:cxnLst/>
              <a:rect l="l" t="t" r="r" b="b"/>
              <a:pathLst>
                <a:path w="25162" h="16121" extrusionOk="0">
                  <a:moveTo>
                    <a:pt x="4046" y="310"/>
                  </a:moveTo>
                  <a:lnTo>
                    <a:pt x="4417" y="330"/>
                  </a:lnTo>
                  <a:lnTo>
                    <a:pt x="4768" y="351"/>
                  </a:lnTo>
                  <a:lnTo>
                    <a:pt x="5140" y="392"/>
                  </a:lnTo>
                  <a:lnTo>
                    <a:pt x="5511" y="454"/>
                  </a:lnTo>
                  <a:lnTo>
                    <a:pt x="5883" y="516"/>
                  </a:lnTo>
                  <a:lnTo>
                    <a:pt x="6254" y="619"/>
                  </a:lnTo>
                  <a:lnTo>
                    <a:pt x="7018" y="826"/>
                  </a:lnTo>
                  <a:lnTo>
                    <a:pt x="7782" y="1094"/>
                  </a:lnTo>
                  <a:lnTo>
                    <a:pt x="8546" y="1404"/>
                  </a:lnTo>
                  <a:lnTo>
                    <a:pt x="9289" y="1734"/>
                  </a:lnTo>
                  <a:lnTo>
                    <a:pt x="10052" y="2106"/>
                  </a:lnTo>
                  <a:lnTo>
                    <a:pt x="10795" y="2518"/>
                  </a:lnTo>
                  <a:lnTo>
                    <a:pt x="11518" y="2931"/>
                  </a:lnTo>
                  <a:lnTo>
                    <a:pt x="12240" y="3365"/>
                  </a:lnTo>
                  <a:lnTo>
                    <a:pt x="12942" y="3798"/>
                  </a:lnTo>
                  <a:lnTo>
                    <a:pt x="14284" y="4665"/>
                  </a:lnTo>
                  <a:lnTo>
                    <a:pt x="15522" y="5491"/>
                  </a:lnTo>
                  <a:lnTo>
                    <a:pt x="16389" y="6089"/>
                  </a:lnTo>
                  <a:lnTo>
                    <a:pt x="17194" y="6605"/>
                  </a:lnTo>
                  <a:lnTo>
                    <a:pt x="17463" y="6771"/>
                  </a:lnTo>
                  <a:lnTo>
                    <a:pt x="17710" y="6915"/>
                  </a:lnTo>
                  <a:lnTo>
                    <a:pt x="18247" y="7163"/>
                  </a:lnTo>
                  <a:lnTo>
                    <a:pt x="18763" y="7348"/>
                  </a:lnTo>
                  <a:lnTo>
                    <a:pt x="19279" y="7514"/>
                  </a:lnTo>
                  <a:lnTo>
                    <a:pt x="19795" y="7617"/>
                  </a:lnTo>
                  <a:lnTo>
                    <a:pt x="20311" y="7699"/>
                  </a:lnTo>
                  <a:lnTo>
                    <a:pt x="20786" y="7741"/>
                  </a:lnTo>
                  <a:lnTo>
                    <a:pt x="21715" y="7741"/>
                  </a:lnTo>
                  <a:lnTo>
                    <a:pt x="22128" y="7699"/>
                  </a:lnTo>
                  <a:lnTo>
                    <a:pt x="22520" y="7658"/>
                  </a:lnTo>
                  <a:lnTo>
                    <a:pt x="22891" y="7596"/>
                  </a:lnTo>
                  <a:lnTo>
                    <a:pt x="23490" y="7472"/>
                  </a:lnTo>
                  <a:lnTo>
                    <a:pt x="23923" y="7348"/>
                  </a:lnTo>
                  <a:lnTo>
                    <a:pt x="24254" y="7245"/>
                  </a:lnTo>
                  <a:lnTo>
                    <a:pt x="24501" y="7163"/>
                  </a:lnTo>
                  <a:lnTo>
                    <a:pt x="24728" y="7039"/>
                  </a:lnTo>
                  <a:lnTo>
                    <a:pt x="22231" y="15626"/>
                  </a:lnTo>
                  <a:lnTo>
                    <a:pt x="21611" y="15708"/>
                  </a:lnTo>
                  <a:lnTo>
                    <a:pt x="21013" y="15770"/>
                  </a:lnTo>
                  <a:lnTo>
                    <a:pt x="20414" y="15791"/>
                  </a:lnTo>
                  <a:lnTo>
                    <a:pt x="19816" y="15811"/>
                  </a:lnTo>
                  <a:lnTo>
                    <a:pt x="18928" y="15791"/>
                  </a:lnTo>
                  <a:lnTo>
                    <a:pt x="18041" y="15708"/>
                  </a:lnTo>
                  <a:lnTo>
                    <a:pt x="17194" y="15605"/>
                  </a:lnTo>
                  <a:lnTo>
                    <a:pt x="16348" y="15460"/>
                  </a:lnTo>
                  <a:lnTo>
                    <a:pt x="15543" y="15254"/>
                  </a:lnTo>
                  <a:lnTo>
                    <a:pt x="14738" y="15048"/>
                  </a:lnTo>
                  <a:lnTo>
                    <a:pt x="13974" y="14800"/>
                  </a:lnTo>
                  <a:lnTo>
                    <a:pt x="13231" y="14511"/>
                  </a:lnTo>
                  <a:lnTo>
                    <a:pt x="12529" y="14201"/>
                  </a:lnTo>
                  <a:lnTo>
                    <a:pt x="11828" y="13892"/>
                  </a:lnTo>
                  <a:lnTo>
                    <a:pt x="11188" y="13541"/>
                  </a:lnTo>
                  <a:lnTo>
                    <a:pt x="10568" y="13190"/>
                  </a:lnTo>
                  <a:lnTo>
                    <a:pt x="9990" y="12818"/>
                  </a:lnTo>
                  <a:lnTo>
                    <a:pt x="9454" y="12447"/>
                  </a:lnTo>
                  <a:lnTo>
                    <a:pt x="8938" y="12075"/>
                  </a:lnTo>
                  <a:lnTo>
                    <a:pt x="8484" y="11683"/>
                  </a:lnTo>
                  <a:lnTo>
                    <a:pt x="8236" y="11497"/>
                  </a:lnTo>
                  <a:lnTo>
                    <a:pt x="7988" y="11312"/>
                  </a:lnTo>
                  <a:lnTo>
                    <a:pt x="7472" y="10961"/>
                  </a:lnTo>
                  <a:lnTo>
                    <a:pt x="6915" y="10610"/>
                  </a:lnTo>
                  <a:lnTo>
                    <a:pt x="6316" y="10300"/>
                  </a:lnTo>
                  <a:lnTo>
                    <a:pt x="5718" y="10032"/>
                  </a:lnTo>
                  <a:lnTo>
                    <a:pt x="5099" y="9763"/>
                  </a:lnTo>
                  <a:lnTo>
                    <a:pt x="4500" y="9536"/>
                  </a:lnTo>
                  <a:lnTo>
                    <a:pt x="3881" y="9309"/>
                  </a:lnTo>
                  <a:lnTo>
                    <a:pt x="3303" y="9124"/>
                  </a:lnTo>
                  <a:lnTo>
                    <a:pt x="2745" y="8958"/>
                  </a:lnTo>
                  <a:lnTo>
                    <a:pt x="1734" y="8690"/>
                  </a:lnTo>
                  <a:lnTo>
                    <a:pt x="929" y="8504"/>
                  </a:lnTo>
                  <a:lnTo>
                    <a:pt x="413" y="8381"/>
                  </a:lnTo>
                  <a:lnTo>
                    <a:pt x="2869" y="413"/>
                  </a:lnTo>
                  <a:lnTo>
                    <a:pt x="3158" y="372"/>
                  </a:lnTo>
                  <a:lnTo>
                    <a:pt x="3447" y="330"/>
                  </a:lnTo>
                  <a:lnTo>
                    <a:pt x="3757" y="310"/>
                  </a:lnTo>
                  <a:close/>
                  <a:moveTo>
                    <a:pt x="4046" y="0"/>
                  </a:moveTo>
                  <a:lnTo>
                    <a:pt x="3716" y="21"/>
                  </a:lnTo>
                  <a:lnTo>
                    <a:pt x="3385" y="41"/>
                  </a:lnTo>
                  <a:lnTo>
                    <a:pt x="3055" y="83"/>
                  </a:lnTo>
                  <a:lnTo>
                    <a:pt x="2725" y="145"/>
                  </a:lnTo>
                  <a:lnTo>
                    <a:pt x="2622" y="145"/>
                  </a:lnTo>
                  <a:lnTo>
                    <a:pt x="0" y="8628"/>
                  </a:lnTo>
                  <a:lnTo>
                    <a:pt x="186" y="8649"/>
                  </a:lnTo>
                  <a:lnTo>
                    <a:pt x="434" y="8711"/>
                  </a:lnTo>
                  <a:lnTo>
                    <a:pt x="1094" y="8855"/>
                  </a:lnTo>
                  <a:lnTo>
                    <a:pt x="2085" y="9103"/>
                  </a:lnTo>
                  <a:lnTo>
                    <a:pt x="2642" y="9268"/>
                  </a:lnTo>
                  <a:lnTo>
                    <a:pt x="3261" y="9454"/>
                  </a:lnTo>
                  <a:lnTo>
                    <a:pt x="3922" y="9660"/>
                  </a:lnTo>
                  <a:lnTo>
                    <a:pt x="4582" y="9908"/>
                  </a:lnTo>
                  <a:lnTo>
                    <a:pt x="5243" y="10176"/>
                  </a:lnTo>
                  <a:lnTo>
                    <a:pt x="5904" y="10465"/>
                  </a:lnTo>
                  <a:lnTo>
                    <a:pt x="6564" y="10796"/>
                  </a:lnTo>
                  <a:lnTo>
                    <a:pt x="7183" y="11146"/>
                  </a:lnTo>
                  <a:lnTo>
                    <a:pt x="7472" y="11332"/>
                  </a:lnTo>
                  <a:lnTo>
                    <a:pt x="7761" y="11518"/>
                  </a:lnTo>
                  <a:lnTo>
                    <a:pt x="8030" y="11724"/>
                  </a:lnTo>
                  <a:lnTo>
                    <a:pt x="8277" y="11931"/>
                  </a:lnTo>
                  <a:lnTo>
                    <a:pt x="8752" y="12323"/>
                  </a:lnTo>
                  <a:lnTo>
                    <a:pt x="9268" y="12695"/>
                  </a:lnTo>
                  <a:lnTo>
                    <a:pt x="9805" y="13087"/>
                  </a:lnTo>
                  <a:lnTo>
                    <a:pt x="10403" y="13458"/>
                  </a:lnTo>
                  <a:lnTo>
                    <a:pt x="11043" y="13809"/>
                  </a:lnTo>
                  <a:lnTo>
                    <a:pt x="11704" y="14160"/>
                  </a:lnTo>
                  <a:lnTo>
                    <a:pt x="12385" y="14490"/>
                  </a:lnTo>
                  <a:lnTo>
                    <a:pt x="13107" y="14800"/>
                  </a:lnTo>
                  <a:lnTo>
                    <a:pt x="13871" y="15089"/>
                  </a:lnTo>
                  <a:lnTo>
                    <a:pt x="14655" y="15337"/>
                  </a:lnTo>
                  <a:lnTo>
                    <a:pt x="15460" y="15564"/>
                  </a:lnTo>
                  <a:lnTo>
                    <a:pt x="16286" y="15749"/>
                  </a:lnTo>
                  <a:lnTo>
                    <a:pt x="17153" y="15915"/>
                  </a:lnTo>
                  <a:lnTo>
                    <a:pt x="18020" y="16018"/>
                  </a:lnTo>
                  <a:lnTo>
                    <a:pt x="18907" y="16100"/>
                  </a:lnTo>
                  <a:lnTo>
                    <a:pt x="19816" y="16121"/>
                  </a:lnTo>
                  <a:lnTo>
                    <a:pt x="20456" y="16100"/>
                  </a:lnTo>
                  <a:lnTo>
                    <a:pt x="21095" y="16080"/>
                  </a:lnTo>
                  <a:lnTo>
                    <a:pt x="21735" y="16018"/>
                  </a:lnTo>
                  <a:lnTo>
                    <a:pt x="22375" y="15915"/>
                  </a:lnTo>
                  <a:lnTo>
                    <a:pt x="22478" y="15894"/>
                  </a:lnTo>
                  <a:lnTo>
                    <a:pt x="25162" y="6709"/>
                  </a:lnTo>
                  <a:lnTo>
                    <a:pt x="24873" y="6605"/>
                  </a:lnTo>
                  <a:lnTo>
                    <a:pt x="24749" y="6688"/>
                  </a:lnTo>
                  <a:lnTo>
                    <a:pt x="24522" y="6812"/>
                  </a:lnTo>
                  <a:lnTo>
                    <a:pt x="24171" y="6956"/>
                  </a:lnTo>
                  <a:lnTo>
                    <a:pt x="23738" y="7101"/>
                  </a:lnTo>
                  <a:lnTo>
                    <a:pt x="23222" y="7225"/>
                  </a:lnTo>
                  <a:lnTo>
                    <a:pt x="22623" y="7348"/>
                  </a:lnTo>
                  <a:lnTo>
                    <a:pt x="22313" y="7390"/>
                  </a:lnTo>
                  <a:lnTo>
                    <a:pt x="21983" y="7410"/>
                  </a:lnTo>
                  <a:lnTo>
                    <a:pt x="21632" y="7431"/>
                  </a:lnTo>
                  <a:lnTo>
                    <a:pt x="21261" y="7452"/>
                  </a:lnTo>
                  <a:lnTo>
                    <a:pt x="20806" y="7431"/>
                  </a:lnTo>
                  <a:lnTo>
                    <a:pt x="20332" y="7390"/>
                  </a:lnTo>
                  <a:lnTo>
                    <a:pt x="19836" y="7328"/>
                  </a:lnTo>
                  <a:lnTo>
                    <a:pt x="19341" y="7204"/>
                  </a:lnTo>
                  <a:lnTo>
                    <a:pt x="18846" y="7059"/>
                  </a:lnTo>
                  <a:lnTo>
                    <a:pt x="18350" y="6874"/>
                  </a:lnTo>
                  <a:lnTo>
                    <a:pt x="17855" y="6626"/>
                  </a:lnTo>
                  <a:lnTo>
                    <a:pt x="17359" y="6358"/>
                  </a:lnTo>
                  <a:lnTo>
                    <a:pt x="16575" y="5821"/>
                  </a:lnTo>
                  <a:lnTo>
                    <a:pt x="15687" y="5243"/>
                  </a:lnTo>
                  <a:lnTo>
                    <a:pt x="14449" y="4397"/>
                  </a:lnTo>
                  <a:lnTo>
                    <a:pt x="13087" y="3530"/>
                  </a:lnTo>
                  <a:lnTo>
                    <a:pt x="12385" y="3076"/>
                  </a:lnTo>
                  <a:lnTo>
                    <a:pt x="11662" y="2642"/>
                  </a:lnTo>
                  <a:lnTo>
                    <a:pt x="10919" y="2229"/>
                  </a:lnTo>
                  <a:lnTo>
                    <a:pt x="10156" y="1817"/>
                  </a:lnTo>
                  <a:lnTo>
                    <a:pt x="9392" y="1445"/>
                  </a:lnTo>
                  <a:lnTo>
                    <a:pt x="8628" y="1094"/>
                  </a:lnTo>
                  <a:lnTo>
                    <a:pt x="7844" y="785"/>
                  </a:lnTo>
                  <a:lnTo>
                    <a:pt x="7080" y="516"/>
                  </a:lnTo>
                  <a:lnTo>
                    <a:pt x="6316" y="310"/>
                  </a:lnTo>
                  <a:lnTo>
                    <a:pt x="5924" y="207"/>
                  </a:lnTo>
                  <a:lnTo>
                    <a:pt x="5553" y="145"/>
                  </a:lnTo>
                  <a:lnTo>
                    <a:pt x="5160" y="83"/>
                  </a:lnTo>
                  <a:lnTo>
                    <a:pt x="4789" y="41"/>
                  </a:lnTo>
                  <a:lnTo>
                    <a:pt x="4417" y="21"/>
                  </a:lnTo>
                  <a:lnTo>
                    <a:pt x="4046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9" name="Google Shape;159;p27"/>
            <p:cNvSpPr/>
            <p:nvPr/>
          </p:nvSpPr>
          <p:spPr>
            <a:xfrm>
              <a:off x="4159325" y="1310950"/>
              <a:ext cx="654350" cy="633175"/>
            </a:xfrm>
            <a:custGeom>
              <a:avLst/>
              <a:gdLst/>
              <a:ahLst/>
              <a:cxnLst/>
              <a:rect l="l" t="t" r="r" b="b"/>
              <a:pathLst>
                <a:path w="26174" h="25327" extrusionOk="0">
                  <a:moveTo>
                    <a:pt x="17731" y="0"/>
                  </a:moveTo>
                  <a:lnTo>
                    <a:pt x="17690" y="269"/>
                  </a:lnTo>
                  <a:lnTo>
                    <a:pt x="17649" y="557"/>
                  </a:lnTo>
                  <a:lnTo>
                    <a:pt x="17546" y="970"/>
                  </a:lnTo>
                  <a:lnTo>
                    <a:pt x="17422" y="1445"/>
                  </a:lnTo>
                  <a:lnTo>
                    <a:pt x="17236" y="2002"/>
                  </a:lnTo>
                  <a:lnTo>
                    <a:pt x="16988" y="2622"/>
                  </a:lnTo>
                  <a:lnTo>
                    <a:pt x="16844" y="2952"/>
                  </a:lnTo>
                  <a:lnTo>
                    <a:pt x="16679" y="3282"/>
                  </a:lnTo>
                  <a:lnTo>
                    <a:pt x="16493" y="3633"/>
                  </a:lnTo>
                  <a:lnTo>
                    <a:pt x="16287" y="3984"/>
                  </a:lnTo>
                  <a:lnTo>
                    <a:pt x="16080" y="4335"/>
                  </a:lnTo>
                  <a:lnTo>
                    <a:pt x="15832" y="4706"/>
                  </a:lnTo>
                  <a:lnTo>
                    <a:pt x="15543" y="5057"/>
                  </a:lnTo>
                  <a:lnTo>
                    <a:pt x="15255" y="5408"/>
                  </a:lnTo>
                  <a:lnTo>
                    <a:pt x="14924" y="5780"/>
                  </a:lnTo>
                  <a:lnTo>
                    <a:pt x="14573" y="6131"/>
                  </a:lnTo>
                  <a:lnTo>
                    <a:pt x="14202" y="6482"/>
                  </a:lnTo>
                  <a:lnTo>
                    <a:pt x="13810" y="6812"/>
                  </a:lnTo>
                  <a:lnTo>
                    <a:pt x="13376" y="7142"/>
                  </a:lnTo>
                  <a:lnTo>
                    <a:pt x="12901" y="7472"/>
                  </a:lnTo>
                  <a:lnTo>
                    <a:pt x="12406" y="7782"/>
                  </a:lnTo>
                  <a:lnTo>
                    <a:pt x="11869" y="8071"/>
                  </a:lnTo>
                  <a:lnTo>
                    <a:pt x="11312" y="8360"/>
                  </a:lnTo>
                  <a:lnTo>
                    <a:pt x="10713" y="8628"/>
                  </a:lnTo>
                  <a:lnTo>
                    <a:pt x="9908" y="8979"/>
                  </a:lnTo>
                  <a:lnTo>
                    <a:pt x="9041" y="9371"/>
                  </a:lnTo>
                  <a:lnTo>
                    <a:pt x="8133" y="9825"/>
                  </a:lnTo>
                  <a:lnTo>
                    <a:pt x="7204" y="10341"/>
                  </a:lnTo>
                  <a:lnTo>
                    <a:pt x="6276" y="10878"/>
                  </a:lnTo>
                  <a:lnTo>
                    <a:pt x="5326" y="11456"/>
                  </a:lnTo>
                  <a:lnTo>
                    <a:pt x="4418" y="12075"/>
                  </a:lnTo>
                  <a:lnTo>
                    <a:pt x="3551" y="12695"/>
                  </a:lnTo>
                  <a:lnTo>
                    <a:pt x="3138" y="13025"/>
                  </a:lnTo>
                  <a:lnTo>
                    <a:pt x="2725" y="13355"/>
                  </a:lnTo>
                  <a:lnTo>
                    <a:pt x="2354" y="13685"/>
                  </a:lnTo>
                  <a:lnTo>
                    <a:pt x="1982" y="14016"/>
                  </a:lnTo>
                  <a:lnTo>
                    <a:pt x="1652" y="14346"/>
                  </a:lnTo>
                  <a:lnTo>
                    <a:pt x="1342" y="14676"/>
                  </a:lnTo>
                  <a:lnTo>
                    <a:pt x="1053" y="15027"/>
                  </a:lnTo>
                  <a:lnTo>
                    <a:pt x="806" y="15357"/>
                  </a:lnTo>
                  <a:lnTo>
                    <a:pt x="579" y="15688"/>
                  </a:lnTo>
                  <a:lnTo>
                    <a:pt x="372" y="16018"/>
                  </a:lnTo>
                  <a:lnTo>
                    <a:pt x="228" y="16348"/>
                  </a:lnTo>
                  <a:lnTo>
                    <a:pt x="104" y="16678"/>
                  </a:lnTo>
                  <a:lnTo>
                    <a:pt x="21" y="17009"/>
                  </a:lnTo>
                  <a:lnTo>
                    <a:pt x="1" y="17339"/>
                  </a:lnTo>
                  <a:lnTo>
                    <a:pt x="1" y="17648"/>
                  </a:lnTo>
                  <a:lnTo>
                    <a:pt x="42" y="17958"/>
                  </a:lnTo>
                  <a:lnTo>
                    <a:pt x="6441" y="25327"/>
                  </a:lnTo>
                  <a:lnTo>
                    <a:pt x="6606" y="25141"/>
                  </a:lnTo>
                  <a:lnTo>
                    <a:pt x="7142" y="24605"/>
                  </a:lnTo>
                  <a:lnTo>
                    <a:pt x="7514" y="24254"/>
                  </a:lnTo>
                  <a:lnTo>
                    <a:pt x="7968" y="23841"/>
                  </a:lnTo>
                  <a:lnTo>
                    <a:pt x="8505" y="23387"/>
                  </a:lnTo>
                  <a:lnTo>
                    <a:pt x="9103" y="22891"/>
                  </a:lnTo>
                  <a:lnTo>
                    <a:pt x="9764" y="22375"/>
                  </a:lnTo>
                  <a:lnTo>
                    <a:pt x="10507" y="21859"/>
                  </a:lnTo>
                  <a:lnTo>
                    <a:pt x="11291" y="21323"/>
                  </a:lnTo>
                  <a:lnTo>
                    <a:pt x="12117" y="20786"/>
                  </a:lnTo>
                  <a:lnTo>
                    <a:pt x="13025" y="20291"/>
                  </a:lnTo>
                  <a:lnTo>
                    <a:pt x="13479" y="20043"/>
                  </a:lnTo>
                  <a:lnTo>
                    <a:pt x="13975" y="19795"/>
                  </a:lnTo>
                  <a:lnTo>
                    <a:pt x="14449" y="19568"/>
                  </a:lnTo>
                  <a:lnTo>
                    <a:pt x="14945" y="19341"/>
                  </a:lnTo>
                  <a:lnTo>
                    <a:pt x="15461" y="19135"/>
                  </a:lnTo>
                  <a:lnTo>
                    <a:pt x="15977" y="18949"/>
                  </a:lnTo>
                  <a:lnTo>
                    <a:pt x="16493" y="18742"/>
                  </a:lnTo>
                  <a:lnTo>
                    <a:pt x="17009" y="18495"/>
                  </a:lnTo>
                  <a:lnTo>
                    <a:pt x="17504" y="18247"/>
                  </a:lnTo>
                  <a:lnTo>
                    <a:pt x="18000" y="17937"/>
                  </a:lnTo>
                  <a:lnTo>
                    <a:pt x="18495" y="17628"/>
                  </a:lnTo>
                  <a:lnTo>
                    <a:pt x="18970" y="17298"/>
                  </a:lnTo>
                  <a:lnTo>
                    <a:pt x="19445" y="16926"/>
                  </a:lnTo>
                  <a:lnTo>
                    <a:pt x="19899" y="16554"/>
                  </a:lnTo>
                  <a:lnTo>
                    <a:pt x="20353" y="16162"/>
                  </a:lnTo>
                  <a:lnTo>
                    <a:pt x="20786" y="15770"/>
                  </a:lnTo>
                  <a:lnTo>
                    <a:pt x="21220" y="15357"/>
                  </a:lnTo>
                  <a:lnTo>
                    <a:pt x="21633" y="14944"/>
                  </a:lnTo>
                  <a:lnTo>
                    <a:pt x="22417" y="14098"/>
                  </a:lnTo>
                  <a:lnTo>
                    <a:pt x="23139" y="13252"/>
                  </a:lnTo>
                  <a:lnTo>
                    <a:pt x="23821" y="12426"/>
                  </a:lnTo>
                  <a:lnTo>
                    <a:pt x="24399" y="11662"/>
                  </a:lnTo>
                  <a:lnTo>
                    <a:pt x="24915" y="10940"/>
                  </a:lnTo>
                  <a:lnTo>
                    <a:pt x="25348" y="10321"/>
                  </a:lnTo>
                  <a:lnTo>
                    <a:pt x="25967" y="9392"/>
                  </a:lnTo>
                  <a:lnTo>
                    <a:pt x="26174" y="9062"/>
                  </a:lnTo>
                  <a:lnTo>
                    <a:pt x="177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0" name="Google Shape;160;p27"/>
            <p:cNvSpPr/>
            <p:nvPr/>
          </p:nvSpPr>
          <p:spPr>
            <a:xfrm>
              <a:off x="4380700" y="1532325"/>
              <a:ext cx="244125" cy="229125"/>
            </a:xfrm>
            <a:custGeom>
              <a:avLst/>
              <a:gdLst/>
              <a:ahLst/>
              <a:cxnLst/>
              <a:rect l="l" t="t" r="r" b="b"/>
              <a:pathLst>
                <a:path w="9765" h="9165" extrusionOk="0">
                  <a:moveTo>
                    <a:pt x="5388" y="0"/>
                  </a:moveTo>
                  <a:lnTo>
                    <a:pt x="5037" y="21"/>
                  </a:lnTo>
                  <a:lnTo>
                    <a:pt x="4707" y="62"/>
                  </a:lnTo>
                  <a:lnTo>
                    <a:pt x="4356" y="124"/>
                  </a:lnTo>
                  <a:lnTo>
                    <a:pt x="4026" y="227"/>
                  </a:lnTo>
                  <a:lnTo>
                    <a:pt x="3592" y="392"/>
                  </a:lnTo>
                  <a:lnTo>
                    <a:pt x="3159" y="599"/>
                  </a:lnTo>
                  <a:lnTo>
                    <a:pt x="2746" y="847"/>
                  </a:lnTo>
                  <a:lnTo>
                    <a:pt x="2333" y="1136"/>
                  </a:lnTo>
                  <a:lnTo>
                    <a:pt x="1962" y="1445"/>
                  </a:lnTo>
                  <a:lnTo>
                    <a:pt x="1590" y="1796"/>
                  </a:lnTo>
                  <a:lnTo>
                    <a:pt x="1239" y="2168"/>
                  </a:lnTo>
                  <a:lnTo>
                    <a:pt x="930" y="2580"/>
                  </a:lnTo>
                  <a:lnTo>
                    <a:pt x="661" y="2993"/>
                  </a:lnTo>
                  <a:lnTo>
                    <a:pt x="434" y="3427"/>
                  </a:lnTo>
                  <a:lnTo>
                    <a:pt x="248" y="3860"/>
                  </a:lnTo>
                  <a:lnTo>
                    <a:pt x="166" y="4087"/>
                  </a:lnTo>
                  <a:lnTo>
                    <a:pt x="104" y="4314"/>
                  </a:lnTo>
                  <a:lnTo>
                    <a:pt x="63" y="4541"/>
                  </a:lnTo>
                  <a:lnTo>
                    <a:pt x="21" y="4768"/>
                  </a:lnTo>
                  <a:lnTo>
                    <a:pt x="1" y="4995"/>
                  </a:lnTo>
                  <a:lnTo>
                    <a:pt x="1" y="5223"/>
                  </a:lnTo>
                  <a:lnTo>
                    <a:pt x="1" y="5429"/>
                  </a:lnTo>
                  <a:lnTo>
                    <a:pt x="42" y="5656"/>
                  </a:lnTo>
                  <a:lnTo>
                    <a:pt x="83" y="5883"/>
                  </a:lnTo>
                  <a:lnTo>
                    <a:pt x="145" y="6089"/>
                  </a:lnTo>
                  <a:lnTo>
                    <a:pt x="248" y="6420"/>
                  </a:lnTo>
                  <a:lnTo>
                    <a:pt x="393" y="6729"/>
                  </a:lnTo>
                  <a:lnTo>
                    <a:pt x="579" y="7018"/>
                  </a:lnTo>
                  <a:lnTo>
                    <a:pt x="764" y="7287"/>
                  </a:lnTo>
                  <a:lnTo>
                    <a:pt x="991" y="7555"/>
                  </a:lnTo>
                  <a:lnTo>
                    <a:pt x="1219" y="7823"/>
                  </a:lnTo>
                  <a:lnTo>
                    <a:pt x="1487" y="8050"/>
                  </a:lnTo>
                  <a:lnTo>
                    <a:pt x="1776" y="8257"/>
                  </a:lnTo>
                  <a:lnTo>
                    <a:pt x="2065" y="8463"/>
                  </a:lnTo>
                  <a:lnTo>
                    <a:pt x="2374" y="8649"/>
                  </a:lnTo>
                  <a:lnTo>
                    <a:pt x="2705" y="8793"/>
                  </a:lnTo>
                  <a:lnTo>
                    <a:pt x="3056" y="8917"/>
                  </a:lnTo>
                  <a:lnTo>
                    <a:pt x="3407" y="9020"/>
                  </a:lnTo>
                  <a:lnTo>
                    <a:pt x="3757" y="9103"/>
                  </a:lnTo>
                  <a:lnTo>
                    <a:pt x="4129" y="9144"/>
                  </a:lnTo>
                  <a:lnTo>
                    <a:pt x="4501" y="9165"/>
                  </a:lnTo>
                  <a:lnTo>
                    <a:pt x="4789" y="9144"/>
                  </a:lnTo>
                  <a:lnTo>
                    <a:pt x="5058" y="9124"/>
                  </a:lnTo>
                  <a:lnTo>
                    <a:pt x="5326" y="9082"/>
                  </a:lnTo>
                  <a:lnTo>
                    <a:pt x="5615" y="9020"/>
                  </a:lnTo>
                  <a:lnTo>
                    <a:pt x="5883" y="8938"/>
                  </a:lnTo>
                  <a:lnTo>
                    <a:pt x="6172" y="8855"/>
                  </a:lnTo>
                  <a:lnTo>
                    <a:pt x="6441" y="8732"/>
                  </a:lnTo>
                  <a:lnTo>
                    <a:pt x="6730" y="8587"/>
                  </a:lnTo>
                  <a:lnTo>
                    <a:pt x="7122" y="8360"/>
                  </a:lnTo>
                  <a:lnTo>
                    <a:pt x="7493" y="8133"/>
                  </a:lnTo>
                  <a:lnTo>
                    <a:pt x="7844" y="7865"/>
                  </a:lnTo>
                  <a:lnTo>
                    <a:pt x="8175" y="7576"/>
                  </a:lnTo>
                  <a:lnTo>
                    <a:pt x="8484" y="7266"/>
                  </a:lnTo>
                  <a:lnTo>
                    <a:pt x="8773" y="6956"/>
                  </a:lnTo>
                  <a:lnTo>
                    <a:pt x="9021" y="6626"/>
                  </a:lnTo>
                  <a:lnTo>
                    <a:pt x="9227" y="6275"/>
                  </a:lnTo>
                  <a:lnTo>
                    <a:pt x="9413" y="5904"/>
                  </a:lnTo>
                  <a:lnTo>
                    <a:pt x="9558" y="5532"/>
                  </a:lnTo>
                  <a:lnTo>
                    <a:pt x="9661" y="5140"/>
                  </a:lnTo>
                  <a:lnTo>
                    <a:pt x="9743" y="4748"/>
                  </a:lnTo>
                  <a:lnTo>
                    <a:pt x="9764" y="4335"/>
                  </a:lnTo>
                  <a:lnTo>
                    <a:pt x="9743" y="3922"/>
                  </a:lnTo>
                  <a:lnTo>
                    <a:pt x="9681" y="3489"/>
                  </a:lnTo>
                  <a:lnTo>
                    <a:pt x="9558" y="3055"/>
                  </a:lnTo>
                  <a:lnTo>
                    <a:pt x="9434" y="2725"/>
                  </a:lnTo>
                  <a:lnTo>
                    <a:pt x="9289" y="2395"/>
                  </a:lnTo>
                  <a:lnTo>
                    <a:pt x="9104" y="2085"/>
                  </a:lnTo>
                  <a:lnTo>
                    <a:pt x="8918" y="1796"/>
                  </a:lnTo>
                  <a:lnTo>
                    <a:pt x="8691" y="1528"/>
                  </a:lnTo>
                  <a:lnTo>
                    <a:pt x="8464" y="1280"/>
                  </a:lnTo>
                  <a:lnTo>
                    <a:pt x="8216" y="1053"/>
                  </a:lnTo>
                  <a:lnTo>
                    <a:pt x="7948" y="826"/>
                  </a:lnTo>
                  <a:lnTo>
                    <a:pt x="7659" y="640"/>
                  </a:lnTo>
                  <a:lnTo>
                    <a:pt x="7370" y="475"/>
                  </a:lnTo>
                  <a:lnTo>
                    <a:pt x="7060" y="351"/>
                  </a:lnTo>
                  <a:lnTo>
                    <a:pt x="6730" y="227"/>
                  </a:lnTo>
                  <a:lnTo>
                    <a:pt x="6400" y="124"/>
                  </a:lnTo>
                  <a:lnTo>
                    <a:pt x="6069" y="62"/>
                  </a:lnTo>
                  <a:lnTo>
                    <a:pt x="5718" y="21"/>
                  </a:lnTo>
                  <a:lnTo>
                    <a:pt x="5388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4380700" y="1532325"/>
              <a:ext cx="244125" cy="229125"/>
            </a:xfrm>
            <a:custGeom>
              <a:avLst/>
              <a:gdLst/>
              <a:ahLst/>
              <a:cxnLst/>
              <a:rect l="l" t="t" r="r" b="b"/>
              <a:pathLst>
                <a:path w="9765" h="9165" fill="none" extrusionOk="0">
                  <a:moveTo>
                    <a:pt x="5388" y="0"/>
                  </a:moveTo>
                  <a:lnTo>
                    <a:pt x="5388" y="0"/>
                  </a:lnTo>
                  <a:lnTo>
                    <a:pt x="5037" y="21"/>
                  </a:lnTo>
                  <a:lnTo>
                    <a:pt x="4707" y="62"/>
                  </a:lnTo>
                  <a:lnTo>
                    <a:pt x="4356" y="124"/>
                  </a:lnTo>
                  <a:lnTo>
                    <a:pt x="4026" y="227"/>
                  </a:lnTo>
                  <a:lnTo>
                    <a:pt x="4026" y="227"/>
                  </a:lnTo>
                  <a:lnTo>
                    <a:pt x="3592" y="392"/>
                  </a:lnTo>
                  <a:lnTo>
                    <a:pt x="3159" y="599"/>
                  </a:lnTo>
                  <a:lnTo>
                    <a:pt x="2746" y="847"/>
                  </a:lnTo>
                  <a:lnTo>
                    <a:pt x="2333" y="1136"/>
                  </a:lnTo>
                  <a:lnTo>
                    <a:pt x="1962" y="1445"/>
                  </a:lnTo>
                  <a:lnTo>
                    <a:pt x="1590" y="1796"/>
                  </a:lnTo>
                  <a:lnTo>
                    <a:pt x="1239" y="2168"/>
                  </a:lnTo>
                  <a:lnTo>
                    <a:pt x="930" y="2580"/>
                  </a:lnTo>
                  <a:lnTo>
                    <a:pt x="661" y="2993"/>
                  </a:lnTo>
                  <a:lnTo>
                    <a:pt x="434" y="3427"/>
                  </a:lnTo>
                  <a:lnTo>
                    <a:pt x="248" y="3860"/>
                  </a:lnTo>
                  <a:lnTo>
                    <a:pt x="166" y="4087"/>
                  </a:lnTo>
                  <a:lnTo>
                    <a:pt x="104" y="4314"/>
                  </a:lnTo>
                  <a:lnTo>
                    <a:pt x="63" y="4541"/>
                  </a:lnTo>
                  <a:lnTo>
                    <a:pt x="21" y="4768"/>
                  </a:lnTo>
                  <a:lnTo>
                    <a:pt x="1" y="4995"/>
                  </a:lnTo>
                  <a:lnTo>
                    <a:pt x="1" y="5223"/>
                  </a:lnTo>
                  <a:lnTo>
                    <a:pt x="1" y="5429"/>
                  </a:lnTo>
                  <a:lnTo>
                    <a:pt x="42" y="5656"/>
                  </a:lnTo>
                  <a:lnTo>
                    <a:pt x="83" y="5883"/>
                  </a:lnTo>
                  <a:lnTo>
                    <a:pt x="145" y="6089"/>
                  </a:lnTo>
                  <a:lnTo>
                    <a:pt x="145" y="6089"/>
                  </a:lnTo>
                  <a:lnTo>
                    <a:pt x="248" y="6420"/>
                  </a:lnTo>
                  <a:lnTo>
                    <a:pt x="393" y="6729"/>
                  </a:lnTo>
                  <a:lnTo>
                    <a:pt x="579" y="7018"/>
                  </a:lnTo>
                  <a:lnTo>
                    <a:pt x="764" y="7287"/>
                  </a:lnTo>
                  <a:lnTo>
                    <a:pt x="991" y="7555"/>
                  </a:lnTo>
                  <a:lnTo>
                    <a:pt x="1219" y="7823"/>
                  </a:lnTo>
                  <a:lnTo>
                    <a:pt x="1487" y="8050"/>
                  </a:lnTo>
                  <a:lnTo>
                    <a:pt x="1776" y="8257"/>
                  </a:lnTo>
                  <a:lnTo>
                    <a:pt x="2065" y="8463"/>
                  </a:lnTo>
                  <a:lnTo>
                    <a:pt x="2374" y="8649"/>
                  </a:lnTo>
                  <a:lnTo>
                    <a:pt x="2705" y="8793"/>
                  </a:lnTo>
                  <a:lnTo>
                    <a:pt x="3056" y="8917"/>
                  </a:lnTo>
                  <a:lnTo>
                    <a:pt x="3407" y="9020"/>
                  </a:lnTo>
                  <a:lnTo>
                    <a:pt x="3757" y="9103"/>
                  </a:lnTo>
                  <a:lnTo>
                    <a:pt x="4129" y="9144"/>
                  </a:lnTo>
                  <a:lnTo>
                    <a:pt x="4501" y="9165"/>
                  </a:lnTo>
                  <a:lnTo>
                    <a:pt x="4501" y="9165"/>
                  </a:lnTo>
                  <a:lnTo>
                    <a:pt x="4789" y="9144"/>
                  </a:lnTo>
                  <a:lnTo>
                    <a:pt x="5058" y="9124"/>
                  </a:lnTo>
                  <a:lnTo>
                    <a:pt x="5326" y="9082"/>
                  </a:lnTo>
                  <a:lnTo>
                    <a:pt x="5615" y="9020"/>
                  </a:lnTo>
                  <a:lnTo>
                    <a:pt x="5883" y="8938"/>
                  </a:lnTo>
                  <a:lnTo>
                    <a:pt x="6172" y="8855"/>
                  </a:lnTo>
                  <a:lnTo>
                    <a:pt x="6441" y="8732"/>
                  </a:lnTo>
                  <a:lnTo>
                    <a:pt x="6730" y="8587"/>
                  </a:lnTo>
                  <a:lnTo>
                    <a:pt x="6730" y="8587"/>
                  </a:lnTo>
                  <a:lnTo>
                    <a:pt x="7122" y="8360"/>
                  </a:lnTo>
                  <a:lnTo>
                    <a:pt x="7493" y="8133"/>
                  </a:lnTo>
                  <a:lnTo>
                    <a:pt x="7844" y="7865"/>
                  </a:lnTo>
                  <a:lnTo>
                    <a:pt x="8175" y="7576"/>
                  </a:lnTo>
                  <a:lnTo>
                    <a:pt x="8484" y="7266"/>
                  </a:lnTo>
                  <a:lnTo>
                    <a:pt x="8773" y="6956"/>
                  </a:lnTo>
                  <a:lnTo>
                    <a:pt x="9021" y="6626"/>
                  </a:lnTo>
                  <a:lnTo>
                    <a:pt x="9227" y="6275"/>
                  </a:lnTo>
                  <a:lnTo>
                    <a:pt x="9413" y="5904"/>
                  </a:lnTo>
                  <a:lnTo>
                    <a:pt x="9558" y="5532"/>
                  </a:lnTo>
                  <a:lnTo>
                    <a:pt x="9661" y="5140"/>
                  </a:lnTo>
                  <a:lnTo>
                    <a:pt x="9743" y="4748"/>
                  </a:lnTo>
                  <a:lnTo>
                    <a:pt x="9764" y="4335"/>
                  </a:lnTo>
                  <a:lnTo>
                    <a:pt x="9743" y="3922"/>
                  </a:lnTo>
                  <a:lnTo>
                    <a:pt x="9681" y="3489"/>
                  </a:lnTo>
                  <a:lnTo>
                    <a:pt x="9558" y="3055"/>
                  </a:lnTo>
                  <a:lnTo>
                    <a:pt x="9558" y="3055"/>
                  </a:lnTo>
                  <a:lnTo>
                    <a:pt x="9434" y="2725"/>
                  </a:lnTo>
                  <a:lnTo>
                    <a:pt x="9289" y="2395"/>
                  </a:lnTo>
                  <a:lnTo>
                    <a:pt x="9104" y="2085"/>
                  </a:lnTo>
                  <a:lnTo>
                    <a:pt x="8918" y="1796"/>
                  </a:lnTo>
                  <a:lnTo>
                    <a:pt x="8691" y="1528"/>
                  </a:lnTo>
                  <a:lnTo>
                    <a:pt x="8464" y="1280"/>
                  </a:lnTo>
                  <a:lnTo>
                    <a:pt x="8216" y="1053"/>
                  </a:lnTo>
                  <a:lnTo>
                    <a:pt x="7948" y="826"/>
                  </a:lnTo>
                  <a:lnTo>
                    <a:pt x="7659" y="640"/>
                  </a:lnTo>
                  <a:lnTo>
                    <a:pt x="7370" y="475"/>
                  </a:lnTo>
                  <a:lnTo>
                    <a:pt x="7060" y="351"/>
                  </a:lnTo>
                  <a:lnTo>
                    <a:pt x="6730" y="227"/>
                  </a:lnTo>
                  <a:lnTo>
                    <a:pt x="6400" y="124"/>
                  </a:lnTo>
                  <a:lnTo>
                    <a:pt x="6069" y="62"/>
                  </a:lnTo>
                  <a:lnTo>
                    <a:pt x="5718" y="21"/>
                  </a:lnTo>
                  <a:lnTo>
                    <a:pt x="538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4442625" y="1577225"/>
              <a:ext cx="119750" cy="147600"/>
            </a:xfrm>
            <a:custGeom>
              <a:avLst/>
              <a:gdLst/>
              <a:ahLst/>
              <a:cxnLst/>
              <a:rect l="l" t="t" r="r" b="b"/>
              <a:pathLst>
                <a:path w="4790" h="5904" extrusionOk="0">
                  <a:moveTo>
                    <a:pt x="1301" y="1796"/>
                  </a:moveTo>
                  <a:lnTo>
                    <a:pt x="1796" y="2621"/>
                  </a:lnTo>
                  <a:lnTo>
                    <a:pt x="1590" y="2663"/>
                  </a:lnTo>
                  <a:lnTo>
                    <a:pt x="1404" y="2663"/>
                  </a:lnTo>
                  <a:lnTo>
                    <a:pt x="1322" y="2642"/>
                  </a:lnTo>
                  <a:lnTo>
                    <a:pt x="1239" y="2601"/>
                  </a:lnTo>
                  <a:lnTo>
                    <a:pt x="1177" y="2560"/>
                  </a:lnTo>
                  <a:lnTo>
                    <a:pt x="1115" y="2498"/>
                  </a:lnTo>
                  <a:lnTo>
                    <a:pt x="1095" y="2415"/>
                  </a:lnTo>
                  <a:lnTo>
                    <a:pt x="1074" y="2333"/>
                  </a:lnTo>
                  <a:lnTo>
                    <a:pt x="1053" y="2250"/>
                  </a:lnTo>
                  <a:lnTo>
                    <a:pt x="1074" y="2167"/>
                  </a:lnTo>
                  <a:lnTo>
                    <a:pt x="1095" y="2064"/>
                  </a:lnTo>
                  <a:lnTo>
                    <a:pt x="1136" y="1982"/>
                  </a:lnTo>
                  <a:lnTo>
                    <a:pt x="1198" y="1878"/>
                  </a:lnTo>
                  <a:lnTo>
                    <a:pt x="1301" y="1796"/>
                  </a:lnTo>
                  <a:close/>
                  <a:moveTo>
                    <a:pt x="3427" y="3261"/>
                  </a:moveTo>
                  <a:lnTo>
                    <a:pt x="3489" y="3282"/>
                  </a:lnTo>
                  <a:lnTo>
                    <a:pt x="3572" y="3323"/>
                  </a:lnTo>
                  <a:lnTo>
                    <a:pt x="3634" y="3365"/>
                  </a:lnTo>
                  <a:lnTo>
                    <a:pt x="3695" y="3427"/>
                  </a:lnTo>
                  <a:lnTo>
                    <a:pt x="3716" y="3509"/>
                  </a:lnTo>
                  <a:lnTo>
                    <a:pt x="3737" y="3592"/>
                  </a:lnTo>
                  <a:lnTo>
                    <a:pt x="3757" y="3654"/>
                  </a:lnTo>
                  <a:lnTo>
                    <a:pt x="3737" y="3736"/>
                  </a:lnTo>
                  <a:lnTo>
                    <a:pt x="3716" y="3839"/>
                  </a:lnTo>
                  <a:lnTo>
                    <a:pt x="3654" y="3922"/>
                  </a:lnTo>
                  <a:lnTo>
                    <a:pt x="3592" y="4004"/>
                  </a:lnTo>
                  <a:lnTo>
                    <a:pt x="3510" y="4108"/>
                  </a:lnTo>
                  <a:lnTo>
                    <a:pt x="3014" y="3282"/>
                  </a:lnTo>
                  <a:lnTo>
                    <a:pt x="3221" y="3261"/>
                  </a:lnTo>
                  <a:close/>
                  <a:moveTo>
                    <a:pt x="1012" y="0"/>
                  </a:moveTo>
                  <a:lnTo>
                    <a:pt x="413" y="351"/>
                  </a:lnTo>
                  <a:lnTo>
                    <a:pt x="826" y="1011"/>
                  </a:lnTo>
                  <a:lnTo>
                    <a:pt x="661" y="1135"/>
                  </a:lnTo>
                  <a:lnTo>
                    <a:pt x="537" y="1259"/>
                  </a:lnTo>
                  <a:lnTo>
                    <a:pt x="413" y="1404"/>
                  </a:lnTo>
                  <a:lnTo>
                    <a:pt x="310" y="1528"/>
                  </a:lnTo>
                  <a:lnTo>
                    <a:pt x="207" y="1672"/>
                  </a:lnTo>
                  <a:lnTo>
                    <a:pt x="145" y="1796"/>
                  </a:lnTo>
                  <a:lnTo>
                    <a:pt x="83" y="1940"/>
                  </a:lnTo>
                  <a:lnTo>
                    <a:pt x="42" y="2085"/>
                  </a:lnTo>
                  <a:lnTo>
                    <a:pt x="21" y="2209"/>
                  </a:lnTo>
                  <a:lnTo>
                    <a:pt x="1" y="2353"/>
                  </a:lnTo>
                  <a:lnTo>
                    <a:pt x="1" y="2477"/>
                  </a:lnTo>
                  <a:lnTo>
                    <a:pt x="21" y="2621"/>
                  </a:lnTo>
                  <a:lnTo>
                    <a:pt x="42" y="2745"/>
                  </a:lnTo>
                  <a:lnTo>
                    <a:pt x="83" y="2869"/>
                  </a:lnTo>
                  <a:lnTo>
                    <a:pt x="145" y="2993"/>
                  </a:lnTo>
                  <a:lnTo>
                    <a:pt x="207" y="3117"/>
                  </a:lnTo>
                  <a:lnTo>
                    <a:pt x="310" y="3261"/>
                  </a:lnTo>
                  <a:lnTo>
                    <a:pt x="413" y="3385"/>
                  </a:lnTo>
                  <a:lnTo>
                    <a:pt x="517" y="3488"/>
                  </a:lnTo>
                  <a:lnTo>
                    <a:pt x="641" y="3571"/>
                  </a:lnTo>
                  <a:lnTo>
                    <a:pt x="764" y="3633"/>
                  </a:lnTo>
                  <a:lnTo>
                    <a:pt x="909" y="3674"/>
                  </a:lnTo>
                  <a:lnTo>
                    <a:pt x="1033" y="3695"/>
                  </a:lnTo>
                  <a:lnTo>
                    <a:pt x="1177" y="3715"/>
                  </a:lnTo>
                  <a:lnTo>
                    <a:pt x="1466" y="3695"/>
                  </a:lnTo>
                  <a:lnTo>
                    <a:pt x="1755" y="3654"/>
                  </a:lnTo>
                  <a:lnTo>
                    <a:pt x="2044" y="3592"/>
                  </a:lnTo>
                  <a:lnTo>
                    <a:pt x="2333" y="3488"/>
                  </a:lnTo>
                  <a:lnTo>
                    <a:pt x="2932" y="4479"/>
                  </a:lnTo>
                  <a:lnTo>
                    <a:pt x="2767" y="4562"/>
                  </a:lnTo>
                  <a:lnTo>
                    <a:pt x="2581" y="4624"/>
                  </a:lnTo>
                  <a:lnTo>
                    <a:pt x="2230" y="4706"/>
                  </a:lnTo>
                  <a:lnTo>
                    <a:pt x="1858" y="4768"/>
                  </a:lnTo>
                  <a:lnTo>
                    <a:pt x="1693" y="4768"/>
                  </a:lnTo>
                  <a:lnTo>
                    <a:pt x="1528" y="4748"/>
                  </a:lnTo>
                  <a:lnTo>
                    <a:pt x="1652" y="5676"/>
                  </a:lnTo>
                  <a:lnTo>
                    <a:pt x="2044" y="5676"/>
                  </a:lnTo>
                  <a:lnTo>
                    <a:pt x="2251" y="5656"/>
                  </a:lnTo>
                  <a:lnTo>
                    <a:pt x="2478" y="5614"/>
                  </a:lnTo>
                  <a:lnTo>
                    <a:pt x="2705" y="5553"/>
                  </a:lnTo>
                  <a:lnTo>
                    <a:pt x="2932" y="5470"/>
                  </a:lnTo>
                  <a:lnTo>
                    <a:pt x="3179" y="5367"/>
                  </a:lnTo>
                  <a:lnTo>
                    <a:pt x="3406" y="5264"/>
                  </a:lnTo>
                  <a:lnTo>
                    <a:pt x="3799" y="5903"/>
                  </a:lnTo>
                  <a:lnTo>
                    <a:pt x="4377" y="5532"/>
                  </a:lnTo>
                  <a:lnTo>
                    <a:pt x="3984" y="4871"/>
                  </a:lnTo>
                  <a:lnTo>
                    <a:pt x="4129" y="4748"/>
                  </a:lnTo>
                  <a:lnTo>
                    <a:pt x="4273" y="4624"/>
                  </a:lnTo>
                  <a:lnTo>
                    <a:pt x="4397" y="4479"/>
                  </a:lnTo>
                  <a:lnTo>
                    <a:pt x="4500" y="4355"/>
                  </a:lnTo>
                  <a:lnTo>
                    <a:pt x="4583" y="4211"/>
                  </a:lnTo>
                  <a:lnTo>
                    <a:pt x="4645" y="4087"/>
                  </a:lnTo>
                  <a:lnTo>
                    <a:pt x="4707" y="3943"/>
                  </a:lnTo>
                  <a:lnTo>
                    <a:pt x="4748" y="3819"/>
                  </a:lnTo>
                  <a:lnTo>
                    <a:pt x="4769" y="3674"/>
                  </a:lnTo>
                  <a:lnTo>
                    <a:pt x="4789" y="3550"/>
                  </a:lnTo>
                  <a:lnTo>
                    <a:pt x="4789" y="3406"/>
                  </a:lnTo>
                  <a:lnTo>
                    <a:pt x="4769" y="3282"/>
                  </a:lnTo>
                  <a:lnTo>
                    <a:pt x="4748" y="3158"/>
                  </a:lnTo>
                  <a:lnTo>
                    <a:pt x="4707" y="3034"/>
                  </a:lnTo>
                  <a:lnTo>
                    <a:pt x="4666" y="2910"/>
                  </a:lnTo>
                  <a:lnTo>
                    <a:pt x="4583" y="2787"/>
                  </a:lnTo>
                  <a:lnTo>
                    <a:pt x="4500" y="2642"/>
                  </a:lnTo>
                  <a:lnTo>
                    <a:pt x="4397" y="2518"/>
                  </a:lnTo>
                  <a:lnTo>
                    <a:pt x="4273" y="2415"/>
                  </a:lnTo>
                  <a:lnTo>
                    <a:pt x="4150" y="2333"/>
                  </a:lnTo>
                  <a:lnTo>
                    <a:pt x="4026" y="2291"/>
                  </a:lnTo>
                  <a:lnTo>
                    <a:pt x="3902" y="2229"/>
                  </a:lnTo>
                  <a:lnTo>
                    <a:pt x="3778" y="2209"/>
                  </a:lnTo>
                  <a:lnTo>
                    <a:pt x="3634" y="2188"/>
                  </a:lnTo>
                  <a:lnTo>
                    <a:pt x="3345" y="2209"/>
                  </a:lnTo>
                  <a:lnTo>
                    <a:pt x="3056" y="2250"/>
                  </a:lnTo>
                  <a:lnTo>
                    <a:pt x="2767" y="2333"/>
                  </a:lnTo>
                  <a:lnTo>
                    <a:pt x="2478" y="2415"/>
                  </a:lnTo>
                  <a:lnTo>
                    <a:pt x="1879" y="1404"/>
                  </a:lnTo>
                  <a:lnTo>
                    <a:pt x="2127" y="1321"/>
                  </a:lnTo>
                  <a:lnTo>
                    <a:pt x="2395" y="1239"/>
                  </a:lnTo>
                  <a:lnTo>
                    <a:pt x="2663" y="1197"/>
                  </a:lnTo>
                  <a:lnTo>
                    <a:pt x="2973" y="1177"/>
                  </a:lnTo>
                  <a:lnTo>
                    <a:pt x="2829" y="268"/>
                  </a:lnTo>
                  <a:lnTo>
                    <a:pt x="2643" y="268"/>
                  </a:lnTo>
                  <a:lnTo>
                    <a:pt x="2478" y="289"/>
                  </a:lnTo>
                  <a:lnTo>
                    <a:pt x="2127" y="351"/>
                  </a:lnTo>
                  <a:lnTo>
                    <a:pt x="1755" y="475"/>
                  </a:lnTo>
                  <a:lnTo>
                    <a:pt x="1404" y="640"/>
                  </a:lnTo>
                  <a:lnTo>
                    <a:pt x="101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" name="Google Shape;163;p27"/>
            <p:cNvSpPr/>
            <p:nvPr/>
          </p:nvSpPr>
          <p:spPr>
            <a:xfrm>
              <a:off x="4178425" y="1353775"/>
              <a:ext cx="597575" cy="557325"/>
            </a:xfrm>
            <a:custGeom>
              <a:avLst/>
              <a:gdLst/>
              <a:ahLst/>
              <a:cxnLst/>
              <a:rect l="l" t="t" r="r" b="b"/>
              <a:pathLst>
                <a:path w="23903" h="22293" extrusionOk="0">
                  <a:moveTo>
                    <a:pt x="17607" y="516"/>
                  </a:moveTo>
                  <a:lnTo>
                    <a:pt x="23531" y="7204"/>
                  </a:lnTo>
                  <a:lnTo>
                    <a:pt x="23304" y="7700"/>
                  </a:lnTo>
                  <a:lnTo>
                    <a:pt x="23077" y="8174"/>
                  </a:lnTo>
                  <a:lnTo>
                    <a:pt x="22809" y="8649"/>
                  </a:lnTo>
                  <a:lnTo>
                    <a:pt x="22541" y="9103"/>
                  </a:lnTo>
                  <a:lnTo>
                    <a:pt x="22272" y="9557"/>
                  </a:lnTo>
                  <a:lnTo>
                    <a:pt x="21983" y="9991"/>
                  </a:lnTo>
                  <a:lnTo>
                    <a:pt x="21694" y="10404"/>
                  </a:lnTo>
                  <a:lnTo>
                    <a:pt x="21385" y="10796"/>
                  </a:lnTo>
                  <a:lnTo>
                    <a:pt x="21054" y="11188"/>
                  </a:lnTo>
                  <a:lnTo>
                    <a:pt x="20724" y="11580"/>
                  </a:lnTo>
                  <a:lnTo>
                    <a:pt x="20394" y="11952"/>
                  </a:lnTo>
                  <a:lnTo>
                    <a:pt x="20064" y="12303"/>
                  </a:lnTo>
                  <a:lnTo>
                    <a:pt x="19713" y="12633"/>
                  </a:lnTo>
                  <a:lnTo>
                    <a:pt x="19362" y="12963"/>
                  </a:lnTo>
                  <a:lnTo>
                    <a:pt x="18639" y="13582"/>
                  </a:lnTo>
                  <a:lnTo>
                    <a:pt x="17896" y="14160"/>
                  </a:lnTo>
                  <a:lnTo>
                    <a:pt x="17174" y="14676"/>
                  </a:lnTo>
                  <a:lnTo>
                    <a:pt x="16431" y="15151"/>
                  </a:lnTo>
                  <a:lnTo>
                    <a:pt x="15688" y="15564"/>
                  </a:lnTo>
                  <a:lnTo>
                    <a:pt x="14965" y="15935"/>
                  </a:lnTo>
                  <a:lnTo>
                    <a:pt x="14243" y="16266"/>
                  </a:lnTo>
                  <a:lnTo>
                    <a:pt x="13562" y="16534"/>
                  </a:lnTo>
                  <a:lnTo>
                    <a:pt x="12880" y="16761"/>
                  </a:lnTo>
                  <a:lnTo>
                    <a:pt x="12592" y="16864"/>
                  </a:lnTo>
                  <a:lnTo>
                    <a:pt x="12303" y="16968"/>
                  </a:lnTo>
                  <a:lnTo>
                    <a:pt x="11725" y="17215"/>
                  </a:lnTo>
                  <a:lnTo>
                    <a:pt x="11147" y="17525"/>
                  </a:lnTo>
                  <a:lnTo>
                    <a:pt x="10569" y="17855"/>
                  </a:lnTo>
                  <a:lnTo>
                    <a:pt x="10011" y="18206"/>
                  </a:lnTo>
                  <a:lnTo>
                    <a:pt x="9454" y="18598"/>
                  </a:lnTo>
                  <a:lnTo>
                    <a:pt x="8938" y="18990"/>
                  </a:lnTo>
                  <a:lnTo>
                    <a:pt x="8443" y="19383"/>
                  </a:lnTo>
                  <a:lnTo>
                    <a:pt x="7968" y="19775"/>
                  </a:lnTo>
                  <a:lnTo>
                    <a:pt x="7514" y="20167"/>
                  </a:lnTo>
                  <a:lnTo>
                    <a:pt x="6750" y="20869"/>
                  </a:lnTo>
                  <a:lnTo>
                    <a:pt x="6172" y="21447"/>
                  </a:lnTo>
                  <a:lnTo>
                    <a:pt x="5801" y="21839"/>
                  </a:lnTo>
                  <a:lnTo>
                    <a:pt x="351" y="15523"/>
                  </a:lnTo>
                  <a:lnTo>
                    <a:pt x="516" y="15172"/>
                  </a:lnTo>
                  <a:lnTo>
                    <a:pt x="682" y="14821"/>
                  </a:lnTo>
                  <a:lnTo>
                    <a:pt x="888" y="14470"/>
                  </a:lnTo>
                  <a:lnTo>
                    <a:pt x="1094" y="14140"/>
                  </a:lnTo>
                  <a:lnTo>
                    <a:pt x="1342" y="13830"/>
                  </a:lnTo>
                  <a:lnTo>
                    <a:pt x="1610" y="13500"/>
                  </a:lnTo>
                  <a:lnTo>
                    <a:pt x="1879" y="13190"/>
                  </a:lnTo>
                  <a:lnTo>
                    <a:pt x="2168" y="12901"/>
                  </a:lnTo>
                  <a:lnTo>
                    <a:pt x="2477" y="12592"/>
                  </a:lnTo>
                  <a:lnTo>
                    <a:pt x="2808" y="12303"/>
                  </a:lnTo>
                  <a:lnTo>
                    <a:pt x="3138" y="12014"/>
                  </a:lnTo>
                  <a:lnTo>
                    <a:pt x="3489" y="11745"/>
                  </a:lnTo>
                  <a:lnTo>
                    <a:pt x="4232" y="11209"/>
                  </a:lnTo>
                  <a:lnTo>
                    <a:pt x="4996" y="10713"/>
                  </a:lnTo>
                  <a:lnTo>
                    <a:pt x="5801" y="10218"/>
                  </a:lnTo>
                  <a:lnTo>
                    <a:pt x="6606" y="9764"/>
                  </a:lnTo>
                  <a:lnTo>
                    <a:pt x="7431" y="9330"/>
                  </a:lnTo>
                  <a:lnTo>
                    <a:pt x="8257" y="8917"/>
                  </a:lnTo>
                  <a:lnTo>
                    <a:pt x="9082" y="8546"/>
                  </a:lnTo>
                  <a:lnTo>
                    <a:pt x="9867" y="8174"/>
                  </a:lnTo>
                  <a:lnTo>
                    <a:pt x="11374" y="7514"/>
                  </a:lnTo>
                  <a:lnTo>
                    <a:pt x="12344" y="7080"/>
                  </a:lnTo>
                  <a:lnTo>
                    <a:pt x="13231" y="6668"/>
                  </a:lnTo>
                  <a:lnTo>
                    <a:pt x="13500" y="6544"/>
                  </a:lnTo>
                  <a:lnTo>
                    <a:pt x="13747" y="6399"/>
                  </a:lnTo>
                  <a:lnTo>
                    <a:pt x="14243" y="6090"/>
                  </a:lnTo>
                  <a:lnTo>
                    <a:pt x="14676" y="5739"/>
                  </a:lnTo>
                  <a:lnTo>
                    <a:pt x="15089" y="5388"/>
                  </a:lnTo>
                  <a:lnTo>
                    <a:pt x="15461" y="5016"/>
                  </a:lnTo>
                  <a:lnTo>
                    <a:pt x="15791" y="4624"/>
                  </a:lnTo>
                  <a:lnTo>
                    <a:pt x="16080" y="4232"/>
                  </a:lnTo>
                  <a:lnTo>
                    <a:pt x="16348" y="3840"/>
                  </a:lnTo>
                  <a:lnTo>
                    <a:pt x="16575" y="3447"/>
                  </a:lnTo>
                  <a:lnTo>
                    <a:pt x="16761" y="3076"/>
                  </a:lnTo>
                  <a:lnTo>
                    <a:pt x="16947" y="2725"/>
                  </a:lnTo>
                  <a:lnTo>
                    <a:pt x="17091" y="2395"/>
                  </a:lnTo>
                  <a:lnTo>
                    <a:pt x="17298" y="1796"/>
                  </a:lnTo>
                  <a:lnTo>
                    <a:pt x="17422" y="1383"/>
                  </a:lnTo>
                  <a:lnTo>
                    <a:pt x="17504" y="1032"/>
                  </a:lnTo>
                  <a:lnTo>
                    <a:pt x="17566" y="785"/>
                  </a:lnTo>
                  <a:lnTo>
                    <a:pt x="17607" y="516"/>
                  </a:lnTo>
                  <a:close/>
                  <a:moveTo>
                    <a:pt x="17545" y="0"/>
                  </a:moveTo>
                  <a:lnTo>
                    <a:pt x="17298" y="166"/>
                  </a:lnTo>
                  <a:lnTo>
                    <a:pt x="17298" y="289"/>
                  </a:lnTo>
                  <a:lnTo>
                    <a:pt x="17298" y="475"/>
                  </a:lnTo>
                  <a:lnTo>
                    <a:pt x="17256" y="723"/>
                  </a:lnTo>
                  <a:lnTo>
                    <a:pt x="17195" y="1053"/>
                  </a:lnTo>
                  <a:lnTo>
                    <a:pt x="17091" y="1425"/>
                  </a:lnTo>
                  <a:lnTo>
                    <a:pt x="16967" y="1837"/>
                  </a:lnTo>
                  <a:lnTo>
                    <a:pt x="16802" y="2292"/>
                  </a:lnTo>
                  <a:lnTo>
                    <a:pt x="16575" y="2787"/>
                  </a:lnTo>
                  <a:lnTo>
                    <a:pt x="16328" y="3262"/>
                  </a:lnTo>
                  <a:lnTo>
                    <a:pt x="16039" y="3778"/>
                  </a:lnTo>
                  <a:lnTo>
                    <a:pt x="15688" y="4273"/>
                  </a:lnTo>
                  <a:lnTo>
                    <a:pt x="15481" y="4521"/>
                  </a:lnTo>
                  <a:lnTo>
                    <a:pt x="15275" y="4748"/>
                  </a:lnTo>
                  <a:lnTo>
                    <a:pt x="15048" y="4996"/>
                  </a:lnTo>
                  <a:lnTo>
                    <a:pt x="14821" y="5223"/>
                  </a:lnTo>
                  <a:lnTo>
                    <a:pt x="14573" y="5450"/>
                  </a:lnTo>
                  <a:lnTo>
                    <a:pt x="14305" y="5656"/>
                  </a:lnTo>
                  <a:lnTo>
                    <a:pt x="14016" y="5863"/>
                  </a:lnTo>
                  <a:lnTo>
                    <a:pt x="13727" y="6048"/>
                  </a:lnTo>
                  <a:lnTo>
                    <a:pt x="13417" y="6234"/>
                  </a:lnTo>
                  <a:lnTo>
                    <a:pt x="13087" y="6399"/>
                  </a:lnTo>
                  <a:lnTo>
                    <a:pt x="12220" y="6791"/>
                  </a:lnTo>
                  <a:lnTo>
                    <a:pt x="11250" y="7225"/>
                  </a:lnTo>
                  <a:lnTo>
                    <a:pt x="9722" y="7906"/>
                  </a:lnTo>
                  <a:lnTo>
                    <a:pt x="8897" y="8278"/>
                  </a:lnTo>
                  <a:lnTo>
                    <a:pt x="8071" y="8670"/>
                  </a:lnTo>
                  <a:lnTo>
                    <a:pt x="7225" y="9103"/>
                  </a:lnTo>
                  <a:lnTo>
                    <a:pt x="6399" y="9537"/>
                  </a:lnTo>
                  <a:lnTo>
                    <a:pt x="5553" y="10011"/>
                  </a:lnTo>
                  <a:lnTo>
                    <a:pt x="4748" y="10507"/>
                  </a:lnTo>
                  <a:lnTo>
                    <a:pt x="3963" y="11023"/>
                  </a:lnTo>
                  <a:lnTo>
                    <a:pt x="3220" y="11580"/>
                  </a:lnTo>
                  <a:lnTo>
                    <a:pt x="2849" y="11869"/>
                  </a:lnTo>
                  <a:lnTo>
                    <a:pt x="2519" y="12158"/>
                  </a:lnTo>
                  <a:lnTo>
                    <a:pt x="2188" y="12447"/>
                  </a:lnTo>
                  <a:lnTo>
                    <a:pt x="1858" y="12757"/>
                  </a:lnTo>
                  <a:lnTo>
                    <a:pt x="1569" y="13066"/>
                  </a:lnTo>
                  <a:lnTo>
                    <a:pt x="1280" y="13397"/>
                  </a:lnTo>
                  <a:lnTo>
                    <a:pt x="1032" y="13727"/>
                  </a:lnTo>
                  <a:lnTo>
                    <a:pt x="785" y="14057"/>
                  </a:lnTo>
                  <a:lnTo>
                    <a:pt x="558" y="14408"/>
                  </a:lnTo>
                  <a:lnTo>
                    <a:pt x="372" y="14759"/>
                  </a:lnTo>
                  <a:lnTo>
                    <a:pt x="186" y="15130"/>
                  </a:lnTo>
                  <a:lnTo>
                    <a:pt x="42" y="15502"/>
                  </a:lnTo>
                  <a:lnTo>
                    <a:pt x="0" y="15585"/>
                  </a:lnTo>
                  <a:lnTo>
                    <a:pt x="5780" y="22293"/>
                  </a:lnTo>
                  <a:lnTo>
                    <a:pt x="5904" y="22169"/>
                  </a:lnTo>
                  <a:lnTo>
                    <a:pt x="6090" y="21983"/>
                  </a:lnTo>
                  <a:lnTo>
                    <a:pt x="6564" y="21509"/>
                  </a:lnTo>
                  <a:lnTo>
                    <a:pt x="7287" y="20807"/>
                  </a:lnTo>
                  <a:lnTo>
                    <a:pt x="7720" y="20415"/>
                  </a:lnTo>
                  <a:lnTo>
                    <a:pt x="8216" y="19981"/>
                  </a:lnTo>
                  <a:lnTo>
                    <a:pt x="8732" y="19548"/>
                  </a:lnTo>
                  <a:lnTo>
                    <a:pt x="9289" y="19114"/>
                  </a:lnTo>
                  <a:lnTo>
                    <a:pt x="9888" y="18681"/>
                  </a:lnTo>
                  <a:lnTo>
                    <a:pt x="10486" y="18289"/>
                  </a:lnTo>
                  <a:lnTo>
                    <a:pt x="11105" y="17896"/>
                  </a:lnTo>
                  <a:lnTo>
                    <a:pt x="11725" y="17566"/>
                  </a:lnTo>
                  <a:lnTo>
                    <a:pt x="12034" y="17422"/>
                  </a:lnTo>
                  <a:lnTo>
                    <a:pt x="12344" y="17277"/>
                  </a:lnTo>
                  <a:lnTo>
                    <a:pt x="12674" y="17153"/>
                  </a:lnTo>
                  <a:lnTo>
                    <a:pt x="12984" y="17050"/>
                  </a:lnTo>
                  <a:lnTo>
                    <a:pt x="13665" y="16823"/>
                  </a:lnTo>
                  <a:lnTo>
                    <a:pt x="14367" y="16555"/>
                  </a:lnTo>
                  <a:lnTo>
                    <a:pt x="15089" y="16224"/>
                  </a:lnTo>
                  <a:lnTo>
                    <a:pt x="15853" y="15832"/>
                  </a:lnTo>
                  <a:lnTo>
                    <a:pt x="16596" y="15399"/>
                  </a:lnTo>
                  <a:lnTo>
                    <a:pt x="17360" y="14924"/>
                  </a:lnTo>
                  <a:lnTo>
                    <a:pt x="18123" y="14387"/>
                  </a:lnTo>
                  <a:lnTo>
                    <a:pt x="18866" y="13809"/>
                  </a:lnTo>
                  <a:lnTo>
                    <a:pt x="19238" y="13479"/>
                  </a:lnTo>
                  <a:lnTo>
                    <a:pt x="19610" y="13170"/>
                  </a:lnTo>
                  <a:lnTo>
                    <a:pt x="19960" y="12819"/>
                  </a:lnTo>
                  <a:lnTo>
                    <a:pt x="20311" y="12468"/>
                  </a:lnTo>
                  <a:lnTo>
                    <a:pt x="20662" y="12117"/>
                  </a:lnTo>
                  <a:lnTo>
                    <a:pt x="21013" y="11725"/>
                  </a:lnTo>
                  <a:lnTo>
                    <a:pt x="21343" y="11332"/>
                  </a:lnTo>
                  <a:lnTo>
                    <a:pt x="21674" y="10940"/>
                  </a:lnTo>
                  <a:lnTo>
                    <a:pt x="21983" y="10527"/>
                  </a:lnTo>
                  <a:lnTo>
                    <a:pt x="22293" y="10094"/>
                  </a:lnTo>
                  <a:lnTo>
                    <a:pt x="22582" y="9640"/>
                  </a:lnTo>
                  <a:lnTo>
                    <a:pt x="22871" y="9186"/>
                  </a:lnTo>
                  <a:lnTo>
                    <a:pt x="23139" y="8732"/>
                  </a:lnTo>
                  <a:lnTo>
                    <a:pt x="23387" y="8236"/>
                  </a:lnTo>
                  <a:lnTo>
                    <a:pt x="23635" y="7741"/>
                  </a:lnTo>
                  <a:lnTo>
                    <a:pt x="23862" y="7245"/>
                  </a:lnTo>
                  <a:lnTo>
                    <a:pt x="23903" y="7142"/>
                  </a:lnTo>
                  <a:lnTo>
                    <a:pt x="17545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5670775" y="418200"/>
              <a:ext cx="589350" cy="519675"/>
            </a:xfrm>
            <a:custGeom>
              <a:avLst/>
              <a:gdLst/>
              <a:ahLst/>
              <a:cxnLst/>
              <a:rect l="l" t="t" r="r" b="b"/>
              <a:pathLst>
                <a:path w="23574" h="20787" extrusionOk="0">
                  <a:moveTo>
                    <a:pt x="5904" y="1"/>
                  </a:moveTo>
                  <a:lnTo>
                    <a:pt x="5615" y="42"/>
                  </a:lnTo>
                  <a:lnTo>
                    <a:pt x="5347" y="104"/>
                  </a:lnTo>
                  <a:lnTo>
                    <a:pt x="5099" y="207"/>
                  </a:lnTo>
                  <a:lnTo>
                    <a:pt x="1" y="6957"/>
                  </a:lnTo>
                  <a:lnTo>
                    <a:pt x="187" y="7081"/>
                  </a:lnTo>
                  <a:lnTo>
                    <a:pt x="723" y="7432"/>
                  </a:lnTo>
                  <a:lnTo>
                    <a:pt x="1528" y="8010"/>
                  </a:lnTo>
                  <a:lnTo>
                    <a:pt x="2024" y="8381"/>
                  </a:lnTo>
                  <a:lnTo>
                    <a:pt x="2540" y="8794"/>
                  </a:lnTo>
                  <a:lnTo>
                    <a:pt x="3097" y="9269"/>
                  </a:lnTo>
                  <a:lnTo>
                    <a:pt x="3675" y="9785"/>
                  </a:lnTo>
                  <a:lnTo>
                    <a:pt x="4274" y="10363"/>
                  </a:lnTo>
                  <a:lnTo>
                    <a:pt x="4872" y="10982"/>
                  </a:lnTo>
                  <a:lnTo>
                    <a:pt x="5471" y="11642"/>
                  </a:lnTo>
                  <a:lnTo>
                    <a:pt x="6049" y="12365"/>
                  </a:lnTo>
                  <a:lnTo>
                    <a:pt x="6627" y="13129"/>
                  </a:lnTo>
                  <a:lnTo>
                    <a:pt x="6895" y="13521"/>
                  </a:lnTo>
                  <a:lnTo>
                    <a:pt x="7143" y="13934"/>
                  </a:lnTo>
                  <a:lnTo>
                    <a:pt x="7411" y="14326"/>
                  </a:lnTo>
                  <a:lnTo>
                    <a:pt x="7700" y="14718"/>
                  </a:lnTo>
                  <a:lnTo>
                    <a:pt x="8030" y="15090"/>
                  </a:lnTo>
                  <a:lnTo>
                    <a:pt x="8361" y="15461"/>
                  </a:lnTo>
                  <a:lnTo>
                    <a:pt x="8711" y="15833"/>
                  </a:lnTo>
                  <a:lnTo>
                    <a:pt x="9104" y="16163"/>
                  </a:lnTo>
                  <a:lnTo>
                    <a:pt x="9475" y="16514"/>
                  </a:lnTo>
                  <a:lnTo>
                    <a:pt x="9888" y="16823"/>
                  </a:lnTo>
                  <a:lnTo>
                    <a:pt x="10301" y="17133"/>
                  </a:lnTo>
                  <a:lnTo>
                    <a:pt x="10714" y="17443"/>
                  </a:lnTo>
                  <a:lnTo>
                    <a:pt x="11581" y="18000"/>
                  </a:lnTo>
                  <a:lnTo>
                    <a:pt x="12427" y="18516"/>
                  </a:lnTo>
                  <a:lnTo>
                    <a:pt x="13273" y="18991"/>
                  </a:lnTo>
                  <a:lnTo>
                    <a:pt x="14099" y="19404"/>
                  </a:lnTo>
                  <a:lnTo>
                    <a:pt x="14863" y="19754"/>
                  </a:lnTo>
                  <a:lnTo>
                    <a:pt x="15564" y="20085"/>
                  </a:lnTo>
                  <a:lnTo>
                    <a:pt x="16163" y="20332"/>
                  </a:lnTo>
                  <a:lnTo>
                    <a:pt x="17071" y="20683"/>
                  </a:lnTo>
                  <a:lnTo>
                    <a:pt x="17401" y="20787"/>
                  </a:lnTo>
                  <a:lnTo>
                    <a:pt x="23573" y="11973"/>
                  </a:lnTo>
                  <a:lnTo>
                    <a:pt x="23346" y="11993"/>
                  </a:lnTo>
                  <a:lnTo>
                    <a:pt x="23078" y="12014"/>
                  </a:lnTo>
                  <a:lnTo>
                    <a:pt x="22727" y="12014"/>
                  </a:lnTo>
                  <a:lnTo>
                    <a:pt x="22273" y="11973"/>
                  </a:lnTo>
                  <a:lnTo>
                    <a:pt x="21777" y="11931"/>
                  </a:lnTo>
                  <a:lnTo>
                    <a:pt x="21199" y="11828"/>
                  </a:lnTo>
                  <a:lnTo>
                    <a:pt x="20580" y="11684"/>
                  </a:lnTo>
                  <a:lnTo>
                    <a:pt x="20250" y="11601"/>
                  </a:lnTo>
                  <a:lnTo>
                    <a:pt x="19920" y="11477"/>
                  </a:lnTo>
                  <a:lnTo>
                    <a:pt x="19569" y="11353"/>
                  </a:lnTo>
                  <a:lnTo>
                    <a:pt x="19238" y="11209"/>
                  </a:lnTo>
                  <a:lnTo>
                    <a:pt x="18867" y="11044"/>
                  </a:lnTo>
                  <a:lnTo>
                    <a:pt x="18516" y="10858"/>
                  </a:lnTo>
                  <a:lnTo>
                    <a:pt x="18144" y="10652"/>
                  </a:lnTo>
                  <a:lnTo>
                    <a:pt x="17794" y="10425"/>
                  </a:lnTo>
                  <a:lnTo>
                    <a:pt x="17422" y="10156"/>
                  </a:lnTo>
                  <a:lnTo>
                    <a:pt x="17071" y="9867"/>
                  </a:lnTo>
                  <a:lnTo>
                    <a:pt x="16700" y="9558"/>
                  </a:lnTo>
                  <a:lnTo>
                    <a:pt x="16349" y="9227"/>
                  </a:lnTo>
                  <a:lnTo>
                    <a:pt x="15977" y="8856"/>
                  </a:lnTo>
                  <a:lnTo>
                    <a:pt x="15647" y="8464"/>
                  </a:lnTo>
                  <a:lnTo>
                    <a:pt x="15296" y="8030"/>
                  </a:lnTo>
                  <a:lnTo>
                    <a:pt x="14966" y="7576"/>
                  </a:lnTo>
                  <a:lnTo>
                    <a:pt x="14532" y="6957"/>
                  </a:lnTo>
                  <a:lnTo>
                    <a:pt x="14016" y="6296"/>
                  </a:lnTo>
                  <a:lnTo>
                    <a:pt x="13480" y="5615"/>
                  </a:lnTo>
                  <a:lnTo>
                    <a:pt x="12881" y="4913"/>
                  </a:lnTo>
                  <a:lnTo>
                    <a:pt x="12241" y="4212"/>
                  </a:lnTo>
                  <a:lnTo>
                    <a:pt x="11581" y="3510"/>
                  </a:lnTo>
                  <a:lnTo>
                    <a:pt x="10899" y="2849"/>
                  </a:lnTo>
                  <a:lnTo>
                    <a:pt x="10198" y="2209"/>
                  </a:lnTo>
                  <a:lnTo>
                    <a:pt x="9496" y="1652"/>
                  </a:lnTo>
                  <a:lnTo>
                    <a:pt x="9145" y="1384"/>
                  </a:lnTo>
                  <a:lnTo>
                    <a:pt x="8815" y="1136"/>
                  </a:lnTo>
                  <a:lnTo>
                    <a:pt x="8464" y="909"/>
                  </a:lnTo>
                  <a:lnTo>
                    <a:pt x="8113" y="703"/>
                  </a:lnTo>
                  <a:lnTo>
                    <a:pt x="7783" y="517"/>
                  </a:lnTo>
                  <a:lnTo>
                    <a:pt x="7452" y="372"/>
                  </a:lnTo>
                  <a:lnTo>
                    <a:pt x="7122" y="228"/>
                  </a:lnTo>
                  <a:lnTo>
                    <a:pt x="6812" y="125"/>
                  </a:lnTo>
                  <a:lnTo>
                    <a:pt x="6503" y="63"/>
                  </a:lnTo>
                  <a:lnTo>
                    <a:pt x="6193" y="21"/>
                  </a:lnTo>
                  <a:lnTo>
                    <a:pt x="59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5670775" y="418200"/>
              <a:ext cx="589350" cy="519675"/>
            </a:xfrm>
            <a:custGeom>
              <a:avLst/>
              <a:gdLst/>
              <a:ahLst/>
              <a:cxnLst/>
              <a:rect l="l" t="t" r="r" b="b"/>
              <a:pathLst>
                <a:path w="23574" h="20787" fill="none" extrusionOk="0">
                  <a:moveTo>
                    <a:pt x="23573" y="11973"/>
                  </a:moveTo>
                  <a:lnTo>
                    <a:pt x="23573" y="11973"/>
                  </a:lnTo>
                  <a:lnTo>
                    <a:pt x="23346" y="11993"/>
                  </a:lnTo>
                  <a:lnTo>
                    <a:pt x="23078" y="12014"/>
                  </a:lnTo>
                  <a:lnTo>
                    <a:pt x="22727" y="12014"/>
                  </a:lnTo>
                  <a:lnTo>
                    <a:pt x="22273" y="11973"/>
                  </a:lnTo>
                  <a:lnTo>
                    <a:pt x="21777" y="11931"/>
                  </a:lnTo>
                  <a:lnTo>
                    <a:pt x="21199" y="11828"/>
                  </a:lnTo>
                  <a:lnTo>
                    <a:pt x="20580" y="11684"/>
                  </a:lnTo>
                  <a:lnTo>
                    <a:pt x="20250" y="11601"/>
                  </a:lnTo>
                  <a:lnTo>
                    <a:pt x="19920" y="11477"/>
                  </a:lnTo>
                  <a:lnTo>
                    <a:pt x="19569" y="11353"/>
                  </a:lnTo>
                  <a:lnTo>
                    <a:pt x="19238" y="11209"/>
                  </a:lnTo>
                  <a:lnTo>
                    <a:pt x="18867" y="11044"/>
                  </a:lnTo>
                  <a:lnTo>
                    <a:pt x="18516" y="10858"/>
                  </a:lnTo>
                  <a:lnTo>
                    <a:pt x="18144" y="10652"/>
                  </a:lnTo>
                  <a:lnTo>
                    <a:pt x="17794" y="10425"/>
                  </a:lnTo>
                  <a:lnTo>
                    <a:pt x="17422" y="10156"/>
                  </a:lnTo>
                  <a:lnTo>
                    <a:pt x="17071" y="9867"/>
                  </a:lnTo>
                  <a:lnTo>
                    <a:pt x="16700" y="9558"/>
                  </a:lnTo>
                  <a:lnTo>
                    <a:pt x="16349" y="9227"/>
                  </a:lnTo>
                  <a:lnTo>
                    <a:pt x="15977" y="8856"/>
                  </a:lnTo>
                  <a:lnTo>
                    <a:pt x="15647" y="8464"/>
                  </a:lnTo>
                  <a:lnTo>
                    <a:pt x="15296" y="8030"/>
                  </a:lnTo>
                  <a:lnTo>
                    <a:pt x="14966" y="7576"/>
                  </a:lnTo>
                  <a:lnTo>
                    <a:pt x="14966" y="7576"/>
                  </a:lnTo>
                  <a:lnTo>
                    <a:pt x="14532" y="6957"/>
                  </a:lnTo>
                  <a:lnTo>
                    <a:pt x="14016" y="6296"/>
                  </a:lnTo>
                  <a:lnTo>
                    <a:pt x="13480" y="5615"/>
                  </a:lnTo>
                  <a:lnTo>
                    <a:pt x="12881" y="4913"/>
                  </a:lnTo>
                  <a:lnTo>
                    <a:pt x="12241" y="4212"/>
                  </a:lnTo>
                  <a:lnTo>
                    <a:pt x="11581" y="3510"/>
                  </a:lnTo>
                  <a:lnTo>
                    <a:pt x="10899" y="2849"/>
                  </a:lnTo>
                  <a:lnTo>
                    <a:pt x="10198" y="2209"/>
                  </a:lnTo>
                  <a:lnTo>
                    <a:pt x="9496" y="1652"/>
                  </a:lnTo>
                  <a:lnTo>
                    <a:pt x="9145" y="1384"/>
                  </a:lnTo>
                  <a:lnTo>
                    <a:pt x="8815" y="1136"/>
                  </a:lnTo>
                  <a:lnTo>
                    <a:pt x="8464" y="909"/>
                  </a:lnTo>
                  <a:lnTo>
                    <a:pt x="8113" y="703"/>
                  </a:lnTo>
                  <a:lnTo>
                    <a:pt x="7783" y="517"/>
                  </a:lnTo>
                  <a:lnTo>
                    <a:pt x="7452" y="372"/>
                  </a:lnTo>
                  <a:lnTo>
                    <a:pt x="7122" y="228"/>
                  </a:lnTo>
                  <a:lnTo>
                    <a:pt x="6812" y="125"/>
                  </a:lnTo>
                  <a:lnTo>
                    <a:pt x="6503" y="63"/>
                  </a:lnTo>
                  <a:lnTo>
                    <a:pt x="6193" y="21"/>
                  </a:lnTo>
                  <a:lnTo>
                    <a:pt x="5904" y="1"/>
                  </a:lnTo>
                  <a:lnTo>
                    <a:pt x="5615" y="42"/>
                  </a:lnTo>
                  <a:lnTo>
                    <a:pt x="5347" y="104"/>
                  </a:lnTo>
                  <a:lnTo>
                    <a:pt x="5099" y="207"/>
                  </a:lnTo>
                  <a:lnTo>
                    <a:pt x="1" y="6957"/>
                  </a:lnTo>
                  <a:lnTo>
                    <a:pt x="1" y="6957"/>
                  </a:lnTo>
                  <a:lnTo>
                    <a:pt x="187" y="7081"/>
                  </a:lnTo>
                  <a:lnTo>
                    <a:pt x="723" y="7432"/>
                  </a:lnTo>
                  <a:lnTo>
                    <a:pt x="1528" y="8010"/>
                  </a:lnTo>
                  <a:lnTo>
                    <a:pt x="2024" y="8381"/>
                  </a:lnTo>
                  <a:lnTo>
                    <a:pt x="2540" y="8794"/>
                  </a:lnTo>
                  <a:lnTo>
                    <a:pt x="3097" y="9269"/>
                  </a:lnTo>
                  <a:lnTo>
                    <a:pt x="3675" y="9785"/>
                  </a:lnTo>
                  <a:lnTo>
                    <a:pt x="4274" y="10363"/>
                  </a:lnTo>
                  <a:lnTo>
                    <a:pt x="4872" y="10982"/>
                  </a:lnTo>
                  <a:lnTo>
                    <a:pt x="5471" y="11642"/>
                  </a:lnTo>
                  <a:lnTo>
                    <a:pt x="6049" y="12365"/>
                  </a:lnTo>
                  <a:lnTo>
                    <a:pt x="6627" y="13129"/>
                  </a:lnTo>
                  <a:lnTo>
                    <a:pt x="6895" y="13521"/>
                  </a:lnTo>
                  <a:lnTo>
                    <a:pt x="7143" y="13934"/>
                  </a:lnTo>
                  <a:lnTo>
                    <a:pt x="7143" y="13934"/>
                  </a:lnTo>
                  <a:lnTo>
                    <a:pt x="7411" y="14326"/>
                  </a:lnTo>
                  <a:lnTo>
                    <a:pt x="7700" y="14718"/>
                  </a:lnTo>
                  <a:lnTo>
                    <a:pt x="8030" y="15090"/>
                  </a:lnTo>
                  <a:lnTo>
                    <a:pt x="8361" y="15461"/>
                  </a:lnTo>
                  <a:lnTo>
                    <a:pt x="8711" y="15833"/>
                  </a:lnTo>
                  <a:lnTo>
                    <a:pt x="9104" y="16163"/>
                  </a:lnTo>
                  <a:lnTo>
                    <a:pt x="9475" y="16514"/>
                  </a:lnTo>
                  <a:lnTo>
                    <a:pt x="9888" y="16823"/>
                  </a:lnTo>
                  <a:lnTo>
                    <a:pt x="10301" y="17133"/>
                  </a:lnTo>
                  <a:lnTo>
                    <a:pt x="10714" y="17443"/>
                  </a:lnTo>
                  <a:lnTo>
                    <a:pt x="11581" y="18000"/>
                  </a:lnTo>
                  <a:lnTo>
                    <a:pt x="12427" y="18516"/>
                  </a:lnTo>
                  <a:lnTo>
                    <a:pt x="13273" y="18991"/>
                  </a:lnTo>
                  <a:lnTo>
                    <a:pt x="14099" y="19404"/>
                  </a:lnTo>
                  <a:lnTo>
                    <a:pt x="14863" y="19754"/>
                  </a:lnTo>
                  <a:lnTo>
                    <a:pt x="15564" y="20085"/>
                  </a:lnTo>
                  <a:lnTo>
                    <a:pt x="16163" y="20332"/>
                  </a:lnTo>
                  <a:lnTo>
                    <a:pt x="17071" y="20683"/>
                  </a:lnTo>
                  <a:lnTo>
                    <a:pt x="17401" y="20787"/>
                  </a:lnTo>
                  <a:lnTo>
                    <a:pt x="23573" y="1197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5855000" y="591075"/>
              <a:ext cx="202825" cy="206950"/>
            </a:xfrm>
            <a:custGeom>
              <a:avLst/>
              <a:gdLst/>
              <a:ahLst/>
              <a:cxnLst/>
              <a:rect l="l" t="t" r="r" b="b"/>
              <a:pathLst>
                <a:path w="8113" h="8278" extrusionOk="0">
                  <a:moveTo>
                    <a:pt x="3303" y="1"/>
                  </a:moveTo>
                  <a:lnTo>
                    <a:pt x="2932" y="21"/>
                  </a:lnTo>
                  <a:lnTo>
                    <a:pt x="2581" y="83"/>
                  </a:lnTo>
                  <a:lnTo>
                    <a:pt x="2395" y="124"/>
                  </a:lnTo>
                  <a:lnTo>
                    <a:pt x="2230" y="186"/>
                  </a:lnTo>
                  <a:lnTo>
                    <a:pt x="2065" y="269"/>
                  </a:lnTo>
                  <a:lnTo>
                    <a:pt x="1900" y="352"/>
                  </a:lnTo>
                  <a:lnTo>
                    <a:pt x="1569" y="558"/>
                  </a:lnTo>
                  <a:lnTo>
                    <a:pt x="1260" y="826"/>
                  </a:lnTo>
                  <a:lnTo>
                    <a:pt x="992" y="1115"/>
                  </a:lnTo>
                  <a:lnTo>
                    <a:pt x="744" y="1446"/>
                  </a:lnTo>
                  <a:lnTo>
                    <a:pt x="517" y="1796"/>
                  </a:lnTo>
                  <a:lnTo>
                    <a:pt x="331" y="2168"/>
                  </a:lnTo>
                  <a:lnTo>
                    <a:pt x="187" y="2560"/>
                  </a:lnTo>
                  <a:lnTo>
                    <a:pt x="83" y="2973"/>
                  </a:lnTo>
                  <a:lnTo>
                    <a:pt x="21" y="3406"/>
                  </a:lnTo>
                  <a:lnTo>
                    <a:pt x="1" y="3840"/>
                  </a:lnTo>
                  <a:lnTo>
                    <a:pt x="42" y="4273"/>
                  </a:lnTo>
                  <a:lnTo>
                    <a:pt x="63" y="4480"/>
                  </a:lnTo>
                  <a:lnTo>
                    <a:pt x="125" y="4707"/>
                  </a:lnTo>
                  <a:lnTo>
                    <a:pt x="166" y="4934"/>
                  </a:lnTo>
                  <a:lnTo>
                    <a:pt x="248" y="5140"/>
                  </a:lnTo>
                  <a:lnTo>
                    <a:pt x="331" y="5367"/>
                  </a:lnTo>
                  <a:lnTo>
                    <a:pt x="434" y="5574"/>
                  </a:lnTo>
                  <a:lnTo>
                    <a:pt x="537" y="5780"/>
                  </a:lnTo>
                  <a:lnTo>
                    <a:pt x="682" y="5987"/>
                  </a:lnTo>
                  <a:lnTo>
                    <a:pt x="826" y="6193"/>
                  </a:lnTo>
                  <a:lnTo>
                    <a:pt x="971" y="6399"/>
                  </a:lnTo>
                  <a:lnTo>
                    <a:pt x="1342" y="6792"/>
                  </a:lnTo>
                  <a:lnTo>
                    <a:pt x="1735" y="7163"/>
                  </a:lnTo>
                  <a:lnTo>
                    <a:pt x="1941" y="7328"/>
                  </a:lnTo>
                  <a:lnTo>
                    <a:pt x="2168" y="7493"/>
                  </a:lnTo>
                  <a:lnTo>
                    <a:pt x="2374" y="7638"/>
                  </a:lnTo>
                  <a:lnTo>
                    <a:pt x="2602" y="7762"/>
                  </a:lnTo>
                  <a:lnTo>
                    <a:pt x="2829" y="7865"/>
                  </a:lnTo>
                  <a:lnTo>
                    <a:pt x="3056" y="7968"/>
                  </a:lnTo>
                  <a:lnTo>
                    <a:pt x="3283" y="8071"/>
                  </a:lnTo>
                  <a:lnTo>
                    <a:pt x="3530" y="8133"/>
                  </a:lnTo>
                  <a:lnTo>
                    <a:pt x="3757" y="8195"/>
                  </a:lnTo>
                  <a:lnTo>
                    <a:pt x="4005" y="8236"/>
                  </a:lnTo>
                  <a:lnTo>
                    <a:pt x="4253" y="8257"/>
                  </a:lnTo>
                  <a:lnTo>
                    <a:pt x="4480" y="8278"/>
                  </a:lnTo>
                  <a:lnTo>
                    <a:pt x="4707" y="8257"/>
                  </a:lnTo>
                  <a:lnTo>
                    <a:pt x="4913" y="8236"/>
                  </a:lnTo>
                  <a:lnTo>
                    <a:pt x="5140" y="8216"/>
                  </a:lnTo>
                  <a:lnTo>
                    <a:pt x="5347" y="8154"/>
                  </a:lnTo>
                  <a:lnTo>
                    <a:pt x="5553" y="8092"/>
                  </a:lnTo>
                  <a:lnTo>
                    <a:pt x="5780" y="8009"/>
                  </a:lnTo>
                  <a:lnTo>
                    <a:pt x="5987" y="7927"/>
                  </a:lnTo>
                  <a:lnTo>
                    <a:pt x="6193" y="7803"/>
                  </a:lnTo>
                  <a:lnTo>
                    <a:pt x="6523" y="7597"/>
                  </a:lnTo>
                  <a:lnTo>
                    <a:pt x="6833" y="7349"/>
                  </a:lnTo>
                  <a:lnTo>
                    <a:pt x="7101" y="7101"/>
                  </a:lnTo>
                  <a:lnTo>
                    <a:pt x="7328" y="6812"/>
                  </a:lnTo>
                  <a:lnTo>
                    <a:pt x="7555" y="6503"/>
                  </a:lnTo>
                  <a:lnTo>
                    <a:pt x="7721" y="6172"/>
                  </a:lnTo>
                  <a:lnTo>
                    <a:pt x="7865" y="5842"/>
                  </a:lnTo>
                  <a:lnTo>
                    <a:pt x="7989" y="5491"/>
                  </a:lnTo>
                  <a:lnTo>
                    <a:pt x="8051" y="5140"/>
                  </a:lnTo>
                  <a:lnTo>
                    <a:pt x="8113" y="4769"/>
                  </a:lnTo>
                  <a:lnTo>
                    <a:pt x="8113" y="4397"/>
                  </a:lnTo>
                  <a:lnTo>
                    <a:pt x="8092" y="4026"/>
                  </a:lnTo>
                  <a:lnTo>
                    <a:pt x="8030" y="3654"/>
                  </a:lnTo>
                  <a:lnTo>
                    <a:pt x="7927" y="3303"/>
                  </a:lnTo>
                  <a:lnTo>
                    <a:pt x="7782" y="2932"/>
                  </a:lnTo>
                  <a:lnTo>
                    <a:pt x="7597" y="2581"/>
                  </a:lnTo>
                  <a:lnTo>
                    <a:pt x="7432" y="2333"/>
                  </a:lnTo>
                  <a:lnTo>
                    <a:pt x="7246" y="2065"/>
                  </a:lnTo>
                  <a:lnTo>
                    <a:pt x="7039" y="1817"/>
                  </a:lnTo>
                  <a:lnTo>
                    <a:pt x="6833" y="1590"/>
                  </a:lnTo>
                  <a:lnTo>
                    <a:pt x="6585" y="1363"/>
                  </a:lnTo>
                  <a:lnTo>
                    <a:pt x="6317" y="1157"/>
                  </a:lnTo>
                  <a:lnTo>
                    <a:pt x="6049" y="950"/>
                  </a:lnTo>
                  <a:lnTo>
                    <a:pt x="5760" y="764"/>
                  </a:lnTo>
                  <a:lnTo>
                    <a:pt x="5471" y="599"/>
                  </a:lnTo>
                  <a:lnTo>
                    <a:pt x="5182" y="434"/>
                  </a:lnTo>
                  <a:lnTo>
                    <a:pt x="4872" y="310"/>
                  </a:lnTo>
                  <a:lnTo>
                    <a:pt x="4562" y="207"/>
                  </a:lnTo>
                  <a:lnTo>
                    <a:pt x="4232" y="104"/>
                  </a:lnTo>
                  <a:lnTo>
                    <a:pt x="3923" y="42"/>
                  </a:lnTo>
                  <a:lnTo>
                    <a:pt x="3613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5855000" y="591075"/>
              <a:ext cx="202825" cy="206950"/>
            </a:xfrm>
            <a:custGeom>
              <a:avLst/>
              <a:gdLst/>
              <a:ahLst/>
              <a:cxnLst/>
              <a:rect l="l" t="t" r="r" b="b"/>
              <a:pathLst>
                <a:path w="8113" h="8278" fill="none" extrusionOk="0">
                  <a:moveTo>
                    <a:pt x="3303" y="1"/>
                  </a:moveTo>
                  <a:lnTo>
                    <a:pt x="3303" y="1"/>
                  </a:lnTo>
                  <a:lnTo>
                    <a:pt x="2932" y="21"/>
                  </a:lnTo>
                  <a:lnTo>
                    <a:pt x="2581" y="83"/>
                  </a:lnTo>
                  <a:lnTo>
                    <a:pt x="2395" y="124"/>
                  </a:lnTo>
                  <a:lnTo>
                    <a:pt x="2230" y="186"/>
                  </a:lnTo>
                  <a:lnTo>
                    <a:pt x="2065" y="269"/>
                  </a:lnTo>
                  <a:lnTo>
                    <a:pt x="1900" y="352"/>
                  </a:lnTo>
                  <a:lnTo>
                    <a:pt x="1900" y="352"/>
                  </a:lnTo>
                  <a:lnTo>
                    <a:pt x="1569" y="558"/>
                  </a:lnTo>
                  <a:lnTo>
                    <a:pt x="1260" y="826"/>
                  </a:lnTo>
                  <a:lnTo>
                    <a:pt x="992" y="1115"/>
                  </a:lnTo>
                  <a:lnTo>
                    <a:pt x="744" y="1446"/>
                  </a:lnTo>
                  <a:lnTo>
                    <a:pt x="517" y="1796"/>
                  </a:lnTo>
                  <a:lnTo>
                    <a:pt x="331" y="2168"/>
                  </a:lnTo>
                  <a:lnTo>
                    <a:pt x="187" y="2560"/>
                  </a:lnTo>
                  <a:lnTo>
                    <a:pt x="83" y="2973"/>
                  </a:lnTo>
                  <a:lnTo>
                    <a:pt x="21" y="3406"/>
                  </a:lnTo>
                  <a:lnTo>
                    <a:pt x="1" y="3840"/>
                  </a:lnTo>
                  <a:lnTo>
                    <a:pt x="42" y="4273"/>
                  </a:lnTo>
                  <a:lnTo>
                    <a:pt x="63" y="4480"/>
                  </a:lnTo>
                  <a:lnTo>
                    <a:pt x="125" y="4707"/>
                  </a:lnTo>
                  <a:lnTo>
                    <a:pt x="166" y="4934"/>
                  </a:lnTo>
                  <a:lnTo>
                    <a:pt x="248" y="5140"/>
                  </a:lnTo>
                  <a:lnTo>
                    <a:pt x="331" y="5367"/>
                  </a:lnTo>
                  <a:lnTo>
                    <a:pt x="434" y="5574"/>
                  </a:lnTo>
                  <a:lnTo>
                    <a:pt x="537" y="5780"/>
                  </a:lnTo>
                  <a:lnTo>
                    <a:pt x="682" y="5987"/>
                  </a:lnTo>
                  <a:lnTo>
                    <a:pt x="826" y="6193"/>
                  </a:lnTo>
                  <a:lnTo>
                    <a:pt x="971" y="6399"/>
                  </a:lnTo>
                  <a:lnTo>
                    <a:pt x="971" y="6399"/>
                  </a:lnTo>
                  <a:lnTo>
                    <a:pt x="1342" y="6792"/>
                  </a:lnTo>
                  <a:lnTo>
                    <a:pt x="1735" y="7163"/>
                  </a:lnTo>
                  <a:lnTo>
                    <a:pt x="1941" y="7328"/>
                  </a:lnTo>
                  <a:lnTo>
                    <a:pt x="2168" y="7493"/>
                  </a:lnTo>
                  <a:lnTo>
                    <a:pt x="2374" y="7638"/>
                  </a:lnTo>
                  <a:lnTo>
                    <a:pt x="2602" y="7762"/>
                  </a:lnTo>
                  <a:lnTo>
                    <a:pt x="2829" y="7865"/>
                  </a:lnTo>
                  <a:lnTo>
                    <a:pt x="3056" y="7968"/>
                  </a:lnTo>
                  <a:lnTo>
                    <a:pt x="3283" y="8071"/>
                  </a:lnTo>
                  <a:lnTo>
                    <a:pt x="3530" y="8133"/>
                  </a:lnTo>
                  <a:lnTo>
                    <a:pt x="3757" y="8195"/>
                  </a:lnTo>
                  <a:lnTo>
                    <a:pt x="4005" y="8236"/>
                  </a:lnTo>
                  <a:lnTo>
                    <a:pt x="4253" y="8257"/>
                  </a:lnTo>
                  <a:lnTo>
                    <a:pt x="4480" y="8278"/>
                  </a:lnTo>
                  <a:lnTo>
                    <a:pt x="4480" y="8278"/>
                  </a:lnTo>
                  <a:lnTo>
                    <a:pt x="4707" y="8257"/>
                  </a:lnTo>
                  <a:lnTo>
                    <a:pt x="4913" y="8236"/>
                  </a:lnTo>
                  <a:lnTo>
                    <a:pt x="5140" y="8216"/>
                  </a:lnTo>
                  <a:lnTo>
                    <a:pt x="5347" y="8154"/>
                  </a:lnTo>
                  <a:lnTo>
                    <a:pt x="5553" y="8092"/>
                  </a:lnTo>
                  <a:lnTo>
                    <a:pt x="5780" y="8009"/>
                  </a:lnTo>
                  <a:lnTo>
                    <a:pt x="5987" y="7927"/>
                  </a:lnTo>
                  <a:lnTo>
                    <a:pt x="6193" y="7803"/>
                  </a:lnTo>
                  <a:lnTo>
                    <a:pt x="6193" y="7803"/>
                  </a:lnTo>
                  <a:lnTo>
                    <a:pt x="6523" y="7597"/>
                  </a:lnTo>
                  <a:lnTo>
                    <a:pt x="6833" y="7349"/>
                  </a:lnTo>
                  <a:lnTo>
                    <a:pt x="7101" y="7101"/>
                  </a:lnTo>
                  <a:lnTo>
                    <a:pt x="7328" y="6812"/>
                  </a:lnTo>
                  <a:lnTo>
                    <a:pt x="7555" y="6503"/>
                  </a:lnTo>
                  <a:lnTo>
                    <a:pt x="7721" y="6172"/>
                  </a:lnTo>
                  <a:lnTo>
                    <a:pt x="7865" y="5842"/>
                  </a:lnTo>
                  <a:lnTo>
                    <a:pt x="7989" y="5491"/>
                  </a:lnTo>
                  <a:lnTo>
                    <a:pt x="8051" y="5140"/>
                  </a:lnTo>
                  <a:lnTo>
                    <a:pt x="8113" y="4769"/>
                  </a:lnTo>
                  <a:lnTo>
                    <a:pt x="8113" y="4397"/>
                  </a:lnTo>
                  <a:lnTo>
                    <a:pt x="8092" y="4026"/>
                  </a:lnTo>
                  <a:lnTo>
                    <a:pt x="8030" y="3654"/>
                  </a:lnTo>
                  <a:lnTo>
                    <a:pt x="7927" y="3303"/>
                  </a:lnTo>
                  <a:lnTo>
                    <a:pt x="7782" y="2932"/>
                  </a:lnTo>
                  <a:lnTo>
                    <a:pt x="7597" y="2581"/>
                  </a:lnTo>
                  <a:lnTo>
                    <a:pt x="7597" y="2581"/>
                  </a:lnTo>
                  <a:lnTo>
                    <a:pt x="7432" y="2333"/>
                  </a:lnTo>
                  <a:lnTo>
                    <a:pt x="7246" y="2065"/>
                  </a:lnTo>
                  <a:lnTo>
                    <a:pt x="7039" y="1817"/>
                  </a:lnTo>
                  <a:lnTo>
                    <a:pt x="6833" y="1590"/>
                  </a:lnTo>
                  <a:lnTo>
                    <a:pt x="6585" y="1363"/>
                  </a:lnTo>
                  <a:lnTo>
                    <a:pt x="6317" y="1157"/>
                  </a:lnTo>
                  <a:lnTo>
                    <a:pt x="6049" y="950"/>
                  </a:lnTo>
                  <a:lnTo>
                    <a:pt x="5760" y="764"/>
                  </a:lnTo>
                  <a:lnTo>
                    <a:pt x="5471" y="599"/>
                  </a:lnTo>
                  <a:lnTo>
                    <a:pt x="5182" y="434"/>
                  </a:lnTo>
                  <a:lnTo>
                    <a:pt x="4872" y="310"/>
                  </a:lnTo>
                  <a:lnTo>
                    <a:pt x="4562" y="207"/>
                  </a:lnTo>
                  <a:lnTo>
                    <a:pt x="4232" y="104"/>
                  </a:lnTo>
                  <a:lnTo>
                    <a:pt x="3923" y="42"/>
                  </a:lnTo>
                  <a:lnTo>
                    <a:pt x="3613" y="1"/>
                  </a:lnTo>
                  <a:lnTo>
                    <a:pt x="330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Google Shape;168;p27"/>
            <p:cNvSpPr/>
            <p:nvPr/>
          </p:nvSpPr>
          <p:spPr>
            <a:xfrm>
              <a:off x="5891650" y="640100"/>
              <a:ext cx="120250" cy="107875"/>
            </a:xfrm>
            <a:custGeom>
              <a:avLst/>
              <a:gdLst/>
              <a:ahLst/>
              <a:cxnLst/>
              <a:rect l="l" t="t" r="r" b="b"/>
              <a:pathLst>
                <a:path w="4810" h="4315" extrusionOk="0">
                  <a:moveTo>
                    <a:pt x="2952" y="888"/>
                  </a:moveTo>
                  <a:lnTo>
                    <a:pt x="3035" y="929"/>
                  </a:lnTo>
                  <a:lnTo>
                    <a:pt x="3138" y="971"/>
                  </a:lnTo>
                  <a:lnTo>
                    <a:pt x="3241" y="1012"/>
                  </a:lnTo>
                  <a:lnTo>
                    <a:pt x="2622" y="1611"/>
                  </a:lnTo>
                  <a:lnTo>
                    <a:pt x="2539" y="1425"/>
                  </a:lnTo>
                  <a:lnTo>
                    <a:pt x="2498" y="1260"/>
                  </a:lnTo>
                  <a:lnTo>
                    <a:pt x="2518" y="1198"/>
                  </a:lnTo>
                  <a:lnTo>
                    <a:pt x="2518" y="1115"/>
                  </a:lnTo>
                  <a:lnTo>
                    <a:pt x="2560" y="1053"/>
                  </a:lnTo>
                  <a:lnTo>
                    <a:pt x="2601" y="991"/>
                  </a:lnTo>
                  <a:lnTo>
                    <a:pt x="2663" y="950"/>
                  </a:lnTo>
                  <a:lnTo>
                    <a:pt x="2725" y="929"/>
                  </a:lnTo>
                  <a:lnTo>
                    <a:pt x="2787" y="909"/>
                  </a:lnTo>
                  <a:lnTo>
                    <a:pt x="2869" y="888"/>
                  </a:lnTo>
                  <a:close/>
                  <a:moveTo>
                    <a:pt x="2271" y="2746"/>
                  </a:moveTo>
                  <a:lnTo>
                    <a:pt x="2333" y="2932"/>
                  </a:lnTo>
                  <a:lnTo>
                    <a:pt x="2374" y="3097"/>
                  </a:lnTo>
                  <a:lnTo>
                    <a:pt x="2374" y="3159"/>
                  </a:lnTo>
                  <a:lnTo>
                    <a:pt x="2353" y="3221"/>
                  </a:lnTo>
                  <a:lnTo>
                    <a:pt x="2312" y="3282"/>
                  </a:lnTo>
                  <a:lnTo>
                    <a:pt x="2271" y="3344"/>
                  </a:lnTo>
                  <a:lnTo>
                    <a:pt x="2209" y="3386"/>
                  </a:lnTo>
                  <a:lnTo>
                    <a:pt x="2147" y="3427"/>
                  </a:lnTo>
                  <a:lnTo>
                    <a:pt x="2085" y="3448"/>
                  </a:lnTo>
                  <a:lnTo>
                    <a:pt x="1941" y="3448"/>
                  </a:lnTo>
                  <a:lnTo>
                    <a:pt x="1858" y="3406"/>
                  </a:lnTo>
                  <a:lnTo>
                    <a:pt x="1755" y="3365"/>
                  </a:lnTo>
                  <a:lnTo>
                    <a:pt x="1672" y="3324"/>
                  </a:lnTo>
                  <a:lnTo>
                    <a:pt x="2271" y="2746"/>
                  </a:lnTo>
                  <a:close/>
                  <a:moveTo>
                    <a:pt x="2766" y="1"/>
                  </a:moveTo>
                  <a:lnTo>
                    <a:pt x="2518" y="21"/>
                  </a:lnTo>
                  <a:lnTo>
                    <a:pt x="2291" y="83"/>
                  </a:lnTo>
                  <a:lnTo>
                    <a:pt x="2085" y="186"/>
                  </a:lnTo>
                  <a:lnTo>
                    <a:pt x="1899" y="331"/>
                  </a:lnTo>
                  <a:lnTo>
                    <a:pt x="1796" y="434"/>
                  </a:lnTo>
                  <a:lnTo>
                    <a:pt x="1713" y="558"/>
                  </a:lnTo>
                  <a:lnTo>
                    <a:pt x="1652" y="661"/>
                  </a:lnTo>
                  <a:lnTo>
                    <a:pt x="1610" y="785"/>
                  </a:lnTo>
                  <a:lnTo>
                    <a:pt x="1569" y="909"/>
                  </a:lnTo>
                  <a:lnTo>
                    <a:pt x="1569" y="1033"/>
                  </a:lnTo>
                  <a:lnTo>
                    <a:pt x="1569" y="1136"/>
                  </a:lnTo>
                  <a:lnTo>
                    <a:pt x="1569" y="1260"/>
                  </a:lnTo>
                  <a:lnTo>
                    <a:pt x="1631" y="1507"/>
                  </a:lnTo>
                  <a:lnTo>
                    <a:pt x="1734" y="1755"/>
                  </a:lnTo>
                  <a:lnTo>
                    <a:pt x="1837" y="1982"/>
                  </a:lnTo>
                  <a:lnTo>
                    <a:pt x="1961" y="2209"/>
                  </a:lnTo>
                  <a:lnTo>
                    <a:pt x="1239" y="2890"/>
                  </a:lnTo>
                  <a:lnTo>
                    <a:pt x="1053" y="2622"/>
                  </a:lnTo>
                  <a:lnTo>
                    <a:pt x="908" y="2333"/>
                  </a:lnTo>
                  <a:lnTo>
                    <a:pt x="805" y="2044"/>
                  </a:lnTo>
                  <a:lnTo>
                    <a:pt x="743" y="1755"/>
                  </a:lnTo>
                  <a:lnTo>
                    <a:pt x="0" y="2023"/>
                  </a:lnTo>
                  <a:lnTo>
                    <a:pt x="21" y="2189"/>
                  </a:lnTo>
                  <a:lnTo>
                    <a:pt x="62" y="2354"/>
                  </a:lnTo>
                  <a:lnTo>
                    <a:pt x="124" y="2519"/>
                  </a:lnTo>
                  <a:lnTo>
                    <a:pt x="207" y="2705"/>
                  </a:lnTo>
                  <a:lnTo>
                    <a:pt x="289" y="2890"/>
                  </a:lnTo>
                  <a:lnTo>
                    <a:pt x="413" y="3076"/>
                  </a:lnTo>
                  <a:lnTo>
                    <a:pt x="537" y="3262"/>
                  </a:lnTo>
                  <a:lnTo>
                    <a:pt x="661" y="3427"/>
                  </a:lnTo>
                  <a:lnTo>
                    <a:pt x="186" y="3881"/>
                  </a:lnTo>
                  <a:lnTo>
                    <a:pt x="599" y="4315"/>
                  </a:lnTo>
                  <a:lnTo>
                    <a:pt x="1094" y="3860"/>
                  </a:lnTo>
                  <a:lnTo>
                    <a:pt x="1363" y="4067"/>
                  </a:lnTo>
                  <a:lnTo>
                    <a:pt x="1631" y="4191"/>
                  </a:lnTo>
                  <a:lnTo>
                    <a:pt x="1899" y="4294"/>
                  </a:lnTo>
                  <a:lnTo>
                    <a:pt x="2147" y="4315"/>
                  </a:lnTo>
                  <a:lnTo>
                    <a:pt x="2374" y="4315"/>
                  </a:lnTo>
                  <a:lnTo>
                    <a:pt x="2601" y="4253"/>
                  </a:lnTo>
                  <a:lnTo>
                    <a:pt x="2807" y="4149"/>
                  </a:lnTo>
                  <a:lnTo>
                    <a:pt x="2993" y="4005"/>
                  </a:lnTo>
                  <a:lnTo>
                    <a:pt x="3096" y="3902"/>
                  </a:lnTo>
                  <a:lnTo>
                    <a:pt x="3179" y="3778"/>
                  </a:lnTo>
                  <a:lnTo>
                    <a:pt x="3241" y="3675"/>
                  </a:lnTo>
                  <a:lnTo>
                    <a:pt x="3282" y="3551"/>
                  </a:lnTo>
                  <a:lnTo>
                    <a:pt x="3303" y="3427"/>
                  </a:lnTo>
                  <a:lnTo>
                    <a:pt x="3324" y="3324"/>
                  </a:lnTo>
                  <a:lnTo>
                    <a:pt x="3324" y="3200"/>
                  </a:lnTo>
                  <a:lnTo>
                    <a:pt x="3303" y="3076"/>
                  </a:lnTo>
                  <a:lnTo>
                    <a:pt x="3241" y="2849"/>
                  </a:lnTo>
                  <a:lnTo>
                    <a:pt x="3158" y="2601"/>
                  </a:lnTo>
                  <a:lnTo>
                    <a:pt x="3035" y="2374"/>
                  </a:lnTo>
                  <a:lnTo>
                    <a:pt x="2911" y="2147"/>
                  </a:lnTo>
                  <a:lnTo>
                    <a:pt x="3654" y="1445"/>
                  </a:lnTo>
                  <a:lnTo>
                    <a:pt x="3778" y="1631"/>
                  </a:lnTo>
                  <a:lnTo>
                    <a:pt x="3901" y="1858"/>
                  </a:lnTo>
                  <a:lnTo>
                    <a:pt x="3984" y="2085"/>
                  </a:lnTo>
                  <a:lnTo>
                    <a:pt x="4067" y="2333"/>
                  </a:lnTo>
                  <a:lnTo>
                    <a:pt x="4810" y="2044"/>
                  </a:lnTo>
                  <a:lnTo>
                    <a:pt x="4727" y="1755"/>
                  </a:lnTo>
                  <a:lnTo>
                    <a:pt x="4603" y="1466"/>
                  </a:lnTo>
                  <a:lnTo>
                    <a:pt x="4438" y="1177"/>
                  </a:lnTo>
                  <a:lnTo>
                    <a:pt x="4232" y="909"/>
                  </a:lnTo>
                  <a:lnTo>
                    <a:pt x="4706" y="455"/>
                  </a:lnTo>
                  <a:lnTo>
                    <a:pt x="4294" y="21"/>
                  </a:lnTo>
                  <a:lnTo>
                    <a:pt x="3819" y="475"/>
                  </a:lnTo>
                  <a:lnTo>
                    <a:pt x="3551" y="269"/>
                  </a:lnTo>
                  <a:lnTo>
                    <a:pt x="3282" y="124"/>
                  </a:lnTo>
                  <a:lnTo>
                    <a:pt x="3014" y="42"/>
                  </a:lnTo>
                  <a:lnTo>
                    <a:pt x="2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" name="Google Shape;169;p27"/>
            <p:cNvSpPr/>
            <p:nvPr/>
          </p:nvSpPr>
          <p:spPr>
            <a:xfrm>
              <a:off x="5699175" y="435225"/>
              <a:ext cx="527400" cy="470150"/>
            </a:xfrm>
            <a:custGeom>
              <a:avLst/>
              <a:gdLst/>
              <a:ahLst/>
              <a:cxnLst/>
              <a:rect l="l" t="t" r="r" b="b"/>
              <a:pathLst>
                <a:path w="21096" h="18806" extrusionOk="0">
                  <a:moveTo>
                    <a:pt x="4789" y="290"/>
                  </a:moveTo>
                  <a:lnTo>
                    <a:pt x="5098" y="373"/>
                  </a:lnTo>
                  <a:lnTo>
                    <a:pt x="5429" y="455"/>
                  </a:lnTo>
                  <a:lnTo>
                    <a:pt x="5759" y="558"/>
                  </a:lnTo>
                  <a:lnTo>
                    <a:pt x="6069" y="682"/>
                  </a:lnTo>
                  <a:lnTo>
                    <a:pt x="6399" y="827"/>
                  </a:lnTo>
                  <a:lnTo>
                    <a:pt x="6708" y="992"/>
                  </a:lnTo>
                  <a:lnTo>
                    <a:pt x="7018" y="1178"/>
                  </a:lnTo>
                  <a:lnTo>
                    <a:pt x="7348" y="1363"/>
                  </a:lnTo>
                  <a:lnTo>
                    <a:pt x="7637" y="1570"/>
                  </a:lnTo>
                  <a:lnTo>
                    <a:pt x="7947" y="1797"/>
                  </a:lnTo>
                  <a:lnTo>
                    <a:pt x="8546" y="2292"/>
                  </a:lnTo>
                  <a:lnTo>
                    <a:pt x="9144" y="2808"/>
                  </a:lnTo>
                  <a:lnTo>
                    <a:pt x="9701" y="3365"/>
                  </a:lnTo>
                  <a:lnTo>
                    <a:pt x="10259" y="3964"/>
                  </a:lnTo>
                  <a:lnTo>
                    <a:pt x="10795" y="4583"/>
                  </a:lnTo>
                  <a:lnTo>
                    <a:pt x="11311" y="5203"/>
                  </a:lnTo>
                  <a:lnTo>
                    <a:pt x="11807" y="5822"/>
                  </a:lnTo>
                  <a:lnTo>
                    <a:pt x="12736" y="7060"/>
                  </a:lnTo>
                  <a:lnTo>
                    <a:pt x="13582" y="8216"/>
                  </a:lnTo>
                  <a:lnTo>
                    <a:pt x="14119" y="8959"/>
                  </a:lnTo>
                  <a:lnTo>
                    <a:pt x="14614" y="9640"/>
                  </a:lnTo>
                  <a:lnTo>
                    <a:pt x="14965" y="10033"/>
                  </a:lnTo>
                  <a:lnTo>
                    <a:pt x="15316" y="10384"/>
                  </a:lnTo>
                  <a:lnTo>
                    <a:pt x="15687" y="10714"/>
                  </a:lnTo>
                  <a:lnTo>
                    <a:pt x="16059" y="10982"/>
                  </a:lnTo>
                  <a:lnTo>
                    <a:pt x="16451" y="11230"/>
                  </a:lnTo>
                  <a:lnTo>
                    <a:pt x="16843" y="11436"/>
                  </a:lnTo>
                  <a:lnTo>
                    <a:pt x="17215" y="11622"/>
                  </a:lnTo>
                  <a:lnTo>
                    <a:pt x="17607" y="11766"/>
                  </a:lnTo>
                  <a:lnTo>
                    <a:pt x="17979" y="11890"/>
                  </a:lnTo>
                  <a:lnTo>
                    <a:pt x="18330" y="11994"/>
                  </a:lnTo>
                  <a:lnTo>
                    <a:pt x="18660" y="12076"/>
                  </a:lnTo>
                  <a:lnTo>
                    <a:pt x="18969" y="12138"/>
                  </a:lnTo>
                  <a:lnTo>
                    <a:pt x="19506" y="12221"/>
                  </a:lnTo>
                  <a:lnTo>
                    <a:pt x="19898" y="12262"/>
                  </a:lnTo>
                  <a:lnTo>
                    <a:pt x="20228" y="12262"/>
                  </a:lnTo>
                  <a:lnTo>
                    <a:pt x="20641" y="12241"/>
                  </a:lnTo>
                  <a:lnTo>
                    <a:pt x="20641" y="12241"/>
                  </a:lnTo>
                  <a:lnTo>
                    <a:pt x="16038" y="18496"/>
                  </a:lnTo>
                  <a:lnTo>
                    <a:pt x="15584" y="18392"/>
                  </a:lnTo>
                  <a:lnTo>
                    <a:pt x="15130" y="18289"/>
                  </a:lnTo>
                  <a:lnTo>
                    <a:pt x="14676" y="18145"/>
                  </a:lnTo>
                  <a:lnTo>
                    <a:pt x="14243" y="18000"/>
                  </a:lnTo>
                  <a:lnTo>
                    <a:pt x="13809" y="17856"/>
                  </a:lnTo>
                  <a:lnTo>
                    <a:pt x="13396" y="17691"/>
                  </a:lnTo>
                  <a:lnTo>
                    <a:pt x="12983" y="17505"/>
                  </a:lnTo>
                  <a:lnTo>
                    <a:pt x="12591" y="17319"/>
                  </a:lnTo>
                  <a:lnTo>
                    <a:pt x="12199" y="17113"/>
                  </a:lnTo>
                  <a:lnTo>
                    <a:pt x="11807" y="16906"/>
                  </a:lnTo>
                  <a:lnTo>
                    <a:pt x="11084" y="16473"/>
                  </a:lnTo>
                  <a:lnTo>
                    <a:pt x="10383" y="15998"/>
                  </a:lnTo>
                  <a:lnTo>
                    <a:pt x="9722" y="15482"/>
                  </a:lnTo>
                  <a:lnTo>
                    <a:pt x="9103" y="14966"/>
                  </a:lnTo>
                  <a:lnTo>
                    <a:pt x="8525" y="14429"/>
                  </a:lnTo>
                  <a:lnTo>
                    <a:pt x="7988" y="13893"/>
                  </a:lnTo>
                  <a:lnTo>
                    <a:pt x="7513" y="13335"/>
                  </a:lnTo>
                  <a:lnTo>
                    <a:pt x="7059" y="12778"/>
                  </a:lnTo>
                  <a:lnTo>
                    <a:pt x="6647" y="12241"/>
                  </a:lnTo>
                  <a:lnTo>
                    <a:pt x="6296" y="11705"/>
                  </a:lnTo>
                  <a:lnTo>
                    <a:pt x="5986" y="11168"/>
                  </a:lnTo>
                  <a:lnTo>
                    <a:pt x="5697" y="10714"/>
                  </a:lnTo>
                  <a:lnTo>
                    <a:pt x="5387" y="10260"/>
                  </a:lnTo>
                  <a:lnTo>
                    <a:pt x="5016" y="9826"/>
                  </a:lnTo>
                  <a:lnTo>
                    <a:pt x="4644" y="9393"/>
                  </a:lnTo>
                  <a:lnTo>
                    <a:pt x="4232" y="8980"/>
                  </a:lnTo>
                  <a:lnTo>
                    <a:pt x="3798" y="8588"/>
                  </a:lnTo>
                  <a:lnTo>
                    <a:pt x="3385" y="8216"/>
                  </a:lnTo>
                  <a:lnTo>
                    <a:pt x="2952" y="7865"/>
                  </a:lnTo>
                  <a:lnTo>
                    <a:pt x="2539" y="7535"/>
                  </a:lnTo>
                  <a:lnTo>
                    <a:pt x="2126" y="7225"/>
                  </a:lnTo>
                  <a:lnTo>
                    <a:pt x="1383" y="6709"/>
                  </a:lnTo>
                  <a:lnTo>
                    <a:pt x="784" y="6317"/>
                  </a:lnTo>
                  <a:lnTo>
                    <a:pt x="392" y="6069"/>
                  </a:lnTo>
                  <a:lnTo>
                    <a:pt x="4789" y="290"/>
                  </a:lnTo>
                  <a:close/>
                  <a:moveTo>
                    <a:pt x="4665" y="1"/>
                  </a:moveTo>
                  <a:lnTo>
                    <a:pt x="0" y="6131"/>
                  </a:lnTo>
                  <a:lnTo>
                    <a:pt x="124" y="6214"/>
                  </a:lnTo>
                  <a:lnTo>
                    <a:pt x="310" y="6338"/>
                  </a:lnTo>
                  <a:lnTo>
                    <a:pt x="805" y="6647"/>
                  </a:lnTo>
                  <a:lnTo>
                    <a:pt x="1528" y="7143"/>
                  </a:lnTo>
                  <a:lnTo>
                    <a:pt x="1961" y="7452"/>
                  </a:lnTo>
                  <a:lnTo>
                    <a:pt x="2394" y="7783"/>
                  </a:lnTo>
                  <a:lnTo>
                    <a:pt x="2869" y="8154"/>
                  </a:lnTo>
                  <a:lnTo>
                    <a:pt x="3344" y="8546"/>
                  </a:lnTo>
                  <a:lnTo>
                    <a:pt x="3798" y="8959"/>
                  </a:lnTo>
                  <a:lnTo>
                    <a:pt x="4252" y="9413"/>
                  </a:lnTo>
                  <a:lnTo>
                    <a:pt x="4686" y="9867"/>
                  </a:lnTo>
                  <a:lnTo>
                    <a:pt x="5098" y="10342"/>
                  </a:lnTo>
                  <a:lnTo>
                    <a:pt x="5449" y="10817"/>
                  </a:lnTo>
                  <a:lnTo>
                    <a:pt x="5615" y="11065"/>
                  </a:lnTo>
                  <a:lnTo>
                    <a:pt x="5759" y="11312"/>
                  </a:lnTo>
                  <a:lnTo>
                    <a:pt x="6069" y="11849"/>
                  </a:lnTo>
                  <a:lnTo>
                    <a:pt x="6440" y="12406"/>
                  </a:lnTo>
                  <a:lnTo>
                    <a:pt x="6853" y="12964"/>
                  </a:lnTo>
                  <a:lnTo>
                    <a:pt x="7307" y="13521"/>
                  </a:lnTo>
                  <a:lnTo>
                    <a:pt x="7823" y="14078"/>
                  </a:lnTo>
                  <a:lnTo>
                    <a:pt x="8360" y="14636"/>
                  </a:lnTo>
                  <a:lnTo>
                    <a:pt x="8958" y="15193"/>
                  </a:lnTo>
                  <a:lnTo>
                    <a:pt x="9578" y="15730"/>
                  </a:lnTo>
                  <a:lnTo>
                    <a:pt x="10259" y="16225"/>
                  </a:lnTo>
                  <a:lnTo>
                    <a:pt x="10981" y="16720"/>
                  </a:lnTo>
                  <a:lnTo>
                    <a:pt x="11353" y="16947"/>
                  </a:lnTo>
                  <a:lnTo>
                    <a:pt x="11724" y="17174"/>
                  </a:lnTo>
                  <a:lnTo>
                    <a:pt x="12116" y="17381"/>
                  </a:lnTo>
                  <a:lnTo>
                    <a:pt x="12529" y="17587"/>
                  </a:lnTo>
                  <a:lnTo>
                    <a:pt x="12942" y="17773"/>
                  </a:lnTo>
                  <a:lnTo>
                    <a:pt x="13355" y="17959"/>
                  </a:lnTo>
                  <a:lnTo>
                    <a:pt x="13788" y="18124"/>
                  </a:lnTo>
                  <a:lnTo>
                    <a:pt x="14222" y="18289"/>
                  </a:lnTo>
                  <a:lnTo>
                    <a:pt x="14676" y="18434"/>
                  </a:lnTo>
                  <a:lnTo>
                    <a:pt x="15130" y="18557"/>
                  </a:lnTo>
                  <a:lnTo>
                    <a:pt x="15605" y="18681"/>
                  </a:lnTo>
                  <a:lnTo>
                    <a:pt x="16080" y="18785"/>
                  </a:lnTo>
                  <a:lnTo>
                    <a:pt x="16162" y="18805"/>
                  </a:lnTo>
                  <a:lnTo>
                    <a:pt x="21095" y="12097"/>
                  </a:lnTo>
                  <a:lnTo>
                    <a:pt x="20889" y="11911"/>
                  </a:lnTo>
                  <a:lnTo>
                    <a:pt x="20806" y="11952"/>
                  </a:lnTo>
                  <a:lnTo>
                    <a:pt x="20662" y="11973"/>
                  </a:lnTo>
                  <a:lnTo>
                    <a:pt x="20476" y="11994"/>
                  </a:lnTo>
                  <a:lnTo>
                    <a:pt x="20208" y="11994"/>
                  </a:lnTo>
                  <a:lnTo>
                    <a:pt x="19712" y="11973"/>
                  </a:lnTo>
                  <a:lnTo>
                    <a:pt x="19403" y="11952"/>
                  </a:lnTo>
                  <a:lnTo>
                    <a:pt x="19093" y="11890"/>
                  </a:lnTo>
                  <a:lnTo>
                    <a:pt x="18763" y="11828"/>
                  </a:lnTo>
                  <a:lnTo>
                    <a:pt x="18412" y="11746"/>
                  </a:lnTo>
                  <a:lnTo>
                    <a:pt x="18041" y="11643"/>
                  </a:lnTo>
                  <a:lnTo>
                    <a:pt x="17669" y="11519"/>
                  </a:lnTo>
                  <a:lnTo>
                    <a:pt x="17297" y="11374"/>
                  </a:lnTo>
                  <a:lnTo>
                    <a:pt x="16926" y="11189"/>
                  </a:lnTo>
                  <a:lnTo>
                    <a:pt x="16554" y="10982"/>
                  </a:lnTo>
                  <a:lnTo>
                    <a:pt x="16183" y="10755"/>
                  </a:lnTo>
                  <a:lnTo>
                    <a:pt x="15832" y="10487"/>
                  </a:lnTo>
                  <a:lnTo>
                    <a:pt x="15481" y="10177"/>
                  </a:lnTo>
                  <a:lnTo>
                    <a:pt x="15151" y="9847"/>
                  </a:lnTo>
                  <a:lnTo>
                    <a:pt x="14841" y="9475"/>
                  </a:lnTo>
                  <a:lnTo>
                    <a:pt x="14346" y="8815"/>
                  </a:lnTo>
                  <a:lnTo>
                    <a:pt x="13809" y="8051"/>
                  </a:lnTo>
                  <a:lnTo>
                    <a:pt x="12942" y="6874"/>
                  </a:lnTo>
                  <a:lnTo>
                    <a:pt x="12488" y="6255"/>
                  </a:lnTo>
                  <a:lnTo>
                    <a:pt x="11993" y="5615"/>
                  </a:lnTo>
                  <a:lnTo>
                    <a:pt x="11477" y="4976"/>
                  </a:lnTo>
                  <a:lnTo>
                    <a:pt x="10961" y="4336"/>
                  </a:lnTo>
                  <a:lnTo>
                    <a:pt x="10403" y="3716"/>
                  </a:lnTo>
                  <a:lnTo>
                    <a:pt x="9825" y="3118"/>
                  </a:lnTo>
                  <a:lnTo>
                    <a:pt x="9247" y="2540"/>
                  </a:lnTo>
                  <a:lnTo>
                    <a:pt x="8649" y="2003"/>
                  </a:lnTo>
                  <a:lnTo>
                    <a:pt x="8030" y="1528"/>
                  </a:lnTo>
                  <a:lnTo>
                    <a:pt x="7720" y="1301"/>
                  </a:lnTo>
                  <a:lnTo>
                    <a:pt x="7390" y="1074"/>
                  </a:lnTo>
                  <a:lnTo>
                    <a:pt x="7080" y="889"/>
                  </a:lnTo>
                  <a:lnTo>
                    <a:pt x="6750" y="703"/>
                  </a:lnTo>
                  <a:lnTo>
                    <a:pt x="6420" y="538"/>
                  </a:lnTo>
                  <a:lnTo>
                    <a:pt x="6089" y="393"/>
                  </a:lnTo>
                  <a:lnTo>
                    <a:pt x="5759" y="269"/>
                  </a:lnTo>
                  <a:lnTo>
                    <a:pt x="5429" y="166"/>
                  </a:lnTo>
                  <a:lnTo>
                    <a:pt x="5078" y="84"/>
                  </a:lnTo>
                  <a:lnTo>
                    <a:pt x="4748" y="22"/>
                  </a:lnTo>
                  <a:lnTo>
                    <a:pt x="4665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Google Shape;170;p27"/>
            <p:cNvSpPr/>
            <p:nvPr/>
          </p:nvSpPr>
          <p:spPr>
            <a:xfrm>
              <a:off x="1053350" y="5457250"/>
              <a:ext cx="5513275" cy="6225"/>
            </a:xfrm>
            <a:custGeom>
              <a:avLst/>
              <a:gdLst/>
              <a:ahLst/>
              <a:cxnLst/>
              <a:rect l="l" t="t" r="r" b="b"/>
              <a:pathLst>
                <a:path w="220531" h="249" extrusionOk="0">
                  <a:moveTo>
                    <a:pt x="110266" y="1"/>
                  </a:moveTo>
                  <a:lnTo>
                    <a:pt x="67352" y="21"/>
                  </a:lnTo>
                  <a:lnTo>
                    <a:pt x="32304" y="42"/>
                  </a:lnTo>
                  <a:lnTo>
                    <a:pt x="8669" y="83"/>
                  </a:lnTo>
                  <a:lnTo>
                    <a:pt x="2250" y="104"/>
                  </a:lnTo>
                  <a:lnTo>
                    <a:pt x="578" y="124"/>
                  </a:lnTo>
                  <a:lnTo>
                    <a:pt x="0" y="124"/>
                  </a:lnTo>
                  <a:lnTo>
                    <a:pt x="578" y="145"/>
                  </a:lnTo>
                  <a:lnTo>
                    <a:pt x="2250" y="145"/>
                  </a:lnTo>
                  <a:lnTo>
                    <a:pt x="8669" y="186"/>
                  </a:lnTo>
                  <a:lnTo>
                    <a:pt x="32304" y="207"/>
                  </a:lnTo>
                  <a:lnTo>
                    <a:pt x="67352" y="248"/>
                  </a:lnTo>
                  <a:lnTo>
                    <a:pt x="153199" y="248"/>
                  </a:lnTo>
                  <a:lnTo>
                    <a:pt x="188248" y="207"/>
                  </a:lnTo>
                  <a:lnTo>
                    <a:pt x="211882" y="186"/>
                  </a:lnTo>
                  <a:lnTo>
                    <a:pt x="218302" y="145"/>
                  </a:lnTo>
                  <a:lnTo>
                    <a:pt x="219974" y="145"/>
                  </a:lnTo>
                  <a:lnTo>
                    <a:pt x="220531" y="124"/>
                  </a:lnTo>
                  <a:lnTo>
                    <a:pt x="219974" y="124"/>
                  </a:lnTo>
                  <a:lnTo>
                    <a:pt x="218302" y="104"/>
                  </a:lnTo>
                  <a:lnTo>
                    <a:pt x="211882" y="83"/>
                  </a:lnTo>
                  <a:lnTo>
                    <a:pt x="188248" y="42"/>
                  </a:lnTo>
                  <a:lnTo>
                    <a:pt x="153199" y="21"/>
                  </a:lnTo>
                  <a:lnTo>
                    <a:pt x="110266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" name="Google Shape;171;p27"/>
            <p:cNvSpPr/>
            <p:nvPr/>
          </p:nvSpPr>
          <p:spPr>
            <a:xfrm>
              <a:off x="1053350" y="5457250"/>
              <a:ext cx="5513275" cy="6225"/>
            </a:xfrm>
            <a:custGeom>
              <a:avLst/>
              <a:gdLst/>
              <a:ahLst/>
              <a:cxnLst/>
              <a:rect l="l" t="t" r="r" b="b"/>
              <a:pathLst>
                <a:path w="220531" h="249" fill="none" extrusionOk="0">
                  <a:moveTo>
                    <a:pt x="220531" y="124"/>
                  </a:moveTo>
                  <a:lnTo>
                    <a:pt x="220531" y="124"/>
                  </a:lnTo>
                  <a:lnTo>
                    <a:pt x="219974" y="145"/>
                  </a:lnTo>
                  <a:lnTo>
                    <a:pt x="218302" y="145"/>
                  </a:lnTo>
                  <a:lnTo>
                    <a:pt x="211882" y="186"/>
                  </a:lnTo>
                  <a:lnTo>
                    <a:pt x="188248" y="207"/>
                  </a:lnTo>
                  <a:lnTo>
                    <a:pt x="153199" y="248"/>
                  </a:lnTo>
                  <a:lnTo>
                    <a:pt x="110266" y="248"/>
                  </a:lnTo>
                  <a:lnTo>
                    <a:pt x="110266" y="248"/>
                  </a:lnTo>
                  <a:lnTo>
                    <a:pt x="67352" y="248"/>
                  </a:lnTo>
                  <a:lnTo>
                    <a:pt x="32304" y="207"/>
                  </a:lnTo>
                  <a:lnTo>
                    <a:pt x="8669" y="186"/>
                  </a:lnTo>
                  <a:lnTo>
                    <a:pt x="2250" y="145"/>
                  </a:lnTo>
                  <a:lnTo>
                    <a:pt x="578" y="145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578" y="124"/>
                  </a:lnTo>
                  <a:lnTo>
                    <a:pt x="2250" y="104"/>
                  </a:lnTo>
                  <a:lnTo>
                    <a:pt x="8669" y="83"/>
                  </a:lnTo>
                  <a:lnTo>
                    <a:pt x="32304" y="42"/>
                  </a:lnTo>
                  <a:lnTo>
                    <a:pt x="67352" y="21"/>
                  </a:lnTo>
                  <a:lnTo>
                    <a:pt x="110266" y="1"/>
                  </a:lnTo>
                  <a:lnTo>
                    <a:pt x="110266" y="1"/>
                  </a:lnTo>
                  <a:lnTo>
                    <a:pt x="153199" y="21"/>
                  </a:lnTo>
                  <a:lnTo>
                    <a:pt x="188248" y="42"/>
                  </a:lnTo>
                  <a:lnTo>
                    <a:pt x="211882" y="83"/>
                  </a:lnTo>
                  <a:lnTo>
                    <a:pt x="218302" y="104"/>
                  </a:lnTo>
                  <a:lnTo>
                    <a:pt x="219974" y="124"/>
                  </a:lnTo>
                  <a:lnTo>
                    <a:pt x="220531" y="1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" name="Google Shape;172;p27"/>
            <p:cNvSpPr/>
            <p:nvPr/>
          </p:nvSpPr>
          <p:spPr>
            <a:xfrm>
              <a:off x="1540975" y="5051125"/>
              <a:ext cx="749825" cy="136275"/>
            </a:xfrm>
            <a:custGeom>
              <a:avLst/>
              <a:gdLst/>
              <a:ahLst/>
              <a:cxnLst/>
              <a:rect l="l" t="t" r="r" b="b"/>
              <a:pathLst>
                <a:path w="29993" h="5451" extrusionOk="0">
                  <a:moveTo>
                    <a:pt x="1" y="1"/>
                  </a:moveTo>
                  <a:lnTo>
                    <a:pt x="1" y="5450"/>
                  </a:lnTo>
                  <a:lnTo>
                    <a:pt x="29993" y="5450"/>
                  </a:lnTo>
                  <a:lnTo>
                    <a:pt x="299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" name="Google Shape;173;p27"/>
            <p:cNvSpPr/>
            <p:nvPr/>
          </p:nvSpPr>
          <p:spPr>
            <a:xfrm>
              <a:off x="1540975" y="5051125"/>
              <a:ext cx="749825" cy="136275"/>
            </a:xfrm>
            <a:custGeom>
              <a:avLst/>
              <a:gdLst/>
              <a:ahLst/>
              <a:cxnLst/>
              <a:rect l="l" t="t" r="r" b="b"/>
              <a:pathLst>
                <a:path w="29993" h="5451" fill="none" extrusionOk="0">
                  <a:moveTo>
                    <a:pt x="29993" y="5450"/>
                  </a:moveTo>
                  <a:lnTo>
                    <a:pt x="1" y="5450"/>
                  </a:lnTo>
                  <a:lnTo>
                    <a:pt x="1" y="1"/>
                  </a:lnTo>
                  <a:lnTo>
                    <a:pt x="29993" y="1"/>
                  </a:lnTo>
                  <a:lnTo>
                    <a:pt x="29993" y="545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" name="Google Shape;174;p27"/>
            <p:cNvSpPr/>
            <p:nvPr/>
          </p:nvSpPr>
          <p:spPr>
            <a:xfrm>
              <a:off x="1611175" y="5053200"/>
              <a:ext cx="6725" cy="135225"/>
            </a:xfrm>
            <a:custGeom>
              <a:avLst/>
              <a:gdLst/>
              <a:ahLst/>
              <a:cxnLst/>
              <a:rect l="l" t="t" r="r" b="b"/>
              <a:pathLst>
                <a:path w="269" h="5409" extrusionOk="0">
                  <a:moveTo>
                    <a:pt x="145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1" y="806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1" y="4624"/>
                  </a:lnTo>
                  <a:lnTo>
                    <a:pt x="83" y="5202"/>
                  </a:lnTo>
                  <a:lnTo>
                    <a:pt x="103" y="5347"/>
                  </a:lnTo>
                  <a:lnTo>
                    <a:pt x="145" y="5409"/>
                  </a:lnTo>
                  <a:lnTo>
                    <a:pt x="165" y="5347"/>
                  </a:lnTo>
                  <a:lnTo>
                    <a:pt x="186" y="5202"/>
                  </a:lnTo>
                  <a:lnTo>
                    <a:pt x="227" y="4624"/>
                  </a:lnTo>
                  <a:lnTo>
                    <a:pt x="248" y="3757"/>
                  </a:lnTo>
                  <a:lnTo>
                    <a:pt x="269" y="2705"/>
                  </a:lnTo>
                  <a:lnTo>
                    <a:pt x="248" y="1652"/>
                  </a:lnTo>
                  <a:lnTo>
                    <a:pt x="227" y="806"/>
                  </a:lnTo>
                  <a:lnTo>
                    <a:pt x="186" y="207"/>
                  </a:lnTo>
                  <a:lnTo>
                    <a:pt x="165" y="62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Google Shape;175;p27"/>
            <p:cNvSpPr/>
            <p:nvPr/>
          </p:nvSpPr>
          <p:spPr>
            <a:xfrm>
              <a:off x="1611175" y="5053200"/>
              <a:ext cx="6725" cy="135225"/>
            </a:xfrm>
            <a:custGeom>
              <a:avLst/>
              <a:gdLst/>
              <a:ahLst/>
              <a:cxnLst/>
              <a:rect l="l" t="t" r="r" b="b"/>
              <a:pathLst>
                <a:path w="269" h="5409" fill="none" extrusionOk="0">
                  <a:moveTo>
                    <a:pt x="145" y="5409"/>
                  </a:moveTo>
                  <a:lnTo>
                    <a:pt x="145" y="5409"/>
                  </a:lnTo>
                  <a:lnTo>
                    <a:pt x="103" y="5347"/>
                  </a:lnTo>
                  <a:lnTo>
                    <a:pt x="83" y="5202"/>
                  </a:lnTo>
                  <a:lnTo>
                    <a:pt x="41" y="462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1" y="806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65" y="62"/>
                  </a:lnTo>
                  <a:lnTo>
                    <a:pt x="186" y="207"/>
                  </a:lnTo>
                  <a:lnTo>
                    <a:pt x="227" y="806"/>
                  </a:lnTo>
                  <a:lnTo>
                    <a:pt x="248" y="1652"/>
                  </a:lnTo>
                  <a:lnTo>
                    <a:pt x="269" y="2705"/>
                  </a:lnTo>
                  <a:lnTo>
                    <a:pt x="269" y="2705"/>
                  </a:lnTo>
                  <a:lnTo>
                    <a:pt x="248" y="3757"/>
                  </a:lnTo>
                  <a:lnTo>
                    <a:pt x="227" y="4624"/>
                  </a:lnTo>
                  <a:lnTo>
                    <a:pt x="186" y="5202"/>
                  </a:lnTo>
                  <a:lnTo>
                    <a:pt x="165" y="5347"/>
                  </a:lnTo>
                  <a:lnTo>
                    <a:pt x="14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15704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806"/>
                  </a:lnTo>
                  <a:lnTo>
                    <a:pt x="1" y="1652"/>
                  </a:lnTo>
                  <a:lnTo>
                    <a:pt x="1" y="2705"/>
                  </a:lnTo>
                  <a:lnTo>
                    <a:pt x="1" y="3757"/>
                  </a:lnTo>
                  <a:lnTo>
                    <a:pt x="42" y="4624"/>
                  </a:lnTo>
                  <a:lnTo>
                    <a:pt x="83" y="520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6" y="5202"/>
                  </a:lnTo>
                  <a:lnTo>
                    <a:pt x="207" y="462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07" y="806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15704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83" y="5202"/>
                  </a:lnTo>
                  <a:lnTo>
                    <a:pt x="42" y="4624"/>
                  </a:lnTo>
                  <a:lnTo>
                    <a:pt x="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1" y="1652"/>
                  </a:lnTo>
                  <a:lnTo>
                    <a:pt x="42" y="806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806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07" y="4624"/>
                  </a:lnTo>
                  <a:lnTo>
                    <a:pt x="166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Google Shape;178;p27"/>
            <p:cNvSpPr/>
            <p:nvPr/>
          </p:nvSpPr>
          <p:spPr>
            <a:xfrm>
              <a:off x="1701475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806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42" y="4624"/>
                  </a:lnTo>
                  <a:lnTo>
                    <a:pt x="83" y="520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6" y="5202"/>
                  </a:lnTo>
                  <a:lnTo>
                    <a:pt x="207" y="462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07" y="806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Google Shape;179;p27"/>
            <p:cNvSpPr/>
            <p:nvPr/>
          </p:nvSpPr>
          <p:spPr>
            <a:xfrm>
              <a:off x="1701475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83" y="5202"/>
                  </a:lnTo>
                  <a:lnTo>
                    <a:pt x="42" y="462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42" y="806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806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07" y="4624"/>
                  </a:lnTo>
                  <a:lnTo>
                    <a:pt x="166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Google Shape;180;p27"/>
            <p:cNvSpPr/>
            <p:nvPr/>
          </p:nvSpPr>
          <p:spPr>
            <a:xfrm>
              <a:off x="16607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5" y="1"/>
                  </a:moveTo>
                  <a:lnTo>
                    <a:pt x="83" y="62"/>
                  </a:lnTo>
                  <a:lnTo>
                    <a:pt x="63" y="207"/>
                  </a:lnTo>
                  <a:lnTo>
                    <a:pt x="21" y="806"/>
                  </a:lnTo>
                  <a:lnTo>
                    <a:pt x="1" y="1652"/>
                  </a:lnTo>
                  <a:lnTo>
                    <a:pt x="1" y="2705"/>
                  </a:lnTo>
                  <a:lnTo>
                    <a:pt x="1" y="3757"/>
                  </a:lnTo>
                  <a:lnTo>
                    <a:pt x="21" y="4624"/>
                  </a:lnTo>
                  <a:lnTo>
                    <a:pt x="63" y="5202"/>
                  </a:lnTo>
                  <a:lnTo>
                    <a:pt x="83" y="5347"/>
                  </a:lnTo>
                  <a:lnTo>
                    <a:pt x="125" y="5409"/>
                  </a:lnTo>
                  <a:lnTo>
                    <a:pt x="145" y="5347"/>
                  </a:lnTo>
                  <a:lnTo>
                    <a:pt x="166" y="5202"/>
                  </a:lnTo>
                  <a:lnTo>
                    <a:pt x="207" y="4624"/>
                  </a:lnTo>
                  <a:lnTo>
                    <a:pt x="228" y="3757"/>
                  </a:lnTo>
                  <a:lnTo>
                    <a:pt x="248" y="2705"/>
                  </a:lnTo>
                  <a:lnTo>
                    <a:pt x="228" y="1652"/>
                  </a:lnTo>
                  <a:lnTo>
                    <a:pt x="207" y="806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Google Shape;181;p27"/>
            <p:cNvSpPr/>
            <p:nvPr/>
          </p:nvSpPr>
          <p:spPr>
            <a:xfrm>
              <a:off x="16607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5" y="5409"/>
                  </a:moveTo>
                  <a:lnTo>
                    <a:pt x="125" y="5409"/>
                  </a:lnTo>
                  <a:lnTo>
                    <a:pt x="83" y="5347"/>
                  </a:lnTo>
                  <a:lnTo>
                    <a:pt x="63" y="5202"/>
                  </a:lnTo>
                  <a:lnTo>
                    <a:pt x="21" y="4624"/>
                  </a:lnTo>
                  <a:lnTo>
                    <a:pt x="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1" y="1652"/>
                  </a:lnTo>
                  <a:lnTo>
                    <a:pt x="21" y="806"/>
                  </a:lnTo>
                  <a:lnTo>
                    <a:pt x="63" y="207"/>
                  </a:lnTo>
                  <a:lnTo>
                    <a:pt x="83" y="62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806"/>
                  </a:lnTo>
                  <a:lnTo>
                    <a:pt x="22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8" y="3757"/>
                  </a:lnTo>
                  <a:lnTo>
                    <a:pt x="207" y="4624"/>
                  </a:lnTo>
                  <a:lnTo>
                    <a:pt x="166" y="5202"/>
                  </a:lnTo>
                  <a:lnTo>
                    <a:pt x="145" y="5347"/>
                  </a:lnTo>
                  <a:lnTo>
                    <a:pt x="12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Google Shape;182;p27"/>
            <p:cNvSpPr/>
            <p:nvPr/>
          </p:nvSpPr>
          <p:spPr>
            <a:xfrm>
              <a:off x="1791775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83" y="62"/>
                  </a:lnTo>
                  <a:lnTo>
                    <a:pt x="63" y="207"/>
                  </a:lnTo>
                  <a:lnTo>
                    <a:pt x="21" y="806"/>
                  </a:lnTo>
                  <a:lnTo>
                    <a:pt x="1" y="1652"/>
                  </a:lnTo>
                  <a:lnTo>
                    <a:pt x="1" y="2705"/>
                  </a:lnTo>
                  <a:lnTo>
                    <a:pt x="1" y="3757"/>
                  </a:lnTo>
                  <a:lnTo>
                    <a:pt x="21" y="4624"/>
                  </a:lnTo>
                  <a:lnTo>
                    <a:pt x="63" y="5202"/>
                  </a:lnTo>
                  <a:lnTo>
                    <a:pt x="8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6" y="5202"/>
                  </a:lnTo>
                  <a:lnTo>
                    <a:pt x="207" y="4624"/>
                  </a:lnTo>
                  <a:lnTo>
                    <a:pt x="228" y="3757"/>
                  </a:lnTo>
                  <a:lnTo>
                    <a:pt x="248" y="2705"/>
                  </a:lnTo>
                  <a:lnTo>
                    <a:pt x="228" y="1652"/>
                  </a:lnTo>
                  <a:lnTo>
                    <a:pt x="207" y="806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Google Shape;183;p27"/>
            <p:cNvSpPr/>
            <p:nvPr/>
          </p:nvSpPr>
          <p:spPr>
            <a:xfrm>
              <a:off x="1791775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83" y="5347"/>
                  </a:lnTo>
                  <a:lnTo>
                    <a:pt x="63" y="5202"/>
                  </a:lnTo>
                  <a:lnTo>
                    <a:pt x="21" y="4624"/>
                  </a:lnTo>
                  <a:lnTo>
                    <a:pt x="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1" y="1652"/>
                  </a:lnTo>
                  <a:lnTo>
                    <a:pt x="21" y="806"/>
                  </a:lnTo>
                  <a:lnTo>
                    <a:pt x="63" y="207"/>
                  </a:lnTo>
                  <a:lnTo>
                    <a:pt x="8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806"/>
                  </a:lnTo>
                  <a:lnTo>
                    <a:pt x="22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8" y="3757"/>
                  </a:lnTo>
                  <a:lnTo>
                    <a:pt x="207" y="4624"/>
                  </a:lnTo>
                  <a:lnTo>
                    <a:pt x="166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Google Shape;184;p27"/>
            <p:cNvSpPr/>
            <p:nvPr/>
          </p:nvSpPr>
          <p:spPr>
            <a:xfrm>
              <a:off x="17505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806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2" y="4624"/>
                  </a:lnTo>
                  <a:lnTo>
                    <a:pt x="83" y="520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202"/>
                  </a:lnTo>
                  <a:lnTo>
                    <a:pt x="207" y="462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07" y="806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17505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83" y="5202"/>
                  </a:lnTo>
                  <a:lnTo>
                    <a:pt x="42" y="462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2" y="806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7" y="806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07" y="4624"/>
                  </a:lnTo>
                  <a:lnTo>
                    <a:pt x="165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Google Shape;186;p27"/>
            <p:cNvSpPr/>
            <p:nvPr/>
          </p:nvSpPr>
          <p:spPr>
            <a:xfrm>
              <a:off x="1881575" y="50532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1" y="806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1" y="4624"/>
                  </a:lnTo>
                  <a:lnTo>
                    <a:pt x="83" y="520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202"/>
                  </a:lnTo>
                  <a:lnTo>
                    <a:pt x="207" y="462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07" y="806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1881575" y="50532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83" y="5202"/>
                  </a:lnTo>
                  <a:lnTo>
                    <a:pt x="41" y="462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1" y="806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7" y="806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07" y="4624"/>
                  </a:lnTo>
                  <a:lnTo>
                    <a:pt x="165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Google Shape;188;p27"/>
            <p:cNvSpPr/>
            <p:nvPr/>
          </p:nvSpPr>
          <p:spPr>
            <a:xfrm>
              <a:off x="18408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83" y="62"/>
                  </a:lnTo>
                  <a:lnTo>
                    <a:pt x="62" y="207"/>
                  </a:lnTo>
                  <a:lnTo>
                    <a:pt x="21" y="806"/>
                  </a:lnTo>
                  <a:lnTo>
                    <a:pt x="1" y="1652"/>
                  </a:lnTo>
                  <a:lnTo>
                    <a:pt x="1" y="2705"/>
                  </a:lnTo>
                  <a:lnTo>
                    <a:pt x="1" y="3757"/>
                  </a:lnTo>
                  <a:lnTo>
                    <a:pt x="21" y="4624"/>
                  </a:lnTo>
                  <a:lnTo>
                    <a:pt x="62" y="5202"/>
                  </a:lnTo>
                  <a:lnTo>
                    <a:pt x="8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6" y="5202"/>
                  </a:lnTo>
                  <a:lnTo>
                    <a:pt x="207" y="4624"/>
                  </a:lnTo>
                  <a:lnTo>
                    <a:pt x="228" y="3757"/>
                  </a:lnTo>
                  <a:lnTo>
                    <a:pt x="248" y="2705"/>
                  </a:lnTo>
                  <a:lnTo>
                    <a:pt x="228" y="1652"/>
                  </a:lnTo>
                  <a:lnTo>
                    <a:pt x="207" y="806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9" name="Google Shape;189;p27"/>
            <p:cNvSpPr/>
            <p:nvPr/>
          </p:nvSpPr>
          <p:spPr>
            <a:xfrm>
              <a:off x="18408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83" y="5347"/>
                  </a:lnTo>
                  <a:lnTo>
                    <a:pt x="62" y="5202"/>
                  </a:lnTo>
                  <a:lnTo>
                    <a:pt x="21" y="4624"/>
                  </a:lnTo>
                  <a:lnTo>
                    <a:pt x="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1" y="1652"/>
                  </a:lnTo>
                  <a:lnTo>
                    <a:pt x="21" y="806"/>
                  </a:lnTo>
                  <a:lnTo>
                    <a:pt x="62" y="207"/>
                  </a:lnTo>
                  <a:lnTo>
                    <a:pt x="8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806"/>
                  </a:lnTo>
                  <a:lnTo>
                    <a:pt x="22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8" y="3757"/>
                  </a:lnTo>
                  <a:lnTo>
                    <a:pt x="207" y="4624"/>
                  </a:lnTo>
                  <a:lnTo>
                    <a:pt x="166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0" name="Google Shape;190;p27"/>
            <p:cNvSpPr/>
            <p:nvPr/>
          </p:nvSpPr>
          <p:spPr>
            <a:xfrm>
              <a:off x="1971875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83" y="62"/>
                  </a:lnTo>
                  <a:lnTo>
                    <a:pt x="62" y="207"/>
                  </a:lnTo>
                  <a:lnTo>
                    <a:pt x="21" y="806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21" y="4624"/>
                  </a:lnTo>
                  <a:lnTo>
                    <a:pt x="62" y="5202"/>
                  </a:lnTo>
                  <a:lnTo>
                    <a:pt x="8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6" y="5202"/>
                  </a:lnTo>
                  <a:lnTo>
                    <a:pt x="207" y="4624"/>
                  </a:lnTo>
                  <a:lnTo>
                    <a:pt x="227" y="3757"/>
                  </a:lnTo>
                  <a:lnTo>
                    <a:pt x="248" y="2705"/>
                  </a:lnTo>
                  <a:lnTo>
                    <a:pt x="227" y="1652"/>
                  </a:lnTo>
                  <a:lnTo>
                    <a:pt x="207" y="806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1" name="Google Shape;191;p27"/>
            <p:cNvSpPr/>
            <p:nvPr/>
          </p:nvSpPr>
          <p:spPr>
            <a:xfrm>
              <a:off x="1971875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83" y="5347"/>
                  </a:lnTo>
                  <a:lnTo>
                    <a:pt x="62" y="5202"/>
                  </a:lnTo>
                  <a:lnTo>
                    <a:pt x="21" y="462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21" y="806"/>
                  </a:lnTo>
                  <a:lnTo>
                    <a:pt x="62" y="207"/>
                  </a:lnTo>
                  <a:lnTo>
                    <a:pt x="8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806"/>
                  </a:lnTo>
                  <a:lnTo>
                    <a:pt x="227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7" y="3757"/>
                  </a:lnTo>
                  <a:lnTo>
                    <a:pt x="207" y="4624"/>
                  </a:lnTo>
                  <a:lnTo>
                    <a:pt x="166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2" name="Google Shape;192;p27"/>
            <p:cNvSpPr/>
            <p:nvPr/>
          </p:nvSpPr>
          <p:spPr>
            <a:xfrm>
              <a:off x="1930600" y="50532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1" y="806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1" y="4624"/>
                  </a:lnTo>
                  <a:lnTo>
                    <a:pt x="83" y="520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86" y="5202"/>
                  </a:lnTo>
                  <a:lnTo>
                    <a:pt x="207" y="462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07" y="806"/>
                  </a:lnTo>
                  <a:lnTo>
                    <a:pt x="18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Google Shape;193;p27"/>
            <p:cNvSpPr/>
            <p:nvPr/>
          </p:nvSpPr>
          <p:spPr>
            <a:xfrm>
              <a:off x="1930600" y="50532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83" y="5202"/>
                  </a:lnTo>
                  <a:lnTo>
                    <a:pt x="41" y="462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1" y="806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86" y="207"/>
                  </a:lnTo>
                  <a:lnTo>
                    <a:pt x="207" y="806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07" y="4624"/>
                  </a:lnTo>
                  <a:lnTo>
                    <a:pt x="186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4" name="Google Shape;194;p27"/>
            <p:cNvSpPr/>
            <p:nvPr/>
          </p:nvSpPr>
          <p:spPr>
            <a:xfrm>
              <a:off x="206165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5" y="1"/>
                  </a:moveTo>
                  <a:lnTo>
                    <a:pt x="104" y="62"/>
                  </a:lnTo>
                  <a:lnTo>
                    <a:pt x="84" y="207"/>
                  </a:lnTo>
                  <a:lnTo>
                    <a:pt x="42" y="806"/>
                  </a:lnTo>
                  <a:lnTo>
                    <a:pt x="22" y="1652"/>
                  </a:lnTo>
                  <a:lnTo>
                    <a:pt x="1" y="2705"/>
                  </a:lnTo>
                  <a:lnTo>
                    <a:pt x="22" y="3757"/>
                  </a:lnTo>
                  <a:lnTo>
                    <a:pt x="42" y="4624"/>
                  </a:lnTo>
                  <a:lnTo>
                    <a:pt x="84" y="5202"/>
                  </a:lnTo>
                  <a:lnTo>
                    <a:pt x="104" y="5347"/>
                  </a:lnTo>
                  <a:lnTo>
                    <a:pt x="125" y="5409"/>
                  </a:lnTo>
                  <a:lnTo>
                    <a:pt x="145" y="5347"/>
                  </a:lnTo>
                  <a:lnTo>
                    <a:pt x="187" y="5202"/>
                  </a:lnTo>
                  <a:lnTo>
                    <a:pt x="207" y="4624"/>
                  </a:lnTo>
                  <a:lnTo>
                    <a:pt x="249" y="3757"/>
                  </a:lnTo>
                  <a:lnTo>
                    <a:pt x="249" y="2705"/>
                  </a:lnTo>
                  <a:lnTo>
                    <a:pt x="249" y="1652"/>
                  </a:lnTo>
                  <a:lnTo>
                    <a:pt x="207" y="806"/>
                  </a:lnTo>
                  <a:lnTo>
                    <a:pt x="187" y="207"/>
                  </a:lnTo>
                  <a:lnTo>
                    <a:pt x="145" y="6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5" name="Google Shape;195;p27"/>
            <p:cNvSpPr/>
            <p:nvPr/>
          </p:nvSpPr>
          <p:spPr>
            <a:xfrm>
              <a:off x="206165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5" y="5409"/>
                  </a:moveTo>
                  <a:lnTo>
                    <a:pt x="125" y="5409"/>
                  </a:lnTo>
                  <a:lnTo>
                    <a:pt x="104" y="5347"/>
                  </a:lnTo>
                  <a:lnTo>
                    <a:pt x="84" y="5202"/>
                  </a:lnTo>
                  <a:lnTo>
                    <a:pt x="42" y="4624"/>
                  </a:lnTo>
                  <a:lnTo>
                    <a:pt x="22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22" y="1652"/>
                  </a:lnTo>
                  <a:lnTo>
                    <a:pt x="42" y="806"/>
                  </a:lnTo>
                  <a:lnTo>
                    <a:pt x="84" y="207"/>
                  </a:lnTo>
                  <a:lnTo>
                    <a:pt x="104" y="62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62"/>
                  </a:lnTo>
                  <a:lnTo>
                    <a:pt x="187" y="207"/>
                  </a:lnTo>
                  <a:lnTo>
                    <a:pt x="207" y="806"/>
                  </a:lnTo>
                  <a:lnTo>
                    <a:pt x="249" y="1652"/>
                  </a:lnTo>
                  <a:lnTo>
                    <a:pt x="249" y="2705"/>
                  </a:lnTo>
                  <a:lnTo>
                    <a:pt x="249" y="2705"/>
                  </a:lnTo>
                  <a:lnTo>
                    <a:pt x="249" y="3757"/>
                  </a:lnTo>
                  <a:lnTo>
                    <a:pt x="207" y="4624"/>
                  </a:lnTo>
                  <a:lnTo>
                    <a:pt x="187" y="5202"/>
                  </a:lnTo>
                  <a:lnTo>
                    <a:pt x="145" y="5347"/>
                  </a:lnTo>
                  <a:lnTo>
                    <a:pt x="12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6" name="Google Shape;196;p27"/>
            <p:cNvSpPr/>
            <p:nvPr/>
          </p:nvSpPr>
          <p:spPr>
            <a:xfrm>
              <a:off x="20209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62" y="207"/>
                  </a:lnTo>
                  <a:lnTo>
                    <a:pt x="21" y="806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21" y="4624"/>
                  </a:lnTo>
                  <a:lnTo>
                    <a:pt x="62" y="520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202"/>
                  </a:lnTo>
                  <a:lnTo>
                    <a:pt x="207" y="4624"/>
                  </a:lnTo>
                  <a:lnTo>
                    <a:pt x="227" y="3757"/>
                  </a:lnTo>
                  <a:lnTo>
                    <a:pt x="248" y="2705"/>
                  </a:lnTo>
                  <a:lnTo>
                    <a:pt x="227" y="1652"/>
                  </a:lnTo>
                  <a:lnTo>
                    <a:pt x="207" y="806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Google Shape;197;p27"/>
            <p:cNvSpPr/>
            <p:nvPr/>
          </p:nvSpPr>
          <p:spPr>
            <a:xfrm>
              <a:off x="20209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62" y="5202"/>
                  </a:lnTo>
                  <a:lnTo>
                    <a:pt x="21" y="462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21" y="806"/>
                  </a:lnTo>
                  <a:lnTo>
                    <a:pt x="62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7" y="806"/>
                  </a:lnTo>
                  <a:lnTo>
                    <a:pt x="227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7" y="3757"/>
                  </a:lnTo>
                  <a:lnTo>
                    <a:pt x="207" y="4624"/>
                  </a:lnTo>
                  <a:lnTo>
                    <a:pt x="165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Google Shape;198;p27"/>
            <p:cNvSpPr/>
            <p:nvPr/>
          </p:nvSpPr>
          <p:spPr>
            <a:xfrm>
              <a:off x="2151975" y="50532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62" y="207"/>
                  </a:lnTo>
                  <a:lnTo>
                    <a:pt x="21" y="806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21" y="4624"/>
                  </a:lnTo>
                  <a:lnTo>
                    <a:pt x="62" y="520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202"/>
                  </a:lnTo>
                  <a:lnTo>
                    <a:pt x="207" y="4624"/>
                  </a:lnTo>
                  <a:lnTo>
                    <a:pt x="227" y="3757"/>
                  </a:lnTo>
                  <a:lnTo>
                    <a:pt x="248" y="2705"/>
                  </a:lnTo>
                  <a:lnTo>
                    <a:pt x="227" y="1652"/>
                  </a:lnTo>
                  <a:lnTo>
                    <a:pt x="207" y="806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9" name="Google Shape;199;p27"/>
            <p:cNvSpPr/>
            <p:nvPr/>
          </p:nvSpPr>
          <p:spPr>
            <a:xfrm>
              <a:off x="2151975" y="50532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62" y="5202"/>
                  </a:lnTo>
                  <a:lnTo>
                    <a:pt x="21" y="462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21" y="806"/>
                  </a:lnTo>
                  <a:lnTo>
                    <a:pt x="62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7" y="806"/>
                  </a:lnTo>
                  <a:lnTo>
                    <a:pt x="227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7" y="3757"/>
                  </a:lnTo>
                  <a:lnTo>
                    <a:pt x="207" y="4624"/>
                  </a:lnTo>
                  <a:lnTo>
                    <a:pt x="165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0" name="Google Shape;200;p27"/>
            <p:cNvSpPr/>
            <p:nvPr/>
          </p:nvSpPr>
          <p:spPr>
            <a:xfrm>
              <a:off x="2110675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5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806"/>
                  </a:lnTo>
                  <a:lnTo>
                    <a:pt x="22" y="1652"/>
                  </a:lnTo>
                  <a:lnTo>
                    <a:pt x="1" y="2705"/>
                  </a:lnTo>
                  <a:lnTo>
                    <a:pt x="22" y="3757"/>
                  </a:lnTo>
                  <a:lnTo>
                    <a:pt x="42" y="4624"/>
                  </a:lnTo>
                  <a:lnTo>
                    <a:pt x="83" y="5202"/>
                  </a:lnTo>
                  <a:lnTo>
                    <a:pt x="104" y="5347"/>
                  </a:lnTo>
                  <a:lnTo>
                    <a:pt x="125" y="5409"/>
                  </a:lnTo>
                  <a:lnTo>
                    <a:pt x="145" y="5347"/>
                  </a:lnTo>
                  <a:lnTo>
                    <a:pt x="187" y="5202"/>
                  </a:lnTo>
                  <a:lnTo>
                    <a:pt x="228" y="4624"/>
                  </a:lnTo>
                  <a:lnTo>
                    <a:pt x="249" y="3757"/>
                  </a:lnTo>
                  <a:lnTo>
                    <a:pt x="249" y="2705"/>
                  </a:lnTo>
                  <a:lnTo>
                    <a:pt x="249" y="1652"/>
                  </a:lnTo>
                  <a:lnTo>
                    <a:pt x="228" y="806"/>
                  </a:lnTo>
                  <a:lnTo>
                    <a:pt x="187" y="207"/>
                  </a:lnTo>
                  <a:lnTo>
                    <a:pt x="145" y="6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1" name="Google Shape;201;p27"/>
            <p:cNvSpPr/>
            <p:nvPr/>
          </p:nvSpPr>
          <p:spPr>
            <a:xfrm>
              <a:off x="2110675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5" y="5409"/>
                  </a:moveTo>
                  <a:lnTo>
                    <a:pt x="125" y="5409"/>
                  </a:lnTo>
                  <a:lnTo>
                    <a:pt x="104" y="5347"/>
                  </a:lnTo>
                  <a:lnTo>
                    <a:pt x="83" y="5202"/>
                  </a:lnTo>
                  <a:lnTo>
                    <a:pt x="42" y="4624"/>
                  </a:lnTo>
                  <a:lnTo>
                    <a:pt x="22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22" y="1652"/>
                  </a:lnTo>
                  <a:lnTo>
                    <a:pt x="42" y="806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62"/>
                  </a:lnTo>
                  <a:lnTo>
                    <a:pt x="187" y="207"/>
                  </a:lnTo>
                  <a:lnTo>
                    <a:pt x="228" y="806"/>
                  </a:lnTo>
                  <a:lnTo>
                    <a:pt x="249" y="1652"/>
                  </a:lnTo>
                  <a:lnTo>
                    <a:pt x="249" y="2705"/>
                  </a:lnTo>
                  <a:lnTo>
                    <a:pt x="249" y="2705"/>
                  </a:lnTo>
                  <a:lnTo>
                    <a:pt x="249" y="3757"/>
                  </a:lnTo>
                  <a:lnTo>
                    <a:pt x="228" y="4624"/>
                  </a:lnTo>
                  <a:lnTo>
                    <a:pt x="187" y="5202"/>
                  </a:lnTo>
                  <a:lnTo>
                    <a:pt x="145" y="5347"/>
                  </a:lnTo>
                  <a:lnTo>
                    <a:pt x="12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" name="Google Shape;202;p27"/>
            <p:cNvSpPr/>
            <p:nvPr/>
          </p:nvSpPr>
          <p:spPr>
            <a:xfrm>
              <a:off x="224175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5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806"/>
                  </a:lnTo>
                  <a:lnTo>
                    <a:pt x="21" y="1652"/>
                  </a:lnTo>
                  <a:lnTo>
                    <a:pt x="1" y="2705"/>
                  </a:lnTo>
                  <a:lnTo>
                    <a:pt x="21" y="3757"/>
                  </a:lnTo>
                  <a:lnTo>
                    <a:pt x="42" y="4624"/>
                  </a:lnTo>
                  <a:lnTo>
                    <a:pt x="83" y="5202"/>
                  </a:lnTo>
                  <a:lnTo>
                    <a:pt x="104" y="5347"/>
                  </a:lnTo>
                  <a:lnTo>
                    <a:pt x="125" y="5409"/>
                  </a:lnTo>
                  <a:lnTo>
                    <a:pt x="145" y="5347"/>
                  </a:lnTo>
                  <a:lnTo>
                    <a:pt x="187" y="5202"/>
                  </a:lnTo>
                  <a:lnTo>
                    <a:pt x="228" y="462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28" y="806"/>
                  </a:lnTo>
                  <a:lnTo>
                    <a:pt x="187" y="207"/>
                  </a:lnTo>
                  <a:lnTo>
                    <a:pt x="145" y="6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3" name="Google Shape;203;p27"/>
            <p:cNvSpPr/>
            <p:nvPr/>
          </p:nvSpPr>
          <p:spPr>
            <a:xfrm>
              <a:off x="224175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5" y="5409"/>
                  </a:moveTo>
                  <a:lnTo>
                    <a:pt x="125" y="5409"/>
                  </a:lnTo>
                  <a:lnTo>
                    <a:pt x="104" y="5347"/>
                  </a:lnTo>
                  <a:lnTo>
                    <a:pt x="83" y="5202"/>
                  </a:lnTo>
                  <a:lnTo>
                    <a:pt x="42" y="4624"/>
                  </a:lnTo>
                  <a:lnTo>
                    <a:pt x="2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21" y="1652"/>
                  </a:lnTo>
                  <a:lnTo>
                    <a:pt x="42" y="806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62"/>
                  </a:lnTo>
                  <a:lnTo>
                    <a:pt x="187" y="207"/>
                  </a:lnTo>
                  <a:lnTo>
                    <a:pt x="228" y="806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28" y="4624"/>
                  </a:lnTo>
                  <a:lnTo>
                    <a:pt x="187" y="5202"/>
                  </a:lnTo>
                  <a:lnTo>
                    <a:pt x="145" y="5347"/>
                  </a:lnTo>
                  <a:lnTo>
                    <a:pt x="12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4" name="Google Shape;204;p27"/>
            <p:cNvSpPr/>
            <p:nvPr/>
          </p:nvSpPr>
          <p:spPr>
            <a:xfrm>
              <a:off x="2201000" y="50532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62" y="207"/>
                  </a:lnTo>
                  <a:lnTo>
                    <a:pt x="41" y="806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41" y="4624"/>
                  </a:lnTo>
                  <a:lnTo>
                    <a:pt x="62" y="520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202"/>
                  </a:lnTo>
                  <a:lnTo>
                    <a:pt x="207" y="4624"/>
                  </a:lnTo>
                  <a:lnTo>
                    <a:pt x="227" y="3757"/>
                  </a:lnTo>
                  <a:lnTo>
                    <a:pt x="248" y="2705"/>
                  </a:lnTo>
                  <a:lnTo>
                    <a:pt x="227" y="1652"/>
                  </a:lnTo>
                  <a:lnTo>
                    <a:pt x="207" y="806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Google Shape;205;p27"/>
            <p:cNvSpPr/>
            <p:nvPr/>
          </p:nvSpPr>
          <p:spPr>
            <a:xfrm>
              <a:off x="2201000" y="50532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62" y="5202"/>
                  </a:lnTo>
                  <a:lnTo>
                    <a:pt x="41" y="462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41" y="806"/>
                  </a:lnTo>
                  <a:lnTo>
                    <a:pt x="62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7" y="806"/>
                  </a:lnTo>
                  <a:lnTo>
                    <a:pt x="227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7" y="3757"/>
                  </a:lnTo>
                  <a:lnTo>
                    <a:pt x="207" y="4624"/>
                  </a:lnTo>
                  <a:lnTo>
                    <a:pt x="165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6" name="Google Shape;206;p27"/>
            <p:cNvSpPr/>
            <p:nvPr/>
          </p:nvSpPr>
          <p:spPr>
            <a:xfrm>
              <a:off x="1535825" y="5048050"/>
              <a:ext cx="754975" cy="6200"/>
            </a:xfrm>
            <a:custGeom>
              <a:avLst/>
              <a:gdLst/>
              <a:ahLst/>
              <a:cxnLst/>
              <a:rect l="l" t="t" r="r" b="b"/>
              <a:pathLst>
                <a:path w="30199" h="248" extrusionOk="0">
                  <a:moveTo>
                    <a:pt x="15089" y="0"/>
                  </a:moveTo>
                  <a:lnTo>
                    <a:pt x="9227" y="21"/>
                  </a:lnTo>
                  <a:lnTo>
                    <a:pt x="4418" y="41"/>
                  </a:lnTo>
                  <a:lnTo>
                    <a:pt x="1177" y="83"/>
                  </a:lnTo>
                  <a:lnTo>
                    <a:pt x="310" y="103"/>
                  </a:lnTo>
                  <a:lnTo>
                    <a:pt x="83" y="124"/>
                  </a:lnTo>
                  <a:lnTo>
                    <a:pt x="1" y="124"/>
                  </a:lnTo>
                  <a:lnTo>
                    <a:pt x="83" y="145"/>
                  </a:lnTo>
                  <a:lnTo>
                    <a:pt x="310" y="165"/>
                  </a:lnTo>
                  <a:lnTo>
                    <a:pt x="1177" y="186"/>
                  </a:lnTo>
                  <a:lnTo>
                    <a:pt x="4418" y="227"/>
                  </a:lnTo>
                  <a:lnTo>
                    <a:pt x="9227" y="248"/>
                  </a:lnTo>
                  <a:lnTo>
                    <a:pt x="20972" y="248"/>
                  </a:lnTo>
                  <a:lnTo>
                    <a:pt x="25781" y="227"/>
                  </a:lnTo>
                  <a:lnTo>
                    <a:pt x="29002" y="186"/>
                  </a:lnTo>
                  <a:lnTo>
                    <a:pt x="29889" y="165"/>
                  </a:lnTo>
                  <a:lnTo>
                    <a:pt x="30116" y="145"/>
                  </a:lnTo>
                  <a:lnTo>
                    <a:pt x="30199" y="124"/>
                  </a:lnTo>
                  <a:lnTo>
                    <a:pt x="30116" y="124"/>
                  </a:lnTo>
                  <a:lnTo>
                    <a:pt x="29889" y="103"/>
                  </a:lnTo>
                  <a:lnTo>
                    <a:pt x="29002" y="83"/>
                  </a:lnTo>
                  <a:lnTo>
                    <a:pt x="25781" y="41"/>
                  </a:lnTo>
                  <a:lnTo>
                    <a:pt x="20972" y="21"/>
                  </a:lnTo>
                  <a:lnTo>
                    <a:pt x="15089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7" name="Google Shape;207;p27"/>
            <p:cNvSpPr/>
            <p:nvPr/>
          </p:nvSpPr>
          <p:spPr>
            <a:xfrm>
              <a:off x="1535825" y="5048050"/>
              <a:ext cx="754975" cy="6200"/>
            </a:xfrm>
            <a:custGeom>
              <a:avLst/>
              <a:gdLst/>
              <a:ahLst/>
              <a:cxnLst/>
              <a:rect l="l" t="t" r="r" b="b"/>
              <a:pathLst>
                <a:path w="30199" h="248" fill="none" extrusionOk="0">
                  <a:moveTo>
                    <a:pt x="30199" y="124"/>
                  </a:moveTo>
                  <a:lnTo>
                    <a:pt x="30199" y="124"/>
                  </a:lnTo>
                  <a:lnTo>
                    <a:pt x="30116" y="145"/>
                  </a:lnTo>
                  <a:lnTo>
                    <a:pt x="29889" y="165"/>
                  </a:lnTo>
                  <a:lnTo>
                    <a:pt x="29002" y="186"/>
                  </a:lnTo>
                  <a:lnTo>
                    <a:pt x="25781" y="227"/>
                  </a:lnTo>
                  <a:lnTo>
                    <a:pt x="20972" y="248"/>
                  </a:lnTo>
                  <a:lnTo>
                    <a:pt x="15089" y="248"/>
                  </a:lnTo>
                  <a:lnTo>
                    <a:pt x="15089" y="248"/>
                  </a:lnTo>
                  <a:lnTo>
                    <a:pt x="9227" y="248"/>
                  </a:lnTo>
                  <a:lnTo>
                    <a:pt x="4418" y="227"/>
                  </a:lnTo>
                  <a:lnTo>
                    <a:pt x="1177" y="186"/>
                  </a:lnTo>
                  <a:lnTo>
                    <a:pt x="310" y="165"/>
                  </a:lnTo>
                  <a:lnTo>
                    <a:pt x="83" y="145"/>
                  </a:lnTo>
                  <a:lnTo>
                    <a:pt x="1" y="124"/>
                  </a:lnTo>
                  <a:lnTo>
                    <a:pt x="1" y="124"/>
                  </a:lnTo>
                  <a:lnTo>
                    <a:pt x="83" y="124"/>
                  </a:lnTo>
                  <a:lnTo>
                    <a:pt x="310" y="103"/>
                  </a:lnTo>
                  <a:lnTo>
                    <a:pt x="1177" y="83"/>
                  </a:lnTo>
                  <a:lnTo>
                    <a:pt x="4418" y="41"/>
                  </a:lnTo>
                  <a:lnTo>
                    <a:pt x="9227" y="21"/>
                  </a:lnTo>
                  <a:lnTo>
                    <a:pt x="15089" y="0"/>
                  </a:lnTo>
                  <a:lnTo>
                    <a:pt x="15089" y="0"/>
                  </a:lnTo>
                  <a:lnTo>
                    <a:pt x="20972" y="21"/>
                  </a:lnTo>
                  <a:lnTo>
                    <a:pt x="25781" y="41"/>
                  </a:lnTo>
                  <a:lnTo>
                    <a:pt x="29002" y="83"/>
                  </a:lnTo>
                  <a:lnTo>
                    <a:pt x="29889" y="103"/>
                  </a:lnTo>
                  <a:lnTo>
                    <a:pt x="30116" y="124"/>
                  </a:lnTo>
                  <a:lnTo>
                    <a:pt x="30199" y="1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8" name="Google Shape;208;p27"/>
            <p:cNvSpPr/>
            <p:nvPr/>
          </p:nvSpPr>
          <p:spPr>
            <a:xfrm>
              <a:off x="1482150" y="5186325"/>
              <a:ext cx="749825" cy="136275"/>
            </a:xfrm>
            <a:custGeom>
              <a:avLst/>
              <a:gdLst/>
              <a:ahLst/>
              <a:cxnLst/>
              <a:rect l="l" t="t" r="r" b="b"/>
              <a:pathLst>
                <a:path w="29993" h="5451" extrusionOk="0">
                  <a:moveTo>
                    <a:pt x="1" y="1"/>
                  </a:moveTo>
                  <a:lnTo>
                    <a:pt x="1" y="5450"/>
                  </a:lnTo>
                  <a:lnTo>
                    <a:pt x="29993" y="5450"/>
                  </a:lnTo>
                  <a:lnTo>
                    <a:pt x="299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Google Shape;209;p27"/>
            <p:cNvSpPr/>
            <p:nvPr/>
          </p:nvSpPr>
          <p:spPr>
            <a:xfrm>
              <a:off x="1482150" y="5186325"/>
              <a:ext cx="749825" cy="136275"/>
            </a:xfrm>
            <a:custGeom>
              <a:avLst/>
              <a:gdLst/>
              <a:ahLst/>
              <a:cxnLst/>
              <a:rect l="l" t="t" r="r" b="b"/>
              <a:pathLst>
                <a:path w="29993" h="5451" fill="none" extrusionOk="0">
                  <a:moveTo>
                    <a:pt x="29993" y="5450"/>
                  </a:moveTo>
                  <a:lnTo>
                    <a:pt x="1" y="5450"/>
                  </a:lnTo>
                  <a:lnTo>
                    <a:pt x="1" y="1"/>
                  </a:lnTo>
                  <a:lnTo>
                    <a:pt x="29993" y="1"/>
                  </a:lnTo>
                  <a:lnTo>
                    <a:pt x="29993" y="545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1552850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5" y="1"/>
                  </a:moveTo>
                  <a:lnTo>
                    <a:pt x="83" y="62"/>
                  </a:lnTo>
                  <a:lnTo>
                    <a:pt x="63" y="207"/>
                  </a:lnTo>
                  <a:lnTo>
                    <a:pt x="21" y="785"/>
                  </a:lnTo>
                  <a:lnTo>
                    <a:pt x="1" y="1652"/>
                  </a:lnTo>
                  <a:lnTo>
                    <a:pt x="1" y="2705"/>
                  </a:lnTo>
                  <a:lnTo>
                    <a:pt x="1" y="3757"/>
                  </a:lnTo>
                  <a:lnTo>
                    <a:pt x="21" y="4604"/>
                  </a:lnTo>
                  <a:lnTo>
                    <a:pt x="63" y="5182"/>
                  </a:lnTo>
                  <a:lnTo>
                    <a:pt x="83" y="5347"/>
                  </a:lnTo>
                  <a:lnTo>
                    <a:pt x="125" y="5409"/>
                  </a:lnTo>
                  <a:lnTo>
                    <a:pt x="145" y="5347"/>
                  </a:lnTo>
                  <a:lnTo>
                    <a:pt x="166" y="5182"/>
                  </a:lnTo>
                  <a:lnTo>
                    <a:pt x="207" y="4604"/>
                  </a:lnTo>
                  <a:lnTo>
                    <a:pt x="228" y="3757"/>
                  </a:lnTo>
                  <a:lnTo>
                    <a:pt x="248" y="2705"/>
                  </a:lnTo>
                  <a:lnTo>
                    <a:pt x="228" y="1652"/>
                  </a:lnTo>
                  <a:lnTo>
                    <a:pt x="207" y="785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1552850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5" y="5409"/>
                  </a:moveTo>
                  <a:lnTo>
                    <a:pt x="125" y="5409"/>
                  </a:lnTo>
                  <a:lnTo>
                    <a:pt x="83" y="5347"/>
                  </a:lnTo>
                  <a:lnTo>
                    <a:pt x="63" y="5182"/>
                  </a:lnTo>
                  <a:lnTo>
                    <a:pt x="21" y="4604"/>
                  </a:lnTo>
                  <a:lnTo>
                    <a:pt x="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1" y="1652"/>
                  </a:lnTo>
                  <a:lnTo>
                    <a:pt x="21" y="785"/>
                  </a:lnTo>
                  <a:lnTo>
                    <a:pt x="63" y="207"/>
                  </a:lnTo>
                  <a:lnTo>
                    <a:pt x="83" y="62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785"/>
                  </a:lnTo>
                  <a:lnTo>
                    <a:pt x="22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8" y="3757"/>
                  </a:lnTo>
                  <a:lnTo>
                    <a:pt x="207" y="4604"/>
                  </a:lnTo>
                  <a:lnTo>
                    <a:pt x="166" y="5182"/>
                  </a:lnTo>
                  <a:lnTo>
                    <a:pt x="145" y="5347"/>
                  </a:lnTo>
                  <a:lnTo>
                    <a:pt x="12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151157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785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2" y="4604"/>
                  </a:lnTo>
                  <a:lnTo>
                    <a:pt x="83" y="518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86" y="5182"/>
                  </a:lnTo>
                  <a:lnTo>
                    <a:pt x="207" y="460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07" y="785"/>
                  </a:lnTo>
                  <a:lnTo>
                    <a:pt x="18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151157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83" y="5182"/>
                  </a:lnTo>
                  <a:lnTo>
                    <a:pt x="42" y="460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2" y="785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86" y="207"/>
                  </a:lnTo>
                  <a:lnTo>
                    <a:pt x="207" y="785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07" y="4604"/>
                  </a:lnTo>
                  <a:lnTo>
                    <a:pt x="186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1642650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785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2" y="4604"/>
                  </a:lnTo>
                  <a:lnTo>
                    <a:pt x="83" y="518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86" y="5182"/>
                  </a:lnTo>
                  <a:lnTo>
                    <a:pt x="207" y="460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07" y="785"/>
                  </a:lnTo>
                  <a:lnTo>
                    <a:pt x="18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1642650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83" y="5182"/>
                  </a:lnTo>
                  <a:lnTo>
                    <a:pt x="42" y="460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2" y="785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86" y="207"/>
                  </a:lnTo>
                  <a:lnTo>
                    <a:pt x="207" y="785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07" y="4604"/>
                  </a:lnTo>
                  <a:lnTo>
                    <a:pt x="186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160187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63" y="207"/>
                  </a:lnTo>
                  <a:lnTo>
                    <a:pt x="21" y="785"/>
                  </a:lnTo>
                  <a:lnTo>
                    <a:pt x="1" y="1652"/>
                  </a:lnTo>
                  <a:lnTo>
                    <a:pt x="1" y="2705"/>
                  </a:lnTo>
                  <a:lnTo>
                    <a:pt x="1" y="3757"/>
                  </a:lnTo>
                  <a:lnTo>
                    <a:pt x="21" y="4604"/>
                  </a:lnTo>
                  <a:lnTo>
                    <a:pt x="63" y="518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6" y="5182"/>
                  </a:lnTo>
                  <a:lnTo>
                    <a:pt x="207" y="4604"/>
                  </a:lnTo>
                  <a:lnTo>
                    <a:pt x="228" y="3757"/>
                  </a:lnTo>
                  <a:lnTo>
                    <a:pt x="248" y="2705"/>
                  </a:lnTo>
                  <a:lnTo>
                    <a:pt x="228" y="1652"/>
                  </a:lnTo>
                  <a:lnTo>
                    <a:pt x="207" y="785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160187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63" y="5182"/>
                  </a:lnTo>
                  <a:lnTo>
                    <a:pt x="21" y="4604"/>
                  </a:lnTo>
                  <a:lnTo>
                    <a:pt x="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1" y="1652"/>
                  </a:lnTo>
                  <a:lnTo>
                    <a:pt x="21" y="785"/>
                  </a:lnTo>
                  <a:lnTo>
                    <a:pt x="63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785"/>
                  </a:lnTo>
                  <a:lnTo>
                    <a:pt x="22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8" y="3757"/>
                  </a:lnTo>
                  <a:lnTo>
                    <a:pt x="207" y="4604"/>
                  </a:lnTo>
                  <a:lnTo>
                    <a:pt x="166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1732950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83" y="62"/>
                  </a:lnTo>
                  <a:lnTo>
                    <a:pt x="62" y="207"/>
                  </a:lnTo>
                  <a:lnTo>
                    <a:pt x="21" y="785"/>
                  </a:lnTo>
                  <a:lnTo>
                    <a:pt x="1" y="1652"/>
                  </a:lnTo>
                  <a:lnTo>
                    <a:pt x="1" y="2705"/>
                  </a:lnTo>
                  <a:lnTo>
                    <a:pt x="1" y="3757"/>
                  </a:lnTo>
                  <a:lnTo>
                    <a:pt x="21" y="4604"/>
                  </a:lnTo>
                  <a:lnTo>
                    <a:pt x="62" y="5182"/>
                  </a:lnTo>
                  <a:lnTo>
                    <a:pt x="8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6" y="5182"/>
                  </a:lnTo>
                  <a:lnTo>
                    <a:pt x="207" y="4604"/>
                  </a:lnTo>
                  <a:lnTo>
                    <a:pt x="228" y="3757"/>
                  </a:lnTo>
                  <a:lnTo>
                    <a:pt x="248" y="2705"/>
                  </a:lnTo>
                  <a:lnTo>
                    <a:pt x="228" y="1652"/>
                  </a:lnTo>
                  <a:lnTo>
                    <a:pt x="207" y="785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1732950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83" y="5347"/>
                  </a:lnTo>
                  <a:lnTo>
                    <a:pt x="62" y="5182"/>
                  </a:lnTo>
                  <a:lnTo>
                    <a:pt x="21" y="4604"/>
                  </a:lnTo>
                  <a:lnTo>
                    <a:pt x="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1" y="1652"/>
                  </a:lnTo>
                  <a:lnTo>
                    <a:pt x="21" y="785"/>
                  </a:lnTo>
                  <a:lnTo>
                    <a:pt x="62" y="207"/>
                  </a:lnTo>
                  <a:lnTo>
                    <a:pt x="8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785"/>
                  </a:lnTo>
                  <a:lnTo>
                    <a:pt x="22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8" y="3757"/>
                  </a:lnTo>
                  <a:lnTo>
                    <a:pt x="207" y="4604"/>
                  </a:lnTo>
                  <a:lnTo>
                    <a:pt x="166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" name="Google Shape;220;p27"/>
            <p:cNvSpPr/>
            <p:nvPr/>
          </p:nvSpPr>
          <p:spPr>
            <a:xfrm>
              <a:off x="1691675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1" y="785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1" y="4604"/>
                  </a:lnTo>
                  <a:lnTo>
                    <a:pt x="83" y="518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86" y="5182"/>
                  </a:lnTo>
                  <a:lnTo>
                    <a:pt x="227" y="460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27" y="785"/>
                  </a:lnTo>
                  <a:lnTo>
                    <a:pt x="18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1" name="Google Shape;221;p27"/>
            <p:cNvSpPr/>
            <p:nvPr/>
          </p:nvSpPr>
          <p:spPr>
            <a:xfrm>
              <a:off x="1691675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83" y="5182"/>
                  </a:lnTo>
                  <a:lnTo>
                    <a:pt x="41" y="460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1" y="785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86" y="207"/>
                  </a:lnTo>
                  <a:lnTo>
                    <a:pt x="227" y="785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27" y="4604"/>
                  </a:lnTo>
                  <a:lnTo>
                    <a:pt x="186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2" name="Google Shape;222;p27"/>
            <p:cNvSpPr/>
            <p:nvPr/>
          </p:nvSpPr>
          <p:spPr>
            <a:xfrm>
              <a:off x="1822750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1" y="785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1" y="4604"/>
                  </a:lnTo>
                  <a:lnTo>
                    <a:pt x="83" y="518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86" y="5182"/>
                  </a:lnTo>
                  <a:lnTo>
                    <a:pt x="227" y="460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27" y="785"/>
                  </a:lnTo>
                  <a:lnTo>
                    <a:pt x="18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3" name="Google Shape;223;p27"/>
            <p:cNvSpPr/>
            <p:nvPr/>
          </p:nvSpPr>
          <p:spPr>
            <a:xfrm>
              <a:off x="1822750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83" y="5182"/>
                  </a:lnTo>
                  <a:lnTo>
                    <a:pt x="41" y="460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1" y="785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86" y="207"/>
                  </a:lnTo>
                  <a:lnTo>
                    <a:pt x="227" y="785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27" y="4604"/>
                  </a:lnTo>
                  <a:lnTo>
                    <a:pt x="186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4" name="Google Shape;224;p27"/>
            <p:cNvSpPr/>
            <p:nvPr/>
          </p:nvSpPr>
          <p:spPr>
            <a:xfrm>
              <a:off x="178197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62" y="207"/>
                  </a:lnTo>
                  <a:lnTo>
                    <a:pt x="42" y="785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42" y="4604"/>
                  </a:lnTo>
                  <a:lnTo>
                    <a:pt x="62" y="518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6" y="5182"/>
                  </a:lnTo>
                  <a:lnTo>
                    <a:pt x="207" y="4604"/>
                  </a:lnTo>
                  <a:lnTo>
                    <a:pt x="227" y="3757"/>
                  </a:lnTo>
                  <a:lnTo>
                    <a:pt x="248" y="2705"/>
                  </a:lnTo>
                  <a:lnTo>
                    <a:pt x="227" y="1652"/>
                  </a:lnTo>
                  <a:lnTo>
                    <a:pt x="207" y="785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" name="Google Shape;225;p27"/>
            <p:cNvSpPr/>
            <p:nvPr/>
          </p:nvSpPr>
          <p:spPr>
            <a:xfrm>
              <a:off x="178197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62" y="5182"/>
                  </a:lnTo>
                  <a:lnTo>
                    <a:pt x="42" y="460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42" y="785"/>
                  </a:lnTo>
                  <a:lnTo>
                    <a:pt x="62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785"/>
                  </a:lnTo>
                  <a:lnTo>
                    <a:pt x="227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7" y="3757"/>
                  </a:lnTo>
                  <a:lnTo>
                    <a:pt x="207" y="4604"/>
                  </a:lnTo>
                  <a:lnTo>
                    <a:pt x="166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6" name="Google Shape;226;p27"/>
            <p:cNvSpPr/>
            <p:nvPr/>
          </p:nvSpPr>
          <p:spPr>
            <a:xfrm>
              <a:off x="1913050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62" y="207"/>
                  </a:lnTo>
                  <a:lnTo>
                    <a:pt x="42" y="785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42" y="4604"/>
                  </a:lnTo>
                  <a:lnTo>
                    <a:pt x="62" y="518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182"/>
                  </a:lnTo>
                  <a:lnTo>
                    <a:pt x="207" y="4604"/>
                  </a:lnTo>
                  <a:lnTo>
                    <a:pt x="227" y="3757"/>
                  </a:lnTo>
                  <a:lnTo>
                    <a:pt x="248" y="2705"/>
                  </a:lnTo>
                  <a:lnTo>
                    <a:pt x="227" y="1652"/>
                  </a:lnTo>
                  <a:lnTo>
                    <a:pt x="207" y="785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7" name="Google Shape;227;p27"/>
            <p:cNvSpPr/>
            <p:nvPr/>
          </p:nvSpPr>
          <p:spPr>
            <a:xfrm>
              <a:off x="1913050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62" y="5182"/>
                  </a:lnTo>
                  <a:lnTo>
                    <a:pt x="42" y="460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42" y="785"/>
                  </a:lnTo>
                  <a:lnTo>
                    <a:pt x="62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7" y="785"/>
                  </a:lnTo>
                  <a:lnTo>
                    <a:pt x="227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7" y="3757"/>
                  </a:lnTo>
                  <a:lnTo>
                    <a:pt x="207" y="4604"/>
                  </a:lnTo>
                  <a:lnTo>
                    <a:pt x="165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8" name="Google Shape;228;p27"/>
            <p:cNvSpPr/>
            <p:nvPr/>
          </p:nvSpPr>
          <p:spPr>
            <a:xfrm>
              <a:off x="1871775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1" y="785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1" y="4604"/>
                  </a:lnTo>
                  <a:lnTo>
                    <a:pt x="83" y="518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65" y="5347"/>
                  </a:lnTo>
                  <a:lnTo>
                    <a:pt x="186" y="5182"/>
                  </a:lnTo>
                  <a:lnTo>
                    <a:pt x="227" y="460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27" y="785"/>
                  </a:lnTo>
                  <a:lnTo>
                    <a:pt x="186" y="207"/>
                  </a:lnTo>
                  <a:lnTo>
                    <a:pt x="16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9" name="Google Shape;229;p27"/>
            <p:cNvSpPr/>
            <p:nvPr/>
          </p:nvSpPr>
          <p:spPr>
            <a:xfrm>
              <a:off x="1871775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83" y="5182"/>
                  </a:lnTo>
                  <a:lnTo>
                    <a:pt x="41" y="460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1" y="785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65" y="62"/>
                  </a:lnTo>
                  <a:lnTo>
                    <a:pt x="186" y="207"/>
                  </a:lnTo>
                  <a:lnTo>
                    <a:pt x="227" y="785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27" y="4604"/>
                  </a:lnTo>
                  <a:lnTo>
                    <a:pt x="186" y="5182"/>
                  </a:lnTo>
                  <a:lnTo>
                    <a:pt x="16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0" name="Google Shape;230;p27"/>
            <p:cNvSpPr/>
            <p:nvPr/>
          </p:nvSpPr>
          <p:spPr>
            <a:xfrm>
              <a:off x="200282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5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785"/>
                  </a:lnTo>
                  <a:lnTo>
                    <a:pt x="22" y="1652"/>
                  </a:lnTo>
                  <a:lnTo>
                    <a:pt x="1" y="2705"/>
                  </a:lnTo>
                  <a:lnTo>
                    <a:pt x="22" y="3757"/>
                  </a:lnTo>
                  <a:lnTo>
                    <a:pt x="42" y="4604"/>
                  </a:lnTo>
                  <a:lnTo>
                    <a:pt x="83" y="5182"/>
                  </a:lnTo>
                  <a:lnTo>
                    <a:pt x="104" y="5347"/>
                  </a:lnTo>
                  <a:lnTo>
                    <a:pt x="125" y="5409"/>
                  </a:lnTo>
                  <a:lnTo>
                    <a:pt x="166" y="5347"/>
                  </a:lnTo>
                  <a:lnTo>
                    <a:pt x="187" y="5182"/>
                  </a:lnTo>
                  <a:lnTo>
                    <a:pt x="228" y="4604"/>
                  </a:lnTo>
                  <a:lnTo>
                    <a:pt x="249" y="3757"/>
                  </a:lnTo>
                  <a:lnTo>
                    <a:pt x="249" y="2705"/>
                  </a:lnTo>
                  <a:lnTo>
                    <a:pt x="249" y="1652"/>
                  </a:lnTo>
                  <a:lnTo>
                    <a:pt x="228" y="785"/>
                  </a:lnTo>
                  <a:lnTo>
                    <a:pt x="187" y="207"/>
                  </a:lnTo>
                  <a:lnTo>
                    <a:pt x="166" y="6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1" name="Google Shape;231;p27"/>
            <p:cNvSpPr/>
            <p:nvPr/>
          </p:nvSpPr>
          <p:spPr>
            <a:xfrm>
              <a:off x="200282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5" y="5409"/>
                  </a:moveTo>
                  <a:lnTo>
                    <a:pt x="125" y="5409"/>
                  </a:lnTo>
                  <a:lnTo>
                    <a:pt x="104" y="5347"/>
                  </a:lnTo>
                  <a:lnTo>
                    <a:pt x="83" y="5182"/>
                  </a:lnTo>
                  <a:lnTo>
                    <a:pt x="42" y="4604"/>
                  </a:lnTo>
                  <a:lnTo>
                    <a:pt x="22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22" y="1652"/>
                  </a:lnTo>
                  <a:lnTo>
                    <a:pt x="42" y="785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66" y="62"/>
                  </a:lnTo>
                  <a:lnTo>
                    <a:pt x="187" y="207"/>
                  </a:lnTo>
                  <a:lnTo>
                    <a:pt x="228" y="785"/>
                  </a:lnTo>
                  <a:lnTo>
                    <a:pt x="249" y="1652"/>
                  </a:lnTo>
                  <a:lnTo>
                    <a:pt x="249" y="2705"/>
                  </a:lnTo>
                  <a:lnTo>
                    <a:pt x="249" y="2705"/>
                  </a:lnTo>
                  <a:lnTo>
                    <a:pt x="249" y="3757"/>
                  </a:lnTo>
                  <a:lnTo>
                    <a:pt x="228" y="4604"/>
                  </a:lnTo>
                  <a:lnTo>
                    <a:pt x="187" y="5182"/>
                  </a:lnTo>
                  <a:lnTo>
                    <a:pt x="166" y="5347"/>
                  </a:lnTo>
                  <a:lnTo>
                    <a:pt x="12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2" name="Google Shape;232;p27"/>
            <p:cNvSpPr/>
            <p:nvPr/>
          </p:nvSpPr>
          <p:spPr>
            <a:xfrm>
              <a:off x="1962075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2" y="785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42" y="4604"/>
                  </a:lnTo>
                  <a:lnTo>
                    <a:pt x="83" y="518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182"/>
                  </a:lnTo>
                  <a:lnTo>
                    <a:pt x="207" y="4604"/>
                  </a:lnTo>
                  <a:lnTo>
                    <a:pt x="227" y="3757"/>
                  </a:lnTo>
                  <a:lnTo>
                    <a:pt x="248" y="2705"/>
                  </a:lnTo>
                  <a:lnTo>
                    <a:pt x="227" y="1652"/>
                  </a:lnTo>
                  <a:lnTo>
                    <a:pt x="207" y="785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3" name="Google Shape;233;p27"/>
            <p:cNvSpPr/>
            <p:nvPr/>
          </p:nvSpPr>
          <p:spPr>
            <a:xfrm>
              <a:off x="1962075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83" y="5182"/>
                  </a:lnTo>
                  <a:lnTo>
                    <a:pt x="42" y="460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42" y="785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7" y="785"/>
                  </a:lnTo>
                  <a:lnTo>
                    <a:pt x="227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7" y="3757"/>
                  </a:lnTo>
                  <a:lnTo>
                    <a:pt x="207" y="4604"/>
                  </a:lnTo>
                  <a:lnTo>
                    <a:pt x="165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4" name="Google Shape;234;p27"/>
            <p:cNvSpPr/>
            <p:nvPr/>
          </p:nvSpPr>
          <p:spPr>
            <a:xfrm>
              <a:off x="2093150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1" y="785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41" y="4604"/>
                  </a:lnTo>
                  <a:lnTo>
                    <a:pt x="83" y="518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182"/>
                  </a:lnTo>
                  <a:lnTo>
                    <a:pt x="207" y="4604"/>
                  </a:lnTo>
                  <a:lnTo>
                    <a:pt x="227" y="3757"/>
                  </a:lnTo>
                  <a:lnTo>
                    <a:pt x="248" y="2705"/>
                  </a:lnTo>
                  <a:lnTo>
                    <a:pt x="227" y="1652"/>
                  </a:lnTo>
                  <a:lnTo>
                    <a:pt x="207" y="785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5" name="Google Shape;235;p27"/>
            <p:cNvSpPr/>
            <p:nvPr/>
          </p:nvSpPr>
          <p:spPr>
            <a:xfrm>
              <a:off x="2093150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83" y="5182"/>
                  </a:lnTo>
                  <a:lnTo>
                    <a:pt x="41" y="460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41" y="785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7" y="785"/>
                  </a:lnTo>
                  <a:lnTo>
                    <a:pt x="227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7" y="3757"/>
                  </a:lnTo>
                  <a:lnTo>
                    <a:pt x="207" y="4604"/>
                  </a:lnTo>
                  <a:lnTo>
                    <a:pt x="165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6" name="Google Shape;236;p27"/>
            <p:cNvSpPr/>
            <p:nvPr/>
          </p:nvSpPr>
          <p:spPr>
            <a:xfrm>
              <a:off x="2051850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5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785"/>
                  </a:lnTo>
                  <a:lnTo>
                    <a:pt x="21" y="1652"/>
                  </a:lnTo>
                  <a:lnTo>
                    <a:pt x="1" y="2705"/>
                  </a:lnTo>
                  <a:lnTo>
                    <a:pt x="21" y="3757"/>
                  </a:lnTo>
                  <a:lnTo>
                    <a:pt x="42" y="4604"/>
                  </a:lnTo>
                  <a:lnTo>
                    <a:pt x="83" y="5182"/>
                  </a:lnTo>
                  <a:lnTo>
                    <a:pt x="104" y="5347"/>
                  </a:lnTo>
                  <a:lnTo>
                    <a:pt x="125" y="5409"/>
                  </a:lnTo>
                  <a:lnTo>
                    <a:pt x="166" y="5347"/>
                  </a:lnTo>
                  <a:lnTo>
                    <a:pt x="187" y="5182"/>
                  </a:lnTo>
                  <a:lnTo>
                    <a:pt x="228" y="460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28" y="785"/>
                  </a:lnTo>
                  <a:lnTo>
                    <a:pt x="187" y="207"/>
                  </a:lnTo>
                  <a:lnTo>
                    <a:pt x="166" y="6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7" name="Google Shape;237;p27"/>
            <p:cNvSpPr/>
            <p:nvPr/>
          </p:nvSpPr>
          <p:spPr>
            <a:xfrm>
              <a:off x="2051850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5" y="5409"/>
                  </a:moveTo>
                  <a:lnTo>
                    <a:pt x="125" y="5409"/>
                  </a:lnTo>
                  <a:lnTo>
                    <a:pt x="104" y="5347"/>
                  </a:lnTo>
                  <a:lnTo>
                    <a:pt x="83" y="5182"/>
                  </a:lnTo>
                  <a:lnTo>
                    <a:pt x="42" y="4604"/>
                  </a:lnTo>
                  <a:lnTo>
                    <a:pt x="2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21" y="1652"/>
                  </a:lnTo>
                  <a:lnTo>
                    <a:pt x="42" y="785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66" y="62"/>
                  </a:lnTo>
                  <a:lnTo>
                    <a:pt x="187" y="207"/>
                  </a:lnTo>
                  <a:lnTo>
                    <a:pt x="228" y="785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28" y="4604"/>
                  </a:lnTo>
                  <a:lnTo>
                    <a:pt x="187" y="5182"/>
                  </a:lnTo>
                  <a:lnTo>
                    <a:pt x="166" y="5347"/>
                  </a:lnTo>
                  <a:lnTo>
                    <a:pt x="12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8" name="Google Shape;238;p27"/>
            <p:cNvSpPr/>
            <p:nvPr/>
          </p:nvSpPr>
          <p:spPr>
            <a:xfrm>
              <a:off x="218292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5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785"/>
                  </a:lnTo>
                  <a:lnTo>
                    <a:pt x="21" y="1652"/>
                  </a:lnTo>
                  <a:lnTo>
                    <a:pt x="1" y="2705"/>
                  </a:lnTo>
                  <a:lnTo>
                    <a:pt x="21" y="3757"/>
                  </a:lnTo>
                  <a:lnTo>
                    <a:pt x="42" y="4604"/>
                  </a:lnTo>
                  <a:lnTo>
                    <a:pt x="83" y="5182"/>
                  </a:lnTo>
                  <a:lnTo>
                    <a:pt x="104" y="5347"/>
                  </a:lnTo>
                  <a:lnTo>
                    <a:pt x="125" y="5409"/>
                  </a:lnTo>
                  <a:lnTo>
                    <a:pt x="166" y="5347"/>
                  </a:lnTo>
                  <a:lnTo>
                    <a:pt x="186" y="5182"/>
                  </a:lnTo>
                  <a:lnTo>
                    <a:pt x="228" y="460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28" y="785"/>
                  </a:lnTo>
                  <a:lnTo>
                    <a:pt x="186" y="207"/>
                  </a:lnTo>
                  <a:lnTo>
                    <a:pt x="166" y="6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9" name="Google Shape;239;p27"/>
            <p:cNvSpPr/>
            <p:nvPr/>
          </p:nvSpPr>
          <p:spPr>
            <a:xfrm>
              <a:off x="218292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5" y="5409"/>
                  </a:moveTo>
                  <a:lnTo>
                    <a:pt x="125" y="5409"/>
                  </a:lnTo>
                  <a:lnTo>
                    <a:pt x="104" y="5347"/>
                  </a:lnTo>
                  <a:lnTo>
                    <a:pt x="83" y="5182"/>
                  </a:lnTo>
                  <a:lnTo>
                    <a:pt x="42" y="4604"/>
                  </a:lnTo>
                  <a:lnTo>
                    <a:pt x="2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21" y="1652"/>
                  </a:lnTo>
                  <a:lnTo>
                    <a:pt x="42" y="785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66" y="62"/>
                  </a:lnTo>
                  <a:lnTo>
                    <a:pt x="186" y="207"/>
                  </a:lnTo>
                  <a:lnTo>
                    <a:pt x="228" y="785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28" y="4604"/>
                  </a:lnTo>
                  <a:lnTo>
                    <a:pt x="186" y="5182"/>
                  </a:lnTo>
                  <a:lnTo>
                    <a:pt x="166" y="5347"/>
                  </a:lnTo>
                  <a:lnTo>
                    <a:pt x="12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0" name="Google Shape;240;p27"/>
            <p:cNvSpPr/>
            <p:nvPr/>
          </p:nvSpPr>
          <p:spPr>
            <a:xfrm>
              <a:off x="2142175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1" y="785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41" y="4604"/>
                  </a:lnTo>
                  <a:lnTo>
                    <a:pt x="83" y="518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182"/>
                  </a:lnTo>
                  <a:lnTo>
                    <a:pt x="206" y="460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06" y="785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1" name="Google Shape;241;p27"/>
            <p:cNvSpPr/>
            <p:nvPr/>
          </p:nvSpPr>
          <p:spPr>
            <a:xfrm>
              <a:off x="2142175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83" y="5182"/>
                  </a:lnTo>
                  <a:lnTo>
                    <a:pt x="41" y="460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41" y="785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6" y="785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06" y="4604"/>
                  </a:lnTo>
                  <a:lnTo>
                    <a:pt x="165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2" name="Google Shape;242;p27"/>
            <p:cNvSpPr/>
            <p:nvPr/>
          </p:nvSpPr>
          <p:spPr>
            <a:xfrm>
              <a:off x="1479075" y="5183250"/>
              <a:ext cx="752900" cy="6200"/>
            </a:xfrm>
            <a:custGeom>
              <a:avLst/>
              <a:gdLst/>
              <a:ahLst/>
              <a:cxnLst/>
              <a:rect l="l" t="t" r="r" b="b"/>
              <a:pathLst>
                <a:path w="30116" h="248" extrusionOk="0">
                  <a:moveTo>
                    <a:pt x="9185" y="0"/>
                  </a:moveTo>
                  <a:lnTo>
                    <a:pt x="4397" y="41"/>
                  </a:lnTo>
                  <a:lnTo>
                    <a:pt x="1177" y="83"/>
                  </a:lnTo>
                  <a:lnTo>
                    <a:pt x="289" y="103"/>
                  </a:lnTo>
                  <a:lnTo>
                    <a:pt x="62" y="103"/>
                  </a:lnTo>
                  <a:lnTo>
                    <a:pt x="0" y="124"/>
                  </a:lnTo>
                  <a:lnTo>
                    <a:pt x="62" y="145"/>
                  </a:lnTo>
                  <a:lnTo>
                    <a:pt x="289" y="145"/>
                  </a:lnTo>
                  <a:lnTo>
                    <a:pt x="1177" y="165"/>
                  </a:lnTo>
                  <a:lnTo>
                    <a:pt x="4397" y="207"/>
                  </a:lnTo>
                  <a:lnTo>
                    <a:pt x="9185" y="248"/>
                  </a:lnTo>
                  <a:lnTo>
                    <a:pt x="20910" y="248"/>
                  </a:lnTo>
                  <a:lnTo>
                    <a:pt x="25698" y="207"/>
                  </a:lnTo>
                  <a:lnTo>
                    <a:pt x="28939" y="165"/>
                  </a:lnTo>
                  <a:lnTo>
                    <a:pt x="29806" y="145"/>
                  </a:lnTo>
                  <a:lnTo>
                    <a:pt x="30033" y="145"/>
                  </a:lnTo>
                  <a:lnTo>
                    <a:pt x="30116" y="124"/>
                  </a:lnTo>
                  <a:lnTo>
                    <a:pt x="30033" y="103"/>
                  </a:lnTo>
                  <a:lnTo>
                    <a:pt x="29806" y="103"/>
                  </a:lnTo>
                  <a:lnTo>
                    <a:pt x="28939" y="83"/>
                  </a:lnTo>
                  <a:lnTo>
                    <a:pt x="25698" y="41"/>
                  </a:lnTo>
                  <a:lnTo>
                    <a:pt x="20910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3" name="Google Shape;243;p27"/>
            <p:cNvSpPr/>
            <p:nvPr/>
          </p:nvSpPr>
          <p:spPr>
            <a:xfrm>
              <a:off x="1479075" y="5183250"/>
              <a:ext cx="752900" cy="6200"/>
            </a:xfrm>
            <a:custGeom>
              <a:avLst/>
              <a:gdLst/>
              <a:ahLst/>
              <a:cxnLst/>
              <a:rect l="l" t="t" r="r" b="b"/>
              <a:pathLst>
                <a:path w="30116" h="248" fill="none" extrusionOk="0">
                  <a:moveTo>
                    <a:pt x="30116" y="124"/>
                  </a:moveTo>
                  <a:lnTo>
                    <a:pt x="30116" y="124"/>
                  </a:lnTo>
                  <a:lnTo>
                    <a:pt x="30033" y="145"/>
                  </a:lnTo>
                  <a:lnTo>
                    <a:pt x="29806" y="145"/>
                  </a:lnTo>
                  <a:lnTo>
                    <a:pt x="28939" y="165"/>
                  </a:lnTo>
                  <a:lnTo>
                    <a:pt x="25698" y="207"/>
                  </a:lnTo>
                  <a:lnTo>
                    <a:pt x="20910" y="248"/>
                  </a:lnTo>
                  <a:lnTo>
                    <a:pt x="15047" y="248"/>
                  </a:lnTo>
                  <a:lnTo>
                    <a:pt x="15047" y="248"/>
                  </a:lnTo>
                  <a:lnTo>
                    <a:pt x="9185" y="248"/>
                  </a:lnTo>
                  <a:lnTo>
                    <a:pt x="4397" y="207"/>
                  </a:lnTo>
                  <a:lnTo>
                    <a:pt x="1177" y="165"/>
                  </a:lnTo>
                  <a:lnTo>
                    <a:pt x="289" y="145"/>
                  </a:lnTo>
                  <a:lnTo>
                    <a:pt x="62" y="145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62" y="103"/>
                  </a:lnTo>
                  <a:lnTo>
                    <a:pt x="289" y="103"/>
                  </a:lnTo>
                  <a:lnTo>
                    <a:pt x="1177" y="83"/>
                  </a:lnTo>
                  <a:lnTo>
                    <a:pt x="4397" y="41"/>
                  </a:lnTo>
                  <a:lnTo>
                    <a:pt x="9185" y="0"/>
                  </a:lnTo>
                  <a:lnTo>
                    <a:pt x="15047" y="0"/>
                  </a:lnTo>
                  <a:lnTo>
                    <a:pt x="15047" y="0"/>
                  </a:lnTo>
                  <a:lnTo>
                    <a:pt x="20910" y="0"/>
                  </a:lnTo>
                  <a:lnTo>
                    <a:pt x="25698" y="41"/>
                  </a:lnTo>
                  <a:lnTo>
                    <a:pt x="28939" y="83"/>
                  </a:lnTo>
                  <a:lnTo>
                    <a:pt x="29806" y="103"/>
                  </a:lnTo>
                  <a:lnTo>
                    <a:pt x="30033" y="103"/>
                  </a:lnTo>
                  <a:lnTo>
                    <a:pt x="30116" y="1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4" name="Google Shape;244;p27"/>
            <p:cNvSpPr/>
            <p:nvPr/>
          </p:nvSpPr>
          <p:spPr>
            <a:xfrm>
              <a:off x="1434175" y="5323600"/>
              <a:ext cx="749800" cy="135750"/>
            </a:xfrm>
            <a:custGeom>
              <a:avLst/>
              <a:gdLst/>
              <a:ahLst/>
              <a:cxnLst/>
              <a:rect l="l" t="t" r="r" b="b"/>
              <a:pathLst>
                <a:path w="29992" h="5430" extrusionOk="0">
                  <a:moveTo>
                    <a:pt x="0" y="1"/>
                  </a:moveTo>
                  <a:lnTo>
                    <a:pt x="0" y="5429"/>
                  </a:lnTo>
                  <a:lnTo>
                    <a:pt x="29992" y="5429"/>
                  </a:lnTo>
                  <a:lnTo>
                    <a:pt x="299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1434175" y="5323600"/>
              <a:ext cx="749800" cy="135750"/>
            </a:xfrm>
            <a:custGeom>
              <a:avLst/>
              <a:gdLst/>
              <a:ahLst/>
              <a:cxnLst/>
              <a:rect l="l" t="t" r="r" b="b"/>
              <a:pathLst>
                <a:path w="29992" h="5430" fill="none" extrusionOk="0">
                  <a:moveTo>
                    <a:pt x="29992" y="5429"/>
                  </a:moveTo>
                  <a:lnTo>
                    <a:pt x="0" y="5429"/>
                  </a:lnTo>
                  <a:lnTo>
                    <a:pt x="0" y="1"/>
                  </a:lnTo>
                  <a:lnTo>
                    <a:pt x="29992" y="1"/>
                  </a:lnTo>
                  <a:lnTo>
                    <a:pt x="29992" y="542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6" name="Google Shape;246;p27"/>
            <p:cNvSpPr/>
            <p:nvPr/>
          </p:nvSpPr>
          <p:spPr>
            <a:xfrm>
              <a:off x="1504350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21" y="1631"/>
                  </a:lnTo>
                  <a:lnTo>
                    <a:pt x="0" y="2683"/>
                  </a:lnTo>
                  <a:lnTo>
                    <a:pt x="21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4" y="5346"/>
                  </a:lnTo>
                  <a:lnTo>
                    <a:pt x="124" y="5387"/>
                  </a:lnTo>
                  <a:lnTo>
                    <a:pt x="166" y="5346"/>
                  </a:lnTo>
                  <a:lnTo>
                    <a:pt x="186" y="5181"/>
                  </a:lnTo>
                  <a:lnTo>
                    <a:pt x="227" y="4603"/>
                  </a:lnTo>
                  <a:lnTo>
                    <a:pt x="248" y="3736"/>
                  </a:lnTo>
                  <a:lnTo>
                    <a:pt x="248" y="2683"/>
                  </a:lnTo>
                  <a:lnTo>
                    <a:pt x="248" y="1631"/>
                  </a:lnTo>
                  <a:lnTo>
                    <a:pt x="227" y="784"/>
                  </a:lnTo>
                  <a:lnTo>
                    <a:pt x="186" y="207"/>
                  </a:lnTo>
                  <a:lnTo>
                    <a:pt x="166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7" name="Google Shape;247;p27"/>
            <p:cNvSpPr/>
            <p:nvPr/>
          </p:nvSpPr>
          <p:spPr>
            <a:xfrm>
              <a:off x="1504350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4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21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21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66" y="41"/>
                  </a:lnTo>
                  <a:lnTo>
                    <a:pt x="186" y="207"/>
                  </a:lnTo>
                  <a:lnTo>
                    <a:pt x="227" y="784"/>
                  </a:lnTo>
                  <a:lnTo>
                    <a:pt x="24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48" y="3736"/>
                  </a:lnTo>
                  <a:lnTo>
                    <a:pt x="227" y="4603"/>
                  </a:lnTo>
                  <a:lnTo>
                    <a:pt x="186" y="5181"/>
                  </a:lnTo>
                  <a:lnTo>
                    <a:pt x="166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8" name="Google Shape;248;p27"/>
            <p:cNvSpPr/>
            <p:nvPr/>
          </p:nvSpPr>
          <p:spPr>
            <a:xfrm>
              <a:off x="14635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extrusionOk="0">
                  <a:moveTo>
                    <a:pt x="125" y="0"/>
                  </a:moveTo>
                  <a:lnTo>
                    <a:pt x="104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1" y="1631"/>
                  </a:lnTo>
                  <a:lnTo>
                    <a:pt x="1" y="2683"/>
                  </a:lnTo>
                  <a:lnTo>
                    <a:pt x="1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4" y="5346"/>
                  </a:lnTo>
                  <a:lnTo>
                    <a:pt x="125" y="5387"/>
                  </a:lnTo>
                  <a:lnTo>
                    <a:pt x="145" y="5346"/>
                  </a:lnTo>
                  <a:lnTo>
                    <a:pt x="166" y="5181"/>
                  </a:lnTo>
                  <a:lnTo>
                    <a:pt x="207" y="4603"/>
                  </a:lnTo>
                  <a:lnTo>
                    <a:pt x="228" y="3736"/>
                  </a:lnTo>
                  <a:lnTo>
                    <a:pt x="248" y="2683"/>
                  </a:lnTo>
                  <a:lnTo>
                    <a:pt x="228" y="1631"/>
                  </a:lnTo>
                  <a:lnTo>
                    <a:pt x="207" y="784"/>
                  </a:lnTo>
                  <a:lnTo>
                    <a:pt x="166" y="207"/>
                  </a:lnTo>
                  <a:lnTo>
                    <a:pt x="145" y="41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9" name="Google Shape;249;p27"/>
            <p:cNvSpPr/>
            <p:nvPr/>
          </p:nvSpPr>
          <p:spPr>
            <a:xfrm>
              <a:off x="14635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fill="none" extrusionOk="0">
                  <a:moveTo>
                    <a:pt x="125" y="5387"/>
                  </a:moveTo>
                  <a:lnTo>
                    <a:pt x="125" y="5387"/>
                  </a:lnTo>
                  <a:lnTo>
                    <a:pt x="104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1" y="3736"/>
                  </a:lnTo>
                  <a:lnTo>
                    <a:pt x="1" y="2683"/>
                  </a:lnTo>
                  <a:lnTo>
                    <a:pt x="1" y="2683"/>
                  </a:lnTo>
                  <a:lnTo>
                    <a:pt x="1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4" y="41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41"/>
                  </a:lnTo>
                  <a:lnTo>
                    <a:pt x="166" y="207"/>
                  </a:lnTo>
                  <a:lnTo>
                    <a:pt x="207" y="784"/>
                  </a:lnTo>
                  <a:lnTo>
                    <a:pt x="22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28" y="3736"/>
                  </a:lnTo>
                  <a:lnTo>
                    <a:pt x="207" y="4603"/>
                  </a:lnTo>
                  <a:lnTo>
                    <a:pt x="166" y="5181"/>
                  </a:lnTo>
                  <a:lnTo>
                    <a:pt x="145" y="5346"/>
                  </a:lnTo>
                  <a:lnTo>
                    <a:pt x="125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0" name="Google Shape;250;p27"/>
            <p:cNvSpPr/>
            <p:nvPr/>
          </p:nvSpPr>
          <p:spPr>
            <a:xfrm>
              <a:off x="1594650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extrusionOk="0">
                  <a:moveTo>
                    <a:pt x="125" y="0"/>
                  </a:moveTo>
                  <a:lnTo>
                    <a:pt x="104" y="41"/>
                  </a:lnTo>
                  <a:lnTo>
                    <a:pt x="63" y="207"/>
                  </a:lnTo>
                  <a:lnTo>
                    <a:pt x="42" y="784"/>
                  </a:lnTo>
                  <a:lnTo>
                    <a:pt x="1" y="1631"/>
                  </a:lnTo>
                  <a:lnTo>
                    <a:pt x="1" y="2683"/>
                  </a:lnTo>
                  <a:lnTo>
                    <a:pt x="1" y="3736"/>
                  </a:lnTo>
                  <a:lnTo>
                    <a:pt x="42" y="4603"/>
                  </a:lnTo>
                  <a:lnTo>
                    <a:pt x="63" y="5181"/>
                  </a:lnTo>
                  <a:lnTo>
                    <a:pt x="104" y="5346"/>
                  </a:lnTo>
                  <a:lnTo>
                    <a:pt x="125" y="5387"/>
                  </a:lnTo>
                  <a:lnTo>
                    <a:pt x="145" y="5346"/>
                  </a:lnTo>
                  <a:lnTo>
                    <a:pt x="166" y="5181"/>
                  </a:lnTo>
                  <a:lnTo>
                    <a:pt x="207" y="4603"/>
                  </a:lnTo>
                  <a:lnTo>
                    <a:pt x="228" y="3736"/>
                  </a:lnTo>
                  <a:lnTo>
                    <a:pt x="248" y="2683"/>
                  </a:lnTo>
                  <a:lnTo>
                    <a:pt x="228" y="1631"/>
                  </a:lnTo>
                  <a:lnTo>
                    <a:pt x="207" y="784"/>
                  </a:lnTo>
                  <a:lnTo>
                    <a:pt x="166" y="207"/>
                  </a:lnTo>
                  <a:lnTo>
                    <a:pt x="145" y="41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1" name="Google Shape;251;p27"/>
            <p:cNvSpPr/>
            <p:nvPr/>
          </p:nvSpPr>
          <p:spPr>
            <a:xfrm>
              <a:off x="1594650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fill="none" extrusionOk="0">
                  <a:moveTo>
                    <a:pt x="125" y="5387"/>
                  </a:moveTo>
                  <a:lnTo>
                    <a:pt x="125" y="5387"/>
                  </a:lnTo>
                  <a:lnTo>
                    <a:pt x="104" y="5346"/>
                  </a:lnTo>
                  <a:lnTo>
                    <a:pt x="63" y="5181"/>
                  </a:lnTo>
                  <a:lnTo>
                    <a:pt x="42" y="4603"/>
                  </a:lnTo>
                  <a:lnTo>
                    <a:pt x="1" y="3736"/>
                  </a:lnTo>
                  <a:lnTo>
                    <a:pt x="1" y="2683"/>
                  </a:lnTo>
                  <a:lnTo>
                    <a:pt x="1" y="2683"/>
                  </a:lnTo>
                  <a:lnTo>
                    <a:pt x="1" y="1631"/>
                  </a:lnTo>
                  <a:lnTo>
                    <a:pt x="42" y="784"/>
                  </a:lnTo>
                  <a:lnTo>
                    <a:pt x="63" y="207"/>
                  </a:lnTo>
                  <a:lnTo>
                    <a:pt x="104" y="41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41"/>
                  </a:lnTo>
                  <a:lnTo>
                    <a:pt x="166" y="207"/>
                  </a:lnTo>
                  <a:lnTo>
                    <a:pt x="207" y="784"/>
                  </a:lnTo>
                  <a:lnTo>
                    <a:pt x="22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28" y="3736"/>
                  </a:lnTo>
                  <a:lnTo>
                    <a:pt x="207" y="4603"/>
                  </a:lnTo>
                  <a:lnTo>
                    <a:pt x="166" y="5181"/>
                  </a:lnTo>
                  <a:lnTo>
                    <a:pt x="145" y="5346"/>
                  </a:lnTo>
                  <a:lnTo>
                    <a:pt x="125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2" name="Google Shape;252;p27"/>
            <p:cNvSpPr/>
            <p:nvPr/>
          </p:nvSpPr>
          <p:spPr>
            <a:xfrm>
              <a:off x="15533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21" y="1631"/>
                  </a:lnTo>
                  <a:lnTo>
                    <a:pt x="0" y="2683"/>
                  </a:lnTo>
                  <a:lnTo>
                    <a:pt x="21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4" y="5346"/>
                  </a:lnTo>
                  <a:lnTo>
                    <a:pt x="124" y="5387"/>
                  </a:lnTo>
                  <a:lnTo>
                    <a:pt x="165" y="5346"/>
                  </a:lnTo>
                  <a:lnTo>
                    <a:pt x="186" y="5181"/>
                  </a:lnTo>
                  <a:lnTo>
                    <a:pt x="227" y="4603"/>
                  </a:lnTo>
                  <a:lnTo>
                    <a:pt x="248" y="3736"/>
                  </a:lnTo>
                  <a:lnTo>
                    <a:pt x="248" y="2683"/>
                  </a:lnTo>
                  <a:lnTo>
                    <a:pt x="248" y="1631"/>
                  </a:lnTo>
                  <a:lnTo>
                    <a:pt x="227" y="784"/>
                  </a:lnTo>
                  <a:lnTo>
                    <a:pt x="186" y="207"/>
                  </a:lnTo>
                  <a:lnTo>
                    <a:pt x="16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3" name="Google Shape;253;p27"/>
            <p:cNvSpPr/>
            <p:nvPr/>
          </p:nvSpPr>
          <p:spPr>
            <a:xfrm>
              <a:off x="15533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4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21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21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65" y="41"/>
                  </a:lnTo>
                  <a:lnTo>
                    <a:pt x="186" y="207"/>
                  </a:lnTo>
                  <a:lnTo>
                    <a:pt x="227" y="784"/>
                  </a:lnTo>
                  <a:lnTo>
                    <a:pt x="24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48" y="3736"/>
                  </a:lnTo>
                  <a:lnTo>
                    <a:pt x="227" y="4603"/>
                  </a:lnTo>
                  <a:lnTo>
                    <a:pt x="186" y="5181"/>
                  </a:lnTo>
                  <a:lnTo>
                    <a:pt x="16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1684450" y="5325675"/>
              <a:ext cx="6200" cy="134700"/>
            </a:xfrm>
            <a:custGeom>
              <a:avLst/>
              <a:gdLst/>
              <a:ahLst/>
              <a:cxnLst/>
              <a:rect l="l" t="t" r="r" b="b"/>
              <a:pathLst>
                <a:path w="248" h="5388" extrusionOk="0">
                  <a:moveTo>
                    <a:pt x="124" y="0"/>
                  </a:moveTo>
                  <a:lnTo>
                    <a:pt x="103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21" y="1631"/>
                  </a:lnTo>
                  <a:lnTo>
                    <a:pt x="0" y="2683"/>
                  </a:lnTo>
                  <a:lnTo>
                    <a:pt x="21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3" y="5346"/>
                  </a:lnTo>
                  <a:lnTo>
                    <a:pt x="124" y="5387"/>
                  </a:lnTo>
                  <a:lnTo>
                    <a:pt x="165" y="5346"/>
                  </a:lnTo>
                  <a:lnTo>
                    <a:pt x="186" y="5181"/>
                  </a:lnTo>
                  <a:lnTo>
                    <a:pt x="227" y="4603"/>
                  </a:lnTo>
                  <a:lnTo>
                    <a:pt x="248" y="3736"/>
                  </a:lnTo>
                  <a:lnTo>
                    <a:pt x="248" y="2683"/>
                  </a:lnTo>
                  <a:lnTo>
                    <a:pt x="248" y="1631"/>
                  </a:lnTo>
                  <a:lnTo>
                    <a:pt x="227" y="784"/>
                  </a:lnTo>
                  <a:lnTo>
                    <a:pt x="186" y="207"/>
                  </a:lnTo>
                  <a:lnTo>
                    <a:pt x="16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5" name="Google Shape;255;p27"/>
            <p:cNvSpPr/>
            <p:nvPr/>
          </p:nvSpPr>
          <p:spPr>
            <a:xfrm>
              <a:off x="1684450" y="5325675"/>
              <a:ext cx="6200" cy="134700"/>
            </a:xfrm>
            <a:custGeom>
              <a:avLst/>
              <a:gdLst/>
              <a:ahLst/>
              <a:cxnLst/>
              <a:rect l="l" t="t" r="r" b="b"/>
              <a:pathLst>
                <a:path w="248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3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21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21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3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65" y="41"/>
                  </a:lnTo>
                  <a:lnTo>
                    <a:pt x="186" y="207"/>
                  </a:lnTo>
                  <a:lnTo>
                    <a:pt x="227" y="784"/>
                  </a:lnTo>
                  <a:lnTo>
                    <a:pt x="24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48" y="3736"/>
                  </a:lnTo>
                  <a:lnTo>
                    <a:pt x="227" y="4603"/>
                  </a:lnTo>
                  <a:lnTo>
                    <a:pt x="186" y="5181"/>
                  </a:lnTo>
                  <a:lnTo>
                    <a:pt x="16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" name="Google Shape;256;p27"/>
            <p:cNvSpPr/>
            <p:nvPr/>
          </p:nvSpPr>
          <p:spPr>
            <a:xfrm>
              <a:off x="16436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1" y="1631"/>
                  </a:lnTo>
                  <a:lnTo>
                    <a:pt x="1" y="2683"/>
                  </a:lnTo>
                  <a:lnTo>
                    <a:pt x="1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4" y="5346"/>
                  </a:lnTo>
                  <a:lnTo>
                    <a:pt x="124" y="5387"/>
                  </a:lnTo>
                  <a:lnTo>
                    <a:pt x="145" y="5346"/>
                  </a:lnTo>
                  <a:lnTo>
                    <a:pt x="166" y="5181"/>
                  </a:lnTo>
                  <a:lnTo>
                    <a:pt x="207" y="4603"/>
                  </a:lnTo>
                  <a:lnTo>
                    <a:pt x="248" y="3736"/>
                  </a:lnTo>
                  <a:lnTo>
                    <a:pt x="248" y="2683"/>
                  </a:lnTo>
                  <a:lnTo>
                    <a:pt x="248" y="1631"/>
                  </a:lnTo>
                  <a:lnTo>
                    <a:pt x="207" y="784"/>
                  </a:lnTo>
                  <a:lnTo>
                    <a:pt x="166" y="207"/>
                  </a:lnTo>
                  <a:lnTo>
                    <a:pt x="14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16436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4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1" y="3736"/>
                  </a:lnTo>
                  <a:lnTo>
                    <a:pt x="1" y="2683"/>
                  </a:lnTo>
                  <a:lnTo>
                    <a:pt x="1" y="2683"/>
                  </a:lnTo>
                  <a:lnTo>
                    <a:pt x="1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41"/>
                  </a:lnTo>
                  <a:lnTo>
                    <a:pt x="166" y="207"/>
                  </a:lnTo>
                  <a:lnTo>
                    <a:pt x="207" y="784"/>
                  </a:lnTo>
                  <a:lnTo>
                    <a:pt x="24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48" y="3736"/>
                  </a:lnTo>
                  <a:lnTo>
                    <a:pt x="207" y="4603"/>
                  </a:lnTo>
                  <a:lnTo>
                    <a:pt x="166" y="5181"/>
                  </a:lnTo>
                  <a:lnTo>
                    <a:pt x="14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8" name="Google Shape;258;p27"/>
            <p:cNvSpPr/>
            <p:nvPr/>
          </p:nvSpPr>
          <p:spPr>
            <a:xfrm>
              <a:off x="1774750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0" y="1631"/>
                  </a:lnTo>
                  <a:lnTo>
                    <a:pt x="0" y="2683"/>
                  </a:lnTo>
                  <a:lnTo>
                    <a:pt x="0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4" y="5346"/>
                  </a:lnTo>
                  <a:lnTo>
                    <a:pt x="124" y="5387"/>
                  </a:lnTo>
                  <a:lnTo>
                    <a:pt x="145" y="5346"/>
                  </a:lnTo>
                  <a:lnTo>
                    <a:pt x="166" y="5181"/>
                  </a:lnTo>
                  <a:lnTo>
                    <a:pt x="207" y="4603"/>
                  </a:lnTo>
                  <a:lnTo>
                    <a:pt x="228" y="3736"/>
                  </a:lnTo>
                  <a:lnTo>
                    <a:pt x="248" y="2683"/>
                  </a:lnTo>
                  <a:lnTo>
                    <a:pt x="228" y="1631"/>
                  </a:lnTo>
                  <a:lnTo>
                    <a:pt x="207" y="784"/>
                  </a:lnTo>
                  <a:lnTo>
                    <a:pt x="166" y="207"/>
                  </a:lnTo>
                  <a:lnTo>
                    <a:pt x="14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9" name="Google Shape;259;p27"/>
            <p:cNvSpPr/>
            <p:nvPr/>
          </p:nvSpPr>
          <p:spPr>
            <a:xfrm>
              <a:off x="1774750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4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0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0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41"/>
                  </a:lnTo>
                  <a:lnTo>
                    <a:pt x="166" y="207"/>
                  </a:lnTo>
                  <a:lnTo>
                    <a:pt x="207" y="784"/>
                  </a:lnTo>
                  <a:lnTo>
                    <a:pt x="22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28" y="3736"/>
                  </a:lnTo>
                  <a:lnTo>
                    <a:pt x="207" y="4603"/>
                  </a:lnTo>
                  <a:lnTo>
                    <a:pt x="166" y="5181"/>
                  </a:lnTo>
                  <a:lnTo>
                    <a:pt x="14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0" name="Google Shape;260;p27"/>
            <p:cNvSpPr/>
            <p:nvPr/>
          </p:nvSpPr>
          <p:spPr>
            <a:xfrm>
              <a:off x="1733475" y="5325675"/>
              <a:ext cx="6725" cy="134700"/>
            </a:xfrm>
            <a:custGeom>
              <a:avLst/>
              <a:gdLst/>
              <a:ahLst/>
              <a:cxnLst/>
              <a:rect l="l" t="t" r="r" b="b"/>
              <a:pathLst>
                <a:path w="269" h="5388" extrusionOk="0">
                  <a:moveTo>
                    <a:pt x="124" y="0"/>
                  </a:moveTo>
                  <a:lnTo>
                    <a:pt x="103" y="41"/>
                  </a:lnTo>
                  <a:lnTo>
                    <a:pt x="83" y="207"/>
                  </a:lnTo>
                  <a:lnTo>
                    <a:pt x="41" y="784"/>
                  </a:lnTo>
                  <a:lnTo>
                    <a:pt x="21" y="1631"/>
                  </a:lnTo>
                  <a:lnTo>
                    <a:pt x="0" y="2683"/>
                  </a:lnTo>
                  <a:lnTo>
                    <a:pt x="21" y="3736"/>
                  </a:lnTo>
                  <a:lnTo>
                    <a:pt x="41" y="4603"/>
                  </a:lnTo>
                  <a:lnTo>
                    <a:pt x="83" y="5181"/>
                  </a:lnTo>
                  <a:lnTo>
                    <a:pt x="103" y="5346"/>
                  </a:lnTo>
                  <a:lnTo>
                    <a:pt x="124" y="5387"/>
                  </a:lnTo>
                  <a:lnTo>
                    <a:pt x="165" y="5346"/>
                  </a:lnTo>
                  <a:lnTo>
                    <a:pt x="186" y="5181"/>
                  </a:lnTo>
                  <a:lnTo>
                    <a:pt x="227" y="4603"/>
                  </a:lnTo>
                  <a:lnTo>
                    <a:pt x="248" y="3736"/>
                  </a:lnTo>
                  <a:lnTo>
                    <a:pt x="268" y="2683"/>
                  </a:lnTo>
                  <a:lnTo>
                    <a:pt x="248" y="1631"/>
                  </a:lnTo>
                  <a:lnTo>
                    <a:pt x="227" y="784"/>
                  </a:lnTo>
                  <a:lnTo>
                    <a:pt x="186" y="207"/>
                  </a:lnTo>
                  <a:lnTo>
                    <a:pt x="16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1" name="Google Shape;261;p27"/>
            <p:cNvSpPr/>
            <p:nvPr/>
          </p:nvSpPr>
          <p:spPr>
            <a:xfrm>
              <a:off x="1733475" y="5325675"/>
              <a:ext cx="6725" cy="134700"/>
            </a:xfrm>
            <a:custGeom>
              <a:avLst/>
              <a:gdLst/>
              <a:ahLst/>
              <a:cxnLst/>
              <a:rect l="l" t="t" r="r" b="b"/>
              <a:pathLst>
                <a:path w="269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3" y="5346"/>
                  </a:lnTo>
                  <a:lnTo>
                    <a:pt x="83" y="5181"/>
                  </a:lnTo>
                  <a:lnTo>
                    <a:pt x="41" y="4603"/>
                  </a:lnTo>
                  <a:lnTo>
                    <a:pt x="21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21" y="1631"/>
                  </a:lnTo>
                  <a:lnTo>
                    <a:pt x="41" y="784"/>
                  </a:lnTo>
                  <a:lnTo>
                    <a:pt x="83" y="207"/>
                  </a:lnTo>
                  <a:lnTo>
                    <a:pt x="103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65" y="41"/>
                  </a:lnTo>
                  <a:lnTo>
                    <a:pt x="186" y="207"/>
                  </a:lnTo>
                  <a:lnTo>
                    <a:pt x="227" y="784"/>
                  </a:lnTo>
                  <a:lnTo>
                    <a:pt x="248" y="1631"/>
                  </a:lnTo>
                  <a:lnTo>
                    <a:pt x="268" y="2683"/>
                  </a:lnTo>
                  <a:lnTo>
                    <a:pt x="268" y="2683"/>
                  </a:lnTo>
                  <a:lnTo>
                    <a:pt x="248" y="3736"/>
                  </a:lnTo>
                  <a:lnTo>
                    <a:pt x="227" y="4603"/>
                  </a:lnTo>
                  <a:lnTo>
                    <a:pt x="186" y="5181"/>
                  </a:lnTo>
                  <a:lnTo>
                    <a:pt x="16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2" name="Google Shape;262;p27"/>
            <p:cNvSpPr/>
            <p:nvPr/>
          </p:nvSpPr>
          <p:spPr>
            <a:xfrm>
              <a:off x="1864550" y="5325675"/>
              <a:ext cx="6725" cy="134700"/>
            </a:xfrm>
            <a:custGeom>
              <a:avLst/>
              <a:gdLst/>
              <a:ahLst/>
              <a:cxnLst/>
              <a:rect l="l" t="t" r="r" b="b"/>
              <a:pathLst>
                <a:path w="269" h="5388" extrusionOk="0">
                  <a:moveTo>
                    <a:pt x="124" y="0"/>
                  </a:moveTo>
                  <a:lnTo>
                    <a:pt x="103" y="41"/>
                  </a:lnTo>
                  <a:lnTo>
                    <a:pt x="83" y="207"/>
                  </a:lnTo>
                  <a:lnTo>
                    <a:pt x="41" y="784"/>
                  </a:lnTo>
                  <a:lnTo>
                    <a:pt x="21" y="1631"/>
                  </a:lnTo>
                  <a:lnTo>
                    <a:pt x="0" y="2683"/>
                  </a:lnTo>
                  <a:lnTo>
                    <a:pt x="21" y="3736"/>
                  </a:lnTo>
                  <a:lnTo>
                    <a:pt x="41" y="4603"/>
                  </a:lnTo>
                  <a:lnTo>
                    <a:pt x="83" y="5181"/>
                  </a:lnTo>
                  <a:lnTo>
                    <a:pt x="103" y="5346"/>
                  </a:lnTo>
                  <a:lnTo>
                    <a:pt x="124" y="5387"/>
                  </a:lnTo>
                  <a:lnTo>
                    <a:pt x="165" y="5346"/>
                  </a:lnTo>
                  <a:lnTo>
                    <a:pt x="186" y="5181"/>
                  </a:lnTo>
                  <a:lnTo>
                    <a:pt x="227" y="4603"/>
                  </a:lnTo>
                  <a:lnTo>
                    <a:pt x="248" y="3736"/>
                  </a:lnTo>
                  <a:lnTo>
                    <a:pt x="268" y="2683"/>
                  </a:lnTo>
                  <a:lnTo>
                    <a:pt x="248" y="1631"/>
                  </a:lnTo>
                  <a:lnTo>
                    <a:pt x="227" y="784"/>
                  </a:lnTo>
                  <a:lnTo>
                    <a:pt x="186" y="207"/>
                  </a:lnTo>
                  <a:lnTo>
                    <a:pt x="16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3" name="Google Shape;263;p27"/>
            <p:cNvSpPr/>
            <p:nvPr/>
          </p:nvSpPr>
          <p:spPr>
            <a:xfrm>
              <a:off x="1864550" y="5325675"/>
              <a:ext cx="6725" cy="134700"/>
            </a:xfrm>
            <a:custGeom>
              <a:avLst/>
              <a:gdLst/>
              <a:ahLst/>
              <a:cxnLst/>
              <a:rect l="l" t="t" r="r" b="b"/>
              <a:pathLst>
                <a:path w="269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3" y="5346"/>
                  </a:lnTo>
                  <a:lnTo>
                    <a:pt x="83" y="5181"/>
                  </a:lnTo>
                  <a:lnTo>
                    <a:pt x="41" y="4603"/>
                  </a:lnTo>
                  <a:lnTo>
                    <a:pt x="21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21" y="1631"/>
                  </a:lnTo>
                  <a:lnTo>
                    <a:pt x="41" y="784"/>
                  </a:lnTo>
                  <a:lnTo>
                    <a:pt x="83" y="207"/>
                  </a:lnTo>
                  <a:lnTo>
                    <a:pt x="103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65" y="41"/>
                  </a:lnTo>
                  <a:lnTo>
                    <a:pt x="186" y="207"/>
                  </a:lnTo>
                  <a:lnTo>
                    <a:pt x="227" y="784"/>
                  </a:lnTo>
                  <a:lnTo>
                    <a:pt x="248" y="1631"/>
                  </a:lnTo>
                  <a:lnTo>
                    <a:pt x="268" y="2683"/>
                  </a:lnTo>
                  <a:lnTo>
                    <a:pt x="268" y="2683"/>
                  </a:lnTo>
                  <a:lnTo>
                    <a:pt x="248" y="3736"/>
                  </a:lnTo>
                  <a:lnTo>
                    <a:pt x="227" y="4603"/>
                  </a:lnTo>
                  <a:lnTo>
                    <a:pt x="186" y="5181"/>
                  </a:lnTo>
                  <a:lnTo>
                    <a:pt x="16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18237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0" y="1631"/>
                  </a:lnTo>
                  <a:lnTo>
                    <a:pt x="0" y="2683"/>
                  </a:lnTo>
                  <a:lnTo>
                    <a:pt x="0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4" y="5346"/>
                  </a:lnTo>
                  <a:lnTo>
                    <a:pt x="124" y="5387"/>
                  </a:lnTo>
                  <a:lnTo>
                    <a:pt x="145" y="5346"/>
                  </a:lnTo>
                  <a:lnTo>
                    <a:pt x="166" y="5181"/>
                  </a:lnTo>
                  <a:lnTo>
                    <a:pt x="207" y="4603"/>
                  </a:lnTo>
                  <a:lnTo>
                    <a:pt x="248" y="3736"/>
                  </a:lnTo>
                  <a:lnTo>
                    <a:pt x="248" y="2683"/>
                  </a:lnTo>
                  <a:lnTo>
                    <a:pt x="248" y="1631"/>
                  </a:lnTo>
                  <a:lnTo>
                    <a:pt x="207" y="784"/>
                  </a:lnTo>
                  <a:lnTo>
                    <a:pt x="166" y="207"/>
                  </a:lnTo>
                  <a:lnTo>
                    <a:pt x="14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18237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4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0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0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41"/>
                  </a:lnTo>
                  <a:lnTo>
                    <a:pt x="166" y="207"/>
                  </a:lnTo>
                  <a:lnTo>
                    <a:pt x="207" y="784"/>
                  </a:lnTo>
                  <a:lnTo>
                    <a:pt x="24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48" y="3736"/>
                  </a:lnTo>
                  <a:lnTo>
                    <a:pt x="207" y="4603"/>
                  </a:lnTo>
                  <a:lnTo>
                    <a:pt x="166" y="5181"/>
                  </a:lnTo>
                  <a:lnTo>
                    <a:pt x="14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6" name="Google Shape;266;p27"/>
            <p:cNvSpPr/>
            <p:nvPr/>
          </p:nvSpPr>
          <p:spPr>
            <a:xfrm>
              <a:off x="1954850" y="5325675"/>
              <a:ext cx="6200" cy="134700"/>
            </a:xfrm>
            <a:custGeom>
              <a:avLst/>
              <a:gdLst/>
              <a:ahLst/>
              <a:cxnLst/>
              <a:rect l="l" t="t" r="r" b="b"/>
              <a:pathLst>
                <a:path w="248" h="5388" extrusionOk="0">
                  <a:moveTo>
                    <a:pt x="124" y="0"/>
                  </a:moveTo>
                  <a:lnTo>
                    <a:pt x="103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0" y="1631"/>
                  </a:lnTo>
                  <a:lnTo>
                    <a:pt x="0" y="2683"/>
                  </a:lnTo>
                  <a:lnTo>
                    <a:pt x="0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3" y="5346"/>
                  </a:lnTo>
                  <a:lnTo>
                    <a:pt x="124" y="5387"/>
                  </a:lnTo>
                  <a:lnTo>
                    <a:pt x="145" y="5346"/>
                  </a:lnTo>
                  <a:lnTo>
                    <a:pt x="165" y="5181"/>
                  </a:lnTo>
                  <a:lnTo>
                    <a:pt x="207" y="4603"/>
                  </a:lnTo>
                  <a:lnTo>
                    <a:pt x="248" y="3736"/>
                  </a:lnTo>
                  <a:lnTo>
                    <a:pt x="248" y="2683"/>
                  </a:lnTo>
                  <a:lnTo>
                    <a:pt x="248" y="1631"/>
                  </a:lnTo>
                  <a:lnTo>
                    <a:pt x="207" y="784"/>
                  </a:lnTo>
                  <a:lnTo>
                    <a:pt x="165" y="207"/>
                  </a:lnTo>
                  <a:lnTo>
                    <a:pt x="14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7" name="Google Shape;267;p27"/>
            <p:cNvSpPr/>
            <p:nvPr/>
          </p:nvSpPr>
          <p:spPr>
            <a:xfrm>
              <a:off x="1954850" y="5325675"/>
              <a:ext cx="6200" cy="134700"/>
            </a:xfrm>
            <a:custGeom>
              <a:avLst/>
              <a:gdLst/>
              <a:ahLst/>
              <a:cxnLst/>
              <a:rect l="l" t="t" r="r" b="b"/>
              <a:pathLst>
                <a:path w="248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3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0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0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3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41"/>
                  </a:lnTo>
                  <a:lnTo>
                    <a:pt x="165" y="207"/>
                  </a:lnTo>
                  <a:lnTo>
                    <a:pt x="207" y="784"/>
                  </a:lnTo>
                  <a:lnTo>
                    <a:pt x="24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48" y="3736"/>
                  </a:lnTo>
                  <a:lnTo>
                    <a:pt x="207" y="4603"/>
                  </a:lnTo>
                  <a:lnTo>
                    <a:pt x="165" y="5181"/>
                  </a:lnTo>
                  <a:lnTo>
                    <a:pt x="14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8" name="Google Shape;268;p27"/>
            <p:cNvSpPr/>
            <p:nvPr/>
          </p:nvSpPr>
          <p:spPr>
            <a:xfrm>
              <a:off x="1913550" y="5325675"/>
              <a:ext cx="6750" cy="134700"/>
            </a:xfrm>
            <a:custGeom>
              <a:avLst/>
              <a:gdLst/>
              <a:ahLst/>
              <a:cxnLst/>
              <a:rect l="l" t="t" r="r" b="b"/>
              <a:pathLst>
                <a:path w="270" h="5388" extrusionOk="0">
                  <a:moveTo>
                    <a:pt x="145" y="0"/>
                  </a:moveTo>
                  <a:lnTo>
                    <a:pt x="104" y="41"/>
                  </a:lnTo>
                  <a:lnTo>
                    <a:pt x="84" y="207"/>
                  </a:lnTo>
                  <a:lnTo>
                    <a:pt x="42" y="784"/>
                  </a:lnTo>
                  <a:lnTo>
                    <a:pt x="22" y="1631"/>
                  </a:lnTo>
                  <a:lnTo>
                    <a:pt x="1" y="2683"/>
                  </a:lnTo>
                  <a:lnTo>
                    <a:pt x="22" y="3736"/>
                  </a:lnTo>
                  <a:lnTo>
                    <a:pt x="42" y="4603"/>
                  </a:lnTo>
                  <a:lnTo>
                    <a:pt x="84" y="5181"/>
                  </a:lnTo>
                  <a:lnTo>
                    <a:pt x="104" y="5346"/>
                  </a:lnTo>
                  <a:lnTo>
                    <a:pt x="145" y="5387"/>
                  </a:lnTo>
                  <a:lnTo>
                    <a:pt x="166" y="5346"/>
                  </a:lnTo>
                  <a:lnTo>
                    <a:pt x="187" y="5181"/>
                  </a:lnTo>
                  <a:lnTo>
                    <a:pt x="228" y="4603"/>
                  </a:lnTo>
                  <a:lnTo>
                    <a:pt x="249" y="3736"/>
                  </a:lnTo>
                  <a:lnTo>
                    <a:pt x="269" y="2683"/>
                  </a:lnTo>
                  <a:lnTo>
                    <a:pt x="249" y="1631"/>
                  </a:lnTo>
                  <a:lnTo>
                    <a:pt x="228" y="784"/>
                  </a:lnTo>
                  <a:lnTo>
                    <a:pt x="187" y="20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9" name="Google Shape;269;p27"/>
            <p:cNvSpPr/>
            <p:nvPr/>
          </p:nvSpPr>
          <p:spPr>
            <a:xfrm>
              <a:off x="1913550" y="5325675"/>
              <a:ext cx="6750" cy="134700"/>
            </a:xfrm>
            <a:custGeom>
              <a:avLst/>
              <a:gdLst/>
              <a:ahLst/>
              <a:cxnLst/>
              <a:rect l="l" t="t" r="r" b="b"/>
              <a:pathLst>
                <a:path w="270" h="5388" fill="none" extrusionOk="0">
                  <a:moveTo>
                    <a:pt x="145" y="5387"/>
                  </a:moveTo>
                  <a:lnTo>
                    <a:pt x="145" y="5387"/>
                  </a:lnTo>
                  <a:lnTo>
                    <a:pt x="104" y="5346"/>
                  </a:lnTo>
                  <a:lnTo>
                    <a:pt x="84" y="5181"/>
                  </a:lnTo>
                  <a:lnTo>
                    <a:pt x="42" y="4603"/>
                  </a:lnTo>
                  <a:lnTo>
                    <a:pt x="22" y="3736"/>
                  </a:lnTo>
                  <a:lnTo>
                    <a:pt x="1" y="2683"/>
                  </a:lnTo>
                  <a:lnTo>
                    <a:pt x="1" y="2683"/>
                  </a:lnTo>
                  <a:lnTo>
                    <a:pt x="22" y="1631"/>
                  </a:lnTo>
                  <a:lnTo>
                    <a:pt x="42" y="784"/>
                  </a:lnTo>
                  <a:lnTo>
                    <a:pt x="84" y="207"/>
                  </a:lnTo>
                  <a:lnTo>
                    <a:pt x="104" y="41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7" y="207"/>
                  </a:lnTo>
                  <a:lnTo>
                    <a:pt x="228" y="784"/>
                  </a:lnTo>
                  <a:lnTo>
                    <a:pt x="249" y="1631"/>
                  </a:lnTo>
                  <a:lnTo>
                    <a:pt x="269" y="2683"/>
                  </a:lnTo>
                  <a:lnTo>
                    <a:pt x="269" y="2683"/>
                  </a:lnTo>
                  <a:lnTo>
                    <a:pt x="249" y="3736"/>
                  </a:lnTo>
                  <a:lnTo>
                    <a:pt x="228" y="4603"/>
                  </a:lnTo>
                  <a:lnTo>
                    <a:pt x="187" y="5181"/>
                  </a:lnTo>
                  <a:lnTo>
                    <a:pt x="166" y="5346"/>
                  </a:lnTo>
                  <a:lnTo>
                    <a:pt x="145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0" name="Google Shape;270;p27"/>
            <p:cNvSpPr/>
            <p:nvPr/>
          </p:nvSpPr>
          <p:spPr>
            <a:xfrm>
              <a:off x="2044625" y="5325675"/>
              <a:ext cx="6750" cy="134700"/>
            </a:xfrm>
            <a:custGeom>
              <a:avLst/>
              <a:gdLst/>
              <a:ahLst/>
              <a:cxnLst/>
              <a:rect l="l" t="t" r="r" b="b"/>
              <a:pathLst>
                <a:path w="270" h="5388" extrusionOk="0">
                  <a:moveTo>
                    <a:pt x="145" y="0"/>
                  </a:moveTo>
                  <a:lnTo>
                    <a:pt x="104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21" y="1631"/>
                  </a:lnTo>
                  <a:lnTo>
                    <a:pt x="1" y="2683"/>
                  </a:lnTo>
                  <a:lnTo>
                    <a:pt x="21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4" y="5346"/>
                  </a:lnTo>
                  <a:lnTo>
                    <a:pt x="145" y="5387"/>
                  </a:lnTo>
                  <a:lnTo>
                    <a:pt x="166" y="5346"/>
                  </a:lnTo>
                  <a:lnTo>
                    <a:pt x="187" y="5181"/>
                  </a:lnTo>
                  <a:lnTo>
                    <a:pt x="228" y="4603"/>
                  </a:lnTo>
                  <a:lnTo>
                    <a:pt x="249" y="3736"/>
                  </a:lnTo>
                  <a:lnTo>
                    <a:pt x="269" y="2683"/>
                  </a:lnTo>
                  <a:lnTo>
                    <a:pt x="249" y="1631"/>
                  </a:lnTo>
                  <a:lnTo>
                    <a:pt x="228" y="784"/>
                  </a:lnTo>
                  <a:lnTo>
                    <a:pt x="187" y="20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1" name="Google Shape;271;p27"/>
            <p:cNvSpPr/>
            <p:nvPr/>
          </p:nvSpPr>
          <p:spPr>
            <a:xfrm>
              <a:off x="2044625" y="5325675"/>
              <a:ext cx="6750" cy="134700"/>
            </a:xfrm>
            <a:custGeom>
              <a:avLst/>
              <a:gdLst/>
              <a:ahLst/>
              <a:cxnLst/>
              <a:rect l="l" t="t" r="r" b="b"/>
              <a:pathLst>
                <a:path w="270" h="5388" fill="none" extrusionOk="0">
                  <a:moveTo>
                    <a:pt x="145" y="5387"/>
                  </a:moveTo>
                  <a:lnTo>
                    <a:pt x="145" y="5387"/>
                  </a:lnTo>
                  <a:lnTo>
                    <a:pt x="104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21" y="3736"/>
                  </a:lnTo>
                  <a:lnTo>
                    <a:pt x="1" y="2683"/>
                  </a:lnTo>
                  <a:lnTo>
                    <a:pt x="1" y="2683"/>
                  </a:lnTo>
                  <a:lnTo>
                    <a:pt x="21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4" y="41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7" y="207"/>
                  </a:lnTo>
                  <a:lnTo>
                    <a:pt x="228" y="784"/>
                  </a:lnTo>
                  <a:lnTo>
                    <a:pt x="249" y="1631"/>
                  </a:lnTo>
                  <a:lnTo>
                    <a:pt x="269" y="2683"/>
                  </a:lnTo>
                  <a:lnTo>
                    <a:pt x="269" y="2683"/>
                  </a:lnTo>
                  <a:lnTo>
                    <a:pt x="249" y="3736"/>
                  </a:lnTo>
                  <a:lnTo>
                    <a:pt x="228" y="4603"/>
                  </a:lnTo>
                  <a:lnTo>
                    <a:pt x="187" y="5181"/>
                  </a:lnTo>
                  <a:lnTo>
                    <a:pt x="166" y="5346"/>
                  </a:lnTo>
                  <a:lnTo>
                    <a:pt x="145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2" name="Google Shape;272;p27"/>
            <p:cNvSpPr/>
            <p:nvPr/>
          </p:nvSpPr>
          <p:spPr>
            <a:xfrm>
              <a:off x="2003875" y="5325675"/>
              <a:ext cx="6200" cy="134700"/>
            </a:xfrm>
            <a:custGeom>
              <a:avLst/>
              <a:gdLst/>
              <a:ahLst/>
              <a:cxnLst/>
              <a:rect l="l" t="t" r="r" b="b"/>
              <a:pathLst>
                <a:path w="248" h="5388" extrusionOk="0">
                  <a:moveTo>
                    <a:pt x="124" y="0"/>
                  </a:moveTo>
                  <a:lnTo>
                    <a:pt x="103" y="41"/>
                  </a:lnTo>
                  <a:lnTo>
                    <a:pt x="83" y="207"/>
                  </a:lnTo>
                  <a:lnTo>
                    <a:pt x="41" y="784"/>
                  </a:lnTo>
                  <a:lnTo>
                    <a:pt x="21" y="1631"/>
                  </a:lnTo>
                  <a:lnTo>
                    <a:pt x="0" y="2683"/>
                  </a:lnTo>
                  <a:lnTo>
                    <a:pt x="21" y="3736"/>
                  </a:lnTo>
                  <a:lnTo>
                    <a:pt x="41" y="4603"/>
                  </a:lnTo>
                  <a:lnTo>
                    <a:pt x="83" y="5181"/>
                  </a:lnTo>
                  <a:lnTo>
                    <a:pt x="103" y="5346"/>
                  </a:lnTo>
                  <a:lnTo>
                    <a:pt x="124" y="5387"/>
                  </a:lnTo>
                  <a:lnTo>
                    <a:pt x="145" y="5346"/>
                  </a:lnTo>
                  <a:lnTo>
                    <a:pt x="165" y="5181"/>
                  </a:lnTo>
                  <a:lnTo>
                    <a:pt x="207" y="4603"/>
                  </a:lnTo>
                  <a:lnTo>
                    <a:pt x="248" y="3736"/>
                  </a:lnTo>
                  <a:lnTo>
                    <a:pt x="248" y="2683"/>
                  </a:lnTo>
                  <a:lnTo>
                    <a:pt x="248" y="1631"/>
                  </a:lnTo>
                  <a:lnTo>
                    <a:pt x="207" y="784"/>
                  </a:lnTo>
                  <a:lnTo>
                    <a:pt x="165" y="207"/>
                  </a:lnTo>
                  <a:lnTo>
                    <a:pt x="14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3" name="Google Shape;273;p27"/>
            <p:cNvSpPr/>
            <p:nvPr/>
          </p:nvSpPr>
          <p:spPr>
            <a:xfrm>
              <a:off x="2003875" y="5325675"/>
              <a:ext cx="6200" cy="134700"/>
            </a:xfrm>
            <a:custGeom>
              <a:avLst/>
              <a:gdLst/>
              <a:ahLst/>
              <a:cxnLst/>
              <a:rect l="l" t="t" r="r" b="b"/>
              <a:pathLst>
                <a:path w="248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3" y="5346"/>
                  </a:lnTo>
                  <a:lnTo>
                    <a:pt x="83" y="5181"/>
                  </a:lnTo>
                  <a:lnTo>
                    <a:pt x="41" y="4603"/>
                  </a:lnTo>
                  <a:lnTo>
                    <a:pt x="21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21" y="1631"/>
                  </a:lnTo>
                  <a:lnTo>
                    <a:pt x="41" y="784"/>
                  </a:lnTo>
                  <a:lnTo>
                    <a:pt x="83" y="207"/>
                  </a:lnTo>
                  <a:lnTo>
                    <a:pt x="103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41"/>
                  </a:lnTo>
                  <a:lnTo>
                    <a:pt x="165" y="207"/>
                  </a:lnTo>
                  <a:lnTo>
                    <a:pt x="207" y="784"/>
                  </a:lnTo>
                  <a:lnTo>
                    <a:pt x="24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48" y="3736"/>
                  </a:lnTo>
                  <a:lnTo>
                    <a:pt x="207" y="4603"/>
                  </a:lnTo>
                  <a:lnTo>
                    <a:pt x="165" y="5181"/>
                  </a:lnTo>
                  <a:lnTo>
                    <a:pt x="14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4" name="Google Shape;274;p27"/>
            <p:cNvSpPr/>
            <p:nvPr/>
          </p:nvSpPr>
          <p:spPr>
            <a:xfrm>
              <a:off x="2134950" y="5325675"/>
              <a:ext cx="6200" cy="134700"/>
            </a:xfrm>
            <a:custGeom>
              <a:avLst/>
              <a:gdLst/>
              <a:ahLst/>
              <a:cxnLst/>
              <a:rect l="l" t="t" r="r" b="b"/>
              <a:pathLst>
                <a:path w="248" h="5388" extrusionOk="0">
                  <a:moveTo>
                    <a:pt x="124" y="0"/>
                  </a:moveTo>
                  <a:lnTo>
                    <a:pt x="103" y="41"/>
                  </a:lnTo>
                  <a:lnTo>
                    <a:pt x="83" y="207"/>
                  </a:lnTo>
                  <a:lnTo>
                    <a:pt x="41" y="784"/>
                  </a:lnTo>
                  <a:lnTo>
                    <a:pt x="21" y="1631"/>
                  </a:lnTo>
                  <a:lnTo>
                    <a:pt x="0" y="2683"/>
                  </a:lnTo>
                  <a:lnTo>
                    <a:pt x="21" y="3736"/>
                  </a:lnTo>
                  <a:lnTo>
                    <a:pt x="41" y="4603"/>
                  </a:lnTo>
                  <a:lnTo>
                    <a:pt x="83" y="5181"/>
                  </a:lnTo>
                  <a:lnTo>
                    <a:pt x="103" y="5346"/>
                  </a:lnTo>
                  <a:lnTo>
                    <a:pt x="124" y="5387"/>
                  </a:lnTo>
                  <a:lnTo>
                    <a:pt x="145" y="5346"/>
                  </a:lnTo>
                  <a:lnTo>
                    <a:pt x="165" y="5181"/>
                  </a:lnTo>
                  <a:lnTo>
                    <a:pt x="206" y="4603"/>
                  </a:lnTo>
                  <a:lnTo>
                    <a:pt x="248" y="3736"/>
                  </a:lnTo>
                  <a:lnTo>
                    <a:pt x="248" y="2683"/>
                  </a:lnTo>
                  <a:lnTo>
                    <a:pt x="248" y="1631"/>
                  </a:lnTo>
                  <a:lnTo>
                    <a:pt x="206" y="784"/>
                  </a:lnTo>
                  <a:lnTo>
                    <a:pt x="165" y="207"/>
                  </a:lnTo>
                  <a:lnTo>
                    <a:pt x="14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5" name="Google Shape;275;p27"/>
            <p:cNvSpPr/>
            <p:nvPr/>
          </p:nvSpPr>
          <p:spPr>
            <a:xfrm>
              <a:off x="2134950" y="5325675"/>
              <a:ext cx="6200" cy="134700"/>
            </a:xfrm>
            <a:custGeom>
              <a:avLst/>
              <a:gdLst/>
              <a:ahLst/>
              <a:cxnLst/>
              <a:rect l="l" t="t" r="r" b="b"/>
              <a:pathLst>
                <a:path w="248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3" y="5346"/>
                  </a:lnTo>
                  <a:lnTo>
                    <a:pt x="83" y="5181"/>
                  </a:lnTo>
                  <a:lnTo>
                    <a:pt x="41" y="4603"/>
                  </a:lnTo>
                  <a:lnTo>
                    <a:pt x="21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21" y="1631"/>
                  </a:lnTo>
                  <a:lnTo>
                    <a:pt x="41" y="784"/>
                  </a:lnTo>
                  <a:lnTo>
                    <a:pt x="83" y="207"/>
                  </a:lnTo>
                  <a:lnTo>
                    <a:pt x="103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41"/>
                  </a:lnTo>
                  <a:lnTo>
                    <a:pt x="165" y="207"/>
                  </a:lnTo>
                  <a:lnTo>
                    <a:pt x="206" y="784"/>
                  </a:lnTo>
                  <a:lnTo>
                    <a:pt x="24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48" y="3736"/>
                  </a:lnTo>
                  <a:lnTo>
                    <a:pt x="206" y="4603"/>
                  </a:lnTo>
                  <a:lnTo>
                    <a:pt x="165" y="5181"/>
                  </a:lnTo>
                  <a:lnTo>
                    <a:pt x="14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6" name="Google Shape;276;p27"/>
            <p:cNvSpPr/>
            <p:nvPr/>
          </p:nvSpPr>
          <p:spPr>
            <a:xfrm>
              <a:off x="20941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extrusionOk="0">
                  <a:moveTo>
                    <a:pt x="124" y="0"/>
                  </a:moveTo>
                  <a:lnTo>
                    <a:pt x="83" y="41"/>
                  </a:lnTo>
                  <a:lnTo>
                    <a:pt x="62" y="207"/>
                  </a:lnTo>
                  <a:lnTo>
                    <a:pt x="21" y="784"/>
                  </a:lnTo>
                  <a:lnTo>
                    <a:pt x="0" y="1631"/>
                  </a:lnTo>
                  <a:lnTo>
                    <a:pt x="0" y="2683"/>
                  </a:lnTo>
                  <a:lnTo>
                    <a:pt x="0" y="3736"/>
                  </a:lnTo>
                  <a:lnTo>
                    <a:pt x="21" y="4603"/>
                  </a:lnTo>
                  <a:lnTo>
                    <a:pt x="62" y="5181"/>
                  </a:lnTo>
                  <a:lnTo>
                    <a:pt x="83" y="5346"/>
                  </a:lnTo>
                  <a:lnTo>
                    <a:pt x="124" y="5387"/>
                  </a:lnTo>
                  <a:lnTo>
                    <a:pt x="145" y="5346"/>
                  </a:lnTo>
                  <a:lnTo>
                    <a:pt x="166" y="5181"/>
                  </a:lnTo>
                  <a:lnTo>
                    <a:pt x="207" y="4603"/>
                  </a:lnTo>
                  <a:lnTo>
                    <a:pt x="227" y="3736"/>
                  </a:lnTo>
                  <a:lnTo>
                    <a:pt x="248" y="2683"/>
                  </a:lnTo>
                  <a:lnTo>
                    <a:pt x="227" y="1631"/>
                  </a:lnTo>
                  <a:lnTo>
                    <a:pt x="207" y="784"/>
                  </a:lnTo>
                  <a:lnTo>
                    <a:pt x="166" y="207"/>
                  </a:lnTo>
                  <a:lnTo>
                    <a:pt x="14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7" name="Google Shape;277;p27"/>
            <p:cNvSpPr/>
            <p:nvPr/>
          </p:nvSpPr>
          <p:spPr>
            <a:xfrm>
              <a:off x="20941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83" y="5346"/>
                  </a:lnTo>
                  <a:lnTo>
                    <a:pt x="62" y="5181"/>
                  </a:lnTo>
                  <a:lnTo>
                    <a:pt x="21" y="4603"/>
                  </a:lnTo>
                  <a:lnTo>
                    <a:pt x="0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0" y="1631"/>
                  </a:lnTo>
                  <a:lnTo>
                    <a:pt x="21" y="784"/>
                  </a:lnTo>
                  <a:lnTo>
                    <a:pt x="62" y="207"/>
                  </a:lnTo>
                  <a:lnTo>
                    <a:pt x="83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41"/>
                  </a:lnTo>
                  <a:lnTo>
                    <a:pt x="166" y="207"/>
                  </a:lnTo>
                  <a:lnTo>
                    <a:pt x="207" y="784"/>
                  </a:lnTo>
                  <a:lnTo>
                    <a:pt x="227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27" y="3736"/>
                  </a:lnTo>
                  <a:lnTo>
                    <a:pt x="207" y="4603"/>
                  </a:lnTo>
                  <a:lnTo>
                    <a:pt x="166" y="5181"/>
                  </a:lnTo>
                  <a:lnTo>
                    <a:pt x="14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8" name="Google Shape;278;p27"/>
            <p:cNvSpPr/>
            <p:nvPr/>
          </p:nvSpPr>
          <p:spPr>
            <a:xfrm>
              <a:off x="1430550" y="5320500"/>
              <a:ext cx="753425" cy="6225"/>
            </a:xfrm>
            <a:custGeom>
              <a:avLst/>
              <a:gdLst/>
              <a:ahLst/>
              <a:cxnLst/>
              <a:rect l="l" t="t" r="r" b="b"/>
              <a:pathLst>
                <a:path w="30137" h="249" extrusionOk="0">
                  <a:moveTo>
                    <a:pt x="9207" y="1"/>
                  </a:moveTo>
                  <a:lnTo>
                    <a:pt x="4418" y="21"/>
                  </a:lnTo>
                  <a:lnTo>
                    <a:pt x="1198" y="63"/>
                  </a:lnTo>
                  <a:lnTo>
                    <a:pt x="310" y="83"/>
                  </a:lnTo>
                  <a:lnTo>
                    <a:pt x="83" y="104"/>
                  </a:lnTo>
                  <a:lnTo>
                    <a:pt x="1" y="125"/>
                  </a:lnTo>
                  <a:lnTo>
                    <a:pt x="83" y="125"/>
                  </a:lnTo>
                  <a:lnTo>
                    <a:pt x="310" y="145"/>
                  </a:lnTo>
                  <a:lnTo>
                    <a:pt x="1198" y="166"/>
                  </a:lnTo>
                  <a:lnTo>
                    <a:pt x="4418" y="207"/>
                  </a:lnTo>
                  <a:lnTo>
                    <a:pt x="9207" y="228"/>
                  </a:lnTo>
                  <a:lnTo>
                    <a:pt x="15069" y="248"/>
                  </a:lnTo>
                  <a:lnTo>
                    <a:pt x="20931" y="228"/>
                  </a:lnTo>
                  <a:lnTo>
                    <a:pt x="25720" y="207"/>
                  </a:lnTo>
                  <a:lnTo>
                    <a:pt x="28940" y="166"/>
                  </a:lnTo>
                  <a:lnTo>
                    <a:pt x="29827" y="145"/>
                  </a:lnTo>
                  <a:lnTo>
                    <a:pt x="30054" y="125"/>
                  </a:lnTo>
                  <a:lnTo>
                    <a:pt x="30137" y="125"/>
                  </a:lnTo>
                  <a:lnTo>
                    <a:pt x="30054" y="104"/>
                  </a:lnTo>
                  <a:lnTo>
                    <a:pt x="29827" y="83"/>
                  </a:lnTo>
                  <a:lnTo>
                    <a:pt x="28940" y="63"/>
                  </a:lnTo>
                  <a:lnTo>
                    <a:pt x="25720" y="21"/>
                  </a:lnTo>
                  <a:lnTo>
                    <a:pt x="20931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9" name="Google Shape;279;p27"/>
            <p:cNvSpPr/>
            <p:nvPr/>
          </p:nvSpPr>
          <p:spPr>
            <a:xfrm>
              <a:off x="1430550" y="5320500"/>
              <a:ext cx="753425" cy="6225"/>
            </a:xfrm>
            <a:custGeom>
              <a:avLst/>
              <a:gdLst/>
              <a:ahLst/>
              <a:cxnLst/>
              <a:rect l="l" t="t" r="r" b="b"/>
              <a:pathLst>
                <a:path w="30137" h="249" fill="none" extrusionOk="0">
                  <a:moveTo>
                    <a:pt x="30137" y="125"/>
                  </a:moveTo>
                  <a:lnTo>
                    <a:pt x="30137" y="125"/>
                  </a:lnTo>
                  <a:lnTo>
                    <a:pt x="30054" y="125"/>
                  </a:lnTo>
                  <a:lnTo>
                    <a:pt x="29827" y="145"/>
                  </a:lnTo>
                  <a:lnTo>
                    <a:pt x="28940" y="166"/>
                  </a:lnTo>
                  <a:lnTo>
                    <a:pt x="25720" y="207"/>
                  </a:lnTo>
                  <a:lnTo>
                    <a:pt x="20931" y="228"/>
                  </a:lnTo>
                  <a:lnTo>
                    <a:pt x="15069" y="248"/>
                  </a:lnTo>
                  <a:lnTo>
                    <a:pt x="15069" y="248"/>
                  </a:lnTo>
                  <a:lnTo>
                    <a:pt x="9207" y="228"/>
                  </a:lnTo>
                  <a:lnTo>
                    <a:pt x="4418" y="207"/>
                  </a:lnTo>
                  <a:lnTo>
                    <a:pt x="1198" y="166"/>
                  </a:lnTo>
                  <a:lnTo>
                    <a:pt x="310" y="145"/>
                  </a:lnTo>
                  <a:lnTo>
                    <a:pt x="83" y="125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83" y="104"/>
                  </a:lnTo>
                  <a:lnTo>
                    <a:pt x="310" y="83"/>
                  </a:lnTo>
                  <a:lnTo>
                    <a:pt x="1198" y="63"/>
                  </a:lnTo>
                  <a:lnTo>
                    <a:pt x="4418" y="21"/>
                  </a:lnTo>
                  <a:lnTo>
                    <a:pt x="9207" y="1"/>
                  </a:lnTo>
                  <a:lnTo>
                    <a:pt x="15069" y="1"/>
                  </a:lnTo>
                  <a:lnTo>
                    <a:pt x="15069" y="1"/>
                  </a:lnTo>
                  <a:lnTo>
                    <a:pt x="20931" y="1"/>
                  </a:lnTo>
                  <a:lnTo>
                    <a:pt x="25720" y="21"/>
                  </a:lnTo>
                  <a:lnTo>
                    <a:pt x="28940" y="63"/>
                  </a:lnTo>
                  <a:lnTo>
                    <a:pt x="29827" y="83"/>
                  </a:lnTo>
                  <a:lnTo>
                    <a:pt x="30054" y="104"/>
                  </a:lnTo>
                  <a:lnTo>
                    <a:pt x="30137" y="12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0" name="Google Shape;280;p27"/>
            <p:cNvSpPr/>
            <p:nvPr/>
          </p:nvSpPr>
          <p:spPr>
            <a:xfrm>
              <a:off x="1739650" y="5188925"/>
              <a:ext cx="470150" cy="27375"/>
            </a:xfrm>
            <a:custGeom>
              <a:avLst/>
              <a:gdLst/>
              <a:ahLst/>
              <a:cxnLst/>
              <a:rect l="l" t="t" r="r" b="b"/>
              <a:pathLst>
                <a:path w="18806" h="1095" extrusionOk="0">
                  <a:moveTo>
                    <a:pt x="17876" y="21"/>
                  </a:moveTo>
                  <a:lnTo>
                    <a:pt x="17897" y="124"/>
                  </a:lnTo>
                  <a:lnTo>
                    <a:pt x="18805" y="83"/>
                  </a:lnTo>
                  <a:lnTo>
                    <a:pt x="18454" y="41"/>
                  </a:lnTo>
                  <a:lnTo>
                    <a:pt x="18454" y="21"/>
                  </a:lnTo>
                  <a:close/>
                  <a:moveTo>
                    <a:pt x="16246" y="21"/>
                  </a:moveTo>
                  <a:lnTo>
                    <a:pt x="16266" y="227"/>
                  </a:lnTo>
                  <a:lnTo>
                    <a:pt x="17814" y="124"/>
                  </a:lnTo>
                  <a:lnTo>
                    <a:pt x="17835" y="21"/>
                  </a:lnTo>
                  <a:close/>
                  <a:moveTo>
                    <a:pt x="14285" y="21"/>
                  </a:moveTo>
                  <a:lnTo>
                    <a:pt x="14305" y="145"/>
                  </a:lnTo>
                  <a:lnTo>
                    <a:pt x="14326" y="372"/>
                  </a:lnTo>
                  <a:lnTo>
                    <a:pt x="16163" y="227"/>
                  </a:lnTo>
                  <a:lnTo>
                    <a:pt x="16204" y="21"/>
                  </a:lnTo>
                  <a:close/>
                  <a:moveTo>
                    <a:pt x="12633" y="0"/>
                  </a:moveTo>
                  <a:lnTo>
                    <a:pt x="12675" y="186"/>
                  </a:lnTo>
                  <a:lnTo>
                    <a:pt x="12695" y="537"/>
                  </a:lnTo>
                  <a:lnTo>
                    <a:pt x="14202" y="392"/>
                  </a:lnTo>
                  <a:lnTo>
                    <a:pt x="14223" y="145"/>
                  </a:lnTo>
                  <a:lnTo>
                    <a:pt x="14243" y="21"/>
                  </a:lnTo>
                  <a:lnTo>
                    <a:pt x="12633" y="0"/>
                  </a:lnTo>
                  <a:close/>
                  <a:moveTo>
                    <a:pt x="12117" y="0"/>
                  </a:moveTo>
                  <a:lnTo>
                    <a:pt x="10672" y="21"/>
                  </a:lnTo>
                  <a:lnTo>
                    <a:pt x="10714" y="248"/>
                  </a:lnTo>
                  <a:lnTo>
                    <a:pt x="10734" y="702"/>
                  </a:lnTo>
                  <a:lnTo>
                    <a:pt x="12551" y="537"/>
                  </a:lnTo>
                  <a:lnTo>
                    <a:pt x="12571" y="186"/>
                  </a:lnTo>
                  <a:lnTo>
                    <a:pt x="12613" y="0"/>
                  </a:lnTo>
                  <a:close/>
                  <a:moveTo>
                    <a:pt x="9042" y="21"/>
                  </a:moveTo>
                  <a:lnTo>
                    <a:pt x="9083" y="310"/>
                  </a:lnTo>
                  <a:lnTo>
                    <a:pt x="9104" y="846"/>
                  </a:lnTo>
                  <a:lnTo>
                    <a:pt x="10569" y="723"/>
                  </a:lnTo>
                  <a:lnTo>
                    <a:pt x="10610" y="269"/>
                  </a:lnTo>
                  <a:lnTo>
                    <a:pt x="10631" y="21"/>
                  </a:lnTo>
                  <a:close/>
                  <a:moveTo>
                    <a:pt x="7081" y="21"/>
                  </a:moveTo>
                  <a:lnTo>
                    <a:pt x="7122" y="351"/>
                  </a:lnTo>
                  <a:lnTo>
                    <a:pt x="7163" y="991"/>
                  </a:lnTo>
                  <a:lnTo>
                    <a:pt x="7638" y="950"/>
                  </a:lnTo>
                  <a:lnTo>
                    <a:pt x="8918" y="867"/>
                  </a:lnTo>
                  <a:lnTo>
                    <a:pt x="8959" y="310"/>
                  </a:lnTo>
                  <a:lnTo>
                    <a:pt x="9000" y="21"/>
                  </a:lnTo>
                  <a:close/>
                  <a:moveTo>
                    <a:pt x="1" y="21"/>
                  </a:moveTo>
                  <a:lnTo>
                    <a:pt x="599" y="970"/>
                  </a:lnTo>
                  <a:lnTo>
                    <a:pt x="1714" y="1032"/>
                  </a:lnTo>
                  <a:lnTo>
                    <a:pt x="1755" y="372"/>
                  </a:lnTo>
                  <a:lnTo>
                    <a:pt x="1776" y="165"/>
                  </a:lnTo>
                  <a:lnTo>
                    <a:pt x="1797" y="21"/>
                  </a:lnTo>
                  <a:close/>
                  <a:moveTo>
                    <a:pt x="5429" y="21"/>
                  </a:moveTo>
                  <a:lnTo>
                    <a:pt x="5471" y="165"/>
                  </a:lnTo>
                  <a:lnTo>
                    <a:pt x="5491" y="392"/>
                  </a:lnTo>
                  <a:lnTo>
                    <a:pt x="5512" y="1053"/>
                  </a:lnTo>
                  <a:lnTo>
                    <a:pt x="6957" y="991"/>
                  </a:lnTo>
                  <a:lnTo>
                    <a:pt x="6998" y="372"/>
                  </a:lnTo>
                  <a:lnTo>
                    <a:pt x="7040" y="21"/>
                  </a:lnTo>
                  <a:close/>
                  <a:moveTo>
                    <a:pt x="1838" y="21"/>
                  </a:moveTo>
                  <a:lnTo>
                    <a:pt x="1859" y="165"/>
                  </a:lnTo>
                  <a:lnTo>
                    <a:pt x="1879" y="372"/>
                  </a:lnTo>
                  <a:lnTo>
                    <a:pt x="1920" y="1053"/>
                  </a:lnTo>
                  <a:lnTo>
                    <a:pt x="3345" y="1074"/>
                  </a:lnTo>
                  <a:lnTo>
                    <a:pt x="3386" y="392"/>
                  </a:lnTo>
                  <a:lnTo>
                    <a:pt x="3407" y="165"/>
                  </a:lnTo>
                  <a:lnTo>
                    <a:pt x="3427" y="21"/>
                  </a:lnTo>
                  <a:close/>
                  <a:moveTo>
                    <a:pt x="3469" y="21"/>
                  </a:moveTo>
                  <a:lnTo>
                    <a:pt x="3489" y="165"/>
                  </a:lnTo>
                  <a:lnTo>
                    <a:pt x="3510" y="392"/>
                  </a:lnTo>
                  <a:lnTo>
                    <a:pt x="3551" y="1094"/>
                  </a:lnTo>
                  <a:lnTo>
                    <a:pt x="3881" y="1094"/>
                  </a:lnTo>
                  <a:lnTo>
                    <a:pt x="5306" y="1074"/>
                  </a:lnTo>
                  <a:lnTo>
                    <a:pt x="5347" y="392"/>
                  </a:lnTo>
                  <a:lnTo>
                    <a:pt x="5368" y="165"/>
                  </a:lnTo>
                  <a:lnTo>
                    <a:pt x="5388" y="2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1" name="Google Shape;281;p27"/>
            <p:cNvSpPr/>
            <p:nvPr/>
          </p:nvSpPr>
          <p:spPr>
            <a:xfrm>
              <a:off x="2186550" y="5189425"/>
              <a:ext cx="23250" cy="2625"/>
            </a:xfrm>
            <a:custGeom>
              <a:avLst/>
              <a:gdLst/>
              <a:ahLst/>
              <a:cxnLst/>
              <a:rect l="l" t="t" r="r" b="b"/>
              <a:pathLst>
                <a:path w="930" h="105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04"/>
                  </a:lnTo>
                  <a:lnTo>
                    <a:pt x="21" y="104"/>
                  </a:lnTo>
                  <a:lnTo>
                    <a:pt x="929" y="63"/>
                  </a:lnTo>
                  <a:lnTo>
                    <a:pt x="578" y="21"/>
                  </a:lnTo>
                  <a:lnTo>
                    <a:pt x="578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2" name="Google Shape;282;p27"/>
            <p:cNvSpPr/>
            <p:nvPr/>
          </p:nvSpPr>
          <p:spPr>
            <a:xfrm>
              <a:off x="1826350" y="5189425"/>
              <a:ext cx="48025" cy="26875"/>
            </a:xfrm>
            <a:custGeom>
              <a:avLst/>
              <a:gdLst/>
              <a:ahLst/>
              <a:cxnLst/>
              <a:rect l="l" t="t" r="r" b="b"/>
              <a:pathLst>
                <a:path w="1921" h="1075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145"/>
                  </a:lnTo>
                  <a:lnTo>
                    <a:pt x="42" y="372"/>
                  </a:lnTo>
                  <a:lnTo>
                    <a:pt x="83" y="1074"/>
                  </a:lnTo>
                  <a:lnTo>
                    <a:pt x="83" y="1074"/>
                  </a:lnTo>
                  <a:lnTo>
                    <a:pt x="413" y="1074"/>
                  </a:lnTo>
                  <a:lnTo>
                    <a:pt x="413" y="1074"/>
                  </a:lnTo>
                  <a:lnTo>
                    <a:pt x="1838" y="1054"/>
                  </a:lnTo>
                  <a:lnTo>
                    <a:pt x="1838" y="1054"/>
                  </a:lnTo>
                  <a:lnTo>
                    <a:pt x="1879" y="372"/>
                  </a:lnTo>
                  <a:lnTo>
                    <a:pt x="1900" y="145"/>
                  </a:lnTo>
                  <a:lnTo>
                    <a:pt x="1920" y="1"/>
                  </a:lnTo>
                  <a:lnTo>
                    <a:pt x="1920" y="1"/>
                  </a:lnTo>
                  <a:lnTo>
                    <a:pt x="1156" y="1"/>
                  </a:lnTo>
                  <a:lnTo>
                    <a:pt x="1156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3" name="Google Shape;283;p27"/>
            <p:cNvSpPr/>
            <p:nvPr/>
          </p:nvSpPr>
          <p:spPr>
            <a:xfrm>
              <a:off x="1875375" y="5189425"/>
              <a:ext cx="40275" cy="25825"/>
            </a:xfrm>
            <a:custGeom>
              <a:avLst/>
              <a:gdLst/>
              <a:ahLst/>
              <a:cxnLst/>
              <a:rect l="l" t="t" r="r" b="b"/>
              <a:pathLst>
                <a:path w="1611" h="1033" fill="none" extrusionOk="0">
                  <a:moveTo>
                    <a:pt x="1611" y="1"/>
                  </a:moveTo>
                  <a:lnTo>
                    <a:pt x="161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2" y="145"/>
                  </a:lnTo>
                  <a:lnTo>
                    <a:pt x="62" y="372"/>
                  </a:lnTo>
                  <a:lnTo>
                    <a:pt x="83" y="1033"/>
                  </a:lnTo>
                  <a:lnTo>
                    <a:pt x="83" y="1033"/>
                  </a:lnTo>
                  <a:lnTo>
                    <a:pt x="1528" y="971"/>
                  </a:lnTo>
                  <a:lnTo>
                    <a:pt x="1528" y="971"/>
                  </a:lnTo>
                  <a:lnTo>
                    <a:pt x="1569" y="352"/>
                  </a:lnTo>
                  <a:lnTo>
                    <a:pt x="16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4" name="Google Shape;284;p27"/>
            <p:cNvSpPr/>
            <p:nvPr/>
          </p:nvSpPr>
          <p:spPr>
            <a:xfrm>
              <a:off x="1785575" y="5189425"/>
              <a:ext cx="39775" cy="26350"/>
            </a:xfrm>
            <a:custGeom>
              <a:avLst/>
              <a:gdLst/>
              <a:ahLst/>
              <a:cxnLst/>
              <a:rect l="l" t="t" r="r" b="b"/>
              <a:pathLst>
                <a:path w="1591" h="1054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45"/>
                  </a:lnTo>
                  <a:lnTo>
                    <a:pt x="42" y="352"/>
                  </a:lnTo>
                  <a:lnTo>
                    <a:pt x="83" y="1033"/>
                  </a:lnTo>
                  <a:lnTo>
                    <a:pt x="83" y="1033"/>
                  </a:lnTo>
                  <a:lnTo>
                    <a:pt x="1508" y="1054"/>
                  </a:lnTo>
                  <a:lnTo>
                    <a:pt x="1508" y="1054"/>
                  </a:lnTo>
                  <a:lnTo>
                    <a:pt x="1549" y="372"/>
                  </a:lnTo>
                  <a:lnTo>
                    <a:pt x="1570" y="145"/>
                  </a:lnTo>
                  <a:lnTo>
                    <a:pt x="1590" y="1"/>
                  </a:lnTo>
                  <a:lnTo>
                    <a:pt x="1590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5" name="Google Shape;285;p27"/>
            <p:cNvSpPr/>
            <p:nvPr/>
          </p:nvSpPr>
          <p:spPr>
            <a:xfrm>
              <a:off x="2145775" y="5189425"/>
              <a:ext cx="39750" cy="5200"/>
            </a:xfrm>
            <a:custGeom>
              <a:avLst/>
              <a:gdLst/>
              <a:ahLst/>
              <a:cxnLst/>
              <a:rect l="l" t="t" r="r" b="b"/>
              <a:pathLst>
                <a:path w="1590" h="20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207"/>
                  </a:lnTo>
                  <a:lnTo>
                    <a:pt x="21" y="207"/>
                  </a:lnTo>
                  <a:lnTo>
                    <a:pt x="1569" y="104"/>
                  </a:lnTo>
                  <a:lnTo>
                    <a:pt x="1569" y="104"/>
                  </a:lnTo>
                  <a:lnTo>
                    <a:pt x="1590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6" name="Google Shape;286;p27"/>
            <p:cNvSpPr/>
            <p:nvPr/>
          </p:nvSpPr>
          <p:spPr>
            <a:xfrm>
              <a:off x="1916650" y="5189425"/>
              <a:ext cx="48025" cy="24275"/>
            </a:xfrm>
            <a:custGeom>
              <a:avLst/>
              <a:gdLst/>
              <a:ahLst/>
              <a:cxnLst/>
              <a:rect l="l" t="t" r="r" b="b"/>
              <a:pathLst>
                <a:path w="1921" h="971" fill="none" extrusionOk="0">
                  <a:moveTo>
                    <a:pt x="1920" y="1"/>
                  </a:moveTo>
                  <a:lnTo>
                    <a:pt x="192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42" y="331"/>
                  </a:lnTo>
                  <a:lnTo>
                    <a:pt x="83" y="971"/>
                  </a:lnTo>
                  <a:lnTo>
                    <a:pt x="83" y="971"/>
                  </a:lnTo>
                  <a:lnTo>
                    <a:pt x="558" y="930"/>
                  </a:lnTo>
                  <a:lnTo>
                    <a:pt x="558" y="930"/>
                  </a:lnTo>
                  <a:lnTo>
                    <a:pt x="1838" y="847"/>
                  </a:lnTo>
                  <a:lnTo>
                    <a:pt x="1838" y="847"/>
                  </a:lnTo>
                  <a:lnTo>
                    <a:pt x="1879" y="290"/>
                  </a:lnTo>
                  <a:lnTo>
                    <a:pt x="192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7" name="Google Shape;287;p27"/>
            <p:cNvSpPr/>
            <p:nvPr/>
          </p:nvSpPr>
          <p:spPr>
            <a:xfrm>
              <a:off x="1739650" y="5189425"/>
              <a:ext cx="44925" cy="25325"/>
            </a:xfrm>
            <a:custGeom>
              <a:avLst/>
              <a:gdLst/>
              <a:ahLst/>
              <a:cxnLst/>
              <a:rect l="l" t="t" r="r" b="b"/>
              <a:pathLst>
                <a:path w="1797" h="10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599" y="950"/>
                  </a:lnTo>
                  <a:lnTo>
                    <a:pt x="599" y="950"/>
                  </a:lnTo>
                  <a:lnTo>
                    <a:pt x="1714" y="1012"/>
                  </a:lnTo>
                  <a:lnTo>
                    <a:pt x="1714" y="1012"/>
                  </a:lnTo>
                  <a:lnTo>
                    <a:pt x="1755" y="352"/>
                  </a:lnTo>
                  <a:lnTo>
                    <a:pt x="1776" y="145"/>
                  </a:lnTo>
                  <a:lnTo>
                    <a:pt x="1797" y="1"/>
                  </a:lnTo>
                  <a:lnTo>
                    <a:pt x="1797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8" name="Google Shape;288;p27"/>
            <p:cNvSpPr/>
            <p:nvPr/>
          </p:nvSpPr>
          <p:spPr>
            <a:xfrm>
              <a:off x="2096750" y="5189425"/>
              <a:ext cx="48025" cy="8800"/>
            </a:xfrm>
            <a:custGeom>
              <a:avLst/>
              <a:gdLst/>
              <a:ahLst/>
              <a:cxnLst/>
              <a:rect l="l" t="t" r="r" b="b"/>
              <a:pathLst>
                <a:path w="1921" h="35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125"/>
                  </a:lnTo>
                  <a:lnTo>
                    <a:pt x="42" y="352"/>
                  </a:lnTo>
                  <a:lnTo>
                    <a:pt x="42" y="352"/>
                  </a:lnTo>
                  <a:lnTo>
                    <a:pt x="1879" y="207"/>
                  </a:lnTo>
                  <a:lnTo>
                    <a:pt x="1879" y="207"/>
                  </a:lnTo>
                  <a:lnTo>
                    <a:pt x="1920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1965675" y="5189425"/>
              <a:ext cx="39775" cy="20675"/>
            </a:xfrm>
            <a:custGeom>
              <a:avLst/>
              <a:gdLst/>
              <a:ahLst/>
              <a:cxnLst/>
              <a:rect l="l" t="t" r="r" b="b"/>
              <a:pathLst>
                <a:path w="1591" h="827" fill="none" extrusionOk="0">
                  <a:moveTo>
                    <a:pt x="1590" y="1"/>
                  </a:moveTo>
                  <a:lnTo>
                    <a:pt x="159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42" y="290"/>
                  </a:lnTo>
                  <a:lnTo>
                    <a:pt x="63" y="826"/>
                  </a:lnTo>
                  <a:lnTo>
                    <a:pt x="63" y="826"/>
                  </a:lnTo>
                  <a:lnTo>
                    <a:pt x="1528" y="703"/>
                  </a:lnTo>
                  <a:lnTo>
                    <a:pt x="1528" y="703"/>
                  </a:lnTo>
                  <a:lnTo>
                    <a:pt x="1569" y="249"/>
                  </a:lnTo>
                  <a:lnTo>
                    <a:pt x="159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2055475" y="5188925"/>
              <a:ext cx="40275" cy="13425"/>
            </a:xfrm>
            <a:custGeom>
              <a:avLst/>
              <a:gdLst/>
              <a:ahLst/>
              <a:cxnLst/>
              <a:rect l="l" t="t" r="r" b="b"/>
              <a:pathLst>
                <a:path w="1611" h="537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2" y="186"/>
                  </a:lnTo>
                  <a:lnTo>
                    <a:pt x="62" y="537"/>
                  </a:lnTo>
                  <a:lnTo>
                    <a:pt x="62" y="537"/>
                  </a:lnTo>
                  <a:lnTo>
                    <a:pt x="1569" y="392"/>
                  </a:lnTo>
                  <a:lnTo>
                    <a:pt x="1569" y="392"/>
                  </a:lnTo>
                  <a:lnTo>
                    <a:pt x="1590" y="145"/>
                  </a:lnTo>
                  <a:lnTo>
                    <a:pt x="1610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1" name="Google Shape;291;p27"/>
            <p:cNvSpPr/>
            <p:nvPr/>
          </p:nvSpPr>
          <p:spPr>
            <a:xfrm>
              <a:off x="2006450" y="5188925"/>
              <a:ext cx="48525" cy="17550"/>
            </a:xfrm>
            <a:custGeom>
              <a:avLst/>
              <a:gdLst/>
              <a:ahLst/>
              <a:cxnLst/>
              <a:rect l="l" t="t" r="r" b="b"/>
              <a:pathLst>
                <a:path w="1941" h="702" fill="none" extrusionOk="0">
                  <a:moveTo>
                    <a:pt x="1445" y="0"/>
                  </a:moveTo>
                  <a:lnTo>
                    <a:pt x="1445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42" y="248"/>
                  </a:lnTo>
                  <a:lnTo>
                    <a:pt x="62" y="702"/>
                  </a:lnTo>
                  <a:lnTo>
                    <a:pt x="62" y="702"/>
                  </a:lnTo>
                  <a:lnTo>
                    <a:pt x="1879" y="537"/>
                  </a:lnTo>
                  <a:lnTo>
                    <a:pt x="1879" y="537"/>
                  </a:lnTo>
                  <a:lnTo>
                    <a:pt x="1899" y="186"/>
                  </a:lnTo>
                  <a:lnTo>
                    <a:pt x="1941" y="0"/>
                  </a:lnTo>
                  <a:lnTo>
                    <a:pt x="144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1823250" y="5189425"/>
              <a:ext cx="5200" cy="26875"/>
            </a:xfrm>
            <a:custGeom>
              <a:avLst/>
              <a:gdLst/>
              <a:ahLst/>
              <a:cxnLst/>
              <a:rect l="l" t="t" r="r" b="b"/>
              <a:pathLst>
                <a:path w="208" h="1075" extrusionOk="0">
                  <a:moveTo>
                    <a:pt x="83" y="1"/>
                  </a:moveTo>
                  <a:lnTo>
                    <a:pt x="63" y="145"/>
                  </a:lnTo>
                  <a:lnTo>
                    <a:pt x="42" y="372"/>
                  </a:lnTo>
                  <a:lnTo>
                    <a:pt x="1" y="1054"/>
                  </a:lnTo>
                  <a:lnTo>
                    <a:pt x="207" y="1074"/>
                  </a:lnTo>
                  <a:lnTo>
                    <a:pt x="166" y="372"/>
                  </a:lnTo>
                  <a:lnTo>
                    <a:pt x="145" y="145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1823250" y="5189425"/>
              <a:ext cx="5200" cy="26875"/>
            </a:xfrm>
            <a:custGeom>
              <a:avLst/>
              <a:gdLst/>
              <a:ahLst/>
              <a:cxnLst/>
              <a:rect l="l" t="t" r="r" b="b"/>
              <a:pathLst>
                <a:path w="208" h="1075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3" y="145"/>
                  </a:lnTo>
                  <a:lnTo>
                    <a:pt x="42" y="372"/>
                  </a:lnTo>
                  <a:lnTo>
                    <a:pt x="1" y="1054"/>
                  </a:lnTo>
                  <a:lnTo>
                    <a:pt x="1" y="1054"/>
                  </a:lnTo>
                  <a:lnTo>
                    <a:pt x="207" y="1074"/>
                  </a:lnTo>
                  <a:lnTo>
                    <a:pt x="207" y="1074"/>
                  </a:lnTo>
                  <a:lnTo>
                    <a:pt x="166" y="372"/>
                  </a:lnTo>
                  <a:lnTo>
                    <a:pt x="145" y="145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1782500" y="5189425"/>
              <a:ext cx="5175" cy="25825"/>
            </a:xfrm>
            <a:custGeom>
              <a:avLst/>
              <a:gdLst/>
              <a:ahLst/>
              <a:cxnLst/>
              <a:rect l="l" t="t" r="r" b="b"/>
              <a:pathLst>
                <a:path w="207" h="1033" extrusionOk="0">
                  <a:moveTo>
                    <a:pt x="83" y="1"/>
                  </a:moveTo>
                  <a:lnTo>
                    <a:pt x="62" y="145"/>
                  </a:lnTo>
                  <a:lnTo>
                    <a:pt x="41" y="352"/>
                  </a:lnTo>
                  <a:lnTo>
                    <a:pt x="0" y="1012"/>
                  </a:lnTo>
                  <a:lnTo>
                    <a:pt x="206" y="1033"/>
                  </a:lnTo>
                  <a:lnTo>
                    <a:pt x="206" y="1033"/>
                  </a:lnTo>
                  <a:lnTo>
                    <a:pt x="165" y="352"/>
                  </a:lnTo>
                  <a:lnTo>
                    <a:pt x="145" y="14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1782500" y="5189425"/>
              <a:ext cx="5175" cy="25825"/>
            </a:xfrm>
            <a:custGeom>
              <a:avLst/>
              <a:gdLst/>
              <a:ahLst/>
              <a:cxnLst/>
              <a:rect l="l" t="t" r="r" b="b"/>
              <a:pathLst>
                <a:path w="207" h="1033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2" y="145"/>
                  </a:lnTo>
                  <a:lnTo>
                    <a:pt x="41" y="352"/>
                  </a:lnTo>
                  <a:lnTo>
                    <a:pt x="0" y="1012"/>
                  </a:lnTo>
                  <a:lnTo>
                    <a:pt x="0" y="1012"/>
                  </a:lnTo>
                  <a:lnTo>
                    <a:pt x="206" y="1033"/>
                  </a:lnTo>
                  <a:lnTo>
                    <a:pt x="206" y="1033"/>
                  </a:lnTo>
                  <a:lnTo>
                    <a:pt x="165" y="352"/>
                  </a:lnTo>
                  <a:lnTo>
                    <a:pt x="145" y="145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6" name="Google Shape;296;p27"/>
            <p:cNvSpPr/>
            <p:nvPr/>
          </p:nvSpPr>
          <p:spPr>
            <a:xfrm>
              <a:off x="1913550" y="5189425"/>
              <a:ext cx="5200" cy="24275"/>
            </a:xfrm>
            <a:custGeom>
              <a:avLst/>
              <a:gdLst/>
              <a:ahLst/>
              <a:cxnLst/>
              <a:rect l="l" t="t" r="r" b="b"/>
              <a:pathLst>
                <a:path w="208" h="971" extrusionOk="0">
                  <a:moveTo>
                    <a:pt x="84" y="1"/>
                  </a:moveTo>
                  <a:lnTo>
                    <a:pt x="42" y="352"/>
                  </a:lnTo>
                  <a:lnTo>
                    <a:pt x="1" y="971"/>
                  </a:lnTo>
                  <a:lnTo>
                    <a:pt x="207" y="971"/>
                  </a:lnTo>
                  <a:lnTo>
                    <a:pt x="166" y="33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" name="Google Shape;297;p27"/>
            <p:cNvSpPr/>
            <p:nvPr/>
          </p:nvSpPr>
          <p:spPr>
            <a:xfrm>
              <a:off x="1913550" y="5189425"/>
              <a:ext cx="5200" cy="24275"/>
            </a:xfrm>
            <a:custGeom>
              <a:avLst/>
              <a:gdLst/>
              <a:ahLst/>
              <a:cxnLst/>
              <a:rect l="l" t="t" r="r" b="b"/>
              <a:pathLst>
                <a:path w="208" h="971" fill="none" extrusionOk="0">
                  <a:moveTo>
                    <a:pt x="125" y="1"/>
                  </a:moveTo>
                  <a:lnTo>
                    <a:pt x="125" y="1"/>
                  </a:lnTo>
                  <a:lnTo>
                    <a:pt x="84" y="1"/>
                  </a:lnTo>
                  <a:lnTo>
                    <a:pt x="84" y="1"/>
                  </a:lnTo>
                  <a:lnTo>
                    <a:pt x="42" y="352"/>
                  </a:lnTo>
                  <a:lnTo>
                    <a:pt x="1" y="971"/>
                  </a:lnTo>
                  <a:lnTo>
                    <a:pt x="1" y="971"/>
                  </a:lnTo>
                  <a:lnTo>
                    <a:pt x="207" y="971"/>
                  </a:lnTo>
                  <a:lnTo>
                    <a:pt x="207" y="971"/>
                  </a:lnTo>
                  <a:lnTo>
                    <a:pt x="166" y="331"/>
                  </a:lnTo>
                  <a:lnTo>
                    <a:pt x="12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8" name="Google Shape;298;p27"/>
            <p:cNvSpPr/>
            <p:nvPr/>
          </p:nvSpPr>
          <p:spPr>
            <a:xfrm>
              <a:off x="1872275" y="5189425"/>
              <a:ext cx="5200" cy="26350"/>
            </a:xfrm>
            <a:custGeom>
              <a:avLst/>
              <a:gdLst/>
              <a:ahLst/>
              <a:cxnLst/>
              <a:rect l="l" t="t" r="r" b="b"/>
              <a:pathLst>
                <a:path w="208" h="1054" extrusionOk="0">
                  <a:moveTo>
                    <a:pt x="83" y="1"/>
                  </a:moveTo>
                  <a:lnTo>
                    <a:pt x="63" y="145"/>
                  </a:lnTo>
                  <a:lnTo>
                    <a:pt x="42" y="372"/>
                  </a:lnTo>
                  <a:lnTo>
                    <a:pt x="1" y="1054"/>
                  </a:lnTo>
                  <a:lnTo>
                    <a:pt x="1" y="1054"/>
                  </a:lnTo>
                  <a:lnTo>
                    <a:pt x="207" y="1033"/>
                  </a:lnTo>
                  <a:lnTo>
                    <a:pt x="186" y="372"/>
                  </a:lnTo>
                  <a:lnTo>
                    <a:pt x="166" y="14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9" name="Google Shape;299;p27"/>
            <p:cNvSpPr/>
            <p:nvPr/>
          </p:nvSpPr>
          <p:spPr>
            <a:xfrm>
              <a:off x="1872275" y="5189425"/>
              <a:ext cx="5200" cy="26350"/>
            </a:xfrm>
            <a:custGeom>
              <a:avLst/>
              <a:gdLst/>
              <a:ahLst/>
              <a:cxnLst/>
              <a:rect l="l" t="t" r="r" b="b"/>
              <a:pathLst>
                <a:path w="208" h="1054" fill="none" extrusionOk="0">
                  <a:moveTo>
                    <a:pt x="124" y="1"/>
                  </a:moveTo>
                  <a:lnTo>
                    <a:pt x="124" y="1"/>
                  </a:lnTo>
                  <a:lnTo>
                    <a:pt x="83" y="1"/>
                  </a:lnTo>
                  <a:lnTo>
                    <a:pt x="83" y="1"/>
                  </a:lnTo>
                  <a:lnTo>
                    <a:pt x="63" y="145"/>
                  </a:lnTo>
                  <a:lnTo>
                    <a:pt x="42" y="372"/>
                  </a:lnTo>
                  <a:lnTo>
                    <a:pt x="1" y="1054"/>
                  </a:lnTo>
                  <a:lnTo>
                    <a:pt x="1" y="1054"/>
                  </a:lnTo>
                  <a:lnTo>
                    <a:pt x="207" y="1033"/>
                  </a:lnTo>
                  <a:lnTo>
                    <a:pt x="207" y="1033"/>
                  </a:lnTo>
                  <a:lnTo>
                    <a:pt x="186" y="372"/>
                  </a:lnTo>
                  <a:lnTo>
                    <a:pt x="166" y="145"/>
                  </a:lnTo>
                  <a:lnTo>
                    <a:pt x="12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0" name="Google Shape;300;p27"/>
            <p:cNvSpPr/>
            <p:nvPr/>
          </p:nvSpPr>
          <p:spPr>
            <a:xfrm>
              <a:off x="2003875" y="5189425"/>
              <a:ext cx="4150" cy="17575"/>
            </a:xfrm>
            <a:custGeom>
              <a:avLst/>
              <a:gdLst/>
              <a:ahLst/>
              <a:cxnLst/>
              <a:rect l="l" t="t" r="r" b="b"/>
              <a:pathLst>
                <a:path w="166" h="703" extrusionOk="0">
                  <a:moveTo>
                    <a:pt x="62" y="1"/>
                  </a:moveTo>
                  <a:lnTo>
                    <a:pt x="41" y="249"/>
                  </a:lnTo>
                  <a:lnTo>
                    <a:pt x="0" y="703"/>
                  </a:lnTo>
                  <a:lnTo>
                    <a:pt x="0" y="703"/>
                  </a:lnTo>
                  <a:lnTo>
                    <a:pt x="165" y="682"/>
                  </a:lnTo>
                  <a:lnTo>
                    <a:pt x="145" y="228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1" name="Google Shape;301;p27"/>
            <p:cNvSpPr/>
            <p:nvPr/>
          </p:nvSpPr>
          <p:spPr>
            <a:xfrm>
              <a:off x="2003875" y="5189425"/>
              <a:ext cx="4150" cy="17575"/>
            </a:xfrm>
            <a:custGeom>
              <a:avLst/>
              <a:gdLst/>
              <a:ahLst/>
              <a:cxnLst/>
              <a:rect l="l" t="t" r="r" b="b"/>
              <a:pathLst>
                <a:path w="166" h="703" fill="none" extrusionOk="0">
                  <a:moveTo>
                    <a:pt x="103" y="1"/>
                  </a:moveTo>
                  <a:lnTo>
                    <a:pt x="103" y="1"/>
                  </a:lnTo>
                  <a:lnTo>
                    <a:pt x="62" y="1"/>
                  </a:lnTo>
                  <a:lnTo>
                    <a:pt x="62" y="1"/>
                  </a:lnTo>
                  <a:lnTo>
                    <a:pt x="41" y="249"/>
                  </a:lnTo>
                  <a:lnTo>
                    <a:pt x="0" y="703"/>
                  </a:lnTo>
                  <a:lnTo>
                    <a:pt x="0" y="703"/>
                  </a:lnTo>
                  <a:lnTo>
                    <a:pt x="165" y="682"/>
                  </a:lnTo>
                  <a:lnTo>
                    <a:pt x="165" y="682"/>
                  </a:lnTo>
                  <a:lnTo>
                    <a:pt x="145" y="228"/>
                  </a:lnTo>
                  <a:lnTo>
                    <a:pt x="10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1962575" y="5189425"/>
              <a:ext cx="4675" cy="21200"/>
            </a:xfrm>
            <a:custGeom>
              <a:avLst/>
              <a:gdLst/>
              <a:ahLst/>
              <a:cxnLst/>
              <a:rect l="l" t="t" r="r" b="b"/>
              <a:pathLst>
                <a:path w="187" h="848" extrusionOk="0">
                  <a:moveTo>
                    <a:pt x="83" y="1"/>
                  </a:moveTo>
                  <a:lnTo>
                    <a:pt x="42" y="290"/>
                  </a:lnTo>
                  <a:lnTo>
                    <a:pt x="1" y="847"/>
                  </a:lnTo>
                  <a:lnTo>
                    <a:pt x="1" y="847"/>
                  </a:lnTo>
                  <a:lnTo>
                    <a:pt x="187" y="826"/>
                  </a:lnTo>
                  <a:lnTo>
                    <a:pt x="166" y="290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3" name="Google Shape;303;p27"/>
            <p:cNvSpPr/>
            <p:nvPr/>
          </p:nvSpPr>
          <p:spPr>
            <a:xfrm>
              <a:off x="1962575" y="5189425"/>
              <a:ext cx="4675" cy="21200"/>
            </a:xfrm>
            <a:custGeom>
              <a:avLst/>
              <a:gdLst/>
              <a:ahLst/>
              <a:cxnLst/>
              <a:rect l="l" t="t" r="r" b="b"/>
              <a:pathLst>
                <a:path w="187" h="848" fill="none" extrusionOk="0">
                  <a:moveTo>
                    <a:pt x="125" y="1"/>
                  </a:moveTo>
                  <a:lnTo>
                    <a:pt x="125" y="1"/>
                  </a:lnTo>
                  <a:lnTo>
                    <a:pt x="83" y="1"/>
                  </a:lnTo>
                  <a:lnTo>
                    <a:pt x="83" y="1"/>
                  </a:lnTo>
                  <a:lnTo>
                    <a:pt x="42" y="290"/>
                  </a:lnTo>
                  <a:lnTo>
                    <a:pt x="1" y="847"/>
                  </a:lnTo>
                  <a:lnTo>
                    <a:pt x="1" y="847"/>
                  </a:lnTo>
                  <a:lnTo>
                    <a:pt x="187" y="826"/>
                  </a:lnTo>
                  <a:lnTo>
                    <a:pt x="187" y="826"/>
                  </a:lnTo>
                  <a:lnTo>
                    <a:pt x="166" y="290"/>
                  </a:lnTo>
                  <a:lnTo>
                    <a:pt x="12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2094700" y="5189425"/>
              <a:ext cx="3100" cy="9325"/>
            </a:xfrm>
            <a:custGeom>
              <a:avLst/>
              <a:gdLst/>
              <a:ahLst/>
              <a:cxnLst/>
              <a:rect l="l" t="t" r="r" b="b"/>
              <a:pathLst>
                <a:path w="124" h="373" extrusionOk="0">
                  <a:moveTo>
                    <a:pt x="41" y="1"/>
                  </a:moveTo>
                  <a:lnTo>
                    <a:pt x="21" y="125"/>
                  </a:lnTo>
                  <a:lnTo>
                    <a:pt x="0" y="372"/>
                  </a:lnTo>
                  <a:lnTo>
                    <a:pt x="0" y="372"/>
                  </a:lnTo>
                  <a:lnTo>
                    <a:pt x="124" y="352"/>
                  </a:lnTo>
                  <a:lnTo>
                    <a:pt x="103" y="125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5" name="Google Shape;305;p27"/>
            <p:cNvSpPr/>
            <p:nvPr/>
          </p:nvSpPr>
          <p:spPr>
            <a:xfrm>
              <a:off x="2094700" y="5189425"/>
              <a:ext cx="3100" cy="9325"/>
            </a:xfrm>
            <a:custGeom>
              <a:avLst/>
              <a:gdLst/>
              <a:ahLst/>
              <a:cxnLst/>
              <a:rect l="l" t="t" r="r" b="b"/>
              <a:pathLst>
                <a:path w="124" h="373" fill="none" extrusionOk="0">
                  <a:moveTo>
                    <a:pt x="41" y="1"/>
                  </a:moveTo>
                  <a:lnTo>
                    <a:pt x="41" y="1"/>
                  </a:lnTo>
                  <a:lnTo>
                    <a:pt x="21" y="125"/>
                  </a:lnTo>
                  <a:lnTo>
                    <a:pt x="0" y="372"/>
                  </a:lnTo>
                  <a:lnTo>
                    <a:pt x="0" y="372"/>
                  </a:lnTo>
                  <a:lnTo>
                    <a:pt x="124" y="352"/>
                  </a:lnTo>
                  <a:lnTo>
                    <a:pt x="124" y="352"/>
                  </a:lnTo>
                  <a:lnTo>
                    <a:pt x="103" y="125"/>
                  </a:lnTo>
                  <a:lnTo>
                    <a:pt x="83" y="1"/>
                  </a:lnTo>
                  <a:lnTo>
                    <a:pt x="4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6" name="Google Shape;306;p27"/>
            <p:cNvSpPr/>
            <p:nvPr/>
          </p:nvSpPr>
          <p:spPr>
            <a:xfrm>
              <a:off x="2053400" y="5188925"/>
              <a:ext cx="3650" cy="13425"/>
            </a:xfrm>
            <a:custGeom>
              <a:avLst/>
              <a:gdLst/>
              <a:ahLst/>
              <a:cxnLst/>
              <a:rect l="l" t="t" r="r" b="b"/>
              <a:pathLst>
                <a:path w="146" h="537" extrusionOk="0">
                  <a:moveTo>
                    <a:pt x="63" y="0"/>
                  </a:moveTo>
                  <a:lnTo>
                    <a:pt x="21" y="186"/>
                  </a:lnTo>
                  <a:lnTo>
                    <a:pt x="1" y="537"/>
                  </a:lnTo>
                  <a:lnTo>
                    <a:pt x="145" y="537"/>
                  </a:lnTo>
                  <a:lnTo>
                    <a:pt x="125" y="186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2053400" y="5188925"/>
              <a:ext cx="3650" cy="13425"/>
            </a:xfrm>
            <a:custGeom>
              <a:avLst/>
              <a:gdLst/>
              <a:ahLst/>
              <a:cxnLst/>
              <a:rect l="l" t="t" r="r" b="b"/>
              <a:pathLst>
                <a:path w="146" h="537" fill="none" extrusionOk="0">
                  <a:moveTo>
                    <a:pt x="63" y="0"/>
                  </a:moveTo>
                  <a:lnTo>
                    <a:pt x="63" y="0"/>
                  </a:lnTo>
                  <a:lnTo>
                    <a:pt x="21" y="186"/>
                  </a:lnTo>
                  <a:lnTo>
                    <a:pt x="1" y="537"/>
                  </a:lnTo>
                  <a:lnTo>
                    <a:pt x="1" y="537"/>
                  </a:lnTo>
                  <a:lnTo>
                    <a:pt x="145" y="537"/>
                  </a:lnTo>
                  <a:lnTo>
                    <a:pt x="145" y="537"/>
                  </a:lnTo>
                  <a:lnTo>
                    <a:pt x="125" y="186"/>
                  </a:lnTo>
                  <a:lnTo>
                    <a:pt x="83" y="0"/>
                  </a:lnTo>
                  <a:lnTo>
                    <a:pt x="6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2185000" y="5189425"/>
              <a:ext cx="2075" cy="2625"/>
            </a:xfrm>
            <a:custGeom>
              <a:avLst/>
              <a:gdLst/>
              <a:ahLst/>
              <a:cxnLst/>
              <a:rect l="l" t="t" r="r" b="b"/>
              <a:pathLst>
                <a:path w="83" h="105" extrusionOk="0">
                  <a:moveTo>
                    <a:pt x="21" y="1"/>
                  </a:moveTo>
                  <a:lnTo>
                    <a:pt x="0" y="104"/>
                  </a:lnTo>
                  <a:lnTo>
                    <a:pt x="83" y="104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2185000" y="5189425"/>
              <a:ext cx="2075" cy="2625"/>
            </a:xfrm>
            <a:custGeom>
              <a:avLst/>
              <a:gdLst/>
              <a:ahLst/>
              <a:cxnLst/>
              <a:rect l="l" t="t" r="r" b="b"/>
              <a:pathLst>
                <a:path w="83" h="105" fill="none" extrusionOk="0">
                  <a:moveTo>
                    <a:pt x="21" y="1"/>
                  </a:moveTo>
                  <a:lnTo>
                    <a:pt x="21" y="1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83" y="104"/>
                  </a:lnTo>
                  <a:lnTo>
                    <a:pt x="83" y="104"/>
                  </a:lnTo>
                  <a:lnTo>
                    <a:pt x="62" y="1"/>
                  </a:lnTo>
                  <a:lnTo>
                    <a:pt x="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2143700" y="5189425"/>
              <a:ext cx="2625" cy="5200"/>
            </a:xfrm>
            <a:custGeom>
              <a:avLst/>
              <a:gdLst/>
              <a:ahLst/>
              <a:cxnLst/>
              <a:rect l="l" t="t" r="r" b="b"/>
              <a:pathLst>
                <a:path w="105" h="208" extrusionOk="0">
                  <a:moveTo>
                    <a:pt x="42" y="1"/>
                  </a:moveTo>
                  <a:lnTo>
                    <a:pt x="1" y="207"/>
                  </a:lnTo>
                  <a:lnTo>
                    <a:pt x="104" y="207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2143700" y="5189425"/>
              <a:ext cx="2625" cy="5200"/>
            </a:xfrm>
            <a:custGeom>
              <a:avLst/>
              <a:gdLst/>
              <a:ahLst/>
              <a:cxnLst/>
              <a:rect l="l" t="t" r="r" b="b"/>
              <a:pathLst>
                <a:path w="105" h="208" fill="none" extrusionOk="0">
                  <a:moveTo>
                    <a:pt x="42" y="1"/>
                  </a:moveTo>
                  <a:lnTo>
                    <a:pt x="42" y="1"/>
                  </a:lnTo>
                  <a:lnTo>
                    <a:pt x="1" y="207"/>
                  </a:lnTo>
                  <a:lnTo>
                    <a:pt x="1" y="207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84" y="1"/>
                  </a:lnTo>
                  <a:lnTo>
                    <a:pt x="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1739150" y="5188400"/>
              <a:ext cx="303450" cy="1050"/>
            </a:xfrm>
            <a:custGeom>
              <a:avLst/>
              <a:gdLst/>
              <a:ahLst/>
              <a:cxnLst/>
              <a:rect l="l" t="t" r="r" b="b"/>
              <a:pathLst>
                <a:path w="12138" h="42" extrusionOk="0">
                  <a:moveTo>
                    <a:pt x="0" y="1"/>
                  </a:moveTo>
                  <a:lnTo>
                    <a:pt x="21" y="42"/>
                  </a:lnTo>
                  <a:lnTo>
                    <a:pt x="10692" y="42"/>
                  </a:lnTo>
                  <a:lnTo>
                    <a:pt x="12137" y="2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3" name="Google Shape;313;p27"/>
            <p:cNvSpPr/>
            <p:nvPr/>
          </p:nvSpPr>
          <p:spPr>
            <a:xfrm>
              <a:off x="1739150" y="5188400"/>
              <a:ext cx="303450" cy="1050"/>
            </a:xfrm>
            <a:custGeom>
              <a:avLst/>
              <a:gdLst/>
              <a:ahLst/>
              <a:cxnLst/>
              <a:rect l="l" t="t" r="r" b="b"/>
              <a:pathLst>
                <a:path w="12138" h="42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817" y="42"/>
                  </a:lnTo>
                  <a:lnTo>
                    <a:pt x="1817" y="42"/>
                  </a:lnTo>
                  <a:lnTo>
                    <a:pt x="1858" y="42"/>
                  </a:lnTo>
                  <a:lnTo>
                    <a:pt x="1858" y="42"/>
                  </a:lnTo>
                  <a:lnTo>
                    <a:pt x="3447" y="42"/>
                  </a:lnTo>
                  <a:lnTo>
                    <a:pt x="3447" y="42"/>
                  </a:lnTo>
                  <a:lnTo>
                    <a:pt x="3489" y="42"/>
                  </a:lnTo>
                  <a:lnTo>
                    <a:pt x="3489" y="42"/>
                  </a:lnTo>
                  <a:lnTo>
                    <a:pt x="4644" y="42"/>
                  </a:lnTo>
                  <a:lnTo>
                    <a:pt x="4644" y="42"/>
                  </a:lnTo>
                  <a:lnTo>
                    <a:pt x="5408" y="42"/>
                  </a:lnTo>
                  <a:lnTo>
                    <a:pt x="5408" y="42"/>
                  </a:lnTo>
                  <a:lnTo>
                    <a:pt x="5449" y="42"/>
                  </a:lnTo>
                  <a:lnTo>
                    <a:pt x="5449" y="42"/>
                  </a:lnTo>
                  <a:lnTo>
                    <a:pt x="7060" y="42"/>
                  </a:lnTo>
                  <a:lnTo>
                    <a:pt x="7060" y="42"/>
                  </a:lnTo>
                  <a:lnTo>
                    <a:pt x="7101" y="42"/>
                  </a:lnTo>
                  <a:lnTo>
                    <a:pt x="7101" y="42"/>
                  </a:lnTo>
                  <a:lnTo>
                    <a:pt x="9020" y="42"/>
                  </a:lnTo>
                  <a:lnTo>
                    <a:pt x="9020" y="42"/>
                  </a:lnTo>
                  <a:lnTo>
                    <a:pt x="9062" y="42"/>
                  </a:lnTo>
                  <a:lnTo>
                    <a:pt x="9062" y="42"/>
                  </a:lnTo>
                  <a:lnTo>
                    <a:pt x="10651" y="42"/>
                  </a:lnTo>
                  <a:lnTo>
                    <a:pt x="10651" y="42"/>
                  </a:lnTo>
                  <a:lnTo>
                    <a:pt x="10692" y="42"/>
                  </a:lnTo>
                  <a:lnTo>
                    <a:pt x="10692" y="42"/>
                  </a:lnTo>
                  <a:lnTo>
                    <a:pt x="12137" y="2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4" name="Google Shape;314;p27"/>
            <p:cNvSpPr/>
            <p:nvPr/>
          </p:nvSpPr>
          <p:spPr>
            <a:xfrm>
              <a:off x="1443450" y="5325150"/>
              <a:ext cx="652800" cy="28400"/>
            </a:xfrm>
            <a:custGeom>
              <a:avLst/>
              <a:gdLst/>
              <a:ahLst/>
              <a:cxnLst/>
              <a:rect l="l" t="t" r="r" b="b"/>
              <a:pathLst>
                <a:path w="26112" h="1136" extrusionOk="0">
                  <a:moveTo>
                    <a:pt x="24213" y="62"/>
                  </a:moveTo>
                  <a:lnTo>
                    <a:pt x="24234" y="166"/>
                  </a:lnTo>
                  <a:lnTo>
                    <a:pt x="25162" y="124"/>
                  </a:lnTo>
                  <a:lnTo>
                    <a:pt x="26112" y="83"/>
                  </a:lnTo>
                  <a:lnTo>
                    <a:pt x="24213" y="62"/>
                  </a:lnTo>
                  <a:close/>
                  <a:moveTo>
                    <a:pt x="22562" y="62"/>
                  </a:moveTo>
                  <a:lnTo>
                    <a:pt x="22603" y="269"/>
                  </a:lnTo>
                  <a:lnTo>
                    <a:pt x="24151" y="166"/>
                  </a:lnTo>
                  <a:lnTo>
                    <a:pt x="24151" y="62"/>
                  </a:lnTo>
                  <a:close/>
                  <a:moveTo>
                    <a:pt x="20601" y="62"/>
                  </a:moveTo>
                  <a:lnTo>
                    <a:pt x="20642" y="413"/>
                  </a:lnTo>
                  <a:lnTo>
                    <a:pt x="22479" y="269"/>
                  </a:lnTo>
                  <a:lnTo>
                    <a:pt x="22520" y="62"/>
                  </a:lnTo>
                  <a:close/>
                  <a:moveTo>
                    <a:pt x="15048" y="62"/>
                  </a:moveTo>
                  <a:lnTo>
                    <a:pt x="15275" y="496"/>
                  </a:lnTo>
                  <a:lnTo>
                    <a:pt x="15296" y="228"/>
                  </a:lnTo>
                  <a:lnTo>
                    <a:pt x="15317" y="62"/>
                  </a:lnTo>
                  <a:close/>
                  <a:moveTo>
                    <a:pt x="18970" y="62"/>
                  </a:moveTo>
                  <a:lnTo>
                    <a:pt x="18991" y="248"/>
                  </a:lnTo>
                  <a:lnTo>
                    <a:pt x="19011" y="558"/>
                  </a:lnTo>
                  <a:lnTo>
                    <a:pt x="20518" y="434"/>
                  </a:lnTo>
                  <a:lnTo>
                    <a:pt x="20559" y="62"/>
                  </a:lnTo>
                  <a:close/>
                  <a:moveTo>
                    <a:pt x="17897" y="42"/>
                  </a:moveTo>
                  <a:lnTo>
                    <a:pt x="17009" y="62"/>
                  </a:lnTo>
                  <a:lnTo>
                    <a:pt x="17030" y="310"/>
                  </a:lnTo>
                  <a:lnTo>
                    <a:pt x="17071" y="744"/>
                  </a:lnTo>
                  <a:lnTo>
                    <a:pt x="18867" y="578"/>
                  </a:lnTo>
                  <a:lnTo>
                    <a:pt x="18888" y="248"/>
                  </a:lnTo>
                  <a:lnTo>
                    <a:pt x="18908" y="62"/>
                  </a:lnTo>
                  <a:lnTo>
                    <a:pt x="17897" y="42"/>
                  </a:lnTo>
                  <a:close/>
                  <a:moveTo>
                    <a:pt x="1" y="0"/>
                  </a:moveTo>
                  <a:lnTo>
                    <a:pt x="888" y="207"/>
                  </a:lnTo>
                  <a:lnTo>
                    <a:pt x="909" y="62"/>
                  </a:lnTo>
                  <a:lnTo>
                    <a:pt x="930" y="21"/>
                  </a:lnTo>
                  <a:lnTo>
                    <a:pt x="950" y="62"/>
                  </a:lnTo>
                  <a:lnTo>
                    <a:pt x="971" y="228"/>
                  </a:lnTo>
                  <a:lnTo>
                    <a:pt x="1735" y="372"/>
                  </a:lnTo>
                  <a:lnTo>
                    <a:pt x="2498" y="517"/>
                  </a:lnTo>
                  <a:lnTo>
                    <a:pt x="2519" y="145"/>
                  </a:lnTo>
                  <a:lnTo>
                    <a:pt x="2540" y="42"/>
                  </a:lnTo>
                  <a:lnTo>
                    <a:pt x="2560" y="21"/>
                  </a:lnTo>
                  <a:lnTo>
                    <a:pt x="2581" y="42"/>
                  </a:lnTo>
                  <a:lnTo>
                    <a:pt x="2602" y="145"/>
                  </a:lnTo>
                  <a:lnTo>
                    <a:pt x="2643" y="537"/>
                  </a:lnTo>
                  <a:lnTo>
                    <a:pt x="3530" y="682"/>
                  </a:lnTo>
                  <a:lnTo>
                    <a:pt x="4439" y="805"/>
                  </a:lnTo>
                  <a:lnTo>
                    <a:pt x="4480" y="269"/>
                  </a:lnTo>
                  <a:lnTo>
                    <a:pt x="4501" y="104"/>
                  </a:lnTo>
                  <a:lnTo>
                    <a:pt x="4521" y="21"/>
                  </a:lnTo>
                  <a:lnTo>
                    <a:pt x="2746" y="0"/>
                  </a:lnTo>
                  <a:close/>
                  <a:moveTo>
                    <a:pt x="15358" y="62"/>
                  </a:moveTo>
                  <a:lnTo>
                    <a:pt x="15399" y="331"/>
                  </a:lnTo>
                  <a:lnTo>
                    <a:pt x="15420" y="805"/>
                  </a:lnTo>
                  <a:lnTo>
                    <a:pt x="15461" y="888"/>
                  </a:lnTo>
                  <a:lnTo>
                    <a:pt x="16885" y="764"/>
                  </a:lnTo>
                  <a:lnTo>
                    <a:pt x="16927" y="310"/>
                  </a:lnTo>
                  <a:lnTo>
                    <a:pt x="16947" y="62"/>
                  </a:lnTo>
                  <a:close/>
                  <a:moveTo>
                    <a:pt x="4542" y="21"/>
                  </a:moveTo>
                  <a:lnTo>
                    <a:pt x="4562" y="104"/>
                  </a:lnTo>
                  <a:lnTo>
                    <a:pt x="4583" y="289"/>
                  </a:lnTo>
                  <a:lnTo>
                    <a:pt x="4624" y="826"/>
                  </a:lnTo>
                  <a:lnTo>
                    <a:pt x="5347" y="909"/>
                  </a:lnTo>
                  <a:lnTo>
                    <a:pt x="6069" y="971"/>
                  </a:lnTo>
                  <a:lnTo>
                    <a:pt x="6111" y="351"/>
                  </a:lnTo>
                  <a:lnTo>
                    <a:pt x="6131" y="145"/>
                  </a:lnTo>
                  <a:lnTo>
                    <a:pt x="6152" y="42"/>
                  </a:lnTo>
                  <a:lnTo>
                    <a:pt x="4542" y="21"/>
                  </a:lnTo>
                  <a:close/>
                  <a:moveTo>
                    <a:pt x="6193" y="42"/>
                  </a:moveTo>
                  <a:lnTo>
                    <a:pt x="6214" y="145"/>
                  </a:lnTo>
                  <a:lnTo>
                    <a:pt x="6234" y="351"/>
                  </a:lnTo>
                  <a:lnTo>
                    <a:pt x="6276" y="991"/>
                  </a:lnTo>
                  <a:lnTo>
                    <a:pt x="7143" y="1053"/>
                  </a:lnTo>
                  <a:lnTo>
                    <a:pt x="8030" y="1094"/>
                  </a:lnTo>
                  <a:lnTo>
                    <a:pt x="8072" y="393"/>
                  </a:lnTo>
                  <a:lnTo>
                    <a:pt x="8092" y="166"/>
                  </a:lnTo>
                  <a:lnTo>
                    <a:pt x="8113" y="42"/>
                  </a:lnTo>
                  <a:close/>
                  <a:moveTo>
                    <a:pt x="8154" y="42"/>
                  </a:moveTo>
                  <a:lnTo>
                    <a:pt x="8175" y="186"/>
                  </a:lnTo>
                  <a:lnTo>
                    <a:pt x="8195" y="413"/>
                  </a:lnTo>
                  <a:lnTo>
                    <a:pt x="8237" y="1094"/>
                  </a:lnTo>
                  <a:lnTo>
                    <a:pt x="9661" y="1136"/>
                  </a:lnTo>
                  <a:lnTo>
                    <a:pt x="9702" y="434"/>
                  </a:lnTo>
                  <a:lnTo>
                    <a:pt x="9723" y="186"/>
                  </a:lnTo>
                  <a:lnTo>
                    <a:pt x="9743" y="42"/>
                  </a:lnTo>
                  <a:close/>
                  <a:moveTo>
                    <a:pt x="9785" y="42"/>
                  </a:moveTo>
                  <a:lnTo>
                    <a:pt x="9826" y="186"/>
                  </a:lnTo>
                  <a:lnTo>
                    <a:pt x="9847" y="434"/>
                  </a:lnTo>
                  <a:lnTo>
                    <a:pt x="9867" y="1136"/>
                  </a:lnTo>
                  <a:lnTo>
                    <a:pt x="10094" y="1136"/>
                  </a:lnTo>
                  <a:lnTo>
                    <a:pt x="11519" y="1115"/>
                  </a:lnTo>
                  <a:lnTo>
                    <a:pt x="10136" y="42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5" name="Google Shape;315;p27"/>
            <p:cNvSpPr/>
            <p:nvPr/>
          </p:nvSpPr>
          <p:spPr>
            <a:xfrm>
              <a:off x="2097775" y="5327225"/>
              <a:ext cx="17575" cy="25"/>
            </a:xfrm>
            <a:custGeom>
              <a:avLst/>
              <a:gdLst/>
              <a:ahLst/>
              <a:cxnLst/>
              <a:rect l="l" t="t" r="r" b="b"/>
              <a:pathLst>
                <a:path w="703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703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6" name="Google Shape;316;p27"/>
            <p:cNvSpPr/>
            <p:nvPr/>
          </p:nvSpPr>
          <p:spPr>
            <a:xfrm>
              <a:off x="2048750" y="5326700"/>
              <a:ext cx="47500" cy="2600"/>
            </a:xfrm>
            <a:custGeom>
              <a:avLst/>
              <a:gdLst/>
              <a:ahLst/>
              <a:cxnLst/>
              <a:rect l="l" t="t" r="r" b="b"/>
              <a:pathLst>
                <a:path w="1900" h="10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950" y="62"/>
                  </a:lnTo>
                  <a:lnTo>
                    <a:pt x="1900" y="21"/>
                  </a:lnTo>
                  <a:lnTo>
                    <a:pt x="1900" y="21"/>
                  </a:lnTo>
                  <a:lnTo>
                    <a:pt x="1900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7" name="Google Shape;317;p27"/>
            <p:cNvSpPr/>
            <p:nvPr/>
          </p:nvSpPr>
          <p:spPr>
            <a:xfrm>
              <a:off x="2007475" y="5326700"/>
              <a:ext cx="39775" cy="5175"/>
            </a:xfrm>
            <a:custGeom>
              <a:avLst/>
              <a:gdLst/>
              <a:ahLst/>
              <a:cxnLst/>
              <a:rect l="l" t="t" r="r" b="b"/>
              <a:pathLst>
                <a:path w="1591" h="207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42" y="207"/>
                  </a:lnTo>
                  <a:lnTo>
                    <a:pt x="42" y="207"/>
                  </a:lnTo>
                  <a:lnTo>
                    <a:pt x="1590" y="104"/>
                  </a:lnTo>
                  <a:lnTo>
                    <a:pt x="1590" y="104"/>
                  </a:lnTo>
                  <a:lnTo>
                    <a:pt x="1590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8" name="Google Shape;318;p27"/>
            <p:cNvSpPr/>
            <p:nvPr/>
          </p:nvSpPr>
          <p:spPr>
            <a:xfrm>
              <a:off x="1958450" y="5326700"/>
              <a:ext cx="48025" cy="8800"/>
            </a:xfrm>
            <a:custGeom>
              <a:avLst/>
              <a:gdLst/>
              <a:ahLst/>
              <a:cxnLst/>
              <a:rect l="l" t="t" r="r" b="b"/>
              <a:pathLst>
                <a:path w="1921" h="352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42" y="351"/>
                  </a:lnTo>
                  <a:lnTo>
                    <a:pt x="42" y="351"/>
                  </a:lnTo>
                  <a:lnTo>
                    <a:pt x="1879" y="207"/>
                  </a:lnTo>
                  <a:lnTo>
                    <a:pt x="1879" y="207"/>
                  </a:lnTo>
                  <a:lnTo>
                    <a:pt x="1920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9" name="Google Shape;319;p27"/>
            <p:cNvSpPr/>
            <p:nvPr/>
          </p:nvSpPr>
          <p:spPr>
            <a:xfrm>
              <a:off x="1917700" y="5326700"/>
              <a:ext cx="39750" cy="12400"/>
            </a:xfrm>
            <a:custGeom>
              <a:avLst/>
              <a:gdLst/>
              <a:ahLst/>
              <a:cxnLst/>
              <a:rect l="l" t="t" r="r" b="b"/>
              <a:pathLst>
                <a:path w="1590" h="496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186"/>
                  </a:lnTo>
                  <a:lnTo>
                    <a:pt x="41" y="496"/>
                  </a:lnTo>
                  <a:lnTo>
                    <a:pt x="41" y="496"/>
                  </a:lnTo>
                  <a:lnTo>
                    <a:pt x="1548" y="372"/>
                  </a:lnTo>
                  <a:lnTo>
                    <a:pt x="1548" y="372"/>
                  </a:lnTo>
                  <a:lnTo>
                    <a:pt x="1589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0" name="Google Shape;320;p27"/>
            <p:cNvSpPr/>
            <p:nvPr/>
          </p:nvSpPr>
          <p:spPr>
            <a:xfrm>
              <a:off x="1819650" y="5326700"/>
              <a:ext cx="6725" cy="10850"/>
            </a:xfrm>
            <a:custGeom>
              <a:avLst/>
              <a:gdLst/>
              <a:ahLst/>
              <a:cxnLst/>
              <a:rect l="l" t="t" r="r" b="b"/>
              <a:pathLst>
                <a:path w="269" h="434" fill="none" extrusionOk="0">
                  <a:moveTo>
                    <a:pt x="269" y="0"/>
                  </a:moveTo>
                  <a:lnTo>
                    <a:pt x="269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27" y="434"/>
                  </a:lnTo>
                  <a:lnTo>
                    <a:pt x="227" y="434"/>
                  </a:lnTo>
                  <a:lnTo>
                    <a:pt x="248" y="166"/>
                  </a:lnTo>
                  <a:lnTo>
                    <a:pt x="26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1" name="Google Shape;321;p27"/>
            <p:cNvSpPr/>
            <p:nvPr/>
          </p:nvSpPr>
          <p:spPr>
            <a:xfrm>
              <a:off x="1827375" y="5326700"/>
              <a:ext cx="39775" cy="20675"/>
            </a:xfrm>
            <a:custGeom>
              <a:avLst/>
              <a:gdLst/>
              <a:ahLst/>
              <a:cxnLst/>
              <a:rect l="l" t="t" r="r" b="b"/>
              <a:pathLst>
                <a:path w="1591" h="827" fill="none" extrusionOk="0">
                  <a:moveTo>
                    <a:pt x="1590" y="0"/>
                  </a:moveTo>
                  <a:lnTo>
                    <a:pt x="159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42" y="269"/>
                  </a:lnTo>
                  <a:lnTo>
                    <a:pt x="63" y="743"/>
                  </a:lnTo>
                  <a:lnTo>
                    <a:pt x="63" y="743"/>
                  </a:lnTo>
                  <a:lnTo>
                    <a:pt x="104" y="826"/>
                  </a:lnTo>
                  <a:lnTo>
                    <a:pt x="104" y="826"/>
                  </a:lnTo>
                  <a:lnTo>
                    <a:pt x="1528" y="702"/>
                  </a:lnTo>
                  <a:lnTo>
                    <a:pt x="1528" y="702"/>
                  </a:lnTo>
                  <a:lnTo>
                    <a:pt x="1570" y="248"/>
                  </a:lnTo>
                  <a:lnTo>
                    <a:pt x="159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2" name="Google Shape;322;p27"/>
            <p:cNvSpPr/>
            <p:nvPr/>
          </p:nvSpPr>
          <p:spPr>
            <a:xfrm>
              <a:off x="1868675" y="5326175"/>
              <a:ext cx="47500" cy="17575"/>
            </a:xfrm>
            <a:custGeom>
              <a:avLst/>
              <a:gdLst/>
              <a:ahLst/>
              <a:cxnLst/>
              <a:rect l="l" t="t" r="r" b="b"/>
              <a:pathLst>
                <a:path w="1900" h="703" fill="none" extrusionOk="0">
                  <a:moveTo>
                    <a:pt x="888" y="1"/>
                  </a:moveTo>
                  <a:lnTo>
                    <a:pt x="888" y="1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1" y="269"/>
                  </a:lnTo>
                  <a:lnTo>
                    <a:pt x="62" y="703"/>
                  </a:lnTo>
                  <a:lnTo>
                    <a:pt x="62" y="703"/>
                  </a:lnTo>
                  <a:lnTo>
                    <a:pt x="1858" y="537"/>
                  </a:lnTo>
                  <a:lnTo>
                    <a:pt x="1858" y="537"/>
                  </a:lnTo>
                  <a:lnTo>
                    <a:pt x="1879" y="207"/>
                  </a:lnTo>
                  <a:lnTo>
                    <a:pt x="1899" y="21"/>
                  </a:lnTo>
                  <a:lnTo>
                    <a:pt x="88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3" name="Google Shape;323;p27"/>
            <p:cNvSpPr/>
            <p:nvPr/>
          </p:nvSpPr>
          <p:spPr>
            <a:xfrm>
              <a:off x="1688050" y="5326175"/>
              <a:ext cx="43375" cy="27375"/>
            </a:xfrm>
            <a:custGeom>
              <a:avLst/>
              <a:gdLst/>
              <a:ahLst/>
              <a:cxnLst/>
              <a:rect l="l" t="t" r="r" b="b"/>
              <a:pathLst>
                <a:path w="1735" h="1095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2" y="145"/>
                  </a:lnTo>
                  <a:lnTo>
                    <a:pt x="63" y="393"/>
                  </a:lnTo>
                  <a:lnTo>
                    <a:pt x="83" y="1095"/>
                  </a:lnTo>
                  <a:lnTo>
                    <a:pt x="83" y="1095"/>
                  </a:lnTo>
                  <a:lnTo>
                    <a:pt x="310" y="1095"/>
                  </a:lnTo>
                  <a:lnTo>
                    <a:pt x="310" y="1095"/>
                  </a:lnTo>
                  <a:lnTo>
                    <a:pt x="1735" y="1074"/>
                  </a:lnTo>
                  <a:lnTo>
                    <a:pt x="352" y="1"/>
                  </a:lnTo>
                  <a:lnTo>
                    <a:pt x="35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1647300" y="5326175"/>
              <a:ext cx="39750" cy="27375"/>
            </a:xfrm>
            <a:custGeom>
              <a:avLst/>
              <a:gdLst/>
              <a:ahLst/>
              <a:cxnLst/>
              <a:rect l="l" t="t" r="r" b="b"/>
              <a:pathLst>
                <a:path w="1590" h="1095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45"/>
                  </a:lnTo>
                  <a:lnTo>
                    <a:pt x="41" y="372"/>
                  </a:lnTo>
                  <a:lnTo>
                    <a:pt x="83" y="1053"/>
                  </a:lnTo>
                  <a:lnTo>
                    <a:pt x="83" y="1053"/>
                  </a:lnTo>
                  <a:lnTo>
                    <a:pt x="1507" y="1095"/>
                  </a:lnTo>
                  <a:lnTo>
                    <a:pt x="1507" y="1095"/>
                  </a:lnTo>
                  <a:lnTo>
                    <a:pt x="1548" y="393"/>
                  </a:lnTo>
                  <a:lnTo>
                    <a:pt x="1569" y="145"/>
                  </a:lnTo>
                  <a:lnTo>
                    <a:pt x="1589" y="1"/>
                  </a:lnTo>
                  <a:lnTo>
                    <a:pt x="1589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5" name="Google Shape;325;p27"/>
            <p:cNvSpPr/>
            <p:nvPr/>
          </p:nvSpPr>
          <p:spPr>
            <a:xfrm>
              <a:off x="1598275" y="5326175"/>
              <a:ext cx="48000" cy="26350"/>
            </a:xfrm>
            <a:custGeom>
              <a:avLst/>
              <a:gdLst/>
              <a:ahLst/>
              <a:cxnLst/>
              <a:rect l="l" t="t" r="r" b="b"/>
              <a:pathLst>
                <a:path w="1920" h="105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04"/>
                  </a:lnTo>
                  <a:lnTo>
                    <a:pt x="41" y="310"/>
                  </a:lnTo>
                  <a:lnTo>
                    <a:pt x="83" y="950"/>
                  </a:lnTo>
                  <a:lnTo>
                    <a:pt x="83" y="950"/>
                  </a:lnTo>
                  <a:lnTo>
                    <a:pt x="950" y="1012"/>
                  </a:lnTo>
                  <a:lnTo>
                    <a:pt x="1837" y="1053"/>
                  </a:lnTo>
                  <a:lnTo>
                    <a:pt x="1837" y="1053"/>
                  </a:lnTo>
                  <a:lnTo>
                    <a:pt x="1879" y="352"/>
                  </a:lnTo>
                  <a:lnTo>
                    <a:pt x="1899" y="125"/>
                  </a:lnTo>
                  <a:lnTo>
                    <a:pt x="1920" y="1"/>
                  </a:lnTo>
                  <a:lnTo>
                    <a:pt x="192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6" name="Google Shape;326;p27"/>
            <p:cNvSpPr/>
            <p:nvPr/>
          </p:nvSpPr>
          <p:spPr>
            <a:xfrm>
              <a:off x="1556975" y="5325675"/>
              <a:ext cx="40275" cy="23750"/>
            </a:xfrm>
            <a:custGeom>
              <a:avLst/>
              <a:gdLst/>
              <a:ahLst/>
              <a:cxnLst/>
              <a:rect l="l" t="t" r="r" b="b"/>
              <a:pathLst>
                <a:path w="1611" h="950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83"/>
                  </a:lnTo>
                  <a:lnTo>
                    <a:pt x="42" y="268"/>
                  </a:lnTo>
                  <a:lnTo>
                    <a:pt x="83" y="805"/>
                  </a:lnTo>
                  <a:lnTo>
                    <a:pt x="83" y="805"/>
                  </a:lnTo>
                  <a:lnTo>
                    <a:pt x="806" y="888"/>
                  </a:lnTo>
                  <a:lnTo>
                    <a:pt x="1528" y="950"/>
                  </a:lnTo>
                  <a:lnTo>
                    <a:pt x="1528" y="950"/>
                  </a:lnTo>
                  <a:lnTo>
                    <a:pt x="1570" y="330"/>
                  </a:lnTo>
                  <a:lnTo>
                    <a:pt x="1590" y="124"/>
                  </a:lnTo>
                  <a:lnTo>
                    <a:pt x="1611" y="21"/>
                  </a:lnTo>
                  <a:lnTo>
                    <a:pt x="1611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" name="Google Shape;327;p27"/>
            <p:cNvSpPr/>
            <p:nvPr/>
          </p:nvSpPr>
          <p:spPr>
            <a:xfrm>
              <a:off x="1443450" y="5325150"/>
              <a:ext cx="113050" cy="20150"/>
            </a:xfrm>
            <a:custGeom>
              <a:avLst/>
              <a:gdLst/>
              <a:ahLst/>
              <a:cxnLst/>
              <a:rect l="l" t="t" r="r" b="b"/>
              <a:pathLst>
                <a:path w="4522" h="806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88" y="207"/>
                  </a:lnTo>
                  <a:lnTo>
                    <a:pt x="888" y="207"/>
                  </a:lnTo>
                  <a:lnTo>
                    <a:pt x="909" y="62"/>
                  </a:lnTo>
                  <a:lnTo>
                    <a:pt x="930" y="21"/>
                  </a:lnTo>
                  <a:lnTo>
                    <a:pt x="930" y="21"/>
                  </a:lnTo>
                  <a:lnTo>
                    <a:pt x="950" y="62"/>
                  </a:lnTo>
                  <a:lnTo>
                    <a:pt x="971" y="228"/>
                  </a:lnTo>
                  <a:lnTo>
                    <a:pt x="971" y="228"/>
                  </a:lnTo>
                  <a:lnTo>
                    <a:pt x="1735" y="372"/>
                  </a:lnTo>
                  <a:lnTo>
                    <a:pt x="2498" y="517"/>
                  </a:lnTo>
                  <a:lnTo>
                    <a:pt x="2498" y="517"/>
                  </a:lnTo>
                  <a:lnTo>
                    <a:pt x="2519" y="145"/>
                  </a:lnTo>
                  <a:lnTo>
                    <a:pt x="2540" y="42"/>
                  </a:lnTo>
                  <a:lnTo>
                    <a:pt x="2560" y="21"/>
                  </a:lnTo>
                  <a:lnTo>
                    <a:pt x="2560" y="21"/>
                  </a:lnTo>
                  <a:lnTo>
                    <a:pt x="2581" y="42"/>
                  </a:lnTo>
                  <a:lnTo>
                    <a:pt x="2602" y="145"/>
                  </a:lnTo>
                  <a:lnTo>
                    <a:pt x="2643" y="537"/>
                  </a:lnTo>
                  <a:lnTo>
                    <a:pt x="2643" y="537"/>
                  </a:lnTo>
                  <a:lnTo>
                    <a:pt x="3530" y="682"/>
                  </a:lnTo>
                  <a:lnTo>
                    <a:pt x="4439" y="805"/>
                  </a:lnTo>
                  <a:lnTo>
                    <a:pt x="4439" y="805"/>
                  </a:lnTo>
                  <a:lnTo>
                    <a:pt x="4480" y="269"/>
                  </a:lnTo>
                  <a:lnTo>
                    <a:pt x="4501" y="104"/>
                  </a:lnTo>
                  <a:lnTo>
                    <a:pt x="4521" y="21"/>
                  </a:lnTo>
                  <a:lnTo>
                    <a:pt x="4521" y="21"/>
                  </a:lnTo>
                  <a:lnTo>
                    <a:pt x="2746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" name="Google Shape;328;p27"/>
            <p:cNvSpPr/>
            <p:nvPr/>
          </p:nvSpPr>
          <p:spPr>
            <a:xfrm>
              <a:off x="1505900" y="5325675"/>
              <a:ext cx="3625" cy="12925"/>
            </a:xfrm>
            <a:custGeom>
              <a:avLst/>
              <a:gdLst/>
              <a:ahLst/>
              <a:cxnLst/>
              <a:rect l="l" t="t" r="r" b="b"/>
              <a:pathLst>
                <a:path w="145" h="517" extrusionOk="0">
                  <a:moveTo>
                    <a:pt x="62" y="0"/>
                  </a:moveTo>
                  <a:lnTo>
                    <a:pt x="42" y="21"/>
                  </a:lnTo>
                  <a:lnTo>
                    <a:pt x="21" y="124"/>
                  </a:lnTo>
                  <a:lnTo>
                    <a:pt x="0" y="496"/>
                  </a:lnTo>
                  <a:lnTo>
                    <a:pt x="145" y="516"/>
                  </a:lnTo>
                  <a:lnTo>
                    <a:pt x="104" y="124"/>
                  </a:lnTo>
                  <a:lnTo>
                    <a:pt x="83" y="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9" name="Google Shape;329;p27"/>
            <p:cNvSpPr/>
            <p:nvPr/>
          </p:nvSpPr>
          <p:spPr>
            <a:xfrm>
              <a:off x="1505900" y="5325675"/>
              <a:ext cx="3625" cy="12925"/>
            </a:xfrm>
            <a:custGeom>
              <a:avLst/>
              <a:gdLst/>
              <a:ahLst/>
              <a:cxnLst/>
              <a:rect l="l" t="t" r="r" b="b"/>
              <a:pathLst>
                <a:path w="145" h="517" fill="none" extrusionOk="0">
                  <a:moveTo>
                    <a:pt x="62" y="0"/>
                  </a:moveTo>
                  <a:lnTo>
                    <a:pt x="62" y="0"/>
                  </a:lnTo>
                  <a:lnTo>
                    <a:pt x="42" y="21"/>
                  </a:lnTo>
                  <a:lnTo>
                    <a:pt x="21" y="124"/>
                  </a:lnTo>
                  <a:lnTo>
                    <a:pt x="0" y="496"/>
                  </a:lnTo>
                  <a:lnTo>
                    <a:pt x="0" y="496"/>
                  </a:lnTo>
                  <a:lnTo>
                    <a:pt x="145" y="516"/>
                  </a:lnTo>
                  <a:lnTo>
                    <a:pt x="145" y="516"/>
                  </a:lnTo>
                  <a:lnTo>
                    <a:pt x="104" y="124"/>
                  </a:lnTo>
                  <a:lnTo>
                    <a:pt x="83" y="21"/>
                  </a:lnTo>
                  <a:lnTo>
                    <a:pt x="6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1465650" y="5325675"/>
              <a:ext cx="2075" cy="5175"/>
            </a:xfrm>
            <a:custGeom>
              <a:avLst/>
              <a:gdLst/>
              <a:ahLst/>
              <a:cxnLst/>
              <a:rect l="l" t="t" r="r" b="b"/>
              <a:pathLst>
                <a:path w="83" h="207" extrusionOk="0">
                  <a:moveTo>
                    <a:pt x="42" y="0"/>
                  </a:moveTo>
                  <a:lnTo>
                    <a:pt x="21" y="41"/>
                  </a:lnTo>
                  <a:lnTo>
                    <a:pt x="0" y="186"/>
                  </a:lnTo>
                  <a:lnTo>
                    <a:pt x="83" y="207"/>
                  </a:lnTo>
                  <a:lnTo>
                    <a:pt x="62" y="41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1465650" y="5325675"/>
              <a:ext cx="2075" cy="5175"/>
            </a:xfrm>
            <a:custGeom>
              <a:avLst/>
              <a:gdLst/>
              <a:ahLst/>
              <a:cxnLst/>
              <a:rect l="l" t="t" r="r" b="b"/>
              <a:pathLst>
                <a:path w="83" h="207" fill="none" extrusionOk="0">
                  <a:moveTo>
                    <a:pt x="42" y="0"/>
                  </a:moveTo>
                  <a:lnTo>
                    <a:pt x="42" y="0"/>
                  </a:lnTo>
                  <a:lnTo>
                    <a:pt x="21" y="41"/>
                  </a:lnTo>
                  <a:lnTo>
                    <a:pt x="0" y="186"/>
                  </a:lnTo>
                  <a:lnTo>
                    <a:pt x="0" y="186"/>
                  </a:lnTo>
                  <a:lnTo>
                    <a:pt x="83" y="207"/>
                  </a:lnTo>
                  <a:lnTo>
                    <a:pt x="83" y="207"/>
                  </a:lnTo>
                  <a:lnTo>
                    <a:pt x="62" y="41"/>
                  </a:lnTo>
                  <a:lnTo>
                    <a:pt x="4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2" name="Google Shape;332;p27"/>
            <p:cNvSpPr/>
            <p:nvPr/>
          </p:nvSpPr>
          <p:spPr>
            <a:xfrm>
              <a:off x="1595175" y="5326175"/>
              <a:ext cx="5175" cy="23775"/>
            </a:xfrm>
            <a:custGeom>
              <a:avLst/>
              <a:gdLst/>
              <a:ahLst/>
              <a:cxnLst/>
              <a:rect l="l" t="t" r="r" b="b"/>
              <a:pathLst>
                <a:path w="207" h="951" extrusionOk="0">
                  <a:moveTo>
                    <a:pt x="83" y="1"/>
                  </a:moveTo>
                  <a:lnTo>
                    <a:pt x="62" y="104"/>
                  </a:lnTo>
                  <a:lnTo>
                    <a:pt x="42" y="310"/>
                  </a:lnTo>
                  <a:lnTo>
                    <a:pt x="0" y="930"/>
                  </a:lnTo>
                  <a:lnTo>
                    <a:pt x="207" y="950"/>
                  </a:lnTo>
                  <a:lnTo>
                    <a:pt x="165" y="310"/>
                  </a:lnTo>
                  <a:lnTo>
                    <a:pt x="145" y="104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1595175" y="5326175"/>
              <a:ext cx="5175" cy="23775"/>
            </a:xfrm>
            <a:custGeom>
              <a:avLst/>
              <a:gdLst/>
              <a:ahLst/>
              <a:cxnLst/>
              <a:rect l="l" t="t" r="r" b="b"/>
              <a:pathLst>
                <a:path w="207" h="951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2" y="104"/>
                  </a:lnTo>
                  <a:lnTo>
                    <a:pt x="42" y="310"/>
                  </a:lnTo>
                  <a:lnTo>
                    <a:pt x="0" y="930"/>
                  </a:lnTo>
                  <a:lnTo>
                    <a:pt x="0" y="930"/>
                  </a:lnTo>
                  <a:lnTo>
                    <a:pt x="207" y="950"/>
                  </a:lnTo>
                  <a:lnTo>
                    <a:pt x="207" y="950"/>
                  </a:lnTo>
                  <a:lnTo>
                    <a:pt x="165" y="310"/>
                  </a:lnTo>
                  <a:lnTo>
                    <a:pt x="145" y="104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1554400" y="5325675"/>
              <a:ext cx="4675" cy="20150"/>
            </a:xfrm>
            <a:custGeom>
              <a:avLst/>
              <a:gdLst/>
              <a:ahLst/>
              <a:cxnLst/>
              <a:rect l="l" t="t" r="r" b="b"/>
              <a:pathLst>
                <a:path w="187" h="806" extrusionOk="0">
                  <a:moveTo>
                    <a:pt x="83" y="0"/>
                  </a:moveTo>
                  <a:lnTo>
                    <a:pt x="63" y="83"/>
                  </a:lnTo>
                  <a:lnTo>
                    <a:pt x="42" y="248"/>
                  </a:lnTo>
                  <a:lnTo>
                    <a:pt x="1" y="784"/>
                  </a:lnTo>
                  <a:lnTo>
                    <a:pt x="186" y="805"/>
                  </a:lnTo>
                  <a:lnTo>
                    <a:pt x="145" y="268"/>
                  </a:lnTo>
                  <a:lnTo>
                    <a:pt x="124" y="83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5" name="Google Shape;335;p27"/>
            <p:cNvSpPr/>
            <p:nvPr/>
          </p:nvSpPr>
          <p:spPr>
            <a:xfrm>
              <a:off x="1554400" y="5325675"/>
              <a:ext cx="4675" cy="20150"/>
            </a:xfrm>
            <a:custGeom>
              <a:avLst/>
              <a:gdLst/>
              <a:ahLst/>
              <a:cxnLst/>
              <a:rect l="l" t="t" r="r" b="b"/>
              <a:pathLst>
                <a:path w="187" h="806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63" y="83"/>
                  </a:lnTo>
                  <a:lnTo>
                    <a:pt x="42" y="248"/>
                  </a:lnTo>
                  <a:lnTo>
                    <a:pt x="1" y="784"/>
                  </a:lnTo>
                  <a:lnTo>
                    <a:pt x="1" y="784"/>
                  </a:lnTo>
                  <a:lnTo>
                    <a:pt x="186" y="805"/>
                  </a:lnTo>
                  <a:lnTo>
                    <a:pt x="186" y="805"/>
                  </a:lnTo>
                  <a:lnTo>
                    <a:pt x="145" y="268"/>
                  </a:lnTo>
                  <a:lnTo>
                    <a:pt x="124" y="83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6" name="Google Shape;336;p27"/>
            <p:cNvSpPr/>
            <p:nvPr/>
          </p:nvSpPr>
          <p:spPr>
            <a:xfrm>
              <a:off x="1684950" y="5326175"/>
              <a:ext cx="5200" cy="27375"/>
            </a:xfrm>
            <a:custGeom>
              <a:avLst/>
              <a:gdLst/>
              <a:ahLst/>
              <a:cxnLst/>
              <a:rect l="l" t="t" r="r" b="b"/>
              <a:pathLst>
                <a:path w="208" h="1095" extrusionOk="0">
                  <a:moveTo>
                    <a:pt x="83" y="1"/>
                  </a:moveTo>
                  <a:lnTo>
                    <a:pt x="63" y="145"/>
                  </a:lnTo>
                  <a:lnTo>
                    <a:pt x="42" y="393"/>
                  </a:lnTo>
                  <a:lnTo>
                    <a:pt x="1" y="1095"/>
                  </a:lnTo>
                  <a:lnTo>
                    <a:pt x="207" y="1095"/>
                  </a:lnTo>
                  <a:lnTo>
                    <a:pt x="187" y="393"/>
                  </a:lnTo>
                  <a:lnTo>
                    <a:pt x="166" y="145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7" name="Google Shape;337;p27"/>
            <p:cNvSpPr/>
            <p:nvPr/>
          </p:nvSpPr>
          <p:spPr>
            <a:xfrm>
              <a:off x="1684950" y="5326175"/>
              <a:ext cx="5200" cy="27375"/>
            </a:xfrm>
            <a:custGeom>
              <a:avLst/>
              <a:gdLst/>
              <a:ahLst/>
              <a:cxnLst/>
              <a:rect l="l" t="t" r="r" b="b"/>
              <a:pathLst>
                <a:path w="208" h="1095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3" y="145"/>
                  </a:lnTo>
                  <a:lnTo>
                    <a:pt x="42" y="393"/>
                  </a:lnTo>
                  <a:lnTo>
                    <a:pt x="1" y="1095"/>
                  </a:lnTo>
                  <a:lnTo>
                    <a:pt x="1" y="1095"/>
                  </a:lnTo>
                  <a:lnTo>
                    <a:pt x="207" y="1095"/>
                  </a:lnTo>
                  <a:lnTo>
                    <a:pt x="207" y="1095"/>
                  </a:lnTo>
                  <a:lnTo>
                    <a:pt x="187" y="393"/>
                  </a:lnTo>
                  <a:lnTo>
                    <a:pt x="166" y="145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8" name="Google Shape;338;p27"/>
            <p:cNvSpPr/>
            <p:nvPr/>
          </p:nvSpPr>
          <p:spPr>
            <a:xfrm>
              <a:off x="1644200" y="5326175"/>
              <a:ext cx="5175" cy="26350"/>
            </a:xfrm>
            <a:custGeom>
              <a:avLst/>
              <a:gdLst/>
              <a:ahLst/>
              <a:cxnLst/>
              <a:rect l="l" t="t" r="r" b="b"/>
              <a:pathLst>
                <a:path w="207" h="1054" extrusionOk="0">
                  <a:moveTo>
                    <a:pt x="83" y="1"/>
                  </a:moveTo>
                  <a:lnTo>
                    <a:pt x="62" y="125"/>
                  </a:lnTo>
                  <a:lnTo>
                    <a:pt x="42" y="352"/>
                  </a:lnTo>
                  <a:lnTo>
                    <a:pt x="0" y="1053"/>
                  </a:lnTo>
                  <a:lnTo>
                    <a:pt x="207" y="1053"/>
                  </a:lnTo>
                  <a:lnTo>
                    <a:pt x="165" y="372"/>
                  </a:lnTo>
                  <a:lnTo>
                    <a:pt x="145" y="14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9" name="Google Shape;339;p27"/>
            <p:cNvSpPr/>
            <p:nvPr/>
          </p:nvSpPr>
          <p:spPr>
            <a:xfrm>
              <a:off x="1644200" y="5326175"/>
              <a:ext cx="5175" cy="26350"/>
            </a:xfrm>
            <a:custGeom>
              <a:avLst/>
              <a:gdLst/>
              <a:ahLst/>
              <a:cxnLst/>
              <a:rect l="l" t="t" r="r" b="b"/>
              <a:pathLst>
                <a:path w="207" h="1054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2" y="125"/>
                  </a:lnTo>
                  <a:lnTo>
                    <a:pt x="42" y="352"/>
                  </a:lnTo>
                  <a:lnTo>
                    <a:pt x="0" y="1053"/>
                  </a:lnTo>
                  <a:lnTo>
                    <a:pt x="0" y="1053"/>
                  </a:lnTo>
                  <a:lnTo>
                    <a:pt x="207" y="1053"/>
                  </a:lnTo>
                  <a:lnTo>
                    <a:pt x="207" y="1053"/>
                  </a:lnTo>
                  <a:lnTo>
                    <a:pt x="165" y="372"/>
                  </a:lnTo>
                  <a:lnTo>
                    <a:pt x="145" y="145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0" name="Google Shape;340;p27"/>
            <p:cNvSpPr/>
            <p:nvPr/>
          </p:nvSpPr>
          <p:spPr>
            <a:xfrm>
              <a:off x="1865575" y="5326700"/>
              <a:ext cx="4675" cy="17575"/>
            </a:xfrm>
            <a:custGeom>
              <a:avLst/>
              <a:gdLst/>
              <a:ahLst/>
              <a:cxnLst/>
              <a:rect l="l" t="t" r="r" b="b"/>
              <a:pathLst>
                <a:path w="187" h="703" extrusionOk="0">
                  <a:moveTo>
                    <a:pt x="62" y="0"/>
                  </a:moveTo>
                  <a:lnTo>
                    <a:pt x="42" y="248"/>
                  </a:lnTo>
                  <a:lnTo>
                    <a:pt x="0" y="702"/>
                  </a:lnTo>
                  <a:lnTo>
                    <a:pt x="0" y="702"/>
                  </a:lnTo>
                  <a:lnTo>
                    <a:pt x="186" y="682"/>
                  </a:lnTo>
                  <a:lnTo>
                    <a:pt x="145" y="248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1" name="Google Shape;341;p27"/>
            <p:cNvSpPr/>
            <p:nvPr/>
          </p:nvSpPr>
          <p:spPr>
            <a:xfrm>
              <a:off x="1865575" y="5326700"/>
              <a:ext cx="4675" cy="17575"/>
            </a:xfrm>
            <a:custGeom>
              <a:avLst/>
              <a:gdLst/>
              <a:ahLst/>
              <a:cxnLst/>
              <a:rect l="l" t="t" r="r" b="b"/>
              <a:pathLst>
                <a:path w="187" h="703" fill="none" extrusionOk="0">
                  <a:moveTo>
                    <a:pt x="124" y="0"/>
                  </a:moveTo>
                  <a:lnTo>
                    <a:pt x="124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42" y="248"/>
                  </a:lnTo>
                  <a:lnTo>
                    <a:pt x="0" y="702"/>
                  </a:lnTo>
                  <a:lnTo>
                    <a:pt x="0" y="702"/>
                  </a:lnTo>
                  <a:lnTo>
                    <a:pt x="186" y="682"/>
                  </a:lnTo>
                  <a:lnTo>
                    <a:pt x="186" y="682"/>
                  </a:lnTo>
                  <a:lnTo>
                    <a:pt x="145" y="248"/>
                  </a:lnTo>
                  <a:lnTo>
                    <a:pt x="12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2" name="Google Shape;342;p27"/>
            <p:cNvSpPr/>
            <p:nvPr/>
          </p:nvSpPr>
          <p:spPr>
            <a:xfrm>
              <a:off x="1825325" y="5326700"/>
              <a:ext cx="3625" cy="18600"/>
            </a:xfrm>
            <a:custGeom>
              <a:avLst/>
              <a:gdLst/>
              <a:ahLst/>
              <a:cxnLst/>
              <a:rect l="l" t="t" r="r" b="b"/>
              <a:pathLst>
                <a:path w="145" h="744" extrusionOk="0">
                  <a:moveTo>
                    <a:pt x="42" y="0"/>
                  </a:moveTo>
                  <a:lnTo>
                    <a:pt x="21" y="166"/>
                  </a:lnTo>
                  <a:lnTo>
                    <a:pt x="0" y="434"/>
                  </a:lnTo>
                  <a:lnTo>
                    <a:pt x="145" y="743"/>
                  </a:lnTo>
                  <a:lnTo>
                    <a:pt x="124" y="269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3" name="Google Shape;343;p27"/>
            <p:cNvSpPr/>
            <p:nvPr/>
          </p:nvSpPr>
          <p:spPr>
            <a:xfrm>
              <a:off x="1825325" y="5326700"/>
              <a:ext cx="3625" cy="18600"/>
            </a:xfrm>
            <a:custGeom>
              <a:avLst/>
              <a:gdLst/>
              <a:ahLst/>
              <a:cxnLst/>
              <a:rect l="l" t="t" r="r" b="b"/>
              <a:pathLst>
                <a:path w="145" h="744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21" y="166"/>
                  </a:lnTo>
                  <a:lnTo>
                    <a:pt x="0" y="434"/>
                  </a:lnTo>
                  <a:lnTo>
                    <a:pt x="0" y="434"/>
                  </a:lnTo>
                  <a:lnTo>
                    <a:pt x="145" y="743"/>
                  </a:lnTo>
                  <a:lnTo>
                    <a:pt x="145" y="743"/>
                  </a:lnTo>
                  <a:lnTo>
                    <a:pt x="124" y="269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4" name="Google Shape;344;p27"/>
            <p:cNvSpPr/>
            <p:nvPr/>
          </p:nvSpPr>
          <p:spPr>
            <a:xfrm>
              <a:off x="1956400" y="5326700"/>
              <a:ext cx="3125" cy="9300"/>
            </a:xfrm>
            <a:custGeom>
              <a:avLst/>
              <a:gdLst/>
              <a:ahLst/>
              <a:cxnLst/>
              <a:rect l="l" t="t" r="r" b="b"/>
              <a:pathLst>
                <a:path w="125" h="372" extrusionOk="0">
                  <a:moveTo>
                    <a:pt x="41" y="0"/>
                  </a:moveTo>
                  <a:lnTo>
                    <a:pt x="0" y="372"/>
                  </a:lnTo>
                  <a:lnTo>
                    <a:pt x="124" y="351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5" name="Google Shape;345;p27"/>
            <p:cNvSpPr/>
            <p:nvPr/>
          </p:nvSpPr>
          <p:spPr>
            <a:xfrm>
              <a:off x="1956400" y="5326700"/>
              <a:ext cx="3125" cy="9300"/>
            </a:xfrm>
            <a:custGeom>
              <a:avLst/>
              <a:gdLst/>
              <a:ahLst/>
              <a:cxnLst/>
              <a:rect l="l" t="t" r="r" b="b"/>
              <a:pathLst>
                <a:path w="125" h="372" fill="none" extrusionOk="0">
                  <a:moveTo>
                    <a:pt x="41" y="0"/>
                  </a:moveTo>
                  <a:lnTo>
                    <a:pt x="41" y="0"/>
                  </a:lnTo>
                  <a:lnTo>
                    <a:pt x="0" y="372"/>
                  </a:lnTo>
                  <a:lnTo>
                    <a:pt x="0" y="372"/>
                  </a:lnTo>
                  <a:lnTo>
                    <a:pt x="124" y="351"/>
                  </a:lnTo>
                  <a:lnTo>
                    <a:pt x="124" y="351"/>
                  </a:lnTo>
                  <a:lnTo>
                    <a:pt x="83" y="0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6" name="Google Shape;346;p27"/>
            <p:cNvSpPr/>
            <p:nvPr/>
          </p:nvSpPr>
          <p:spPr>
            <a:xfrm>
              <a:off x="1915100" y="5326700"/>
              <a:ext cx="3650" cy="12925"/>
            </a:xfrm>
            <a:custGeom>
              <a:avLst/>
              <a:gdLst/>
              <a:ahLst/>
              <a:cxnLst/>
              <a:rect l="l" t="t" r="r" b="b"/>
              <a:pathLst>
                <a:path w="146" h="517" extrusionOk="0">
                  <a:moveTo>
                    <a:pt x="42" y="0"/>
                  </a:moveTo>
                  <a:lnTo>
                    <a:pt x="22" y="186"/>
                  </a:lnTo>
                  <a:lnTo>
                    <a:pt x="1" y="516"/>
                  </a:lnTo>
                  <a:lnTo>
                    <a:pt x="145" y="496"/>
                  </a:lnTo>
                  <a:lnTo>
                    <a:pt x="125" y="186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7" name="Google Shape;347;p27"/>
            <p:cNvSpPr/>
            <p:nvPr/>
          </p:nvSpPr>
          <p:spPr>
            <a:xfrm>
              <a:off x="1915100" y="5326700"/>
              <a:ext cx="3650" cy="12925"/>
            </a:xfrm>
            <a:custGeom>
              <a:avLst/>
              <a:gdLst/>
              <a:ahLst/>
              <a:cxnLst/>
              <a:rect l="l" t="t" r="r" b="b"/>
              <a:pathLst>
                <a:path w="146" h="517" fill="none" extrusionOk="0">
                  <a:moveTo>
                    <a:pt x="42" y="0"/>
                  </a:moveTo>
                  <a:lnTo>
                    <a:pt x="42" y="0"/>
                  </a:lnTo>
                  <a:lnTo>
                    <a:pt x="22" y="186"/>
                  </a:lnTo>
                  <a:lnTo>
                    <a:pt x="1" y="516"/>
                  </a:lnTo>
                  <a:lnTo>
                    <a:pt x="1" y="516"/>
                  </a:lnTo>
                  <a:lnTo>
                    <a:pt x="145" y="496"/>
                  </a:lnTo>
                  <a:lnTo>
                    <a:pt x="145" y="496"/>
                  </a:lnTo>
                  <a:lnTo>
                    <a:pt x="125" y="186"/>
                  </a:lnTo>
                  <a:lnTo>
                    <a:pt x="104" y="0"/>
                  </a:lnTo>
                  <a:lnTo>
                    <a:pt x="4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" name="Google Shape;348;p27"/>
            <p:cNvSpPr/>
            <p:nvPr/>
          </p:nvSpPr>
          <p:spPr>
            <a:xfrm>
              <a:off x="2047225" y="5326700"/>
              <a:ext cx="2075" cy="2600"/>
            </a:xfrm>
            <a:custGeom>
              <a:avLst/>
              <a:gdLst/>
              <a:ahLst/>
              <a:cxnLst/>
              <a:rect l="l" t="t" r="r" b="b"/>
              <a:pathLst>
                <a:path w="83" h="104" extrusionOk="0">
                  <a:moveTo>
                    <a:pt x="0" y="0"/>
                  </a:moveTo>
                  <a:lnTo>
                    <a:pt x="0" y="104"/>
                  </a:lnTo>
                  <a:lnTo>
                    <a:pt x="83" y="104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9" name="Google Shape;349;p27"/>
            <p:cNvSpPr/>
            <p:nvPr/>
          </p:nvSpPr>
          <p:spPr>
            <a:xfrm>
              <a:off x="2047225" y="5326700"/>
              <a:ext cx="2075" cy="2600"/>
            </a:xfrm>
            <a:custGeom>
              <a:avLst/>
              <a:gdLst/>
              <a:ahLst/>
              <a:cxnLst/>
              <a:rect l="l" t="t" r="r" b="b"/>
              <a:pathLst>
                <a:path w="83" h="104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83" y="104"/>
                  </a:lnTo>
                  <a:lnTo>
                    <a:pt x="83" y="104"/>
                  </a:lnTo>
                  <a:lnTo>
                    <a:pt x="62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0" name="Google Shape;350;p27"/>
            <p:cNvSpPr/>
            <p:nvPr/>
          </p:nvSpPr>
          <p:spPr>
            <a:xfrm>
              <a:off x="2005425" y="5326700"/>
              <a:ext cx="3100" cy="5175"/>
            </a:xfrm>
            <a:custGeom>
              <a:avLst/>
              <a:gdLst/>
              <a:ahLst/>
              <a:cxnLst/>
              <a:rect l="l" t="t" r="r" b="b"/>
              <a:pathLst>
                <a:path w="124" h="207" extrusionOk="0">
                  <a:moveTo>
                    <a:pt x="41" y="0"/>
                  </a:moveTo>
                  <a:lnTo>
                    <a:pt x="0" y="207"/>
                  </a:lnTo>
                  <a:lnTo>
                    <a:pt x="124" y="207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1" name="Google Shape;351;p27"/>
            <p:cNvSpPr/>
            <p:nvPr/>
          </p:nvSpPr>
          <p:spPr>
            <a:xfrm>
              <a:off x="2005425" y="5326700"/>
              <a:ext cx="3100" cy="5175"/>
            </a:xfrm>
            <a:custGeom>
              <a:avLst/>
              <a:gdLst/>
              <a:ahLst/>
              <a:cxnLst/>
              <a:rect l="l" t="t" r="r" b="b"/>
              <a:pathLst>
                <a:path w="124" h="207" fill="none" extrusionOk="0">
                  <a:moveTo>
                    <a:pt x="41" y="0"/>
                  </a:moveTo>
                  <a:lnTo>
                    <a:pt x="41" y="0"/>
                  </a:lnTo>
                  <a:lnTo>
                    <a:pt x="0" y="207"/>
                  </a:lnTo>
                  <a:lnTo>
                    <a:pt x="0" y="207"/>
                  </a:lnTo>
                  <a:lnTo>
                    <a:pt x="124" y="207"/>
                  </a:lnTo>
                  <a:lnTo>
                    <a:pt x="124" y="207"/>
                  </a:lnTo>
                  <a:lnTo>
                    <a:pt x="83" y="0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2" name="Google Shape;352;p27"/>
            <p:cNvSpPr/>
            <p:nvPr/>
          </p:nvSpPr>
          <p:spPr>
            <a:xfrm>
              <a:off x="2096225" y="5327225"/>
              <a:ext cx="1575" cy="25"/>
            </a:xfrm>
            <a:custGeom>
              <a:avLst/>
              <a:gdLst/>
              <a:ahLst/>
              <a:cxnLst/>
              <a:rect l="l" t="t" r="r" b="b"/>
              <a:pathLst>
                <a:path w="63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3" name="Google Shape;353;p27"/>
            <p:cNvSpPr/>
            <p:nvPr/>
          </p:nvSpPr>
          <p:spPr>
            <a:xfrm>
              <a:off x="2096225" y="5327225"/>
              <a:ext cx="1575" cy="25"/>
            </a:xfrm>
            <a:custGeom>
              <a:avLst/>
              <a:gdLst/>
              <a:ahLst/>
              <a:cxnLst/>
              <a:rect l="l" t="t" r="r" b="b"/>
              <a:pathLst>
                <a:path w="63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4" name="Google Shape;354;p27"/>
            <p:cNvSpPr/>
            <p:nvPr/>
          </p:nvSpPr>
          <p:spPr>
            <a:xfrm>
              <a:off x="2115325" y="5327225"/>
              <a:ext cx="20675" cy="25"/>
            </a:xfrm>
            <a:custGeom>
              <a:avLst/>
              <a:gdLst/>
              <a:ahLst/>
              <a:cxnLst/>
              <a:rect l="l" t="t" r="r" b="b"/>
              <a:pathLst>
                <a:path w="827" h="1" extrusionOk="0">
                  <a:moveTo>
                    <a:pt x="290" y="0"/>
                  </a:moveTo>
                  <a:lnTo>
                    <a:pt x="290" y="0"/>
                  </a:lnTo>
                  <a:lnTo>
                    <a:pt x="1" y="0"/>
                  </a:lnTo>
                  <a:lnTo>
                    <a:pt x="826" y="0"/>
                  </a:lnTo>
                  <a:lnTo>
                    <a:pt x="826" y="0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B250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5" name="Google Shape;355;p27"/>
            <p:cNvSpPr/>
            <p:nvPr/>
          </p:nvSpPr>
          <p:spPr>
            <a:xfrm>
              <a:off x="2115325" y="5327225"/>
              <a:ext cx="20675" cy="25"/>
            </a:xfrm>
            <a:custGeom>
              <a:avLst/>
              <a:gdLst/>
              <a:ahLst/>
              <a:cxnLst/>
              <a:rect l="l" t="t" r="r" b="b"/>
              <a:pathLst>
                <a:path w="827" h="1" fill="none" extrusionOk="0">
                  <a:moveTo>
                    <a:pt x="290" y="0"/>
                  </a:moveTo>
                  <a:lnTo>
                    <a:pt x="290" y="0"/>
                  </a:lnTo>
                  <a:lnTo>
                    <a:pt x="1" y="0"/>
                  </a:lnTo>
                  <a:lnTo>
                    <a:pt x="826" y="0"/>
                  </a:lnTo>
                  <a:lnTo>
                    <a:pt x="826" y="0"/>
                  </a:lnTo>
                  <a:lnTo>
                    <a:pt x="29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1512100" y="5325150"/>
              <a:ext cx="378775" cy="1575"/>
            </a:xfrm>
            <a:custGeom>
              <a:avLst/>
              <a:gdLst/>
              <a:ahLst/>
              <a:cxnLst/>
              <a:rect l="l" t="t" r="r" b="b"/>
              <a:pathLst>
                <a:path w="15151" h="63" extrusionOk="0">
                  <a:moveTo>
                    <a:pt x="0" y="0"/>
                  </a:moveTo>
                  <a:lnTo>
                    <a:pt x="1775" y="21"/>
                  </a:lnTo>
                  <a:lnTo>
                    <a:pt x="1796" y="21"/>
                  </a:lnTo>
                  <a:lnTo>
                    <a:pt x="3406" y="42"/>
                  </a:lnTo>
                  <a:lnTo>
                    <a:pt x="7390" y="42"/>
                  </a:lnTo>
                  <a:lnTo>
                    <a:pt x="7348" y="21"/>
                  </a:lnTo>
                  <a:lnTo>
                    <a:pt x="0" y="0"/>
                  </a:lnTo>
                  <a:close/>
                  <a:moveTo>
                    <a:pt x="12282" y="42"/>
                  </a:moveTo>
                  <a:lnTo>
                    <a:pt x="12302" y="62"/>
                  </a:lnTo>
                  <a:lnTo>
                    <a:pt x="14263" y="62"/>
                  </a:lnTo>
                  <a:lnTo>
                    <a:pt x="15151" y="42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1819125" y="5326175"/>
              <a:ext cx="71750" cy="550"/>
            </a:xfrm>
            <a:custGeom>
              <a:avLst/>
              <a:gdLst/>
              <a:ahLst/>
              <a:cxnLst/>
              <a:rect l="l" t="t" r="r" b="b"/>
              <a:pathLst>
                <a:path w="2870" h="2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290" y="21"/>
                  </a:lnTo>
                  <a:lnTo>
                    <a:pt x="290" y="21"/>
                  </a:lnTo>
                  <a:lnTo>
                    <a:pt x="331" y="21"/>
                  </a:lnTo>
                  <a:lnTo>
                    <a:pt x="331" y="21"/>
                  </a:lnTo>
                  <a:lnTo>
                    <a:pt x="1920" y="21"/>
                  </a:lnTo>
                  <a:lnTo>
                    <a:pt x="1920" y="21"/>
                  </a:lnTo>
                  <a:lnTo>
                    <a:pt x="1982" y="21"/>
                  </a:lnTo>
                  <a:lnTo>
                    <a:pt x="1982" y="21"/>
                  </a:lnTo>
                  <a:lnTo>
                    <a:pt x="2870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1512100" y="5325150"/>
              <a:ext cx="184750" cy="1050"/>
            </a:xfrm>
            <a:custGeom>
              <a:avLst/>
              <a:gdLst/>
              <a:ahLst/>
              <a:cxnLst/>
              <a:rect l="l" t="t" r="r" b="b"/>
              <a:pathLst>
                <a:path w="7390" h="4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1775" y="21"/>
                  </a:lnTo>
                  <a:lnTo>
                    <a:pt x="1775" y="21"/>
                  </a:lnTo>
                  <a:lnTo>
                    <a:pt x="1796" y="21"/>
                  </a:lnTo>
                  <a:lnTo>
                    <a:pt x="1796" y="21"/>
                  </a:lnTo>
                  <a:lnTo>
                    <a:pt x="3406" y="42"/>
                  </a:lnTo>
                  <a:lnTo>
                    <a:pt x="3406" y="42"/>
                  </a:lnTo>
                  <a:lnTo>
                    <a:pt x="3447" y="42"/>
                  </a:lnTo>
                  <a:lnTo>
                    <a:pt x="3447" y="42"/>
                  </a:lnTo>
                  <a:lnTo>
                    <a:pt x="5367" y="42"/>
                  </a:lnTo>
                  <a:lnTo>
                    <a:pt x="5367" y="42"/>
                  </a:lnTo>
                  <a:lnTo>
                    <a:pt x="5408" y="42"/>
                  </a:lnTo>
                  <a:lnTo>
                    <a:pt x="5408" y="42"/>
                  </a:lnTo>
                  <a:lnTo>
                    <a:pt x="6997" y="42"/>
                  </a:lnTo>
                  <a:lnTo>
                    <a:pt x="6997" y="42"/>
                  </a:lnTo>
                  <a:lnTo>
                    <a:pt x="7039" y="42"/>
                  </a:lnTo>
                  <a:lnTo>
                    <a:pt x="7039" y="42"/>
                  </a:lnTo>
                  <a:lnTo>
                    <a:pt x="7390" y="42"/>
                  </a:lnTo>
                  <a:lnTo>
                    <a:pt x="7348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1548200" y="5056300"/>
              <a:ext cx="19125" cy="6225"/>
            </a:xfrm>
            <a:custGeom>
              <a:avLst/>
              <a:gdLst/>
              <a:ahLst/>
              <a:cxnLst/>
              <a:rect l="l" t="t" r="r" b="b"/>
              <a:pathLst>
                <a:path w="765" h="249" extrusionOk="0">
                  <a:moveTo>
                    <a:pt x="228" y="0"/>
                  </a:moveTo>
                  <a:lnTo>
                    <a:pt x="104" y="42"/>
                  </a:lnTo>
                  <a:lnTo>
                    <a:pt x="22" y="83"/>
                  </a:lnTo>
                  <a:lnTo>
                    <a:pt x="1" y="104"/>
                  </a:lnTo>
                  <a:lnTo>
                    <a:pt x="1" y="124"/>
                  </a:lnTo>
                  <a:lnTo>
                    <a:pt x="1" y="145"/>
                  </a:lnTo>
                  <a:lnTo>
                    <a:pt x="22" y="166"/>
                  </a:lnTo>
                  <a:lnTo>
                    <a:pt x="104" y="207"/>
                  </a:lnTo>
                  <a:lnTo>
                    <a:pt x="228" y="248"/>
                  </a:lnTo>
                  <a:lnTo>
                    <a:pt x="517" y="248"/>
                  </a:lnTo>
                  <a:lnTo>
                    <a:pt x="641" y="207"/>
                  </a:lnTo>
                  <a:lnTo>
                    <a:pt x="723" y="166"/>
                  </a:lnTo>
                  <a:lnTo>
                    <a:pt x="744" y="145"/>
                  </a:lnTo>
                  <a:lnTo>
                    <a:pt x="765" y="124"/>
                  </a:lnTo>
                  <a:lnTo>
                    <a:pt x="744" y="104"/>
                  </a:lnTo>
                  <a:lnTo>
                    <a:pt x="723" y="83"/>
                  </a:lnTo>
                  <a:lnTo>
                    <a:pt x="641" y="42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0" name="Google Shape;360;p27"/>
            <p:cNvSpPr/>
            <p:nvPr/>
          </p:nvSpPr>
          <p:spPr>
            <a:xfrm>
              <a:off x="1585375" y="5056825"/>
              <a:ext cx="85675" cy="6200"/>
            </a:xfrm>
            <a:custGeom>
              <a:avLst/>
              <a:gdLst/>
              <a:ahLst/>
              <a:cxnLst/>
              <a:rect l="l" t="t" r="r" b="b"/>
              <a:pathLst>
                <a:path w="3427" h="248" extrusionOk="0">
                  <a:moveTo>
                    <a:pt x="1032" y="0"/>
                  </a:moveTo>
                  <a:lnTo>
                    <a:pt x="496" y="21"/>
                  </a:lnTo>
                  <a:lnTo>
                    <a:pt x="124" y="62"/>
                  </a:lnTo>
                  <a:lnTo>
                    <a:pt x="21" y="103"/>
                  </a:lnTo>
                  <a:lnTo>
                    <a:pt x="0" y="124"/>
                  </a:lnTo>
                  <a:lnTo>
                    <a:pt x="21" y="145"/>
                  </a:lnTo>
                  <a:lnTo>
                    <a:pt x="124" y="165"/>
                  </a:lnTo>
                  <a:lnTo>
                    <a:pt x="496" y="206"/>
                  </a:lnTo>
                  <a:lnTo>
                    <a:pt x="1032" y="227"/>
                  </a:lnTo>
                  <a:lnTo>
                    <a:pt x="1713" y="248"/>
                  </a:lnTo>
                  <a:lnTo>
                    <a:pt x="2374" y="227"/>
                  </a:lnTo>
                  <a:lnTo>
                    <a:pt x="2931" y="206"/>
                  </a:lnTo>
                  <a:lnTo>
                    <a:pt x="3303" y="165"/>
                  </a:lnTo>
                  <a:lnTo>
                    <a:pt x="3406" y="145"/>
                  </a:lnTo>
                  <a:lnTo>
                    <a:pt x="3427" y="124"/>
                  </a:lnTo>
                  <a:lnTo>
                    <a:pt x="3406" y="103"/>
                  </a:lnTo>
                  <a:lnTo>
                    <a:pt x="3303" y="62"/>
                  </a:lnTo>
                  <a:lnTo>
                    <a:pt x="2931" y="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1585375" y="5056825"/>
              <a:ext cx="85675" cy="6200"/>
            </a:xfrm>
            <a:custGeom>
              <a:avLst/>
              <a:gdLst/>
              <a:ahLst/>
              <a:cxnLst/>
              <a:rect l="l" t="t" r="r" b="b"/>
              <a:pathLst>
                <a:path w="3427" h="248" fill="none" extrusionOk="0">
                  <a:moveTo>
                    <a:pt x="3427" y="124"/>
                  </a:moveTo>
                  <a:lnTo>
                    <a:pt x="3427" y="124"/>
                  </a:lnTo>
                  <a:lnTo>
                    <a:pt x="3406" y="145"/>
                  </a:lnTo>
                  <a:lnTo>
                    <a:pt x="3303" y="165"/>
                  </a:lnTo>
                  <a:lnTo>
                    <a:pt x="2931" y="206"/>
                  </a:lnTo>
                  <a:lnTo>
                    <a:pt x="2374" y="227"/>
                  </a:lnTo>
                  <a:lnTo>
                    <a:pt x="1713" y="248"/>
                  </a:lnTo>
                  <a:lnTo>
                    <a:pt x="1713" y="248"/>
                  </a:lnTo>
                  <a:lnTo>
                    <a:pt x="1032" y="227"/>
                  </a:lnTo>
                  <a:lnTo>
                    <a:pt x="496" y="206"/>
                  </a:lnTo>
                  <a:lnTo>
                    <a:pt x="124" y="165"/>
                  </a:lnTo>
                  <a:lnTo>
                    <a:pt x="21" y="145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21" y="103"/>
                  </a:lnTo>
                  <a:lnTo>
                    <a:pt x="124" y="62"/>
                  </a:lnTo>
                  <a:lnTo>
                    <a:pt x="496" y="21"/>
                  </a:lnTo>
                  <a:lnTo>
                    <a:pt x="1032" y="0"/>
                  </a:lnTo>
                  <a:lnTo>
                    <a:pt x="1713" y="0"/>
                  </a:lnTo>
                  <a:lnTo>
                    <a:pt x="1713" y="0"/>
                  </a:lnTo>
                  <a:lnTo>
                    <a:pt x="2374" y="0"/>
                  </a:lnTo>
                  <a:lnTo>
                    <a:pt x="2931" y="21"/>
                  </a:lnTo>
                  <a:lnTo>
                    <a:pt x="3303" y="62"/>
                  </a:lnTo>
                  <a:lnTo>
                    <a:pt x="3406" y="103"/>
                  </a:lnTo>
                  <a:lnTo>
                    <a:pt x="3427" y="1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2" name="Google Shape;362;p27"/>
            <p:cNvSpPr/>
            <p:nvPr/>
          </p:nvSpPr>
          <p:spPr>
            <a:xfrm>
              <a:off x="1704050" y="5056825"/>
              <a:ext cx="86200" cy="6200"/>
            </a:xfrm>
            <a:custGeom>
              <a:avLst/>
              <a:gdLst/>
              <a:ahLst/>
              <a:cxnLst/>
              <a:rect l="l" t="t" r="r" b="b"/>
              <a:pathLst>
                <a:path w="3448" h="248" extrusionOk="0">
                  <a:moveTo>
                    <a:pt x="1053" y="0"/>
                  </a:moveTo>
                  <a:lnTo>
                    <a:pt x="496" y="21"/>
                  </a:lnTo>
                  <a:lnTo>
                    <a:pt x="145" y="62"/>
                  </a:lnTo>
                  <a:lnTo>
                    <a:pt x="42" y="103"/>
                  </a:lnTo>
                  <a:lnTo>
                    <a:pt x="1" y="124"/>
                  </a:lnTo>
                  <a:lnTo>
                    <a:pt x="42" y="145"/>
                  </a:lnTo>
                  <a:lnTo>
                    <a:pt x="145" y="165"/>
                  </a:lnTo>
                  <a:lnTo>
                    <a:pt x="496" y="206"/>
                  </a:lnTo>
                  <a:lnTo>
                    <a:pt x="1053" y="227"/>
                  </a:lnTo>
                  <a:lnTo>
                    <a:pt x="1714" y="248"/>
                  </a:lnTo>
                  <a:lnTo>
                    <a:pt x="2395" y="227"/>
                  </a:lnTo>
                  <a:lnTo>
                    <a:pt x="2932" y="206"/>
                  </a:lnTo>
                  <a:lnTo>
                    <a:pt x="3303" y="165"/>
                  </a:lnTo>
                  <a:lnTo>
                    <a:pt x="3406" y="145"/>
                  </a:lnTo>
                  <a:lnTo>
                    <a:pt x="3448" y="124"/>
                  </a:lnTo>
                  <a:lnTo>
                    <a:pt x="3406" y="103"/>
                  </a:lnTo>
                  <a:lnTo>
                    <a:pt x="3303" y="62"/>
                  </a:lnTo>
                  <a:lnTo>
                    <a:pt x="2932" y="21"/>
                  </a:lnTo>
                  <a:lnTo>
                    <a:pt x="2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3" name="Google Shape;363;p27"/>
            <p:cNvSpPr/>
            <p:nvPr/>
          </p:nvSpPr>
          <p:spPr>
            <a:xfrm>
              <a:off x="5651700" y="4722950"/>
              <a:ext cx="806575" cy="146575"/>
            </a:xfrm>
            <a:custGeom>
              <a:avLst/>
              <a:gdLst/>
              <a:ahLst/>
              <a:cxnLst/>
              <a:rect l="l" t="t" r="r" b="b"/>
              <a:pathLst>
                <a:path w="32263" h="5863" extrusionOk="0">
                  <a:moveTo>
                    <a:pt x="0" y="0"/>
                  </a:moveTo>
                  <a:lnTo>
                    <a:pt x="0" y="5862"/>
                  </a:lnTo>
                  <a:lnTo>
                    <a:pt x="32262" y="5862"/>
                  </a:lnTo>
                  <a:lnTo>
                    <a:pt x="322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4" name="Google Shape;364;p27"/>
            <p:cNvSpPr/>
            <p:nvPr/>
          </p:nvSpPr>
          <p:spPr>
            <a:xfrm>
              <a:off x="5651700" y="4722950"/>
              <a:ext cx="806575" cy="146575"/>
            </a:xfrm>
            <a:custGeom>
              <a:avLst/>
              <a:gdLst/>
              <a:ahLst/>
              <a:cxnLst/>
              <a:rect l="l" t="t" r="r" b="b"/>
              <a:pathLst>
                <a:path w="32263" h="5863" fill="none" extrusionOk="0">
                  <a:moveTo>
                    <a:pt x="32262" y="5862"/>
                  </a:moveTo>
                  <a:lnTo>
                    <a:pt x="0" y="5862"/>
                  </a:lnTo>
                  <a:lnTo>
                    <a:pt x="0" y="0"/>
                  </a:lnTo>
                  <a:lnTo>
                    <a:pt x="32262" y="0"/>
                  </a:lnTo>
                  <a:lnTo>
                    <a:pt x="32262" y="586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5" name="Google Shape;365;p27"/>
            <p:cNvSpPr/>
            <p:nvPr/>
          </p:nvSpPr>
          <p:spPr>
            <a:xfrm>
              <a:off x="5727550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24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24" y="5822"/>
                  </a:lnTo>
                  <a:lnTo>
                    <a:pt x="145" y="5801"/>
                  </a:lnTo>
                  <a:lnTo>
                    <a:pt x="165" y="5760"/>
                  </a:lnTo>
                  <a:lnTo>
                    <a:pt x="186" y="5594"/>
                  </a:lnTo>
                  <a:lnTo>
                    <a:pt x="227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6" name="Google Shape;366;p27"/>
            <p:cNvSpPr/>
            <p:nvPr/>
          </p:nvSpPr>
          <p:spPr>
            <a:xfrm>
              <a:off x="5727550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24" y="5822"/>
                  </a:moveTo>
                  <a:lnTo>
                    <a:pt x="124" y="5822"/>
                  </a:lnTo>
                  <a:lnTo>
                    <a:pt x="124" y="5801"/>
                  </a:lnTo>
                  <a:lnTo>
                    <a:pt x="104" y="5760"/>
                  </a:lnTo>
                  <a:lnTo>
                    <a:pt x="83" y="5594"/>
                  </a:lnTo>
                  <a:lnTo>
                    <a:pt x="42" y="4975"/>
                  </a:lnTo>
                  <a:lnTo>
                    <a:pt x="0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27" y="868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46"/>
                  </a:lnTo>
                  <a:lnTo>
                    <a:pt x="227" y="4975"/>
                  </a:lnTo>
                  <a:lnTo>
                    <a:pt x="186" y="5594"/>
                  </a:lnTo>
                  <a:lnTo>
                    <a:pt x="165" y="5760"/>
                  </a:lnTo>
                  <a:lnTo>
                    <a:pt x="145" y="5801"/>
                  </a:lnTo>
                  <a:lnTo>
                    <a:pt x="124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7" name="Google Shape;367;p27"/>
            <p:cNvSpPr/>
            <p:nvPr/>
          </p:nvSpPr>
          <p:spPr>
            <a:xfrm>
              <a:off x="5683175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03" y="63"/>
                  </a:lnTo>
                  <a:lnTo>
                    <a:pt x="83" y="228"/>
                  </a:lnTo>
                  <a:lnTo>
                    <a:pt x="41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1" y="4975"/>
                  </a:lnTo>
                  <a:lnTo>
                    <a:pt x="83" y="5594"/>
                  </a:lnTo>
                  <a:lnTo>
                    <a:pt x="103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5" y="5760"/>
                  </a:lnTo>
                  <a:lnTo>
                    <a:pt x="186" y="5594"/>
                  </a:lnTo>
                  <a:lnTo>
                    <a:pt x="227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5683175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4" y="5801"/>
                  </a:lnTo>
                  <a:lnTo>
                    <a:pt x="103" y="5760"/>
                  </a:lnTo>
                  <a:lnTo>
                    <a:pt x="83" y="5594"/>
                  </a:lnTo>
                  <a:lnTo>
                    <a:pt x="41" y="4975"/>
                  </a:lnTo>
                  <a:lnTo>
                    <a:pt x="21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1" y="868"/>
                  </a:lnTo>
                  <a:lnTo>
                    <a:pt x="83" y="228"/>
                  </a:lnTo>
                  <a:lnTo>
                    <a:pt x="103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27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27" y="4975"/>
                  </a:lnTo>
                  <a:lnTo>
                    <a:pt x="186" y="5594"/>
                  </a:lnTo>
                  <a:lnTo>
                    <a:pt x="165" y="5760"/>
                  </a:lnTo>
                  <a:lnTo>
                    <a:pt x="145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5824050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2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2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65" y="5801"/>
                  </a:lnTo>
                  <a:lnTo>
                    <a:pt x="165" y="5760"/>
                  </a:lnTo>
                  <a:lnTo>
                    <a:pt x="186" y="5594"/>
                  </a:lnTo>
                  <a:lnTo>
                    <a:pt x="24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48" y="868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6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5780175" y="47250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2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2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4"/>
                  </a:lnTo>
                  <a:lnTo>
                    <a:pt x="228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1" name="Google Shape;371;p27"/>
            <p:cNvSpPr/>
            <p:nvPr/>
          </p:nvSpPr>
          <p:spPr>
            <a:xfrm>
              <a:off x="5780175" y="47250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fill="none" extrusionOk="0">
                  <a:moveTo>
                    <a:pt x="125" y="5822"/>
                  </a:moveTo>
                  <a:lnTo>
                    <a:pt x="125" y="5822"/>
                  </a:lnTo>
                  <a:lnTo>
                    <a:pt x="125" y="5801"/>
                  </a:lnTo>
                  <a:lnTo>
                    <a:pt x="104" y="5760"/>
                  </a:lnTo>
                  <a:lnTo>
                    <a:pt x="83" y="5594"/>
                  </a:lnTo>
                  <a:lnTo>
                    <a:pt x="42" y="4975"/>
                  </a:lnTo>
                  <a:lnTo>
                    <a:pt x="1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5" y="2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7" y="228"/>
                  </a:lnTo>
                  <a:lnTo>
                    <a:pt x="228" y="868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46"/>
                  </a:lnTo>
                  <a:lnTo>
                    <a:pt x="228" y="4975"/>
                  </a:lnTo>
                  <a:lnTo>
                    <a:pt x="187" y="5594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2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2" name="Google Shape;372;p27"/>
            <p:cNvSpPr/>
            <p:nvPr/>
          </p:nvSpPr>
          <p:spPr>
            <a:xfrm>
              <a:off x="5921050" y="47250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4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1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4"/>
                  </a:lnTo>
                  <a:lnTo>
                    <a:pt x="22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3" name="Google Shape;373;p27"/>
            <p:cNvSpPr/>
            <p:nvPr/>
          </p:nvSpPr>
          <p:spPr>
            <a:xfrm>
              <a:off x="5877200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24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24" y="5822"/>
                  </a:lnTo>
                  <a:lnTo>
                    <a:pt x="145" y="5801"/>
                  </a:lnTo>
                  <a:lnTo>
                    <a:pt x="165" y="5760"/>
                  </a:lnTo>
                  <a:lnTo>
                    <a:pt x="186" y="5594"/>
                  </a:lnTo>
                  <a:lnTo>
                    <a:pt x="227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4" name="Google Shape;374;p27"/>
            <p:cNvSpPr/>
            <p:nvPr/>
          </p:nvSpPr>
          <p:spPr>
            <a:xfrm>
              <a:off x="6018075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6" y="5594"/>
                  </a:lnTo>
                  <a:lnTo>
                    <a:pt x="227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5" name="Google Shape;375;p27"/>
            <p:cNvSpPr/>
            <p:nvPr/>
          </p:nvSpPr>
          <p:spPr>
            <a:xfrm>
              <a:off x="5974200" y="47250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25" y="1"/>
                  </a:moveTo>
                  <a:lnTo>
                    <a:pt x="104" y="21"/>
                  </a:lnTo>
                  <a:lnTo>
                    <a:pt x="104" y="63"/>
                  </a:lnTo>
                  <a:lnTo>
                    <a:pt x="63" y="228"/>
                  </a:lnTo>
                  <a:lnTo>
                    <a:pt x="22" y="868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46"/>
                  </a:lnTo>
                  <a:lnTo>
                    <a:pt x="22" y="4975"/>
                  </a:lnTo>
                  <a:lnTo>
                    <a:pt x="63" y="5594"/>
                  </a:lnTo>
                  <a:lnTo>
                    <a:pt x="104" y="5760"/>
                  </a:lnTo>
                  <a:lnTo>
                    <a:pt x="104" y="5801"/>
                  </a:lnTo>
                  <a:lnTo>
                    <a:pt x="125" y="5822"/>
                  </a:lnTo>
                  <a:lnTo>
                    <a:pt x="145" y="5801"/>
                  </a:lnTo>
                  <a:lnTo>
                    <a:pt x="145" y="5760"/>
                  </a:lnTo>
                  <a:lnTo>
                    <a:pt x="187" y="5594"/>
                  </a:lnTo>
                  <a:lnTo>
                    <a:pt x="228" y="4975"/>
                  </a:lnTo>
                  <a:lnTo>
                    <a:pt x="249" y="4046"/>
                  </a:lnTo>
                  <a:lnTo>
                    <a:pt x="269" y="2911"/>
                  </a:lnTo>
                  <a:lnTo>
                    <a:pt x="24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6" name="Google Shape;376;p27"/>
            <p:cNvSpPr/>
            <p:nvPr/>
          </p:nvSpPr>
          <p:spPr>
            <a:xfrm>
              <a:off x="6115075" y="47250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2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2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4"/>
                  </a:lnTo>
                  <a:lnTo>
                    <a:pt x="228" y="4975"/>
                  </a:lnTo>
                  <a:lnTo>
                    <a:pt x="249" y="4046"/>
                  </a:lnTo>
                  <a:lnTo>
                    <a:pt x="269" y="2911"/>
                  </a:lnTo>
                  <a:lnTo>
                    <a:pt x="24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7" name="Google Shape;377;p27"/>
            <p:cNvSpPr/>
            <p:nvPr/>
          </p:nvSpPr>
          <p:spPr>
            <a:xfrm>
              <a:off x="6070700" y="47250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4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1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4"/>
                  </a:lnTo>
                  <a:lnTo>
                    <a:pt x="22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8" name="Google Shape;378;p27"/>
            <p:cNvSpPr/>
            <p:nvPr/>
          </p:nvSpPr>
          <p:spPr>
            <a:xfrm>
              <a:off x="6212100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24" y="1"/>
                  </a:moveTo>
                  <a:lnTo>
                    <a:pt x="10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21" y="868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46"/>
                  </a:lnTo>
                  <a:lnTo>
                    <a:pt x="21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04" y="5801"/>
                  </a:lnTo>
                  <a:lnTo>
                    <a:pt x="124" y="5822"/>
                  </a:lnTo>
                  <a:lnTo>
                    <a:pt x="145" y="5801"/>
                  </a:lnTo>
                  <a:lnTo>
                    <a:pt x="145" y="5760"/>
                  </a:lnTo>
                  <a:lnTo>
                    <a:pt x="186" y="5594"/>
                  </a:lnTo>
                  <a:lnTo>
                    <a:pt x="228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68"/>
                  </a:lnTo>
                  <a:lnTo>
                    <a:pt x="186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9" name="Google Shape;379;p27"/>
            <p:cNvSpPr/>
            <p:nvPr/>
          </p:nvSpPr>
          <p:spPr>
            <a:xfrm>
              <a:off x="6167725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5" y="5760"/>
                  </a:lnTo>
                  <a:lnTo>
                    <a:pt x="186" y="5594"/>
                  </a:lnTo>
                  <a:lnTo>
                    <a:pt x="227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0" name="Google Shape;380;p27"/>
            <p:cNvSpPr/>
            <p:nvPr/>
          </p:nvSpPr>
          <p:spPr>
            <a:xfrm>
              <a:off x="6308600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6" y="5594"/>
                  </a:lnTo>
                  <a:lnTo>
                    <a:pt x="227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1" name="Google Shape;381;p27"/>
            <p:cNvSpPr/>
            <p:nvPr/>
          </p:nvSpPr>
          <p:spPr>
            <a:xfrm>
              <a:off x="6264725" y="47250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2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2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4"/>
                  </a:lnTo>
                  <a:lnTo>
                    <a:pt x="228" y="4975"/>
                  </a:lnTo>
                  <a:lnTo>
                    <a:pt x="249" y="4046"/>
                  </a:lnTo>
                  <a:lnTo>
                    <a:pt x="269" y="2911"/>
                  </a:lnTo>
                  <a:lnTo>
                    <a:pt x="24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2" name="Google Shape;382;p27"/>
            <p:cNvSpPr/>
            <p:nvPr/>
          </p:nvSpPr>
          <p:spPr>
            <a:xfrm>
              <a:off x="6405600" y="47250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4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4" y="228"/>
                  </a:lnTo>
                  <a:lnTo>
                    <a:pt x="42" y="868"/>
                  </a:lnTo>
                  <a:lnTo>
                    <a:pt x="22" y="1776"/>
                  </a:lnTo>
                  <a:lnTo>
                    <a:pt x="1" y="2911"/>
                  </a:lnTo>
                  <a:lnTo>
                    <a:pt x="22" y="4046"/>
                  </a:lnTo>
                  <a:lnTo>
                    <a:pt x="42" y="4975"/>
                  </a:lnTo>
                  <a:lnTo>
                    <a:pt x="84" y="5594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4"/>
                  </a:lnTo>
                  <a:lnTo>
                    <a:pt x="22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3" name="Google Shape;383;p27"/>
            <p:cNvSpPr/>
            <p:nvPr/>
          </p:nvSpPr>
          <p:spPr>
            <a:xfrm>
              <a:off x="6361750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24" y="1"/>
                  </a:moveTo>
                  <a:lnTo>
                    <a:pt x="10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04" y="5801"/>
                  </a:lnTo>
                  <a:lnTo>
                    <a:pt x="124" y="5822"/>
                  </a:lnTo>
                  <a:lnTo>
                    <a:pt x="145" y="5801"/>
                  </a:lnTo>
                  <a:lnTo>
                    <a:pt x="145" y="5760"/>
                  </a:lnTo>
                  <a:lnTo>
                    <a:pt x="186" y="5594"/>
                  </a:lnTo>
                  <a:lnTo>
                    <a:pt x="227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4" name="Google Shape;384;p27"/>
            <p:cNvSpPr/>
            <p:nvPr/>
          </p:nvSpPr>
          <p:spPr>
            <a:xfrm>
              <a:off x="5648075" y="4719850"/>
              <a:ext cx="810200" cy="6725"/>
            </a:xfrm>
            <a:custGeom>
              <a:avLst/>
              <a:gdLst/>
              <a:ahLst/>
              <a:cxnLst/>
              <a:rect l="l" t="t" r="r" b="b"/>
              <a:pathLst>
                <a:path w="32408" h="269" extrusionOk="0">
                  <a:moveTo>
                    <a:pt x="9888" y="0"/>
                  </a:moveTo>
                  <a:lnTo>
                    <a:pt x="4748" y="21"/>
                  </a:lnTo>
                  <a:lnTo>
                    <a:pt x="1260" y="83"/>
                  </a:lnTo>
                  <a:lnTo>
                    <a:pt x="331" y="103"/>
                  </a:lnTo>
                  <a:lnTo>
                    <a:pt x="83" y="103"/>
                  </a:lnTo>
                  <a:lnTo>
                    <a:pt x="1" y="124"/>
                  </a:lnTo>
                  <a:lnTo>
                    <a:pt x="83" y="145"/>
                  </a:lnTo>
                  <a:lnTo>
                    <a:pt x="331" y="145"/>
                  </a:lnTo>
                  <a:lnTo>
                    <a:pt x="1260" y="186"/>
                  </a:lnTo>
                  <a:lnTo>
                    <a:pt x="4748" y="227"/>
                  </a:lnTo>
                  <a:lnTo>
                    <a:pt x="9888" y="248"/>
                  </a:lnTo>
                  <a:lnTo>
                    <a:pt x="16204" y="269"/>
                  </a:lnTo>
                  <a:lnTo>
                    <a:pt x="22500" y="248"/>
                  </a:lnTo>
                  <a:lnTo>
                    <a:pt x="27660" y="227"/>
                  </a:lnTo>
                  <a:lnTo>
                    <a:pt x="31128" y="186"/>
                  </a:lnTo>
                  <a:lnTo>
                    <a:pt x="32077" y="145"/>
                  </a:lnTo>
                  <a:lnTo>
                    <a:pt x="32325" y="145"/>
                  </a:lnTo>
                  <a:lnTo>
                    <a:pt x="32407" y="124"/>
                  </a:lnTo>
                  <a:lnTo>
                    <a:pt x="32325" y="103"/>
                  </a:lnTo>
                  <a:lnTo>
                    <a:pt x="32077" y="103"/>
                  </a:lnTo>
                  <a:lnTo>
                    <a:pt x="31128" y="83"/>
                  </a:lnTo>
                  <a:lnTo>
                    <a:pt x="27660" y="21"/>
                  </a:lnTo>
                  <a:lnTo>
                    <a:pt x="22500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5" name="Google Shape;385;p27"/>
            <p:cNvSpPr/>
            <p:nvPr/>
          </p:nvSpPr>
          <p:spPr>
            <a:xfrm>
              <a:off x="5599050" y="4871550"/>
              <a:ext cx="806075" cy="146575"/>
            </a:xfrm>
            <a:custGeom>
              <a:avLst/>
              <a:gdLst/>
              <a:ahLst/>
              <a:cxnLst/>
              <a:rect l="l" t="t" r="r" b="b"/>
              <a:pathLst>
                <a:path w="32243" h="5863" extrusionOk="0">
                  <a:moveTo>
                    <a:pt x="1" y="1"/>
                  </a:moveTo>
                  <a:lnTo>
                    <a:pt x="1" y="5863"/>
                  </a:lnTo>
                  <a:lnTo>
                    <a:pt x="32242" y="5863"/>
                  </a:lnTo>
                  <a:lnTo>
                    <a:pt x="322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6" name="Google Shape;386;p27"/>
            <p:cNvSpPr/>
            <p:nvPr/>
          </p:nvSpPr>
          <p:spPr>
            <a:xfrm>
              <a:off x="5599050" y="4871550"/>
              <a:ext cx="806075" cy="146575"/>
            </a:xfrm>
            <a:custGeom>
              <a:avLst/>
              <a:gdLst/>
              <a:ahLst/>
              <a:cxnLst/>
              <a:rect l="l" t="t" r="r" b="b"/>
              <a:pathLst>
                <a:path w="32243" h="5863" fill="none" extrusionOk="0">
                  <a:moveTo>
                    <a:pt x="32242" y="5863"/>
                  </a:moveTo>
                  <a:lnTo>
                    <a:pt x="1" y="5863"/>
                  </a:lnTo>
                  <a:lnTo>
                    <a:pt x="1" y="1"/>
                  </a:lnTo>
                  <a:lnTo>
                    <a:pt x="32242" y="1"/>
                  </a:lnTo>
                  <a:lnTo>
                    <a:pt x="32242" y="586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7" name="Google Shape;387;p27"/>
            <p:cNvSpPr/>
            <p:nvPr/>
          </p:nvSpPr>
          <p:spPr>
            <a:xfrm>
              <a:off x="567440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2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24" y="5738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65" y="5780"/>
                  </a:lnTo>
                  <a:lnTo>
                    <a:pt x="165" y="5738"/>
                  </a:lnTo>
                  <a:lnTo>
                    <a:pt x="186" y="5573"/>
                  </a:lnTo>
                  <a:lnTo>
                    <a:pt x="248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48" y="846"/>
                  </a:lnTo>
                  <a:lnTo>
                    <a:pt x="186" y="227"/>
                  </a:lnTo>
                  <a:lnTo>
                    <a:pt x="165" y="41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567440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2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24" y="41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5" y="0"/>
                  </a:lnTo>
                  <a:lnTo>
                    <a:pt x="165" y="41"/>
                  </a:lnTo>
                  <a:lnTo>
                    <a:pt x="186" y="227"/>
                  </a:lnTo>
                  <a:lnTo>
                    <a:pt x="248" y="846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48" y="4954"/>
                  </a:lnTo>
                  <a:lnTo>
                    <a:pt x="186" y="5573"/>
                  </a:lnTo>
                  <a:lnTo>
                    <a:pt x="165" y="5738"/>
                  </a:lnTo>
                  <a:lnTo>
                    <a:pt x="16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9" name="Google Shape;389;p27"/>
            <p:cNvSpPr/>
            <p:nvPr/>
          </p:nvSpPr>
          <p:spPr>
            <a:xfrm>
              <a:off x="5630525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5" y="5780"/>
                  </a:lnTo>
                  <a:lnTo>
                    <a:pt x="12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8" y="846"/>
                  </a:lnTo>
                  <a:lnTo>
                    <a:pt x="187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5771400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21" y="1775"/>
                  </a:lnTo>
                  <a:lnTo>
                    <a:pt x="1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5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8" y="846"/>
                  </a:lnTo>
                  <a:lnTo>
                    <a:pt x="187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1" name="Google Shape;391;p27"/>
            <p:cNvSpPr/>
            <p:nvPr/>
          </p:nvSpPr>
          <p:spPr>
            <a:xfrm>
              <a:off x="5771400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5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2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7" y="227"/>
                  </a:lnTo>
                  <a:lnTo>
                    <a:pt x="228" y="846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2" name="Google Shape;392;p27"/>
            <p:cNvSpPr/>
            <p:nvPr/>
          </p:nvSpPr>
          <p:spPr>
            <a:xfrm>
              <a:off x="572755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0" y="1775"/>
                  </a:lnTo>
                  <a:lnTo>
                    <a:pt x="0" y="2890"/>
                  </a:lnTo>
                  <a:lnTo>
                    <a:pt x="0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4" y="5780"/>
                  </a:lnTo>
                  <a:lnTo>
                    <a:pt x="124" y="5800"/>
                  </a:lnTo>
                  <a:lnTo>
                    <a:pt x="145" y="5780"/>
                  </a:lnTo>
                  <a:lnTo>
                    <a:pt x="165" y="5738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7" y="846"/>
                  </a:lnTo>
                  <a:lnTo>
                    <a:pt x="186" y="227"/>
                  </a:lnTo>
                  <a:lnTo>
                    <a:pt x="165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3" name="Google Shape;393;p27"/>
            <p:cNvSpPr/>
            <p:nvPr/>
          </p:nvSpPr>
          <p:spPr>
            <a:xfrm>
              <a:off x="572755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0"/>
                  </a:moveTo>
                  <a:lnTo>
                    <a:pt x="124" y="5800"/>
                  </a:lnTo>
                  <a:lnTo>
                    <a:pt x="124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0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0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65" y="41"/>
                  </a:lnTo>
                  <a:lnTo>
                    <a:pt x="186" y="227"/>
                  </a:lnTo>
                  <a:lnTo>
                    <a:pt x="227" y="846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5" y="5738"/>
                  </a:lnTo>
                  <a:lnTo>
                    <a:pt x="145" y="5780"/>
                  </a:lnTo>
                  <a:lnTo>
                    <a:pt x="124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4" name="Google Shape;394;p27"/>
            <p:cNvSpPr/>
            <p:nvPr/>
          </p:nvSpPr>
          <p:spPr>
            <a:xfrm>
              <a:off x="5868425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0" y="1775"/>
                  </a:lnTo>
                  <a:lnTo>
                    <a:pt x="0" y="2890"/>
                  </a:lnTo>
                  <a:lnTo>
                    <a:pt x="0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4" y="5780"/>
                  </a:lnTo>
                  <a:lnTo>
                    <a:pt x="124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7" y="846"/>
                  </a:lnTo>
                  <a:lnTo>
                    <a:pt x="186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5868425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0"/>
                  </a:moveTo>
                  <a:lnTo>
                    <a:pt x="124" y="5800"/>
                  </a:lnTo>
                  <a:lnTo>
                    <a:pt x="124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0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0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6" y="227"/>
                  </a:lnTo>
                  <a:lnTo>
                    <a:pt x="227" y="846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24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6" name="Google Shape;396;p27"/>
            <p:cNvSpPr/>
            <p:nvPr/>
          </p:nvSpPr>
          <p:spPr>
            <a:xfrm>
              <a:off x="582405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2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24" y="5738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65" y="5780"/>
                  </a:lnTo>
                  <a:lnTo>
                    <a:pt x="165" y="5738"/>
                  </a:lnTo>
                  <a:lnTo>
                    <a:pt x="186" y="5573"/>
                  </a:lnTo>
                  <a:lnTo>
                    <a:pt x="248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48" y="846"/>
                  </a:lnTo>
                  <a:lnTo>
                    <a:pt x="186" y="227"/>
                  </a:lnTo>
                  <a:lnTo>
                    <a:pt x="165" y="41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7" name="Google Shape;397;p27"/>
            <p:cNvSpPr/>
            <p:nvPr/>
          </p:nvSpPr>
          <p:spPr>
            <a:xfrm>
              <a:off x="582405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2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24" y="41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5" y="0"/>
                  </a:lnTo>
                  <a:lnTo>
                    <a:pt x="165" y="41"/>
                  </a:lnTo>
                  <a:lnTo>
                    <a:pt x="186" y="227"/>
                  </a:lnTo>
                  <a:lnTo>
                    <a:pt x="248" y="846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48" y="4954"/>
                  </a:lnTo>
                  <a:lnTo>
                    <a:pt x="186" y="5573"/>
                  </a:lnTo>
                  <a:lnTo>
                    <a:pt x="165" y="5738"/>
                  </a:lnTo>
                  <a:lnTo>
                    <a:pt x="16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8" name="Google Shape;398;p27"/>
            <p:cNvSpPr/>
            <p:nvPr/>
          </p:nvSpPr>
          <p:spPr>
            <a:xfrm>
              <a:off x="5965425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41"/>
                  </a:lnTo>
                  <a:lnTo>
                    <a:pt x="84" y="227"/>
                  </a:lnTo>
                  <a:lnTo>
                    <a:pt x="42" y="846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42" y="4954"/>
                  </a:lnTo>
                  <a:lnTo>
                    <a:pt x="84" y="5573"/>
                  </a:lnTo>
                  <a:lnTo>
                    <a:pt x="104" y="5738"/>
                  </a:lnTo>
                  <a:lnTo>
                    <a:pt x="125" y="5780"/>
                  </a:lnTo>
                  <a:lnTo>
                    <a:pt x="12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49" y="4025"/>
                  </a:lnTo>
                  <a:lnTo>
                    <a:pt x="269" y="2890"/>
                  </a:lnTo>
                  <a:lnTo>
                    <a:pt x="249" y="1775"/>
                  </a:lnTo>
                  <a:lnTo>
                    <a:pt x="228" y="846"/>
                  </a:lnTo>
                  <a:lnTo>
                    <a:pt x="187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9" name="Google Shape;399;p27"/>
            <p:cNvSpPr/>
            <p:nvPr/>
          </p:nvSpPr>
          <p:spPr>
            <a:xfrm>
              <a:off x="5965425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0"/>
                  </a:moveTo>
                  <a:lnTo>
                    <a:pt x="125" y="5800"/>
                  </a:lnTo>
                  <a:lnTo>
                    <a:pt x="125" y="5780"/>
                  </a:lnTo>
                  <a:lnTo>
                    <a:pt x="104" y="5738"/>
                  </a:lnTo>
                  <a:lnTo>
                    <a:pt x="84" y="5573"/>
                  </a:lnTo>
                  <a:lnTo>
                    <a:pt x="42" y="4954"/>
                  </a:lnTo>
                  <a:lnTo>
                    <a:pt x="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1" y="1775"/>
                  </a:lnTo>
                  <a:lnTo>
                    <a:pt x="42" y="846"/>
                  </a:lnTo>
                  <a:lnTo>
                    <a:pt x="84" y="227"/>
                  </a:lnTo>
                  <a:lnTo>
                    <a:pt x="104" y="41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7" y="227"/>
                  </a:lnTo>
                  <a:lnTo>
                    <a:pt x="228" y="846"/>
                  </a:lnTo>
                  <a:lnTo>
                    <a:pt x="24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9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2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0" name="Google Shape;400;p27"/>
            <p:cNvSpPr/>
            <p:nvPr/>
          </p:nvSpPr>
          <p:spPr>
            <a:xfrm>
              <a:off x="5921050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21" y="1775"/>
                  </a:lnTo>
                  <a:lnTo>
                    <a:pt x="1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5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8" y="846"/>
                  </a:lnTo>
                  <a:lnTo>
                    <a:pt x="187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1" name="Google Shape;401;p27"/>
            <p:cNvSpPr/>
            <p:nvPr/>
          </p:nvSpPr>
          <p:spPr>
            <a:xfrm>
              <a:off x="5921050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5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2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7" y="227"/>
                  </a:lnTo>
                  <a:lnTo>
                    <a:pt x="228" y="846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2" name="Google Shape;402;p27"/>
            <p:cNvSpPr/>
            <p:nvPr/>
          </p:nvSpPr>
          <p:spPr>
            <a:xfrm>
              <a:off x="6061925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25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22" y="1775"/>
                  </a:lnTo>
                  <a:lnTo>
                    <a:pt x="1" y="2890"/>
                  </a:lnTo>
                  <a:lnTo>
                    <a:pt x="22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25" y="5738"/>
                  </a:lnTo>
                  <a:lnTo>
                    <a:pt x="125" y="5780"/>
                  </a:lnTo>
                  <a:lnTo>
                    <a:pt x="145" y="5800"/>
                  </a:lnTo>
                  <a:lnTo>
                    <a:pt x="166" y="5780"/>
                  </a:lnTo>
                  <a:lnTo>
                    <a:pt x="166" y="5738"/>
                  </a:lnTo>
                  <a:lnTo>
                    <a:pt x="207" y="5573"/>
                  </a:lnTo>
                  <a:lnTo>
                    <a:pt x="249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49" y="846"/>
                  </a:lnTo>
                  <a:lnTo>
                    <a:pt x="207" y="227"/>
                  </a:lnTo>
                  <a:lnTo>
                    <a:pt x="166" y="41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3" name="Google Shape;403;p27"/>
            <p:cNvSpPr/>
            <p:nvPr/>
          </p:nvSpPr>
          <p:spPr>
            <a:xfrm>
              <a:off x="6061925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5" y="5780"/>
                  </a:lnTo>
                  <a:lnTo>
                    <a:pt x="125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2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22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25" y="41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0"/>
                  </a:lnTo>
                  <a:lnTo>
                    <a:pt x="166" y="41"/>
                  </a:lnTo>
                  <a:lnTo>
                    <a:pt x="207" y="227"/>
                  </a:lnTo>
                  <a:lnTo>
                    <a:pt x="249" y="846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49" y="4954"/>
                  </a:lnTo>
                  <a:lnTo>
                    <a:pt x="207" y="5573"/>
                  </a:lnTo>
                  <a:lnTo>
                    <a:pt x="166" y="5738"/>
                  </a:lnTo>
                  <a:lnTo>
                    <a:pt x="166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4" name="Google Shape;404;p27"/>
            <p:cNvSpPr/>
            <p:nvPr/>
          </p:nvSpPr>
          <p:spPr>
            <a:xfrm>
              <a:off x="6018075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7" y="846"/>
                  </a:lnTo>
                  <a:lnTo>
                    <a:pt x="186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5" name="Google Shape;405;p27"/>
            <p:cNvSpPr/>
            <p:nvPr/>
          </p:nvSpPr>
          <p:spPr>
            <a:xfrm>
              <a:off x="6018075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6" y="227"/>
                  </a:lnTo>
                  <a:lnTo>
                    <a:pt x="227" y="846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6" name="Google Shape;406;p27"/>
            <p:cNvSpPr/>
            <p:nvPr/>
          </p:nvSpPr>
          <p:spPr>
            <a:xfrm>
              <a:off x="615895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7" y="846"/>
                  </a:lnTo>
                  <a:lnTo>
                    <a:pt x="186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7" name="Google Shape;407;p27"/>
            <p:cNvSpPr/>
            <p:nvPr/>
          </p:nvSpPr>
          <p:spPr>
            <a:xfrm>
              <a:off x="615895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6" y="227"/>
                  </a:lnTo>
                  <a:lnTo>
                    <a:pt x="227" y="846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8" name="Google Shape;408;p27"/>
            <p:cNvSpPr/>
            <p:nvPr/>
          </p:nvSpPr>
          <p:spPr>
            <a:xfrm>
              <a:off x="6115075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5" y="5780"/>
                  </a:lnTo>
                  <a:lnTo>
                    <a:pt x="12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49" y="4025"/>
                  </a:lnTo>
                  <a:lnTo>
                    <a:pt x="269" y="2890"/>
                  </a:lnTo>
                  <a:lnTo>
                    <a:pt x="249" y="1775"/>
                  </a:lnTo>
                  <a:lnTo>
                    <a:pt x="228" y="846"/>
                  </a:lnTo>
                  <a:lnTo>
                    <a:pt x="187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9" name="Google Shape;409;p27"/>
            <p:cNvSpPr/>
            <p:nvPr/>
          </p:nvSpPr>
          <p:spPr>
            <a:xfrm>
              <a:off x="6115075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0"/>
                  </a:moveTo>
                  <a:lnTo>
                    <a:pt x="125" y="5800"/>
                  </a:lnTo>
                  <a:lnTo>
                    <a:pt x="125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7" y="227"/>
                  </a:lnTo>
                  <a:lnTo>
                    <a:pt x="228" y="846"/>
                  </a:lnTo>
                  <a:lnTo>
                    <a:pt x="24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9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2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6255950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41"/>
                  </a:lnTo>
                  <a:lnTo>
                    <a:pt x="84" y="227"/>
                  </a:lnTo>
                  <a:lnTo>
                    <a:pt x="42" y="846"/>
                  </a:lnTo>
                  <a:lnTo>
                    <a:pt x="22" y="1775"/>
                  </a:lnTo>
                  <a:lnTo>
                    <a:pt x="1" y="2890"/>
                  </a:lnTo>
                  <a:lnTo>
                    <a:pt x="22" y="4025"/>
                  </a:lnTo>
                  <a:lnTo>
                    <a:pt x="42" y="4954"/>
                  </a:lnTo>
                  <a:lnTo>
                    <a:pt x="84" y="5573"/>
                  </a:lnTo>
                  <a:lnTo>
                    <a:pt x="104" y="5738"/>
                  </a:lnTo>
                  <a:lnTo>
                    <a:pt x="125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8" y="846"/>
                  </a:lnTo>
                  <a:lnTo>
                    <a:pt x="187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1" name="Google Shape;411;p27"/>
            <p:cNvSpPr/>
            <p:nvPr/>
          </p:nvSpPr>
          <p:spPr>
            <a:xfrm>
              <a:off x="6255950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5" y="5780"/>
                  </a:lnTo>
                  <a:lnTo>
                    <a:pt x="104" y="5738"/>
                  </a:lnTo>
                  <a:lnTo>
                    <a:pt x="84" y="5573"/>
                  </a:lnTo>
                  <a:lnTo>
                    <a:pt x="42" y="4954"/>
                  </a:lnTo>
                  <a:lnTo>
                    <a:pt x="22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22" y="1775"/>
                  </a:lnTo>
                  <a:lnTo>
                    <a:pt x="42" y="846"/>
                  </a:lnTo>
                  <a:lnTo>
                    <a:pt x="84" y="227"/>
                  </a:lnTo>
                  <a:lnTo>
                    <a:pt x="104" y="41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7" y="227"/>
                  </a:lnTo>
                  <a:lnTo>
                    <a:pt x="228" y="846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2" name="Google Shape;412;p27"/>
            <p:cNvSpPr/>
            <p:nvPr/>
          </p:nvSpPr>
          <p:spPr>
            <a:xfrm>
              <a:off x="621210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04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21" y="846"/>
                  </a:lnTo>
                  <a:lnTo>
                    <a:pt x="0" y="1775"/>
                  </a:lnTo>
                  <a:lnTo>
                    <a:pt x="0" y="2890"/>
                  </a:lnTo>
                  <a:lnTo>
                    <a:pt x="0" y="4025"/>
                  </a:lnTo>
                  <a:lnTo>
                    <a:pt x="21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04" y="5780"/>
                  </a:lnTo>
                  <a:lnTo>
                    <a:pt x="124" y="5800"/>
                  </a:lnTo>
                  <a:lnTo>
                    <a:pt x="145" y="5780"/>
                  </a:lnTo>
                  <a:lnTo>
                    <a:pt x="145" y="5738"/>
                  </a:lnTo>
                  <a:lnTo>
                    <a:pt x="186" y="5573"/>
                  </a:lnTo>
                  <a:lnTo>
                    <a:pt x="228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8" y="846"/>
                  </a:lnTo>
                  <a:lnTo>
                    <a:pt x="186" y="227"/>
                  </a:lnTo>
                  <a:lnTo>
                    <a:pt x="145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3" name="Google Shape;413;p27"/>
            <p:cNvSpPr/>
            <p:nvPr/>
          </p:nvSpPr>
          <p:spPr>
            <a:xfrm>
              <a:off x="621210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0"/>
                  </a:moveTo>
                  <a:lnTo>
                    <a:pt x="124" y="5800"/>
                  </a:lnTo>
                  <a:lnTo>
                    <a:pt x="104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21" y="4954"/>
                  </a:lnTo>
                  <a:lnTo>
                    <a:pt x="0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0" y="1775"/>
                  </a:lnTo>
                  <a:lnTo>
                    <a:pt x="21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04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41"/>
                  </a:lnTo>
                  <a:lnTo>
                    <a:pt x="186" y="227"/>
                  </a:lnTo>
                  <a:lnTo>
                    <a:pt x="228" y="846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8" y="4954"/>
                  </a:lnTo>
                  <a:lnTo>
                    <a:pt x="186" y="5573"/>
                  </a:lnTo>
                  <a:lnTo>
                    <a:pt x="145" y="5738"/>
                  </a:lnTo>
                  <a:lnTo>
                    <a:pt x="145" y="5780"/>
                  </a:lnTo>
                  <a:lnTo>
                    <a:pt x="124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4" name="Google Shape;414;p27"/>
            <p:cNvSpPr/>
            <p:nvPr/>
          </p:nvSpPr>
          <p:spPr>
            <a:xfrm>
              <a:off x="6352975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4" y="5780"/>
                  </a:lnTo>
                  <a:lnTo>
                    <a:pt x="124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6" y="5573"/>
                  </a:lnTo>
                  <a:lnTo>
                    <a:pt x="228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8" y="846"/>
                  </a:lnTo>
                  <a:lnTo>
                    <a:pt x="186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5" name="Google Shape;415;p27"/>
            <p:cNvSpPr/>
            <p:nvPr/>
          </p:nvSpPr>
          <p:spPr>
            <a:xfrm>
              <a:off x="6352975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0"/>
                  </a:moveTo>
                  <a:lnTo>
                    <a:pt x="124" y="5800"/>
                  </a:lnTo>
                  <a:lnTo>
                    <a:pt x="124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6" y="227"/>
                  </a:lnTo>
                  <a:lnTo>
                    <a:pt x="228" y="846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8" y="4954"/>
                  </a:lnTo>
                  <a:lnTo>
                    <a:pt x="186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24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6" name="Google Shape;416;p27"/>
            <p:cNvSpPr/>
            <p:nvPr/>
          </p:nvSpPr>
          <p:spPr>
            <a:xfrm>
              <a:off x="630860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7" y="846"/>
                  </a:lnTo>
                  <a:lnTo>
                    <a:pt x="186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7" name="Google Shape;417;p27"/>
            <p:cNvSpPr/>
            <p:nvPr/>
          </p:nvSpPr>
          <p:spPr>
            <a:xfrm>
              <a:off x="630860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6" y="227"/>
                  </a:lnTo>
                  <a:lnTo>
                    <a:pt x="227" y="846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8" name="Google Shape;418;p27"/>
            <p:cNvSpPr/>
            <p:nvPr/>
          </p:nvSpPr>
          <p:spPr>
            <a:xfrm>
              <a:off x="5595450" y="4868450"/>
              <a:ext cx="809675" cy="6750"/>
            </a:xfrm>
            <a:custGeom>
              <a:avLst/>
              <a:gdLst/>
              <a:ahLst/>
              <a:cxnLst/>
              <a:rect l="l" t="t" r="r" b="b"/>
              <a:pathLst>
                <a:path w="32387" h="270" extrusionOk="0">
                  <a:moveTo>
                    <a:pt x="9887" y="1"/>
                  </a:moveTo>
                  <a:lnTo>
                    <a:pt x="4727" y="42"/>
                  </a:lnTo>
                  <a:lnTo>
                    <a:pt x="1259" y="84"/>
                  </a:lnTo>
                  <a:lnTo>
                    <a:pt x="310" y="104"/>
                  </a:lnTo>
                  <a:lnTo>
                    <a:pt x="83" y="125"/>
                  </a:lnTo>
                  <a:lnTo>
                    <a:pt x="0" y="125"/>
                  </a:lnTo>
                  <a:lnTo>
                    <a:pt x="83" y="145"/>
                  </a:lnTo>
                  <a:lnTo>
                    <a:pt x="310" y="166"/>
                  </a:lnTo>
                  <a:lnTo>
                    <a:pt x="1259" y="187"/>
                  </a:lnTo>
                  <a:lnTo>
                    <a:pt x="4727" y="228"/>
                  </a:lnTo>
                  <a:lnTo>
                    <a:pt x="9887" y="249"/>
                  </a:lnTo>
                  <a:lnTo>
                    <a:pt x="16204" y="269"/>
                  </a:lnTo>
                  <a:lnTo>
                    <a:pt x="22499" y="249"/>
                  </a:lnTo>
                  <a:lnTo>
                    <a:pt x="27659" y="228"/>
                  </a:lnTo>
                  <a:lnTo>
                    <a:pt x="31127" y="187"/>
                  </a:lnTo>
                  <a:lnTo>
                    <a:pt x="32077" y="166"/>
                  </a:lnTo>
                  <a:lnTo>
                    <a:pt x="32304" y="145"/>
                  </a:lnTo>
                  <a:lnTo>
                    <a:pt x="32386" y="125"/>
                  </a:lnTo>
                  <a:lnTo>
                    <a:pt x="32304" y="125"/>
                  </a:lnTo>
                  <a:lnTo>
                    <a:pt x="32077" y="104"/>
                  </a:lnTo>
                  <a:lnTo>
                    <a:pt x="31127" y="84"/>
                  </a:lnTo>
                  <a:lnTo>
                    <a:pt x="27659" y="42"/>
                  </a:lnTo>
                  <a:lnTo>
                    <a:pt x="22499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9" name="Google Shape;419;p27"/>
            <p:cNvSpPr/>
            <p:nvPr/>
          </p:nvSpPr>
          <p:spPr>
            <a:xfrm>
              <a:off x="5595450" y="4868450"/>
              <a:ext cx="809675" cy="6750"/>
            </a:xfrm>
            <a:custGeom>
              <a:avLst/>
              <a:gdLst/>
              <a:ahLst/>
              <a:cxnLst/>
              <a:rect l="l" t="t" r="r" b="b"/>
              <a:pathLst>
                <a:path w="32387" h="270" fill="none" extrusionOk="0">
                  <a:moveTo>
                    <a:pt x="32386" y="125"/>
                  </a:moveTo>
                  <a:lnTo>
                    <a:pt x="32386" y="125"/>
                  </a:lnTo>
                  <a:lnTo>
                    <a:pt x="32304" y="145"/>
                  </a:lnTo>
                  <a:lnTo>
                    <a:pt x="32077" y="166"/>
                  </a:lnTo>
                  <a:lnTo>
                    <a:pt x="31127" y="187"/>
                  </a:lnTo>
                  <a:lnTo>
                    <a:pt x="27659" y="228"/>
                  </a:lnTo>
                  <a:lnTo>
                    <a:pt x="22499" y="249"/>
                  </a:lnTo>
                  <a:lnTo>
                    <a:pt x="16204" y="269"/>
                  </a:lnTo>
                  <a:lnTo>
                    <a:pt x="16204" y="269"/>
                  </a:lnTo>
                  <a:lnTo>
                    <a:pt x="9887" y="249"/>
                  </a:lnTo>
                  <a:lnTo>
                    <a:pt x="4727" y="228"/>
                  </a:lnTo>
                  <a:lnTo>
                    <a:pt x="1259" y="187"/>
                  </a:lnTo>
                  <a:lnTo>
                    <a:pt x="310" y="166"/>
                  </a:lnTo>
                  <a:lnTo>
                    <a:pt x="83" y="145"/>
                  </a:lnTo>
                  <a:lnTo>
                    <a:pt x="0" y="125"/>
                  </a:lnTo>
                  <a:lnTo>
                    <a:pt x="0" y="125"/>
                  </a:lnTo>
                  <a:lnTo>
                    <a:pt x="83" y="125"/>
                  </a:lnTo>
                  <a:lnTo>
                    <a:pt x="310" y="104"/>
                  </a:lnTo>
                  <a:lnTo>
                    <a:pt x="1259" y="84"/>
                  </a:lnTo>
                  <a:lnTo>
                    <a:pt x="4727" y="42"/>
                  </a:lnTo>
                  <a:lnTo>
                    <a:pt x="9887" y="1"/>
                  </a:lnTo>
                  <a:lnTo>
                    <a:pt x="16204" y="1"/>
                  </a:lnTo>
                  <a:lnTo>
                    <a:pt x="16204" y="1"/>
                  </a:lnTo>
                  <a:lnTo>
                    <a:pt x="22499" y="1"/>
                  </a:lnTo>
                  <a:lnTo>
                    <a:pt x="27659" y="42"/>
                  </a:lnTo>
                  <a:lnTo>
                    <a:pt x="31127" y="84"/>
                  </a:lnTo>
                  <a:lnTo>
                    <a:pt x="32077" y="104"/>
                  </a:lnTo>
                  <a:lnTo>
                    <a:pt x="32304" y="125"/>
                  </a:lnTo>
                  <a:lnTo>
                    <a:pt x="32386" y="12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" name="Google Shape;420;p27"/>
            <p:cNvSpPr/>
            <p:nvPr/>
          </p:nvSpPr>
          <p:spPr>
            <a:xfrm>
              <a:off x="5664600" y="5019150"/>
              <a:ext cx="806575" cy="146575"/>
            </a:xfrm>
            <a:custGeom>
              <a:avLst/>
              <a:gdLst/>
              <a:ahLst/>
              <a:cxnLst/>
              <a:rect l="l" t="t" r="r" b="b"/>
              <a:pathLst>
                <a:path w="32263" h="5863" extrusionOk="0">
                  <a:moveTo>
                    <a:pt x="0" y="0"/>
                  </a:moveTo>
                  <a:lnTo>
                    <a:pt x="0" y="5862"/>
                  </a:lnTo>
                  <a:lnTo>
                    <a:pt x="32262" y="5862"/>
                  </a:lnTo>
                  <a:lnTo>
                    <a:pt x="322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" name="Google Shape;421;p27"/>
            <p:cNvSpPr/>
            <p:nvPr/>
          </p:nvSpPr>
          <p:spPr>
            <a:xfrm>
              <a:off x="5664600" y="5019150"/>
              <a:ext cx="806575" cy="146575"/>
            </a:xfrm>
            <a:custGeom>
              <a:avLst/>
              <a:gdLst/>
              <a:ahLst/>
              <a:cxnLst/>
              <a:rect l="l" t="t" r="r" b="b"/>
              <a:pathLst>
                <a:path w="32263" h="5863" fill="none" extrusionOk="0">
                  <a:moveTo>
                    <a:pt x="32262" y="5862"/>
                  </a:moveTo>
                  <a:lnTo>
                    <a:pt x="0" y="5862"/>
                  </a:lnTo>
                  <a:lnTo>
                    <a:pt x="0" y="0"/>
                  </a:lnTo>
                  <a:lnTo>
                    <a:pt x="32262" y="0"/>
                  </a:lnTo>
                  <a:lnTo>
                    <a:pt x="32262" y="586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" name="Google Shape;422;p27"/>
            <p:cNvSpPr/>
            <p:nvPr/>
          </p:nvSpPr>
          <p:spPr>
            <a:xfrm>
              <a:off x="5740450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6" y="5595"/>
                  </a:lnTo>
                  <a:lnTo>
                    <a:pt x="227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3" name="Google Shape;423;p27"/>
            <p:cNvSpPr/>
            <p:nvPr/>
          </p:nvSpPr>
          <p:spPr>
            <a:xfrm>
              <a:off x="5740450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4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21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27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27" y="4975"/>
                  </a:lnTo>
                  <a:lnTo>
                    <a:pt x="186" y="5595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4" name="Google Shape;424;p27"/>
            <p:cNvSpPr/>
            <p:nvPr/>
          </p:nvSpPr>
          <p:spPr>
            <a:xfrm>
              <a:off x="5696575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25" y="1"/>
                  </a:moveTo>
                  <a:lnTo>
                    <a:pt x="10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04" y="5801"/>
                  </a:lnTo>
                  <a:lnTo>
                    <a:pt x="125" y="5822"/>
                  </a:lnTo>
                  <a:lnTo>
                    <a:pt x="145" y="5801"/>
                  </a:lnTo>
                  <a:lnTo>
                    <a:pt x="145" y="5760"/>
                  </a:lnTo>
                  <a:lnTo>
                    <a:pt x="187" y="5595"/>
                  </a:lnTo>
                  <a:lnTo>
                    <a:pt x="228" y="4975"/>
                  </a:lnTo>
                  <a:lnTo>
                    <a:pt x="249" y="4046"/>
                  </a:lnTo>
                  <a:lnTo>
                    <a:pt x="269" y="2911"/>
                  </a:lnTo>
                  <a:lnTo>
                    <a:pt x="24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5696575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fill="none" extrusionOk="0">
                  <a:moveTo>
                    <a:pt x="125" y="5822"/>
                  </a:moveTo>
                  <a:lnTo>
                    <a:pt x="125" y="5822"/>
                  </a:lnTo>
                  <a:lnTo>
                    <a:pt x="104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1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04" y="2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21"/>
                  </a:lnTo>
                  <a:lnTo>
                    <a:pt x="145" y="63"/>
                  </a:lnTo>
                  <a:lnTo>
                    <a:pt x="187" y="228"/>
                  </a:lnTo>
                  <a:lnTo>
                    <a:pt x="228" y="868"/>
                  </a:lnTo>
                  <a:lnTo>
                    <a:pt x="24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9" y="4046"/>
                  </a:lnTo>
                  <a:lnTo>
                    <a:pt x="228" y="4975"/>
                  </a:lnTo>
                  <a:lnTo>
                    <a:pt x="187" y="5595"/>
                  </a:lnTo>
                  <a:lnTo>
                    <a:pt x="145" y="5760"/>
                  </a:lnTo>
                  <a:lnTo>
                    <a:pt x="145" y="5801"/>
                  </a:lnTo>
                  <a:lnTo>
                    <a:pt x="12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5837450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2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4" y="228"/>
                  </a:lnTo>
                  <a:lnTo>
                    <a:pt x="42" y="868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46"/>
                  </a:lnTo>
                  <a:lnTo>
                    <a:pt x="42" y="4975"/>
                  </a:lnTo>
                  <a:lnTo>
                    <a:pt x="84" y="5595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2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5"/>
                  </a:lnTo>
                  <a:lnTo>
                    <a:pt x="228" y="4975"/>
                  </a:lnTo>
                  <a:lnTo>
                    <a:pt x="249" y="4046"/>
                  </a:lnTo>
                  <a:lnTo>
                    <a:pt x="269" y="2911"/>
                  </a:lnTo>
                  <a:lnTo>
                    <a:pt x="24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7" name="Google Shape;427;p27"/>
            <p:cNvSpPr/>
            <p:nvPr/>
          </p:nvSpPr>
          <p:spPr>
            <a:xfrm>
              <a:off x="5837450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fill="none" extrusionOk="0">
                  <a:moveTo>
                    <a:pt x="125" y="5822"/>
                  </a:moveTo>
                  <a:lnTo>
                    <a:pt x="125" y="5822"/>
                  </a:lnTo>
                  <a:lnTo>
                    <a:pt x="125" y="5801"/>
                  </a:lnTo>
                  <a:lnTo>
                    <a:pt x="104" y="5760"/>
                  </a:lnTo>
                  <a:lnTo>
                    <a:pt x="84" y="5595"/>
                  </a:lnTo>
                  <a:lnTo>
                    <a:pt x="42" y="4975"/>
                  </a:lnTo>
                  <a:lnTo>
                    <a:pt x="1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68"/>
                  </a:lnTo>
                  <a:lnTo>
                    <a:pt x="84" y="228"/>
                  </a:lnTo>
                  <a:lnTo>
                    <a:pt x="104" y="63"/>
                  </a:lnTo>
                  <a:lnTo>
                    <a:pt x="125" y="2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7" y="228"/>
                  </a:lnTo>
                  <a:lnTo>
                    <a:pt x="228" y="868"/>
                  </a:lnTo>
                  <a:lnTo>
                    <a:pt x="24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9" y="4046"/>
                  </a:lnTo>
                  <a:lnTo>
                    <a:pt x="228" y="4975"/>
                  </a:lnTo>
                  <a:lnTo>
                    <a:pt x="187" y="5595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2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8" name="Google Shape;428;p27"/>
            <p:cNvSpPr/>
            <p:nvPr/>
          </p:nvSpPr>
          <p:spPr>
            <a:xfrm>
              <a:off x="5793075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45" y="1"/>
                  </a:moveTo>
                  <a:lnTo>
                    <a:pt x="125" y="21"/>
                  </a:lnTo>
                  <a:lnTo>
                    <a:pt x="125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1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25" y="5760"/>
                  </a:lnTo>
                  <a:lnTo>
                    <a:pt x="125" y="5801"/>
                  </a:lnTo>
                  <a:lnTo>
                    <a:pt x="145" y="5822"/>
                  </a:lnTo>
                  <a:lnTo>
                    <a:pt x="166" y="5801"/>
                  </a:lnTo>
                  <a:lnTo>
                    <a:pt x="166" y="5760"/>
                  </a:lnTo>
                  <a:lnTo>
                    <a:pt x="187" y="5595"/>
                  </a:lnTo>
                  <a:lnTo>
                    <a:pt x="24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4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66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9" name="Google Shape;429;p27"/>
            <p:cNvSpPr/>
            <p:nvPr/>
          </p:nvSpPr>
          <p:spPr>
            <a:xfrm>
              <a:off x="5793075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5" y="5801"/>
                  </a:lnTo>
                  <a:lnTo>
                    <a:pt x="125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21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2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25" y="63"/>
                  </a:lnTo>
                  <a:lnTo>
                    <a:pt x="125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66" y="21"/>
                  </a:lnTo>
                  <a:lnTo>
                    <a:pt x="166" y="63"/>
                  </a:lnTo>
                  <a:lnTo>
                    <a:pt x="187" y="228"/>
                  </a:lnTo>
                  <a:lnTo>
                    <a:pt x="248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48" y="4975"/>
                  </a:lnTo>
                  <a:lnTo>
                    <a:pt x="187" y="5595"/>
                  </a:lnTo>
                  <a:lnTo>
                    <a:pt x="166" y="5760"/>
                  </a:lnTo>
                  <a:lnTo>
                    <a:pt x="166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" name="Google Shape;430;p27"/>
            <p:cNvSpPr/>
            <p:nvPr/>
          </p:nvSpPr>
          <p:spPr>
            <a:xfrm>
              <a:off x="593447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24" y="1"/>
                  </a:moveTo>
                  <a:lnTo>
                    <a:pt x="10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04" y="5801"/>
                  </a:lnTo>
                  <a:lnTo>
                    <a:pt x="124" y="5822"/>
                  </a:lnTo>
                  <a:lnTo>
                    <a:pt x="145" y="5801"/>
                  </a:lnTo>
                  <a:lnTo>
                    <a:pt x="145" y="5760"/>
                  </a:lnTo>
                  <a:lnTo>
                    <a:pt x="186" y="5595"/>
                  </a:lnTo>
                  <a:lnTo>
                    <a:pt x="228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68"/>
                  </a:lnTo>
                  <a:lnTo>
                    <a:pt x="186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593447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24" y="5822"/>
                  </a:moveTo>
                  <a:lnTo>
                    <a:pt x="124" y="5822"/>
                  </a:lnTo>
                  <a:lnTo>
                    <a:pt x="104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0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0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45" y="63"/>
                  </a:lnTo>
                  <a:lnTo>
                    <a:pt x="186" y="228"/>
                  </a:lnTo>
                  <a:lnTo>
                    <a:pt x="228" y="868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46"/>
                  </a:lnTo>
                  <a:lnTo>
                    <a:pt x="228" y="4975"/>
                  </a:lnTo>
                  <a:lnTo>
                    <a:pt x="186" y="5595"/>
                  </a:lnTo>
                  <a:lnTo>
                    <a:pt x="145" y="5760"/>
                  </a:lnTo>
                  <a:lnTo>
                    <a:pt x="145" y="5801"/>
                  </a:lnTo>
                  <a:lnTo>
                    <a:pt x="124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2" name="Google Shape;432;p27"/>
            <p:cNvSpPr/>
            <p:nvPr/>
          </p:nvSpPr>
          <p:spPr>
            <a:xfrm>
              <a:off x="5890100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5" y="5760"/>
                  </a:lnTo>
                  <a:lnTo>
                    <a:pt x="186" y="5595"/>
                  </a:lnTo>
                  <a:lnTo>
                    <a:pt x="227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3" name="Google Shape;433;p27"/>
            <p:cNvSpPr/>
            <p:nvPr/>
          </p:nvSpPr>
          <p:spPr>
            <a:xfrm>
              <a:off x="5890100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4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21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27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27" y="4975"/>
                  </a:lnTo>
                  <a:lnTo>
                    <a:pt x="186" y="5595"/>
                  </a:lnTo>
                  <a:lnTo>
                    <a:pt x="165" y="5760"/>
                  </a:lnTo>
                  <a:lnTo>
                    <a:pt x="145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603097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2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2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66" y="5801"/>
                  </a:lnTo>
                  <a:lnTo>
                    <a:pt x="166" y="5760"/>
                  </a:lnTo>
                  <a:lnTo>
                    <a:pt x="186" y="5595"/>
                  </a:lnTo>
                  <a:lnTo>
                    <a:pt x="24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48" y="868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66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603097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4" y="5801"/>
                  </a:lnTo>
                  <a:lnTo>
                    <a:pt x="12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21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2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66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48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48" y="4975"/>
                  </a:lnTo>
                  <a:lnTo>
                    <a:pt x="186" y="5595"/>
                  </a:lnTo>
                  <a:lnTo>
                    <a:pt x="166" y="5760"/>
                  </a:lnTo>
                  <a:lnTo>
                    <a:pt x="166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5987100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2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2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5"/>
                  </a:lnTo>
                  <a:lnTo>
                    <a:pt x="228" y="4975"/>
                  </a:lnTo>
                  <a:lnTo>
                    <a:pt x="249" y="4046"/>
                  </a:lnTo>
                  <a:lnTo>
                    <a:pt x="269" y="2911"/>
                  </a:lnTo>
                  <a:lnTo>
                    <a:pt x="24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5987100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fill="none" extrusionOk="0">
                  <a:moveTo>
                    <a:pt x="125" y="5822"/>
                  </a:moveTo>
                  <a:lnTo>
                    <a:pt x="125" y="5822"/>
                  </a:lnTo>
                  <a:lnTo>
                    <a:pt x="125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1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5" y="2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7" y="228"/>
                  </a:lnTo>
                  <a:lnTo>
                    <a:pt x="228" y="868"/>
                  </a:lnTo>
                  <a:lnTo>
                    <a:pt x="24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9" y="4046"/>
                  </a:lnTo>
                  <a:lnTo>
                    <a:pt x="228" y="4975"/>
                  </a:lnTo>
                  <a:lnTo>
                    <a:pt x="187" y="5595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2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8" name="Google Shape;438;p27"/>
            <p:cNvSpPr/>
            <p:nvPr/>
          </p:nvSpPr>
          <p:spPr>
            <a:xfrm>
              <a:off x="6127975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4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4" y="228"/>
                  </a:lnTo>
                  <a:lnTo>
                    <a:pt x="42" y="868"/>
                  </a:lnTo>
                  <a:lnTo>
                    <a:pt x="22" y="1776"/>
                  </a:lnTo>
                  <a:lnTo>
                    <a:pt x="1" y="2911"/>
                  </a:lnTo>
                  <a:lnTo>
                    <a:pt x="22" y="4046"/>
                  </a:lnTo>
                  <a:lnTo>
                    <a:pt x="42" y="4975"/>
                  </a:lnTo>
                  <a:lnTo>
                    <a:pt x="84" y="5595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5"/>
                  </a:lnTo>
                  <a:lnTo>
                    <a:pt x="22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9" name="Google Shape;439;p27"/>
            <p:cNvSpPr/>
            <p:nvPr/>
          </p:nvSpPr>
          <p:spPr>
            <a:xfrm>
              <a:off x="6127975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5" y="5801"/>
                  </a:lnTo>
                  <a:lnTo>
                    <a:pt x="104" y="5760"/>
                  </a:lnTo>
                  <a:lnTo>
                    <a:pt x="84" y="5595"/>
                  </a:lnTo>
                  <a:lnTo>
                    <a:pt x="42" y="4975"/>
                  </a:lnTo>
                  <a:lnTo>
                    <a:pt x="22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22" y="1776"/>
                  </a:lnTo>
                  <a:lnTo>
                    <a:pt x="42" y="868"/>
                  </a:lnTo>
                  <a:lnTo>
                    <a:pt x="84" y="228"/>
                  </a:lnTo>
                  <a:lnTo>
                    <a:pt x="104" y="63"/>
                  </a:lnTo>
                  <a:lnTo>
                    <a:pt x="125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7" y="228"/>
                  </a:lnTo>
                  <a:lnTo>
                    <a:pt x="228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28" y="4975"/>
                  </a:lnTo>
                  <a:lnTo>
                    <a:pt x="187" y="5595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0" name="Google Shape;440;p27"/>
            <p:cNvSpPr/>
            <p:nvPr/>
          </p:nvSpPr>
          <p:spPr>
            <a:xfrm>
              <a:off x="608412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24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24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6" y="5595"/>
                  </a:lnTo>
                  <a:lnTo>
                    <a:pt x="228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68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1" name="Google Shape;441;p27"/>
            <p:cNvSpPr/>
            <p:nvPr/>
          </p:nvSpPr>
          <p:spPr>
            <a:xfrm>
              <a:off x="608412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24" y="5822"/>
                  </a:moveTo>
                  <a:lnTo>
                    <a:pt x="124" y="5822"/>
                  </a:lnTo>
                  <a:lnTo>
                    <a:pt x="124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0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28" y="868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46"/>
                  </a:lnTo>
                  <a:lnTo>
                    <a:pt x="228" y="4975"/>
                  </a:lnTo>
                  <a:lnTo>
                    <a:pt x="186" y="5595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24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6225000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24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24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6" y="5595"/>
                  </a:lnTo>
                  <a:lnTo>
                    <a:pt x="228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68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3" name="Google Shape;443;p27"/>
            <p:cNvSpPr/>
            <p:nvPr/>
          </p:nvSpPr>
          <p:spPr>
            <a:xfrm>
              <a:off x="6225000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24" y="5822"/>
                  </a:moveTo>
                  <a:lnTo>
                    <a:pt x="124" y="5822"/>
                  </a:lnTo>
                  <a:lnTo>
                    <a:pt x="124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1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28" y="868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46"/>
                  </a:lnTo>
                  <a:lnTo>
                    <a:pt x="228" y="4975"/>
                  </a:lnTo>
                  <a:lnTo>
                    <a:pt x="186" y="5595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24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4" name="Google Shape;444;p27"/>
            <p:cNvSpPr/>
            <p:nvPr/>
          </p:nvSpPr>
          <p:spPr>
            <a:xfrm>
              <a:off x="618062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2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2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65" y="5801"/>
                  </a:lnTo>
                  <a:lnTo>
                    <a:pt x="165" y="5760"/>
                  </a:lnTo>
                  <a:lnTo>
                    <a:pt x="207" y="5595"/>
                  </a:lnTo>
                  <a:lnTo>
                    <a:pt x="24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48" y="868"/>
                  </a:lnTo>
                  <a:lnTo>
                    <a:pt x="207" y="228"/>
                  </a:lnTo>
                  <a:lnTo>
                    <a:pt x="165" y="63"/>
                  </a:lnTo>
                  <a:lnTo>
                    <a:pt x="16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5" name="Google Shape;445;p27"/>
            <p:cNvSpPr/>
            <p:nvPr/>
          </p:nvSpPr>
          <p:spPr>
            <a:xfrm>
              <a:off x="618062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4" y="5801"/>
                  </a:lnTo>
                  <a:lnTo>
                    <a:pt x="12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21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2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65" y="21"/>
                  </a:lnTo>
                  <a:lnTo>
                    <a:pt x="165" y="63"/>
                  </a:lnTo>
                  <a:lnTo>
                    <a:pt x="207" y="228"/>
                  </a:lnTo>
                  <a:lnTo>
                    <a:pt x="248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48" y="4975"/>
                  </a:lnTo>
                  <a:lnTo>
                    <a:pt x="207" y="5595"/>
                  </a:lnTo>
                  <a:lnTo>
                    <a:pt x="165" y="5760"/>
                  </a:lnTo>
                  <a:lnTo>
                    <a:pt x="165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6" name="Google Shape;446;p27"/>
            <p:cNvSpPr/>
            <p:nvPr/>
          </p:nvSpPr>
          <p:spPr>
            <a:xfrm>
              <a:off x="632202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24" y="1"/>
                  </a:moveTo>
                  <a:lnTo>
                    <a:pt x="124" y="21"/>
                  </a:lnTo>
                  <a:lnTo>
                    <a:pt x="103" y="63"/>
                  </a:lnTo>
                  <a:lnTo>
                    <a:pt x="83" y="228"/>
                  </a:lnTo>
                  <a:lnTo>
                    <a:pt x="41" y="868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46"/>
                  </a:lnTo>
                  <a:lnTo>
                    <a:pt x="41" y="4975"/>
                  </a:lnTo>
                  <a:lnTo>
                    <a:pt x="83" y="5595"/>
                  </a:lnTo>
                  <a:lnTo>
                    <a:pt x="103" y="5760"/>
                  </a:lnTo>
                  <a:lnTo>
                    <a:pt x="124" y="5801"/>
                  </a:lnTo>
                  <a:lnTo>
                    <a:pt x="124" y="5822"/>
                  </a:lnTo>
                  <a:lnTo>
                    <a:pt x="145" y="5801"/>
                  </a:lnTo>
                  <a:lnTo>
                    <a:pt x="165" y="5760"/>
                  </a:lnTo>
                  <a:lnTo>
                    <a:pt x="186" y="5595"/>
                  </a:lnTo>
                  <a:lnTo>
                    <a:pt x="227" y="4975"/>
                  </a:lnTo>
                  <a:lnTo>
                    <a:pt x="248" y="4046"/>
                  </a:lnTo>
                  <a:lnTo>
                    <a:pt x="268" y="2911"/>
                  </a:lnTo>
                  <a:lnTo>
                    <a:pt x="248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7" name="Google Shape;447;p27"/>
            <p:cNvSpPr/>
            <p:nvPr/>
          </p:nvSpPr>
          <p:spPr>
            <a:xfrm>
              <a:off x="632202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24" y="5822"/>
                  </a:moveTo>
                  <a:lnTo>
                    <a:pt x="124" y="5822"/>
                  </a:lnTo>
                  <a:lnTo>
                    <a:pt x="124" y="5801"/>
                  </a:lnTo>
                  <a:lnTo>
                    <a:pt x="103" y="5760"/>
                  </a:lnTo>
                  <a:lnTo>
                    <a:pt x="83" y="5595"/>
                  </a:lnTo>
                  <a:lnTo>
                    <a:pt x="41" y="4975"/>
                  </a:lnTo>
                  <a:lnTo>
                    <a:pt x="0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41" y="868"/>
                  </a:lnTo>
                  <a:lnTo>
                    <a:pt x="83" y="228"/>
                  </a:lnTo>
                  <a:lnTo>
                    <a:pt x="103" y="63"/>
                  </a:lnTo>
                  <a:lnTo>
                    <a:pt x="12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27" y="868"/>
                  </a:lnTo>
                  <a:lnTo>
                    <a:pt x="248" y="1776"/>
                  </a:lnTo>
                  <a:lnTo>
                    <a:pt x="268" y="2911"/>
                  </a:lnTo>
                  <a:lnTo>
                    <a:pt x="268" y="2911"/>
                  </a:lnTo>
                  <a:lnTo>
                    <a:pt x="248" y="4046"/>
                  </a:lnTo>
                  <a:lnTo>
                    <a:pt x="227" y="4975"/>
                  </a:lnTo>
                  <a:lnTo>
                    <a:pt x="186" y="5595"/>
                  </a:lnTo>
                  <a:lnTo>
                    <a:pt x="165" y="5760"/>
                  </a:lnTo>
                  <a:lnTo>
                    <a:pt x="145" y="5801"/>
                  </a:lnTo>
                  <a:lnTo>
                    <a:pt x="124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8" name="Google Shape;448;p27"/>
            <p:cNvSpPr/>
            <p:nvPr/>
          </p:nvSpPr>
          <p:spPr>
            <a:xfrm>
              <a:off x="6277625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4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2" y="1776"/>
                  </a:lnTo>
                  <a:lnTo>
                    <a:pt x="1" y="2911"/>
                  </a:lnTo>
                  <a:lnTo>
                    <a:pt x="22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5"/>
                  </a:lnTo>
                  <a:lnTo>
                    <a:pt x="22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9" name="Google Shape;449;p27"/>
            <p:cNvSpPr/>
            <p:nvPr/>
          </p:nvSpPr>
          <p:spPr>
            <a:xfrm>
              <a:off x="6277625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5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22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22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5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7" y="228"/>
                  </a:lnTo>
                  <a:lnTo>
                    <a:pt x="228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28" y="4975"/>
                  </a:lnTo>
                  <a:lnTo>
                    <a:pt x="187" y="5595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0" name="Google Shape;450;p27"/>
            <p:cNvSpPr/>
            <p:nvPr/>
          </p:nvSpPr>
          <p:spPr>
            <a:xfrm>
              <a:off x="6418500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45" y="1"/>
                  </a:moveTo>
                  <a:lnTo>
                    <a:pt x="125" y="21"/>
                  </a:lnTo>
                  <a:lnTo>
                    <a:pt x="125" y="63"/>
                  </a:lnTo>
                  <a:lnTo>
                    <a:pt x="84" y="228"/>
                  </a:lnTo>
                  <a:lnTo>
                    <a:pt x="42" y="868"/>
                  </a:lnTo>
                  <a:lnTo>
                    <a:pt x="22" y="1776"/>
                  </a:lnTo>
                  <a:lnTo>
                    <a:pt x="1" y="2911"/>
                  </a:lnTo>
                  <a:lnTo>
                    <a:pt x="22" y="4046"/>
                  </a:lnTo>
                  <a:lnTo>
                    <a:pt x="42" y="4975"/>
                  </a:lnTo>
                  <a:lnTo>
                    <a:pt x="84" y="5595"/>
                  </a:lnTo>
                  <a:lnTo>
                    <a:pt x="125" y="5760"/>
                  </a:lnTo>
                  <a:lnTo>
                    <a:pt x="125" y="5801"/>
                  </a:lnTo>
                  <a:lnTo>
                    <a:pt x="145" y="5822"/>
                  </a:lnTo>
                  <a:lnTo>
                    <a:pt x="166" y="5801"/>
                  </a:lnTo>
                  <a:lnTo>
                    <a:pt x="166" y="5760"/>
                  </a:lnTo>
                  <a:lnTo>
                    <a:pt x="207" y="5595"/>
                  </a:lnTo>
                  <a:lnTo>
                    <a:pt x="249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49" y="868"/>
                  </a:lnTo>
                  <a:lnTo>
                    <a:pt x="207" y="228"/>
                  </a:lnTo>
                  <a:lnTo>
                    <a:pt x="166" y="63"/>
                  </a:lnTo>
                  <a:lnTo>
                    <a:pt x="166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6418500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5" y="5801"/>
                  </a:lnTo>
                  <a:lnTo>
                    <a:pt x="125" y="5760"/>
                  </a:lnTo>
                  <a:lnTo>
                    <a:pt x="84" y="5595"/>
                  </a:lnTo>
                  <a:lnTo>
                    <a:pt x="42" y="4975"/>
                  </a:lnTo>
                  <a:lnTo>
                    <a:pt x="22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22" y="1776"/>
                  </a:lnTo>
                  <a:lnTo>
                    <a:pt x="42" y="868"/>
                  </a:lnTo>
                  <a:lnTo>
                    <a:pt x="84" y="228"/>
                  </a:lnTo>
                  <a:lnTo>
                    <a:pt x="125" y="63"/>
                  </a:lnTo>
                  <a:lnTo>
                    <a:pt x="125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66" y="21"/>
                  </a:lnTo>
                  <a:lnTo>
                    <a:pt x="166" y="63"/>
                  </a:lnTo>
                  <a:lnTo>
                    <a:pt x="207" y="228"/>
                  </a:lnTo>
                  <a:lnTo>
                    <a:pt x="249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49" y="4975"/>
                  </a:lnTo>
                  <a:lnTo>
                    <a:pt x="207" y="5595"/>
                  </a:lnTo>
                  <a:lnTo>
                    <a:pt x="166" y="5760"/>
                  </a:lnTo>
                  <a:lnTo>
                    <a:pt x="166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6374650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6" y="5595"/>
                  </a:lnTo>
                  <a:lnTo>
                    <a:pt x="22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8" y="868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3" name="Google Shape;453;p27"/>
            <p:cNvSpPr/>
            <p:nvPr/>
          </p:nvSpPr>
          <p:spPr>
            <a:xfrm>
              <a:off x="6374650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4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21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28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28" y="4975"/>
                  </a:lnTo>
                  <a:lnTo>
                    <a:pt x="186" y="5595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4" name="Google Shape;454;p27"/>
            <p:cNvSpPr/>
            <p:nvPr/>
          </p:nvSpPr>
          <p:spPr>
            <a:xfrm>
              <a:off x="5658925" y="5016050"/>
              <a:ext cx="812250" cy="6725"/>
            </a:xfrm>
            <a:custGeom>
              <a:avLst/>
              <a:gdLst/>
              <a:ahLst/>
              <a:cxnLst/>
              <a:rect l="l" t="t" r="r" b="b"/>
              <a:pathLst>
                <a:path w="32490" h="269" extrusionOk="0">
                  <a:moveTo>
                    <a:pt x="9929" y="0"/>
                  </a:moveTo>
                  <a:lnTo>
                    <a:pt x="4768" y="21"/>
                  </a:lnTo>
                  <a:lnTo>
                    <a:pt x="1280" y="83"/>
                  </a:lnTo>
                  <a:lnTo>
                    <a:pt x="330" y="104"/>
                  </a:lnTo>
                  <a:lnTo>
                    <a:pt x="103" y="104"/>
                  </a:lnTo>
                  <a:lnTo>
                    <a:pt x="0" y="124"/>
                  </a:lnTo>
                  <a:lnTo>
                    <a:pt x="103" y="145"/>
                  </a:lnTo>
                  <a:lnTo>
                    <a:pt x="330" y="145"/>
                  </a:lnTo>
                  <a:lnTo>
                    <a:pt x="1280" y="186"/>
                  </a:lnTo>
                  <a:lnTo>
                    <a:pt x="4768" y="227"/>
                  </a:lnTo>
                  <a:lnTo>
                    <a:pt x="9929" y="248"/>
                  </a:lnTo>
                  <a:lnTo>
                    <a:pt x="16245" y="269"/>
                  </a:lnTo>
                  <a:lnTo>
                    <a:pt x="22582" y="248"/>
                  </a:lnTo>
                  <a:lnTo>
                    <a:pt x="27742" y="227"/>
                  </a:lnTo>
                  <a:lnTo>
                    <a:pt x="31210" y="186"/>
                  </a:lnTo>
                  <a:lnTo>
                    <a:pt x="32159" y="145"/>
                  </a:lnTo>
                  <a:lnTo>
                    <a:pt x="32407" y="145"/>
                  </a:lnTo>
                  <a:lnTo>
                    <a:pt x="32489" y="124"/>
                  </a:lnTo>
                  <a:lnTo>
                    <a:pt x="32407" y="104"/>
                  </a:lnTo>
                  <a:lnTo>
                    <a:pt x="32159" y="104"/>
                  </a:lnTo>
                  <a:lnTo>
                    <a:pt x="31210" y="83"/>
                  </a:lnTo>
                  <a:lnTo>
                    <a:pt x="27742" y="21"/>
                  </a:lnTo>
                  <a:lnTo>
                    <a:pt x="22582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5" name="Google Shape;455;p27"/>
            <p:cNvSpPr/>
            <p:nvPr/>
          </p:nvSpPr>
          <p:spPr>
            <a:xfrm>
              <a:off x="5658925" y="5016050"/>
              <a:ext cx="812250" cy="6725"/>
            </a:xfrm>
            <a:custGeom>
              <a:avLst/>
              <a:gdLst/>
              <a:ahLst/>
              <a:cxnLst/>
              <a:rect l="l" t="t" r="r" b="b"/>
              <a:pathLst>
                <a:path w="32490" h="269" fill="none" extrusionOk="0">
                  <a:moveTo>
                    <a:pt x="32489" y="124"/>
                  </a:moveTo>
                  <a:lnTo>
                    <a:pt x="32489" y="124"/>
                  </a:lnTo>
                  <a:lnTo>
                    <a:pt x="32407" y="145"/>
                  </a:lnTo>
                  <a:lnTo>
                    <a:pt x="32159" y="145"/>
                  </a:lnTo>
                  <a:lnTo>
                    <a:pt x="31210" y="186"/>
                  </a:lnTo>
                  <a:lnTo>
                    <a:pt x="27742" y="227"/>
                  </a:lnTo>
                  <a:lnTo>
                    <a:pt x="22582" y="248"/>
                  </a:lnTo>
                  <a:lnTo>
                    <a:pt x="16245" y="269"/>
                  </a:lnTo>
                  <a:lnTo>
                    <a:pt x="16245" y="269"/>
                  </a:lnTo>
                  <a:lnTo>
                    <a:pt x="9929" y="248"/>
                  </a:lnTo>
                  <a:lnTo>
                    <a:pt x="4768" y="227"/>
                  </a:lnTo>
                  <a:lnTo>
                    <a:pt x="1280" y="186"/>
                  </a:lnTo>
                  <a:lnTo>
                    <a:pt x="330" y="145"/>
                  </a:lnTo>
                  <a:lnTo>
                    <a:pt x="103" y="145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03" y="104"/>
                  </a:lnTo>
                  <a:lnTo>
                    <a:pt x="330" y="104"/>
                  </a:lnTo>
                  <a:lnTo>
                    <a:pt x="1280" y="83"/>
                  </a:lnTo>
                  <a:lnTo>
                    <a:pt x="4768" y="21"/>
                  </a:lnTo>
                  <a:lnTo>
                    <a:pt x="9929" y="0"/>
                  </a:lnTo>
                  <a:lnTo>
                    <a:pt x="16245" y="0"/>
                  </a:lnTo>
                  <a:lnTo>
                    <a:pt x="16245" y="0"/>
                  </a:lnTo>
                  <a:lnTo>
                    <a:pt x="22582" y="0"/>
                  </a:lnTo>
                  <a:lnTo>
                    <a:pt x="27742" y="21"/>
                  </a:lnTo>
                  <a:lnTo>
                    <a:pt x="31210" y="83"/>
                  </a:lnTo>
                  <a:lnTo>
                    <a:pt x="32159" y="104"/>
                  </a:lnTo>
                  <a:lnTo>
                    <a:pt x="32407" y="104"/>
                  </a:lnTo>
                  <a:lnTo>
                    <a:pt x="32489" y="1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6" name="Google Shape;456;p27"/>
            <p:cNvSpPr/>
            <p:nvPr/>
          </p:nvSpPr>
          <p:spPr>
            <a:xfrm>
              <a:off x="5601625" y="5164675"/>
              <a:ext cx="806600" cy="146050"/>
            </a:xfrm>
            <a:custGeom>
              <a:avLst/>
              <a:gdLst/>
              <a:ahLst/>
              <a:cxnLst/>
              <a:rect l="l" t="t" r="r" b="b"/>
              <a:pathLst>
                <a:path w="32264" h="5842" extrusionOk="0">
                  <a:moveTo>
                    <a:pt x="1" y="0"/>
                  </a:moveTo>
                  <a:lnTo>
                    <a:pt x="1" y="5842"/>
                  </a:lnTo>
                  <a:lnTo>
                    <a:pt x="32263" y="5842"/>
                  </a:lnTo>
                  <a:lnTo>
                    <a:pt x="322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7" name="Google Shape;457;p27"/>
            <p:cNvSpPr/>
            <p:nvPr/>
          </p:nvSpPr>
          <p:spPr>
            <a:xfrm>
              <a:off x="5601625" y="5164675"/>
              <a:ext cx="806600" cy="146050"/>
            </a:xfrm>
            <a:custGeom>
              <a:avLst/>
              <a:gdLst/>
              <a:ahLst/>
              <a:cxnLst/>
              <a:rect l="l" t="t" r="r" b="b"/>
              <a:pathLst>
                <a:path w="32264" h="5842" fill="none" extrusionOk="0">
                  <a:moveTo>
                    <a:pt x="32263" y="5842"/>
                  </a:moveTo>
                  <a:lnTo>
                    <a:pt x="1" y="5842"/>
                  </a:lnTo>
                  <a:lnTo>
                    <a:pt x="1" y="0"/>
                  </a:lnTo>
                  <a:lnTo>
                    <a:pt x="32263" y="0"/>
                  </a:lnTo>
                  <a:lnTo>
                    <a:pt x="32263" y="584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8" name="Google Shape;458;p27"/>
            <p:cNvSpPr/>
            <p:nvPr/>
          </p:nvSpPr>
          <p:spPr>
            <a:xfrm>
              <a:off x="567750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1"/>
                  </a:moveTo>
                  <a:lnTo>
                    <a:pt x="103" y="21"/>
                  </a:lnTo>
                  <a:lnTo>
                    <a:pt x="103" y="63"/>
                  </a:lnTo>
                  <a:lnTo>
                    <a:pt x="83" y="228"/>
                  </a:lnTo>
                  <a:lnTo>
                    <a:pt x="41" y="847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26"/>
                  </a:lnTo>
                  <a:lnTo>
                    <a:pt x="41" y="4955"/>
                  </a:lnTo>
                  <a:lnTo>
                    <a:pt x="83" y="5574"/>
                  </a:lnTo>
                  <a:lnTo>
                    <a:pt x="103" y="5739"/>
                  </a:lnTo>
                  <a:lnTo>
                    <a:pt x="103" y="5801"/>
                  </a:lnTo>
                  <a:lnTo>
                    <a:pt x="145" y="5801"/>
                  </a:lnTo>
                  <a:lnTo>
                    <a:pt x="145" y="5739"/>
                  </a:lnTo>
                  <a:lnTo>
                    <a:pt x="186" y="5574"/>
                  </a:lnTo>
                  <a:lnTo>
                    <a:pt x="227" y="4955"/>
                  </a:lnTo>
                  <a:lnTo>
                    <a:pt x="248" y="4026"/>
                  </a:lnTo>
                  <a:lnTo>
                    <a:pt x="268" y="2911"/>
                  </a:lnTo>
                  <a:lnTo>
                    <a:pt x="248" y="1776"/>
                  </a:lnTo>
                  <a:lnTo>
                    <a:pt x="227" y="847"/>
                  </a:lnTo>
                  <a:lnTo>
                    <a:pt x="186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9" name="Google Shape;459;p27"/>
            <p:cNvSpPr/>
            <p:nvPr/>
          </p:nvSpPr>
          <p:spPr>
            <a:xfrm>
              <a:off x="567750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1"/>
                  </a:moveTo>
                  <a:lnTo>
                    <a:pt x="124" y="5801"/>
                  </a:lnTo>
                  <a:lnTo>
                    <a:pt x="103" y="5801"/>
                  </a:lnTo>
                  <a:lnTo>
                    <a:pt x="103" y="5739"/>
                  </a:lnTo>
                  <a:lnTo>
                    <a:pt x="83" y="5574"/>
                  </a:lnTo>
                  <a:lnTo>
                    <a:pt x="41" y="4955"/>
                  </a:lnTo>
                  <a:lnTo>
                    <a:pt x="0" y="402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41" y="847"/>
                  </a:lnTo>
                  <a:lnTo>
                    <a:pt x="83" y="228"/>
                  </a:lnTo>
                  <a:lnTo>
                    <a:pt x="103" y="63"/>
                  </a:lnTo>
                  <a:lnTo>
                    <a:pt x="103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45" y="63"/>
                  </a:lnTo>
                  <a:lnTo>
                    <a:pt x="186" y="228"/>
                  </a:lnTo>
                  <a:lnTo>
                    <a:pt x="227" y="847"/>
                  </a:lnTo>
                  <a:lnTo>
                    <a:pt x="248" y="1776"/>
                  </a:lnTo>
                  <a:lnTo>
                    <a:pt x="268" y="2911"/>
                  </a:lnTo>
                  <a:lnTo>
                    <a:pt x="268" y="2911"/>
                  </a:lnTo>
                  <a:lnTo>
                    <a:pt x="248" y="4026"/>
                  </a:lnTo>
                  <a:lnTo>
                    <a:pt x="227" y="4955"/>
                  </a:lnTo>
                  <a:lnTo>
                    <a:pt x="186" y="5574"/>
                  </a:lnTo>
                  <a:lnTo>
                    <a:pt x="145" y="5739"/>
                  </a:lnTo>
                  <a:lnTo>
                    <a:pt x="145" y="5801"/>
                  </a:lnTo>
                  <a:lnTo>
                    <a:pt x="124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0" name="Google Shape;460;p27"/>
            <p:cNvSpPr/>
            <p:nvPr/>
          </p:nvSpPr>
          <p:spPr>
            <a:xfrm>
              <a:off x="563312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44" y="1"/>
                  </a:moveTo>
                  <a:lnTo>
                    <a:pt x="124" y="21"/>
                  </a:lnTo>
                  <a:lnTo>
                    <a:pt x="103" y="63"/>
                  </a:lnTo>
                  <a:lnTo>
                    <a:pt x="83" y="228"/>
                  </a:lnTo>
                  <a:lnTo>
                    <a:pt x="41" y="847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26"/>
                  </a:lnTo>
                  <a:lnTo>
                    <a:pt x="41" y="4955"/>
                  </a:lnTo>
                  <a:lnTo>
                    <a:pt x="83" y="5574"/>
                  </a:lnTo>
                  <a:lnTo>
                    <a:pt x="103" y="5739"/>
                  </a:lnTo>
                  <a:lnTo>
                    <a:pt x="124" y="5801"/>
                  </a:lnTo>
                  <a:lnTo>
                    <a:pt x="144" y="5801"/>
                  </a:lnTo>
                  <a:lnTo>
                    <a:pt x="165" y="5739"/>
                  </a:lnTo>
                  <a:lnTo>
                    <a:pt x="186" y="5574"/>
                  </a:lnTo>
                  <a:lnTo>
                    <a:pt x="227" y="4955"/>
                  </a:lnTo>
                  <a:lnTo>
                    <a:pt x="268" y="4026"/>
                  </a:lnTo>
                  <a:lnTo>
                    <a:pt x="268" y="2911"/>
                  </a:lnTo>
                  <a:lnTo>
                    <a:pt x="268" y="1776"/>
                  </a:lnTo>
                  <a:lnTo>
                    <a:pt x="227" y="847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4" y="21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1" name="Google Shape;461;p27"/>
            <p:cNvSpPr/>
            <p:nvPr/>
          </p:nvSpPr>
          <p:spPr>
            <a:xfrm>
              <a:off x="577400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45" y="1"/>
                  </a:moveTo>
                  <a:lnTo>
                    <a:pt x="124" y="21"/>
                  </a:lnTo>
                  <a:lnTo>
                    <a:pt x="124" y="63"/>
                  </a:lnTo>
                  <a:lnTo>
                    <a:pt x="83" y="228"/>
                  </a:lnTo>
                  <a:lnTo>
                    <a:pt x="41" y="847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26"/>
                  </a:lnTo>
                  <a:lnTo>
                    <a:pt x="41" y="4955"/>
                  </a:lnTo>
                  <a:lnTo>
                    <a:pt x="83" y="5574"/>
                  </a:lnTo>
                  <a:lnTo>
                    <a:pt x="124" y="5739"/>
                  </a:lnTo>
                  <a:lnTo>
                    <a:pt x="124" y="5801"/>
                  </a:lnTo>
                  <a:lnTo>
                    <a:pt x="165" y="5801"/>
                  </a:lnTo>
                  <a:lnTo>
                    <a:pt x="165" y="5739"/>
                  </a:lnTo>
                  <a:lnTo>
                    <a:pt x="186" y="5574"/>
                  </a:lnTo>
                  <a:lnTo>
                    <a:pt x="227" y="4955"/>
                  </a:lnTo>
                  <a:lnTo>
                    <a:pt x="268" y="4026"/>
                  </a:lnTo>
                  <a:lnTo>
                    <a:pt x="268" y="2911"/>
                  </a:lnTo>
                  <a:lnTo>
                    <a:pt x="268" y="1776"/>
                  </a:lnTo>
                  <a:lnTo>
                    <a:pt x="227" y="847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6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2" name="Google Shape;462;p27"/>
            <p:cNvSpPr/>
            <p:nvPr/>
          </p:nvSpPr>
          <p:spPr>
            <a:xfrm>
              <a:off x="577400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1"/>
                  </a:moveTo>
                  <a:lnTo>
                    <a:pt x="145" y="5801"/>
                  </a:lnTo>
                  <a:lnTo>
                    <a:pt x="124" y="5801"/>
                  </a:lnTo>
                  <a:lnTo>
                    <a:pt x="124" y="5739"/>
                  </a:lnTo>
                  <a:lnTo>
                    <a:pt x="83" y="5574"/>
                  </a:lnTo>
                  <a:lnTo>
                    <a:pt x="41" y="4955"/>
                  </a:lnTo>
                  <a:lnTo>
                    <a:pt x="21" y="402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1" y="847"/>
                  </a:lnTo>
                  <a:lnTo>
                    <a:pt x="83" y="228"/>
                  </a:lnTo>
                  <a:lnTo>
                    <a:pt x="12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6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27" y="847"/>
                  </a:lnTo>
                  <a:lnTo>
                    <a:pt x="268" y="1776"/>
                  </a:lnTo>
                  <a:lnTo>
                    <a:pt x="268" y="2911"/>
                  </a:lnTo>
                  <a:lnTo>
                    <a:pt x="268" y="2911"/>
                  </a:lnTo>
                  <a:lnTo>
                    <a:pt x="268" y="4026"/>
                  </a:lnTo>
                  <a:lnTo>
                    <a:pt x="227" y="4955"/>
                  </a:lnTo>
                  <a:lnTo>
                    <a:pt x="186" y="5574"/>
                  </a:lnTo>
                  <a:lnTo>
                    <a:pt x="165" y="5739"/>
                  </a:lnTo>
                  <a:lnTo>
                    <a:pt x="165" y="5801"/>
                  </a:lnTo>
                  <a:lnTo>
                    <a:pt x="14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3" name="Google Shape;463;p27"/>
            <p:cNvSpPr/>
            <p:nvPr/>
          </p:nvSpPr>
          <p:spPr>
            <a:xfrm>
              <a:off x="573012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47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26"/>
                  </a:lnTo>
                  <a:lnTo>
                    <a:pt x="42" y="4955"/>
                  </a:lnTo>
                  <a:lnTo>
                    <a:pt x="83" y="5574"/>
                  </a:lnTo>
                  <a:lnTo>
                    <a:pt x="104" y="5739"/>
                  </a:lnTo>
                  <a:lnTo>
                    <a:pt x="124" y="5801"/>
                  </a:lnTo>
                  <a:lnTo>
                    <a:pt x="145" y="5801"/>
                  </a:lnTo>
                  <a:lnTo>
                    <a:pt x="166" y="5739"/>
                  </a:lnTo>
                  <a:lnTo>
                    <a:pt x="186" y="5574"/>
                  </a:lnTo>
                  <a:lnTo>
                    <a:pt x="228" y="4955"/>
                  </a:lnTo>
                  <a:lnTo>
                    <a:pt x="248" y="402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47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4" name="Google Shape;464;p27"/>
            <p:cNvSpPr/>
            <p:nvPr/>
          </p:nvSpPr>
          <p:spPr>
            <a:xfrm>
              <a:off x="573012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1"/>
                  </a:moveTo>
                  <a:lnTo>
                    <a:pt x="124" y="5801"/>
                  </a:lnTo>
                  <a:lnTo>
                    <a:pt x="124" y="5801"/>
                  </a:lnTo>
                  <a:lnTo>
                    <a:pt x="104" y="5739"/>
                  </a:lnTo>
                  <a:lnTo>
                    <a:pt x="83" y="5574"/>
                  </a:lnTo>
                  <a:lnTo>
                    <a:pt x="42" y="4955"/>
                  </a:lnTo>
                  <a:lnTo>
                    <a:pt x="1" y="402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47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28" y="847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26"/>
                  </a:lnTo>
                  <a:lnTo>
                    <a:pt x="228" y="4955"/>
                  </a:lnTo>
                  <a:lnTo>
                    <a:pt x="186" y="5574"/>
                  </a:lnTo>
                  <a:lnTo>
                    <a:pt x="166" y="5739"/>
                  </a:lnTo>
                  <a:lnTo>
                    <a:pt x="145" y="5801"/>
                  </a:lnTo>
                  <a:lnTo>
                    <a:pt x="124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5" name="Google Shape;465;p27"/>
            <p:cNvSpPr/>
            <p:nvPr/>
          </p:nvSpPr>
          <p:spPr>
            <a:xfrm>
              <a:off x="587100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45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47"/>
                  </a:lnTo>
                  <a:lnTo>
                    <a:pt x="21" y="1776"/>
                  </a:lnTo>
                  <a:lnTo>
                    <a:pt x="1" y="2911"/>
                  </a:lnTo>
                  <a:lnTo>
                    <a:pt x="21" y="4026"/>
                  </a:lnTo>
                  <a:lnTo>
                    <a:pt x="42" y="4955"/>
                  </a:lnTo>
                  <a:lnTo>
                    <a:pt x="83" y="5574"/>
                  </a:lnTo>
                  <a:lnTo>
                    <a:pt x="104" y="5739"/>
                  </a:lnTo>
                  <a:lnTo>
                    <a:pt x="124" y="5801"/>
                  </a:lnTo>
                  <a:lnTo>
                    <a:pt x="145" y="5801"/>
                  </a:lnTo>
                  <a:lnTo>
                    <a:pt x="166" y="5739"/>
                  </a:lnTo>
                  <a:lnTo>
                    <a:pt x="186" y="5574"/>
                  </a:lnTo>
                  <a:lnTo>
                    <a:pt x="228" y="4955"/>
                  </a:lnTo>
                  <a:lnTo>
                    <a:pt x="269" y="402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8" y="847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6" name="Google Shape;466;p27"/>
            <p:cNvSpPr/>
            <p:nvPr/>
          </p:nvSpPr>
          <p:spPr>
            <a:xfrm>
              <a:off x="587100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1"/>
                  </a:moveTo>
                  <a:lnTo>
                    <a:pt x="145" y="5801"/>
                  </a:lnTo>
                  <a:lnTo>
                    <a:pt x="124" y="5801"/>
                  </a:lnTo>
                  <a:lnTo>
                    <a:pt x="104" y="5739"/>
                  </a:lnTo>
                  <a:lnTo>
                    <a:pt x="83" y="5574"/>
                  </a:lnTo>
                  <a:lnTo>
                    <a:pt x="42" y="4955"/>
                  </a:lnTo>
                  <a:lnTo>
                    <a:pt x="21" y="402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21" y="1776"/>
                  </a:lnTo>
                  <a:lnTo>
                    <a:pt x="42" y="847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28" y="847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26"/>
                  </a:lnTo>
                  <a:lnTo>
                    <a:pt x="228" y="4955"/>
                  </a:lnTo>
                  <a:lnTo>
                    <a:pt x="186" y="5574"/>
                  </a:lnTo>
                  <a:lnTo>
                    <a:pt x="166" y="5739"/>
                  </a:lnTo>
                  <a:lnTo>
                    <a:pt x="145" y="5801"/>
                  </a:lnTo>
                  <a:lnTo>
                    <a:pt x="14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7" name="Google Shape;467;p27"/>
            <p:cNvSpPr/>
            <p:nvPr/>
          </p:nvSpPr>
          <p:spPr>
            <a:xfrm>
              <a:off x="582715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1"/>
                  </a:moveTo>
                  <a:lnTo>
                    <a:pt x="124" y="21"/>
                  </a:lnTo>
                  <a:lnTo>
                    <a:pt x="103" y="63"/>
                  </a:lnTo>
                  <a:lnTo>
                    <a:pt x="83" y="228"/>
                  </a:lnTo>
                  <a:lnTo>
                    <a:pt x="41" y="847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26"/>
                  </a:lnTo>
                  <a:lnTo>
                    <a:pt x="41" y="4955"/>
                  </a:lnTo>
                  <a:lnTo>
                    <a:pt x="83" y="5574"/>
                  </a:lnTo>
                  <a:lnTo>
                    <a:pt x="103" y="5739"/>
                  </a:lnTo>
                  <a:lnTo>
                    <a:pt x="124" y="5801"/>
                  </a:lnTo>
                  <a:lnTo>
                    <a:pt x="145" y="5801"/>
                  </a:lnTo>
                  <a:lnTo>
                    <a:pt x="145" y="5739"/>
                  </a:lnTo>
                  <a:lnTo>
                    <a:pt x="186" y="5574"/>
                  </a:lnTo>
                  <a:lnTo>
                    <a:pt x="227" y="4955"/>
                  </a:lnTo>
                  <a:lnTo>
                    <a:pt x="248" y="4026"/>
                  </a:lnTo>
                  <a:lnTo>
                    <a:pt x="268" y="2911"/>
                  </a:lnTo>
                  <a:lnTo>
                    <a:pt x="248" y="1776"/>
                  </a:lnTo>
                  <a:lnTo>
                    <a:pt x="227" y="847"/>
                  </a:lnTo>
                  <a:lnTo>
                    <a:pt x="186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8" name="Google Shape;468;p27"/>
            <p:cNvSpPr/>
            <p:nvPr/>
          </p:nvSpPr>
          <p:spPr>
            <a:xfrm>
              <a:off x="582715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1"/>
                  </a:moveTo>
                  <a:lnTo>
                    <a:pt x="124" y="5801"/>
                  </a:lnTo>
                  <a:lnTo>
                    <a:pt x="124" y="5801"/>
                  </a:lnTo>
                  <a:lnTo>
                    <a:pt x="103" y="5739"/>
                  </a:lnTo>
                  <a:lnTo>
                    <a:pt x="83" y="5574"/>
                  </a:lnTo>
                  <a:lnTo>
                    <a:pt x="41" y="4955"/>
                  </a:lnTo>
                  <a:lnTo>
                    <a:pt x="0" y="402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41" y="847"/>
                  </a:lnTo>
                  <a:lnTo>
                    <a:pt x="83" y="228"/>
                  </a:lnTo>
                  <a:lnTo>
                    <a:pt x="103" y="63"/>
                  </a:lnTo>
                  <a:lnTo>
                    <a:pt x="12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45" y="63"/>
                  </a:lnTo>
                  <a:lnTo>
                    <a:pt x="186" y="228"/>
                  </a:lnTo>
                  <a:lnTo>
                    <a:pt x="227" y="847"/>
                  </a:lnTo>
                  <a:lnTo>
                    <a:pt x="248" y="1776"/>
                  </a:lnTo>
                  <a:lnTo>
                    <a:pt x="268" y="2911"/>
                  </a:lnTo>
                  <a:lnTo>
                    <a:pt x="268" y="2911"/>
                  </a:lnTo>
                  <a:lnTo>
                    <a:pt x="248" y="4026"/>
                  </a:lnTo>
                  <a:lnTo>
                    <a:pt x="227" y="4955"/>
                  </a:lnTo>
                  <a:lnTo>
                    <a:pt x="186" y="5574"/>
                  </a:lnTo>
                  <a:lnTo>
                    <a:pt x="145" y="5739"/>
                  </a:lnTo>
                  <a:lnTo>
                    <a:pt x="145" y="5801"/>
                  </a:lnTo>
                  <a:lnTo>
                    <a:pt x="124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9" name="Google Shape;469;p27"/>
            <p:cNvSpPr/>
            <p:nvPr/>
          </p:nvSpPr>
          <p:spPr>
            <a:xfrm>
              <a:off x="596802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1"/>
                  </a:moveTo>
                  <a:lnTo>
                    <a:pt x="124" y="21"/>
                  </a:lnTo>
                  <a:lnTo>
                    <a:pt x="103" y="63"/>
                  </a:lnTo>
                  <a:lnTo>
                    <a:pt x="83" y="228"/>
                  </a:lnTo>
                  <a:lnTo>
                    <a:pt x="41" y="847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26"/>
                  </a:lnTo>
                  <a:lnTo>
                    <a:pt x="41" y="4955"/>
                  </a:lnTo>
                  <a:lnTo>
                    <a:pt x="83" y="5574"/>
                  </a:lnTo>
                  <a:lnTo>
                    <a:pt x="103" y="5739"/>
                  </a:lnTo>
                  <a:lnTo>
                    <a:pt x="124" y="5801"/>
                  </a:lnTo>
                  <a:lnTo>
                    <a:pt x="145" y="5801"/>
                  </a:lnTo>
                  <a:lnTo>
                    <a:pt x="165" y="5739"/>
                  </a:lnTo>
                  <a:lnTo>
                    <a:pt x="186" y="5574"/>
                  </a:lnTo>
                  <a:lnTo>
                    <a:pt x="227" y="4955"/>
                  </a:lnTo>
                  <a:lnTo>
                    <a:pt x="248" y="402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7" y="847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0" name="Google Shape;470;p27"/>
            <p:cNvSpPr/>
            <p:nvPr/>
          </p:nvSpPr>
          <p:spPr>
            <a:xfrm>
              <a:off x="596802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1"/>
                  </a:moveTo>
                  <a:lnTo>
                    <a:pt x="124" y="5801"/>
                  </a:lnTo>
                  <a:lnTo>
                    <a:pt x="124" y="5801"/>
                  </a:lnTo>
                  <a:lnTo>
                    <a:pt x="103" y="5739"/>
                  </a:lnTo>
                  <a:lnTo>
                    <a:pt x="83" y="5574"/>
                  </a:lnTo>
                  <a:lnTo>
                    <a:pt x="41" y="4955"/>
                  </a:lnTo>
                  <a:lnTo>
                    <a:pt x="0" y="402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41" y="847"/>
                  </a:lnTo>
                  <a:lnTo>
                    <a:pt x="83" y="228"/>
                  </a:lnTo>
                  <a:lnTo>
                    <a:pt x="103" y="63"/>
                  </a:lnTo>
                  <a:lnTo>
                    <a:pt x="12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27" y="847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26"/>
                  </a:lnTo>
                  <a:lnTo>
                    <a:pt x="227" y="4955"/>
                  </a:lnTo>
                  <a:lnTo>
                    <a:pt x="186" y="5574"/>
                  </a:lnTo>
                  <a:lnTo>
                    <a:pt x="165" y="5739"/>
                  </a:lnTo>
                  <a:lnTo>
                    <a:pt x="145" y="5801"/>
                  </a:lnTo>
                  <a:lnTo>
                    <a:pt x="124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1" name="Google Shape;471;p27"/>
            <p:cNvSpPr/>
            <p:nvPr/>
          </p:nvSpPr>
          <p:spPr>
            <a:xfrm>
              <a:off x="592365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45" y="1"/>
                  </a:moveTo>
                  <a:lnTo>
                    <a:pt x="124" y="21"/>
                  </a:lnTo>
                  <a:lnTo>
                    <a:pt x="124" y="63"/>
                  </a:lnTo>
                  <a:lnTo>
                    <a:pt x="83" y="228"/>
                  </a:lnTo>
                  <a:lnTo>
                    <a:pt x="41" y="847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26"/>
                  </a:lnTo>
                  <a:lnTo>
                    <a:pt x="41" y="4955"/>
                  </a:lnTo>
                  <a:lnTo>
                    <a:pt x="83" y="5574"/>
                  </a:lnTo>
                  <a:lnTo>
                    <a:pt x="124" y="5739"/>
                  </a:lnTo>
                  <a:lnTo>
                    <a:pt x="124" y="5801"/>
                  </a:lnTo>
                  <a:lnTo>
                    <a:pt x="165" y="5801"/>
                  </a:lnTo>
                  <a:lnTo>
                    <a:pt x="165" y="5739"/>
                  </a:lnTo>
                  <a:lnTo>
                    <a:pt x="186" y="5574"/>
                  </a:lnTo>
                  <a:lnTo>
                    <a:pt x="248" y="4955"/>
                  </a:lnTo>
                  <a:lnTo>
                    <a:pt x="268" y="4026"/>
                  </a:lnTo>
                  <a:lnTo>
                    <a:pt x="268" y="2911"/>
                  </a:lnTo>
                  <a:lnTo>
                    <a:pt x="268" y="1776"/>
                  </a:lnTo>
                  <a:lnTo>
                    <a:pt x="248" y="847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6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2" name="Google Shape;472;p27"/>
            <p:cNvSpPr/>
            <p:nvPr/>
          </p:nvSpPr>
          <p:spPr>
            <a:xfrm>
              <a:off x="592365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1"/>
                  </a:moveTo>
                  <a:lnTo>
                    <a:pt x="145" y="5801"/>
                  </a:lnTo>
                  <a:lnTo>
                    <a:pt x="124" y="5801"/>
                  </a:lnTo>
                  <a:lnTo>
                    <a:pt x="124" y="5739"/>
                  </a:lnTo>
                  <a:lnTo>
                    <a:pt x="83" y="5574"/>
                  </a:lnTo>
                  <a:lnTo>
                    <a:pt x="41" y="4955"/>
                  </a:lnTo>
                  <a:lnTo>
                    <a:pt x="21" y="402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1" y="847"/>
                  </a:lnTo>
                  <a:lnTo>
                    <a:pt x="83" y="228"/>
                  </a:lnTo>
                  <a:lnTo>
                    <a:pt x="12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6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48" y="847"/>
                  </a:lnTo>
                  <a:lnTo>
                    <a:pt x="268" y="1776"/>
                  </a:lnTo>
                  <a:lnTo>
                    <a:pt x="268" y="2911"/>
                  </a:lnTo>
                  <a:lnTo>
                    <a:pt x="268" y="2911"/>
                  </a:lnTo>
                  <a:lnTo>
                    <a:pt x="268" y="4026"/>
                  </a:lnTo>
                  <a:lnTo>
                    <a:pt x="248" y="4955"/>
                  </a:lnTo>
                  <a:lnTo>
                    <a:pt x="186" y="5574"/>
                  </a:lnTo>
                  <a:lnTo>
                    <a:pt x="165" y="5739"/>
                  </a:lnTo>
                  <a:lnTo>
                    <a:pt x="165" y="5801"/>
                  </a:lnTo>
                  <a:lnTo>
                    <a:pt x="14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3" name="Google Shape;473;p27"/>
            <p:cNvSpPr/>
            <p:nvPr/>
          </p:nvSpPr>
          <p:spPr>
            <a:xfrm>
              <a:off x="6065025" y="5166725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47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26"/>
                  </a:lnTo>
                  <a:lnTo>
                    <a:pt x="42" y="4955"/>
                  </a:lnTo>
                  <a:lnTo>
                    <a:pt x="83" y="5574"/>
                  </a:lnTo>
                  <a:lnTo>
                    <a:pt x="104" y="5739"/>
                  </a:lnTo>
                  <a:lnTo>
                    <a:pt x="125" y="5801"/>
                  </a:lnTo>
                  <a:lnTo>
                    <a:pt x="145" y="5801"/>
                  </a:lnTo>
                  <a:lnTo>
                    <a:pt x="145" y="5739"/>
                  </a:lnTo>
                  <a:lnTo>
                    <a:pt x="186" y="5574"/>
                  </a:lnTo>
                  <a:lnTo>
                    <a:pt x="228" y="4955"/>
                  </a:lnTo>
                  <a:lnTo>
                    <a:pt x="248" y="402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47"/>
                  </a:lnTo>
                  <a:lnTo>
                    <a:pt x="186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4" name="Google Shape;474;p27"/>
            <p:cNvSpPr/>
            <p:nvPr/>
          </p:nvSpPr>
          <p:spPr>
            <a:xfrm>
              <a:off x="6065025" y="5166725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1"/>
                  </a:moveTo>
                  <a:lnTo>
                    <a:pt x="125" y="5801"/>
                  </a:lnTo>
                  <a:lnTo>
                    <a:pt x="125" y="5801"/>
                  </a:lnTo>
                  <a:lnTo>
                    <a:pt x="104" y="5739"/>
                  </a:lnTo>
                  <a:lnTo>
                    <a:pt x="83" y="5574"/>
                  </a:lnTo>
                  <a:lnTo>
                    <a:pt x="42" y="4955"/>
                  </a:lnTo>
                  <a:lnTo>
                    <a:pt x="1" y="402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47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5" y="2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21"/>
                  </a:lnTo>
                  <a:lnTo>
                    <a:pt x="145" y="63"/>
                  </a:lnTo>
                  <a:lnTo>
                    <a:pt x="186" y="228"/>
                  </a:lnTo>
                  <a:lnTo>
                    <a:pt x="228" y="847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26"/>
                  </a:lnTo>
                  <a:lnTo>
                    <a:pt x="228" y="4955"/>
                  </a:lnTo>
                  <a:lnTo>
                    <a:pt x="186" y="5574"/>
                  </a:lnTo>
                  <a:lnTo>
                    <a:pt x="145" y="5739"/>
                  </a:lnTo>
                  <a:lnTo>
                    <a:pt x="145" y="5801"/>
                  </a:lnTo>
                  <a:lnTo>
                    <a:pt x="12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5" name="Google Shape;475;p27"/>
            <p:cNvSpPr/>
            <p:nvPr/>
          </p:nvSpPr>
          <p:spPr>
            <a:xfrm>
              <a:off x="602065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45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47"/>
                  </a:lnTo>
                  <a:lnTo>
                    <a:pt x="21" y="1776"/>
                  </a:lnTo>
                  <a:lnTo>
                    <a:pt x="1" y="2911"/>
                  </a:lnTo>
                  <a:lnTo>
                    <a:pt x="21" y="4026"/>
                  </a:lnTo>
                  <a:lnTo>
                    <a:pt x="42" y="4955"/>
                  </a:lnTo>
                  <a:lnTo>
                    <a:pt x="83" y="5574"/>
                  </a:lnTo>
                  <a:lnTo>
                    <a:pt x="104" y="5739"/>
                  </a:lnTo>
                  <a:lnTo>
                    <a:pt x="124" y="5801"/>
                  </a:lnTo>
                  <a:lnTo>
                    <a:pt x="145" y="5801"/>
                  </a:lnTo>
                  <a:lnTo>
                    <a:pt x="166" y="5739"/>
                  </a:lnTo>
                  <a:lnTo>
                    <a:pt x="186" y="5574"/>
                  </a:lnTo>
                  <a:lnTo>
                    <a:pt x="228" y="4955"/>
                  </a:lnTo>
                  <a:lnTo>
                    <a:pt x="269" y="402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8" y="847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6" name="Google Shape;476;p27"/>
            <p:cNvSpPr/>
            <p:nvPr/>
          </p:nvSpPr>
          <p:spPr>
            <a:xfrm>
              <a:off x="602065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1"/>
                  </a:moveTo>
                  <a:lnTo>
                    <a:pt x="145" y="5801"/>
                  </a:lnTo>
                  <a:lnTo>
                    <a:pt x="124" y="5801"/>
                  </a:lnTo>
                  <a:lnTo>
                    <a:pt x="104" y="5739"/>
                  </a:lnTo>
                  <a:lnTo>
                    <a:pt x="83" y="5574"/>
                  </a:lnTo>
                  <a:lnTo>
                    <a:pt x="42" y="4955"/>
                  </a:lnTo>
                  <a:lnTo>
                    <a:pt x="21" y="402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21" y="1776"/>
                  </a:lnTo>
                  <a:lnTo>
                    <a:pt x="42" y="847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28" y="847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26"/>
                  </a:lnTo>
                  <a:lnTo>
                    <a:pt x="228" y="4955"/>
                  </a:lnTo>
                  <a:lnTo>
                    <a:pt x="186" y="5574"/>
                  </a:lnTo>
                  <a:lnTo>
                    <a:pt x="166" y="5739"/>
                  </a:lnTo>
                  <a:lnTo>
                    <a:pt x="145" y="5801"/>
                  </a:lnTo>
                  <a:lnTo>
                    <a:pt x="14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7" name="Google Shape;477;p27"/>
            <p:cNvSpPr/>
            <p:nvPr/>
          </p:nvSpPr>
          <p:spPr>
            <a:xfrm>
              <a:off x="616152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45" y="1"/>
                  </a:moveTo>
                  <a:lnTo>
                    <a:pt x="124" y="21"/>
                  </a:lnTo>
                  <a:lnTo>
                    <a:pt x="124" y="63"/>
                  </a:lnTo>
                  <a:lnTo>
                    <a:pt x="83" y="228"/>
                  </a:lnTo>
                  <a:lnTo>
                    <a:pt x="42" y="847"/>
                  </a:lnTo>
                  <a:lnTo>
                    <a:pt x="21" y="1776"/>
                  </a:lnTo>
                  <a:lnTo>
                    <a:pt x="1" y="2911"/>
                  </a:lnTo>
                  <a:lnTo>
                    <a:pt x="21" y="4026"/>
                  </a:lnTo>
                  <a:lnTo>
                    <a:pt x="42" y="4955"/>
                  </a:lnTo>
                  <a:lnTo>
                    <a:pt x="83" y="5574"/>
                  </a:lnTo>
                  <a:lnTo>
                    <a:pt x="124" y="5739"/>
                  </a:lnTo>
                  <a:lnTo>
                    <a:pt x="124" y="5801"/>
                  </a:lnTo>
                  <a:lnTo>
                    <a:pt x="166" y="5801"/>
                  </a:lnTo>
                  <a:lnTo>
                    <a:pt x="166" y="5739"/>
                  </a:lnTo>
                  <a:lnTo>
                    <a:pt x="186" y="5574"/>
                  </a:lnTo>
                  <a:lnTo>
                    <a:pt x="248" y="4955"/>
                  </a:lnTo>
                  <a:lnTo>
                    <a:pt x="269" y="402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48" y="847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66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8" name="Google Shape;478;p27"/>
            <p:cNvSpPr/>
            <p:nvPr/>
          </p:nvSpPr>
          <p:spPr>
            <a:xfrm>
              <a:off x="616152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1"/>
                  </a:moveTo>
                  <a:lnTo>
                    <a:pt x="145" y="5801"/>
                  </a:lnTo>
                  <a:lnTo>
                    <a:pt x="124" y="5801"/>
                  </a:lnTo>
                  <a:lnTo>
                    <a:pt x="124" y="5739"/>
                  </a:lnTo>
                  <a:lnTo>
                    <a:pt x="83" y="5574"/>
                  </a:lnTo>
                  <a:lnTo>
                    <a:pt x="42" y="4955"/>
                  </a:lnTo>
                  <a:lnTo>
                    <a:pt x="21" y="402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21" y="1776"/>
                  </a:lnTo>
                  <a:lnTo>
                    <a:pt x="42" y="847"/>
                  </a:lnTo>
                  <a:lnTo>
                    <a:pt x="83" y="228"/>
                  </a:lnTo>
                  <a:lnTo>
                    <a:pt x="12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66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48" y="847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26"/>
                  </a:lnTo>
                  <a:lnTo>
                    <a:pt x="248" y="4955"/>
                  </a:lnTo>
                  <a:lnTo>
                    <a:pt x="186" y="5574"/>
                  </a:lnTo>
                  <a:lnTo>
                    <a:pt x="166" y="5739"/>
                  </a:lnTo>
                  <a:lnTo>
                    <a:pt x="166" y="5801"/>
                  </a:lnTo>
                  <a:lnTo>
                    <a:pt x="14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9" name="Google Shape;479;p27"/>
            <p:cNvSpPr/>
            <p:nvPr/>
          </p:nvSpPr>
          <p:spPr>
            <a:xfrm>
              <a:off x="611767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1"/>
                  </a:moveTo>
                  <a:lnTo>
                    <a:pt x="124" y="21"/>
                  </a:lnTo>
                  <a:lnTo>
                    <a:pt x="103" y="63"/>
                  </a:lnTo>
                  <a:lnTo>
                    <a:pt x="83" y="228"/>
                  </a:lnTo>
                  <a:lnTo>
                    <a:pt x="41" y="847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26"/>
                  </a:lnTo>
                  <a:lnTo>
                    <a:pt x="41" y="4955"/>
                  </a:lnTo>
                  <a:lnTo>
                    <a:pt x="83" y="5574"/>
                  </a:lnTo>
                  <a:lnTo>
                    <a:pt x="103" y="5739"/>
                  </a:lnTo>
                  <a:lnTo>
                    <a:pt x="124" y="5801"/>
                  </a:lnTo>
                  <a:lnTo>
                    <a:pt x="145" y="5801"/>
                  </a:lnTo>
                  <a:lnTo>
                    <a:pt x="165" y="5739"/>
                  </a:lnTo>
                  <a:lnTo>
                    <a:pt x="186" y="5574"/>
                  </a:lnTo>
                  <a:lnTo>
                    <a:pt x="227" y="4955"/>
                  </a:lnTo>
                  <a:lnTo>
                    <a:pt x="248" y="4026"/>
                  </a:lnTo>
                  <a:lnTo>
                    <a:pt x="268" y="2911"/>
                  </a:lnTo>
                  <a:lnTo>
                    <a:pt x="248" y="1776"/>
                  </a:lnTo>
                  <a:lnTo>
                    <a:pt x="227" y="847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0" name="Google Shape;480;p27"/>
            <p:cNvSpPr/>
            <p:nvPr/>
          </p:nvSpPr>
          <p:spPr>
            <a:xfrm>
              <a:off x="611767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1"/>
                  </a:moveTo>
                  <a:lnTo>
                    <a:pt x="124" y="5801"/>
                  </a:lnTo>
                  <a:lnTo>
                    <a:pt x="124" y="5801"/>
                  </a:lnTo>
                  <a:lnTo>
                    <a:pt x="103" y="5739"/>
                  </a:lnTo>
                  <a:lnTo>
                    <a:pt x="83" y="5574"/>
                  </a:lnTo>
                  <a:lnTo>
                    <a:pt x="41" y="4955"/>
                  </a:lnTo>
                  <a:lnTo>
                    <a:pt x="0" y="402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41" y="847"/>
                  </a:lnTo>
                  <a:lnTo>
                    <a:pt x="83" y="228"/>
                  </a:lnTo>
                  <a:lnTo>
                    <a:pt x="103" y="63"/>
                  </a:lnTo>
                  <a:lnTo>
                    <a:pt x="12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27" y="847"/>
                  </a:lnTo>
                  <a:lnTo>
                    <a:pt x="248" y="1776"/>
                  </a:lnTo>
                  <a:lnTo>
                    <a:pt x="268" y="2911"/>
                  </a:lnTo>
                  <a:lnTo>
                    <a:pt x="268" y="2911"/>
                  </a:lnTo>
                  <a:lnTo>
                    <a:pt x="248" y="4026"/>
                  </a:lnTo>
                  <a:lnTo>
                    <a:pt x="227" y="4955"/>
                  </a:lnTo>
                  <a:lnTo>
                    <a:pt x="186" y="5574"/>
                  </a:lnTo>
                  <a:lnTo>
                    <a:pt x="165" y="5739"/>
                  </a:lnTo>
                  <a:lnTo>
                    <a:pt x="145" y="5801"/>
                  </a:lnTo>
                  <a:lnTo>
                    <a:pt x="124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1" name="Google Shape;481;p27"/>
            <p:cNvSpPr/>
            <p:nvPr/>
          </p:nvSpPr>
          <p:spPr>
            <a:xfrm>
              <a:off x="625855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45" y="1"/>
                  </a:moveTo>
                  <a:lnTo>
                    <a:pt x="124" y="21"/>
                  </a:lnTo>
                  <a:lnTo>
                    <a:pt x="103" y="63"/>
                  </a:lnTo>
                  <a:lnTo>
                    <a:pt x="83" y="228"/>
                  </a:lnTo>
                  <a:lnTo>
                    <a:pt x="41" y="847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26"/>
                  </a:lnTo>
                  <a:lnTo>
                    <a:pt x="41" y="4955"/>
                  </a:lnTo>
                  <a:lnTo>
                    <a:pt x="83" y="5574"/>
                  </a:lnTo>
                  <a:lnTo>
                    <a:pt x="103" y="5739"/>
                  </a:lnTo>
                  <a:lnTo>
                    <a:pt x="124" y="5801"/>
                  </a:lnTo>
                  <a:lnTo>
                    <a:pt x="145" y="5801"/>
                  </a:lnTo>
                  <a:lnTo>
                    <a:pt x="165" y="5739"/>
                  </a:lnTo>
                  <a:lnTo>
                    <a:pt x="186" y="5574"/>
                  </a:lnTo>
                  <a:lnTo>
                    <a:pt x="227" y="4955"/>
                  </a:lnTo>
                  <a:lnTo>
                    <a:pt x="269" y="402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7" y="847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2" name="Google Shape;482;p27"/>
            <p:cNvSpPr/>
            <p:nvPr/>
          </p:nvSpPr>
          <p:spPr>
            <a:xfrm>
              <a:off x="625855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1"/>
                  </a:moveTo>
                  <a:lnTo>
                    <a:pt x="145" y="5801"/>
                  </a:lnTo>
                  <a:lnTo>
                    <a:pt x="124" y="5801"/>
                  </a:lnTo>
                  <a:lnTo>
                    <a:pt x="103" y="5739"/>
                  </a:lnTo>
                  <a:lnTo>
                    <a:pt x="83" y="5574"/>
                  </a:lnTo>
                  <a:lnTo>
                    <a:pt x="41" y="4955"/>
                  </a:lnTo>
                  <a:lnTo>
                    <a:pt x="21" y="402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1" y="847"/>
                  </a:lnTo>
                  <a:lnTo>
                    <a:pt x="83" y="228"/>
                  </a:lnTo>
                  <a:lnTo>
                    <a:pt x="103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27" y="847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26"/>
                  </a:lnTo>
                  <a:lnTo>
                    <a:pt x="227" y="4955"/>
                  </a:lnTo>
                  <a:lnTo>
                    <a:pt x="186" y="5574"/>
                  </a:lnTo>
                  <a:lnTo>
                    <a:pt x="165" y="5739"/>
                  </a:lnTo>
                  <a:lnTo>
                    <a:pt x="145" y="5801"/>
                  </a:lnTo>
                  <a:lnTo>
                    <a:pt x="14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3" name="Google Shape;483;p27"/>
            <p:cNvSpPr/>
            <p:nvPr/>
          </p:nvSpPr>
          <p:spPr>
            <a:xfrm>
              <a:off x="6214675" y="5166725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47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26"/>
                  </a:lnTo>
                  <a:lnTo>
                    <a:pt x="42" y="4955"/>
                  </a:lnTo>
                  <a:lnTo>
                    <a:pt x="83" y="5574"/>
                  </a:lnTo>
                  <a:lnTo>
                    <a:pt x="104" y="5739"/>
                  </a:lnTo>
                  <a:lnTo>
                    <a:pt x="125" y="5801"/>
                  </a:lnTo>
                  <a:lnTo>
                    <a:pt x="145" y="5801"/>
                  </a:lnTo>
                  <a:lnTo>
                    <a:pt x="166" y="5739"/>
                  </a:lnTo>
                  <a:lnTo>
                    <a:pt x="186" y="5574"/>
                  </a:lnTo>
                  <a:lnTo>
                    <a:pt x="228" y="4955"/>
                  </a:lnTo>
                  <a:lnTo>
                    <a:pt x="248" y="402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47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4" name="Google Shape;484;p27"/>
            <p:cNvSpPr/>
            <p:nvPr/>
          </p:nvSpPr>
          <p:spPr>
            <a:xfrm>
              <a:off x="6214675" y="5166725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1"/>
                  </a:moveTo>
                  <a:lnTo>
                    <a:pt x="125" y="5801"/>
                  </a:lnTo>
                  <a:lnTo>
                    <a:pt x="125" y="5801"/>
                  </a:lnTo>
                  <a:lnTo>
                    <a:pt x="104" y="5739"/>
                  </a:lnTo>
                  <a:lnTo>
                    <a:pt x="83" y="5574"/>
                  </a:lnTo>
                  <a:lnTo>
                    <a:pt x="42" y="4955"/>
                  </a:lnTo>
                  <a:lnTo>
                    <a:pt x="1" y="402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47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5" y="2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28" y="847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26"/>
                  </a:lnTo>
                  <a:lnTo>
                    <a:pt x="228" y="4955"/>
                  </a:lnTo>
                  <a:lnTo>
                    <a:pt x="186" y="5574"/>
                  </a:lnTo>
                  <a:lnTo>
                    <a:pt x="166" y="5739"/>
                  </a:lnTo>
                  <a:lnTo>
                    <a:pt x="145" y="5801"/>
                  </a:lnTo>
                  <a:lnTo>
                    <a:pt x="12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5" name="Google Shape;485;p27"/>
            <p:cNvSpPr/>
            <p:nvPr/>
          </p:nvSpPr>
          <p:spPr>
            <a:xfrm>
              <a:off x="6355550" y="5166725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47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26"/>
                  </a:lnTo>
                  <a:lnTo>
                    <a:pt x="42" y="4955"/>
                  </a:lnTo>
                  <a:lnTo>
                    <a:pt x="83" y="5574"/>
                  </a:lnTo>
                  <a:lnTo>
                    <a:pt x="104" y="5739"/>
                  </a:lnTo>
                  <a:lnTo>
                    <a:pt x="125" y="5801"/>
                  </a:lnTo>
                  <a:lnTo>
                    <a:pt x="145" y="5801"/>
                  </a:lnTo>
                  <a:lnTo>
                    <a:pt x="166" y="5739"/>
                  </a:lnTo>
                  <a:lnTo>
                    <a:pt x="187" y="5574"/>
                  </a:lnTo>
                  <a:lnTo>
                    <a:pt x="228" y="4955"/>
                  </a:lnTo>
                  <a:lnTo>
                    <a:pt x="248" y="402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47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6" name="Google Shape;486;p27"/>
            <p:cNvSpPr/>
            <p:nvPr/>
          </p:nvSpPr>
          <p:spPr>
            <a:xfrm>
              <a:off x="6355550" y="5166725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1"/>
                  </a:moveTo>
                  <a:lnTo>
                    <a:pt x="125" y="5801"/>
                  </a:lnTo>
                  <a:lnTo>
                    <a:pt x="125" y="5801"/>
                  </a:lnTo>
                  <a:lnTo>
                    <a:pt x="104" y="5739"/>
                  </a:lnTo>
                  <a:lnTo>
                    <a:pt x="83" y="5574"/>
                  </a:lnTo>
                  <a:lnTo>
                    <a:pt x="42" y="4955"/>
                  </a:lnTo>
                  <a:lnTo>
                    <a:pt x="1" y="402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47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5" y="2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7" y="228"/>
                  </a:lnTo>
                  <a:lnTo>
                    <a:pt x="228" y="847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26"/>
                  </a:lnTo>
                  <a:lnTo>
                    <a:pt x="228" y="4955"/>
                  </a:lnTo>
                  <a:lnTo>
                    <a:pt x="187" y="5574"/>
                  </a:lnTo>
                  <a:lnTo>
                    <a:pt x="166" y="5739"/>
                  </a:lnTo>
                  <a:lnTo>
                    <a:pt x="145" y="5801"/>
                  </a:lnTo>
                  <a:lnTo>
                    <a:pt x="12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7" name="Google Shape;487;p27"/>
            <p:cNvSpPr/>
            <p:nvPr/>
          </p:nvSpPr>
          <p:spPr>
            <a:xfrm>
              <a:off x="631170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1"/>
                  </a:moveTo>
                  <a:lnTo>
                    <a:pt x="103" y="21"/>
                  </a:lnTo>
                  <a:lnTo>
                    <a:pt x="103" y="63"/>
                  </a:lnTo>
                  <a:lnTo>
                    <a:pt x="62" y="228"/>
                  </a:lnTo>
                  <a:lnTo>
                    <a:pt x="21" y="847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26"/>
                  </a:lnTo>
                  <a:lnTo>
                    <a:pt x="21" y="4955"/>
                  </a:lnTo>
                  <a:lnTo>
                    <a:pt x="62" y="5574"/>
                  </a:lnTo>
                  <a:lnTo>
                    <a:pt x="103" y="5739"/>
                  </a:lnTo>
                  <a:lnTo>
                    <a:pt x="103" y="5801"/>
                  </a:lnTo>
                  <a:lnTo>
                    <a:pt x="145" y="5801"/>
                  </a:lnTo>
                  <a:lnTo>
                    <a:pt x="145" y="5739"/>
                  </a:lnTo>
                  <a:lnTo>
                    <a:pt x="186" y="5574"/>
                  </a:lnTo>
                  <a:lnTo>
                    <a:pt x="227" y="4955"/>
                  </a:lnTo>
                  <a:lnTo>
                    <a:pt x="248" y="402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7" y="847"/>
                  </a:lnTo>
                  <a:lnTo>
                    <a:pt x="186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8" name="Google Shape;488;p27"/>
            <p:cNvSpPr/>
            <p:nvPr/>
          </p:nvSpPr>
          <p:spPr>
            <a:xfrm>
              <a:off x="631170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1"/>
                  </a:moveTo>
                  <a:lnTo>
                    <a:pt x="124" y="5801"/>
                  </a:lnTo>
                  <a:lnTo>
                    <a:pt x="103" y="5801"/>
                  </a:lnTo>
                  <a:lnTo>
                    <a:pt x="103" y="5739"/>
                  </a:lnTo>
                  <a:lnTo>
                    <a:pt x="62" y="5574"/>
                  </a:lnTo>
                  <a:lnTo>
                    <a:pt x="21" y="4955"/>
                  </a:lnTo>
                  <a:lnTo>
                    <a:pt x="0" y="402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21" y="847"/>
                  </a:lnTo>
                  <a:lnTo>
                    <a:pt x="62" y="228"/>
                  </a:lnTo>
                  <a:lnTo>
                    <a:pt x="103" y="63"/>
                  </a:lnTo>
                  <a:lnTo>
                    <a:pt x="103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45" y="63"/>
                  </a:lnTo>
                  <a:lnTo>
                    <a:pt x="186" y="228"/>
                  </a:lnTo>
                  <a:lnTo>
                    <a:pt x="227" y="847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26"/>
                  </a:lnTo>
                  <a:lnTo>
                    <a:pt x="227" y="4955"/>
                  </a:lnTo>
                  <a:lnTo>
                    <a:pt x="186" y="5574"/>
                  </a:lnTo>
                  <a:lnTo>
                    <a:pt x="145" y="5739"/>
                  </a:lnTo>
                  <a:lnTo>
                    <a:pt x="145" y="5801"/>
                  </a:lnTo>
                  <a:lnTo>
                    <a:pt x="124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9" name="Google Shape;489;p27"/>
            <p:cNvSpPr/>
            <p:nvPr/>
          </p:nvSpPr>
          <p:spPr>
            <a:xfrm>
              <a:off x="5598025" y="5161050"/>
              <a:ext cx="810200" cy="6725"/>
            </a:xfrm>
            <a:custGeom>
              <a:avLst/>
              <a:gdLst/>
              <a:ahLst/>
              <a:cxnLst/>
              <a:rect l="l" t="t" r="r" b="b"/>
              <a:pathLst>
                <a:path w="32408" h="269" extrusionOk="0">
                  <a:moveTo>
                    <a:pt x="16204" y="1"/>
                  </a:moveTo>
                  <a:lnTo>
                    <a:pt x="9888" y="21"/>
                  </a:lnTo>
                  <a:lnTo>
                    <a:pt x="4748" y="42"/>
                  </a:lnTo>
                  <a:lnTo>
                    <a:pt x="1260" y="83"/>
                  </a:lnTo>
                  <a:lnTo>
                    <a:pt x="331" y="104"/>
                  </a:lnTo>
                  <a:lnTo>
                    <a:pt x="83" y="124"/>
                  </a:lnTo>
                  <a:lnTo>
                    <a:pt x="0" y="145"/>
                  </a:lnTo>
                  <a:lnTo>
                    <a:pt x="83" y="145"/>
                  </a:lnTo>
                  <a:lnTo>
                    <a:pt x="331" y="166"/>
                  </a:lnTo>
                  <a:lnTo>
                    <a:pt x="1260" y="186"/>
                  </a:lnTo>
                  <a:lnTo>
                    <a:pt x="4748" y="228"/>
                  </a:lnTo>
                  <a:lnTo>
                    <a:pt x="9888" y="269"/>
                  </a:lnTo>
                  <a:lnTo>
                    <a:pt x="22499" y="269"/>
                  </a:lnTo>
                  <a:lnTo>
                    <a:pt x="27660" y="228"/>
                  </a:lnTo>
                  <a:lnTo>
                    <a:pt x="31127" y="186"/>
                  </a:lnTo>
                  <a:lnTo>
                    <a:pt x="32077" y="166"/>
                  </a:lnTo>
                  <a:lnTo>
                    <a:pt x="32325" y="145"/>
                  </a:lnTo>
                  <a:lnTo>
                    <a:pt x="32407" y="145"/>
                  </a:lnTo>
                  <a:lnTo>
                    <a:pt x="32325" y="124"/>
                  </a:lnTo>
                  <a:lnTo>
                    <a:pt x="32077" y="104"/>
                  </a:lnTo>
                  <a:lnTo>
                    <a:pt x="31127" y="83"/>
                  </a:lnTo>
                  <a:lnTo>
                    <a:pt x="27660" y="42"/>
                  </a:lnTo>
                  <a:lnTo>
                    <a:pt x="22499" y="21"/>
                  </a:lnTo>
                  <a:lnTo>
                    <a:pt x="1620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0" name="Google Shape;490;p27"/>
            <p:cNvSpPr/>
            <p:nvPr/>
          </p:nvSpPr>
          <p:spPr>
            <a:xfrm>
              <a:off x="5598025" y="5161050"/>
              <a:ext cx="810200" cy="6725"/>
            </a:xfrm>
            <a:custGeom>
              <a:avLst/>
              <a:gdLst/>
              <a:ahLst/>
              <a:cxnLst/>
              <a:rect l="l" t="t" r="r" b="b"/>
              <a:pathLst>
                <a:path w="32408" h="269" fill="none" extrusionOk="0">
                  <a:moveTo>
                    <a:pt x="32407" y="145"/>
                  </a:moveTo>
                  <a:lnTo>
                    <a:pt x="32407" y="145"/>
                  </a:lnTo>
                  <a:lnTo>
                    <a:pt x="32325" y="145"/>
                  </a:lnTo>
                  <a:lnTo>
                    <a:pt x="32077" y="166"/>
                  </a:lnTo>
                  <a:lnTo>
                    <a:pt x="31127" y="186"/>
                  </a:lnTo>
                  <a:lnTo>
                    <a:pt x="27660" y="228"/>
                  </a:lnTo>
                  <a:lnTo>
                    <a:pt x="22499" y="269"/>
                  </a:lnTo>
                  <a:lnTo>
                    <a:pt x="16204" y="269"/>
                  </a:lnTo>
                  <a:lnTo>
                    <a:pt x="16204" y="269"/>
                  </a:lnTo>
                  <a:lnTo>
                    <a:pt x="9888" y="269"/>
                  </a:lnTo>
                  <a:lnTo>
                    <a:pt x="4748" y="228"/>
                  </a:lnTo>
                  <a:lnTo>
                    <a:pt x="1260" y="186"/>
                  </a:lnTo>
                  <a:lnTo>
                    <a:pt x="331" y="166"/>
                  </a:lnTo>
                  <a:lnTo>
                    <a:pt x="83" y="145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83" y="124"/>
                  </a:lnTo>
                  <a:lnTo>
                    <a:pt x="331" y="104"/>
                  </a:lnTo>
                  <a:lnTo>
                    <a:pt x="1260" y="83"/>
                  </a:lnTo>
                  <a:lnTo>
                    <a:pt x="4748" y="42"/>
                  </a:lnTo>
                  <a:lnTo>
                    <a:pt x="9888" y="21"/>
                  </a:lnTo>
                  <a:lnTo>
                    <a:pt x="16204" y="1"/>
                  </a:lnTo>
                  <a:lnTo>
                    <a:pt x="16204" y="1"/>
                  </a:lnTo>
                  <a:lnTo>
                    <a:pt x="22499" y="21"/>
                  </a:lnTo>
                  <a:lnTo>
                    <a:pt x="27660" y="42"/>
                  </a:lnTo>
                  <a:lnTo>
                    <a:pt x="31127" y="83"/>
                  </a:lnTo>
                  <a:lnTo>
                    <a:pt x="32077" y="104"/>
                  </a:lnTo>
                  <a:lnTo>
                    <a:pt x="32325" y="124"/>
                  </a:lnTo>
                  <a:lnTo>
                    <a:pt x="32407" y="14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1" name="Google Shape;491;p27"/>
            <p:cNvSpPr/>
            <p:nvPr/>
          </p:nvSpPr>
          <p:spPr>
            <a:xfrm>
              <a:off x="5682650" y="5312775"/>
              <a:ext cx="806075" cy="146575"/>
            </a:xfrm>
            <a:custGeom>
              <a:avLst/>
              <a:gdLst/>
              <a:ahLst/>
              <a:cxnLst/>
              <a:rect l="l" t="t" r="r" b="b"/>
              <a:pathLst>
                <a:path w="32243" h="5863" extrusionOk="0">
                  <a:moveTo>
                    <a:pt x="1" y="0"/>
                  </a:moveTo>
                  <a:lnTo>
                    <a:pt x="1" y="5862"/>
                  </a:lnTo>
                  <a:lnTo>
                    <a:pt x="32242" y="5862"/>
                  </a:lnTo>
                  <a:lnTo>
                    <a:pt x="322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2" name="Google Shape;492;p27"/>
            <p:cNvSpPr/>
            <p:nvPr/>
          </p:nvSpPr>
          <p:spPr>
            <a:xfrm>
              <a:off x="5682650" y="5312775"/>
              <a:ext cx="806075" cy="146575"/>
            </a:xfrm>
            <a:custGeom>
              <a:avLst/>
              <a:gdLst/>
              <a:ahLst/>
              <a:cxnLst/>
              <a:rect l="l" t="t" r="r" b="b"/>
              <a:pathLst>
                <a:path w="32243" h="5863" fill="none" extrusionOk="0">
                  <a:moveTo>
                    <a:pt x="32242" y="5862"/>
                  </a:moveTo>
                  <a:lnTo>
                    <a:pt x="1" y="5862"/>
                  </a:lnTo>
                  <a:lnTo>
                    <a:pt x="1" y="0"/>
                  </a:lnTo>
                  <a:lnTo>
                    <a:pt x="32242" y="0"/>
                  </a:lnTo>
                  <a:lnTo>
                    <a:pt x="32242" y="586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3" name="Google Shape;493;p27"/>
            <p:cNvSpPr/>
            <p:nvPr/>
          </p:nvSpPr>
          <p:spPr>
            <a:xfrm>
              <a:off x="575800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3" y="62"/>
                  </a:lnTo>
                  <a:lnTo>
                    <a:pt x="83" y="227"/>
                  </a:lnTo>
                  <a:lnTo>
                    <a:pt x="41" y="847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1" y="4954"/>
                  </a:lnTo>
                  <a:lnTo>
                    <a:pt x="83" y="5573"/>
                  </a:lnTo>
                  <a:lnTo>
                    <a:pt x="103" y="5739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5" y="5739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7" y="847"/>
                  </a:lnTo>
                  <a:lnTo>
                    <a:pt x="186" y="227"/>
                  </a:lnTo>
                  <a:lnTo>
                    <a:pt x="16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4" name="Google Shape;494;p27"/>
            <p:cNvSpPr/>
            <p:nvPr/>
          </p:nvSpPr>
          <p:spPr>
            <a:xfrm>
              <a:off x="575800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03" y="5739"/>
                  </a:lnTo>
                  <a:lnTo>
                    <a:pt x="83" y="5573"/>
                  </a:lnTo>
                  <a:lnTo>
                    <a:pt x="41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1" y="847"/>
                  </a:lnTo>
                  <a:lnTo>
                    <a:pt x="83" y="227"/>
                  </a:lnTo>
                  <a:lnTo>
                    <a:pt x="103" y="62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5" y="62"/>
                  </a:lnTo>
                  <a:lnTo>
                    <a:pt x="186" y="227"/>
                  </a:lnTo>
                  <a:lnTo>
                    <a:pt x="227" y="847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5" y="5739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5" name="Google Shape;495;p27"/>
            <p:cNvSpPr/>
            <p:nvPr/>
          </p:nvSpPr>
          <p:spPr>
            <a:xfrm>
              <a:off x="571412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9"/>
                  </a:lnTo>
                  <a:lnTo>
                    <a:pt x="125" y="5780"/>
                  </a:lnTo>
                  <a:lnTo>
                    <a:pt x="125" y="5800"/>
                  </a:lnTo>
                  <a:lnTo>
                    <a:pt x="145" y="5780"/>
                  </a:lnTo>
                  <a:lnTo>
                    <a:pt x="166" y="5739"/>
                  </a:lnTo>
                  <a:lnTo>
                    <a:pt x="186" y="5573"/>
                  </a:lnTo>
                  <a:lnTo>
                    <a:pt x="228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8" y="847"/>
                  </a:lnTo>
                  <a:lnTo>
                    <a:pt x="186" y="227"/>
                  </a:lnTo>
                  <a:lnTo>
                    <a:pt x="166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6" name="Google Shape;496;p27"/>
            <p:cNvSpPr/>
            <p:nvPr/>
          </p:nvSpPr>
          <p:spPr>
            <a:xfrm>
              <a:off x="571412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0"/>
                  </a:moveTo>
                  <a:lnTo>
                    <a:pt x="125" y="5800"/>
                  </a:lnTo>
                  <a:lnTo>
                    <a:pt x="125" y="5780"/>
                  </a:lnTo>
                  <a:lnTo>
                    <a:pt x="104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1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4" y="62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66" y="62"/>
                  </a:lnTo>
                  <a:lnTo>
                    <a:pt x="186" y="227"/>
                  </a:lnTo>
                  <a:lnTo>
                    <a:pt x="228" y="847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8" y="4954"/>
                  </a:lnTo>
                  <a:lnTo>
                    <a:pt x="186" y="5573"/>
                  </a:lnTo>
                  <a:lnTo>
                    <a:pt x="166" y="5739"/>
                  </a:lnTo>
                  <a:lnTo>
                    <a:pt x="145" y="5780"/>
                  </a:lnTo>
                  <a:lnTo>
                    <a:pt x="12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7" name="Google Shape;497;p27"/>
            <p:cNvSpPr/>
            <p:nvPr/>
          </p:nvSpPr>
          <p:spPr>
            <a:xfrm>
              <a:off x="5855000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9"/>
                  </a:lnTo>
                  <a:lnTo>
                    <a:pt x="125" y="5780"/>
                  </a:lnTo>
                  <a:lnTo>
                    <a:pt x="125" y="5800"/>
                  </a:lnTo>
                  <a:lnTo>
                    <a:pt x="145" y="5780"/>
                  </a:lnTo>
                  <a:lnTo>
                    <a:pt x="166" y="5739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8" y="847"/>
                  </a:lnTo>
                  <a:lnTo>
                    <a:pt x="187" y="227"/>
                  </a:lnTo>
                  <a:lnTo>
                    <a:pt x="166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8" name="Google Shape;498;p27"/>
            <p:cNvSpPr/>
            <p:nvPr/>
          </p:nvSpPr>
          <p:spPr>
            <a:xfrm>
              <a:off x="5855000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0"/>
                  </a:moveTo>
                  <a:lnTo>
                    <a:pt x="125" y="5800"/>
                  </a:lnTo>
                  <a:lnTo>
                    <a:pt x="125" y="5780"/>
                  </a:lnTo>
                  <a:lnTo>
                    <a:pt x="104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1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4" y="62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66" y="62"/>
                  </a:lnTo>
                  <a:lnTo>
                    <a:pt x="187" y="227"/>
                  </a:lnTo>
                  <a:lnTo>
                    <a:pt x="228" y="847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66" y="5739"/>
                  </a:lnTo>
                  <a:lnTo>
                    <a:pt x="145" y="5780"/>
                  </a:lnTo>
                  <a:lnTo>
                    <a:pt x="12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9" name="Google Shape;499;p27"/>
            <p:cNvSpPr/>
            <p:nvPr/>
          </p:nvSpPr>
          <p:spPr>
            <a:xfrm>
              <a:off x="581115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03" y="0"/>
                  </a:moveTo>
                  <a:lnTo>
                    <a:pt x="103" y="62"/>
                  </a:lnTo>
                  <a:lnTo>
                    <a:pt x="62" y="227"/>
                  </a:lnTo>
                  <a:lnTo>
                    <a:pt x="21" y="847"/>
                  </a:lnTo>
                  <a:lnTo>
                    <a:pt x="0" y="1775"/>
                  </a:lnTo>
                  <a:lnTo>
                    <a:pt x="0" y="2890"/>
                  </a:lnTo>
                  <a:lnTo>
                    <a:pt x="0" y="4025"/>
                  </a:lnTo>
                  <a:lnTo>
                    <a:pt x="21" y="4954"/>
                  </a:lnTo>
                  <a:lnTo>
                    <a:pt x="62" y="5573"/>
                  </a:lnTo>
                  <a:lnTo>
                    <a:pt x="103" y="5739"/>
                  </a:lnTo>
                  <a:lnTo>
                    <a:pt x="103" y="5780"/>
                  </a:lnTo>
                  <a:lnTo>
                    <a:pt x="124" y="5800"/>
                  </a:lnTo>
                  <a:lnTo>
                    <a:pt x="145" y="5780"/>
                  </a:lnTo>
                  <a:lnTo>
                    <a:pt x="145" y="5739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7" y="847"/>
                  </a:lnTo>
                  <a:lnTo>
                    <a:pt x="186" y="227"/>
                  </a:lnTo>
                  <a:lnTo>
                    <a:pt x="14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0" name="Google Shape;500;p27"/>
            <p:cNvSpPr/>
            <p:nvPr/>
          </p:nvSpPr>
          <p:spPr>
            <a:xfrm>
              <a:off x="581115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0"/>
                  </a:moveTo>
                  <a:lnTo>
                    <a:pt x="124" y="5800"/>
                  </a:lnTo>
                  <a:lnTo>
                    <a:pt x="103" y="5780"/>
                  </a:lnTo>
                  <a:lnTo>
                    <a:pt x="103" y="5739"/>
                  </a:lnTo>
                  <a:lnTo>
                    <a:pt x="62" y="5573"/>
                  </a:lnTo>
                  <a:lnTo>
                    <a:pt x="21" y="4954"/>
                  </a:lnTo>
                  <a:lnTo>
                    <a:pt x="0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0" y="1775"/>
                  </a:lnTo>
                  <a:lnTo>
                    <a:pt x="21" y="847"/>
                  </a:lnTo>
                  <a:lnTo>
                    <a:pt x="62" y="227"/>
                  </a:lnTo>
                  <a:lnTo>
                    <a:pt x="103" y="62"/>
                  </a:lnTo>
                  <a:lnTo>
                    <a:pt x="103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62"/>
                  </a:lnTo>
                  <a:lnTo>
                    <a:pt x="186" y="227"/>
                  </a:lnTo>
                  <a:lnTo>
                    <a:pt x="227" y="847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45" y="5739"/>
                  </a:lnTo>
                  <a:lnTo>
                    <a:pt x="145" y="5780"/>
                  </a:lnTo>
                  <a:lnTo>
                    <a:pt x="124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1" name="Google Shape;501;p27"/>
            <p:cNvSpPr/>
            <p:nvPr/>
          </p:nvSpPr>
          <p:spPr>
            <a:xfrm>
              <a:off x="5952025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3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0" y="1775"/>
                  </a:lnTo>
                  <a:lnTo>
                    <a:pt x="0" y="2890"/>
                  </a:lnTo>
                  <a:lnTo>
                    <a:pt x="0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3" y="5739"/>
                  </a:lnTo>
                  <a:lnTo>
                    <a:pt x="124" y="5780"/>
                  </a:lnTo>
                  <a:lnTo>
                    <a:pt x="124" y="5800"/>
                  </a:lnTo>
                  <a:lnTo>
                    <a:pt x="145" y="5780"/>
                  </a:lnTo>
                  <a:lnTo>
                    <a:pt x="165" y="5739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7" y="847"/>
                  </a:lnTo>
                  <a:lnTo>
                    <a:pt x="186" y="227"/>
                  </a:lnTo>
                  <a:lnTo>
                    <a:pt x="16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2" name="Google Shape;502;p27"/>
            <p:cNvSpPr/>
            <p:nvPr/>
          </p:nvSpPr>
          <p:spPr>
            <a:xfrm>
              <a:off x="5952025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0"/>
                  </a:moveTo>
                  <a:lnTo>
                    <a:pt x="124" y="5800"/>
                  </a:lnTo>
                  <a:lnTo>
                    <a:pt x="124" y="5780"/>
                  </a:lnTo>
                  <a:lnTo>
                    <a:pt x="103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0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0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3" y="62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65" y="62"/>
                  </a:lnTo>
                  <a:lnTo>
                    <a:pt x="186" y="227"/>
                  </a:lnTo>
                  <a:lnTo>
                    <a:pt x="227" y="847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5" y="5739"/>
                  </a:lnTo>
                  <a:lnTo>
                    <a:pt x="145" y="5780"/>
                  </a:lnTo>
                  <a:lnTo>
                    <a:pt x="124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3" name="Google Shape;503;p27"/>
            <p:cNvSpPr/>
            <p:nvPr/>
          </p:nvSpPr>
          <p:spPr>
            <a:xfrm>
              <a:off x="590765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3" y="62"/>
                  </a:lnTo>
                  <a:lnTo>
                    <a:pt x="83" y="227"/>
                  </a:lnTo>
                  <a:lnTo>
                    <a:pt x="41" y="847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1" y="4954"/>
                  </a:lnTo>
                  <a:lnTo>
                    <a:pt x="83" y="5573"/>
                  </a:lnTo>
                  <a:lnTo>
                    <a:pt x="103" y="5739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5" y="5739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68" y="4025"/>
                  </a:lnTo>
                  <a:lnTo>
                    <a:pt x="268" y="2890"/>
                  </a:lnTo>
                  <a:lnTo>
                    <a:pt x="268" y="1775"/>
                  </a:lnTo>
                  <a:lnTo>
                    <a:pt x="227" y="847"/>
                  </a:lnTo>
                  <a:lnTo>
                    <a:pt x="186" y="227"/>
                  </a:lnTo>
                  <a:lnTo>
                    <a:pt x="16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4" name="Google Shape;504;p27"/>
            <p:cNvSpPr/>
            <p:nvPr/>
          </p:nvSpPr>
          <p:spPr>
            <a:xfrm>
              <a:off x="590765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03" y="5739"/>
                  </a:lnTo>
                  <a:lnTo>
                    <a:pt x="83" y="5573"/>
                  </a:lnTo>
                  <a:lnTo>
                    <a:pt x="41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1" y="847"/>
                  </a:lnTo>
                  <a:lnTo>
                    <a:pt x="83" y="227"/>
                  </a:lnTo>
                  <a:lnTo>
                    <a:pt x="103" y="62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5" y="62"/>
                  </a:lnTo>
                  <a:lnTo>
                    <a:pt x="186" y="227"/>
                  </a:lnTo>
                  <a:lnTo>
                    <a:pt x="227" y="847"/>
                  </a:lnTo>
                  <a:lnTo>
                    <a:pt x="268" y="1775"/>
                  </a:lnTo>
                  <a:lnTo>
                    <a:pt x="268" y="2890"/>
                  </a:lnTo>
                  <a:lnTo>
                    <a:pt x="268" y="2890"/>
                  </a:lnTo>
                  <a:lnTo>
                    <a:pt x="268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5" y="5739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5" name="Google Shape;505;p27"/>
            <p:cNvSpPr/>
            <p:nvPr/>
          </p:nvSpPr>
          <p:spPr>
            <a:xfrm>
              <a:off x="604902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04" y="0"/>
                  </a:moveTo>
                  <a:lnTo>
                    <a:pt x="104" y="62"/>
                  </a:lnTo>
                  <a:lnTo>
                    <a:pt x="63" y="227"/>
                  </a:lnTo>
                  <a:lnTo>
                    <a:pt x="21" y="847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21" y="4954"/>
                  </a:lnTo>
                  <a:lnTo>
                    <a:pt x="63" y="5573"/>
                  </a:lnTo>
                  <a:lnTo>
                    <a:pt x="104" y="5739"/>
                  </a:lnTo>
                  <a:lnTo>
                    <a:pt x="104" y="5780"/>
                  </a:lnTo>
                  <a:lnTo>
                    <a:pt x="125" y="5800"/>
                  </a:lnTo>
                  <a:lnTo>
                    <a:pt x="145" y="5780"/>
                  </a:lnTo>
                  <a:lnTo>
                    <a:pt x="145" y="5739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49" y="4025"/>
                  </a:lnTo>
                  <a:lnTo>
                    <a:pt x="269" y="2890"/>
                  </a:lnTo>
                  <a:lnTo>
                    <a:pt x="249" y="1775"/>
                  </a:lnTo>
                  <a:lnTo>
                    <a:pt x="228" y="847"/>
                  </a:lnTo>
                  <a:lnTo>
                    <a:pt x="187" y="227"/>
                  </a:lnTo>
                  <a:lnTo>
                    <a:pt x="14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6" name="Google Shape;506;p27"/>
            <p:cNvSpPr/>
            <p:nvPr/>
          </p:nvSpPr>
          <p:spPr>
            <a:xfrm>
              <a:off x="604902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0"/>
                  </a:moveTo>
                  <a:lnTo>
                    <a:pt x="125" y="5800"/>
                  </a:lnTo>
                  <a:lnTo>
                    <a:pt x="104" y="5780"/>
                  </a:lnTo>
                  <a:lnTo>
                    <a:pt x="104" y="5739"/>
                  </a:lnTo>
                  <a:lnTo>
                    <a:pt x="63" y="5573"/>
                  </a:lnTo>
                  <a:lnTo>
                    <a:pt x="21" y="4954"/>
                  </a:lnTo>
                  <a:lnTo>
                    <a:pt x="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1" y="1775"/>
                  </a:lnTo>
                  <a:lnTo>
                    <a:pt x="21" y="847"/>
                  </a:lnTo>
                  <a:lnTo>
                    <a:pt x="63" y="227"/>
                  </a:lnTo>
                  <a:lnTo>
                    <a:pt x="104" y="62"/>
                  </a:lnTo>
                  <a:lnTo>
                    <a:pt x="104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62"/>
                  </a:lnTo>
                  <a:lnTo>
                    <a:pt x="187" y="227"/>
                  </a:lnTo>
                  <a:lnTo>
                    <a:pt x="228" y="847"/>
                  </a:lnTo>
                  <a:lnTo>
                    <a:pt x="24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9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45" y="5739"/>
                  </a:lnTo>
                  <a:lnTo>
                    <a:pt x="145" y="5780"/>
                  </a:lnTo>
                  <a:lnTo>
                    <a:pt x="12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7" name="Google Shape;507;p27"/>
            <p:cNvSpPr/>
            <p:nvPr/>
          </p:nvSpPr>
          <p:spPr>
            <a:xfrm>
              <a:off x="6004650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21" y="1775"/>
                  </a:lnTo>
                  <a:lnTo>
                    <a:pt x="1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9"/>
                  </a:lnTo>
                  <a:lnTo>
                    <a:pt x="125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6" y="5739"/>
                  </a:lnTo>
                  <a:lnTo>
                    <a:pt x="186" y="5573"/>
                  </a:lnTo>
                  <a:lnTo>
                    <a:pt x="228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8" y="847"/>
                  </a:lnTo>
                  <a:lnTo>
                    <a:pt x="186" y="227"/>
                  </a:lnTo>
                  <a:lnTo>
                    <a:pt x="166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8" name="Google Shape;508;p27"/>
            <p:cNvSpPr/>
            <p:nvPr/>
          </p:nvSpPr>
          <p:spPr>
            <a:xfrm>
              <a:off x="6004650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5" y="5780"/>
                  </a:lnTo>
                  <a:lnTo>
                    <a:pt x="104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21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4" y="62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62"/>
                  </a:lnTo>
                  <a:lnTo>
                    <a:pt x="186" y="227"/>
                  </a:lnTo>
                  <a:lnTo>
                    <a:pt x="228" y="847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8" y="4954"/>
                  </a:lnTo>
                  <a:lnTo>
                    <a:pt x="186" y="5573"/>
                  </a:lnTo>
                  <a:lnTo>
                    <a:pt x="166" y="5739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9" name="Google Shape;509;p27"/>
            <p:cNvSpPr/>
            <p:nvPr/>
          </p:nvSpPr>
          <p:spPr>
            <a:xfrm>
              <a:off x="614552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21" y="1775"/>
                  </a:lnTo>
                  <a:lnTo>
                    <a:pt x="1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9"/>
                  </a:lnTo>
                  <a:lnTo>
                    <a:pt x="125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6" y="5739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8" y="847"/>
                  </a:lnTo>
                  <a:lnTo>
                    <a:pt x="187" y="227"/>
                  </a:lnTo>
                  <a:lnTo>
                    <a:pt x="166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0" name="Google Shape;510;p27"/>
            <p:cNvSpPr/>
            <p:nvPr/>
          </p:nvSpPr>
          <p:spPr>
            <a:xfrm>
              <a:off x="614552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5" y="5780"/>
                  </a:lnTo>
                  <a:lnTo>
                    <a:pt x="104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21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4" y="62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62"/>
                  </a:lnTo>
                  <a:lnTo>
                    <a:pt x="187" y="227"/>
                  </a:lnTo>
                  <a:lnTo>
                    <a:pt x="228" y="847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66" y="5739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1" name="Google Shape;511;p27"/>
            <p:cNvSpPr/>
            <p:nvPr/>
          </p:nvSpPr>
          <p:spPr>
            <a:xfrm>
              <a:off x="6101675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3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0" y="1775"/>
                  </a:lnTo>
                  <a:lnTo>
                    <a:pt x="0" y="2890"/>
                  </a:lnTo>
                  <a:lnTo>
                    <a:pt x="0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3" y="5739"/>
                  </a:lnTo>
                  <a:lnTo>
                    <a:pt x="124" y="5780"/>
                  </a:lnTo>
                  <a:lnTo>
                    <a:pt x="124" y="5800"/>
                  </a:lnTo>
                  <a:lnTo>
                    <a:pt x="145" y="5780"/>
                  </a:lnTo>
                  <a:lnTo>
                    <a:pt x="165" y="5739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7" y="847"/>
                  </a:lnTo>
                  <a:lnTo>
                    <a:pt x="186" y="227"/>
                  </a:lnTo>
                  <a:lnTo>
                    <a:pt x="16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2" name="Google Shape;512;p27"/>
            <p:cNvSpPr/>
            <p:nvPr/>
          </p:nvSpPr>
          <p:spPr>
            <a:xfrm>
              <a:off x="6101675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0"/>
                  </a:moveTo>
                  <a:lnTo>
                    <a:pt x="124" y="5800"/>
                  </a:lnTo>
                  <a:lnTo>
                    <a:pt x="124" y="5780"/>
                  </a:lnTo>
                  <a:lnTo>
                    <a:pt x="103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0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0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3" y="62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65" y="62"/>
                  </a:lnTo>
                  <a:lnTo>
                    <a:pt x="186" y="227"/>
                  </a:lnTo>
                  <a:lnTo>
                    <a:pt x="227" y="847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5" y="5739"/>
                  </a:lnTo>
                  <a:lnTo>
                    <a:pt x="145" y="5780"/>
                  </a:lnTo>
                  <a:lnTo>
                    <a:pt x="124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3" name="Google Shape;513;p27"/>
            <p:cNvSpPr/>
            <p:nvPr/>
          </p:nvSpPr>
          <p:spPr>
            <a:xfrm>
              <a:off x="624255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4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9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5" y="5739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7" y="847"/>
                  </a:lnTo>
                  <a:lnTo>
                    <a:pt x="186" y="227"/>
                  </a:lnTo>
                  <a:lnTo>
                    <a:pt x="16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4" name="Google Shape;514;p27"/>
            <p:cNvSpPr/>
            <p:nvPr/>
          </p:nvSpPr>
          <p:spPr>
            <a:xfrm>
              <a:off x="624255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04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4" y="62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5" y="62"/>
                  </a:lnTo>
                  <a:lnTo>
                    <a:pt x="186" y="227"/>
                  </a:lnTo>
                  <a:lnTo>
                    <a:pt x="227" y="847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5" y="5739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5" name="Google Shape;515;p27"/>
            <p:cNvSpPr/>
            <p:nvPr/>
          </p:nvSpPr>
          <p:spPr>
            <a:xfrm>
              <a:off x="619867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04" y="0"/>
                  </a:moveTo>
                  <a:lnTo>
                    <a:pt x="104" y="62"/>
                  </a:lnTo>
                  <a:lnTo>
                    <a:pt x="83" y="227"/>
                  </a:lnTo>
                  <a:lnTo>
                    <a:pt x="21" y="847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21" y="4954"/>
                  </a:lnTo>
                  <a:lnTo>
                    <a:pt x="83" y="5573"/>
                  </a:lnTo>
                  <a:lnTo>
                    <a:pt x="104" y="5739"/>
                  </a:lnTo>
                  <a:lnTo>
                    <a:pt x="104" y="5780"/>
                  </a:lnTo>
                  <a:lnTo>
                    <a:pt x="125" y="5800"/>
                  </a:lnTo>
                  <a:lnTo>
                    <a:pt x="145" y="5780"/>
                  </a:lnTo>
                  <a:lnTo>
                    <a:pt x="145" y="5739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8" y="847"/>
                  </a:lnTo>
                  <a:lnTo>
                    <a:pt x="187" y="227"/>
                  </a:lnTo>
                  <a:lnTo>
                    <a:pt x="14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6" name="Google Shape;516;p27"/>
            <p:cNvSpPr/>
            <p:nvPr/>
          </p:nvSpPr>
          <p:spPr>
            <a:xfrm>
              <a:off x="619867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0"/>
                  </a:moveTo>
                  <a:lnTo>
                    <a:pt x="125" y="5800"/>
                  </a:lnTo>
                  <a:lnTo>
                    <a:pt x="104" y="5780"/>
                  </a:lnTo>
                  <a:lnTo>
                    <a:pt x="104" y="5739"/>
                  </a:lnTo>
                  <a:lnTo>
                    <a:pt x="83" y="5573"/>
                  </a:lnTo>
                  <a:lnTo>
                    <a:pt x="21" y="4954"/>
                  </a:lnTo>
                  <a:lnTo>
                    <a:pt x="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1" y="1775"/>
                  </a:lnTo>
                  <a:lnTo>
                    <a:pt x="21" y="847"/>
                  </a:lnTo>
                  <a:lnTo>
                    <a:pt x="83" y="227"/>
                  </a:lnTo>
                  <a:lnTo>
                    <a:pt x="104" y="62"/>
                  </a:lnTo>
                  <a:lnTo>
                    <a:pt x="104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62"/>
                  </a:lnTo>
                  <a:lnTo>
                    <a:pt x="187" y="227"/>
                  </a:lnTo>
                  <a:lnTo>
                    <a:pt x="228" y="847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45" y="5739"/>
                  </a:lnTo>
                  <a:lnTo>
                    <a:pt x="145" y="5780"/>
                  </a:lnTo>
                  <a:lnTo>
                    <a:pt x="12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6339550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9"/>
                  </a:lnTo>
                  <a:lnTo>
                    <a:pt x="125" y="5780"/>
                  </a:lnTo>
                  <a:lnTo>
                    <a:pt x="125" y="5800"/>
                  </a:lnTo>
                  <a:lnTo>
                    <a:pt x="145" y="5780"/>
                  </a:lnTo>
                  <a:lnTo>
                    <a:pt x="166" y="5739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49" y="4025"/>
                  </a:lnTo>
                  <a:lnTo>
                    <a:pt x="269" y="2890"/>
                  </a:lnTo>
                  <a:lnTo>
                    <a:pt x="249" y="1775"/>
                  </a:lnTo>
                  <a:lnTo>
                    <a:pt x="228" y="847"/>
                  </a:lnTo>
                  <a:lnTo>
                    <a:pt x="187" y="227"/>
                  </a:lnTo>
                  <a:lnTo>
                    <a:pt x="166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8" name="Google Shape;518;p27"/>
            <p:cNvSpPr/>
            <p:nvPr/>
          </p:nvSpPr>
          <p:spPr>
            <a:xfrm>
              <a:off x="6339550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0"/>
                  </a:moveTo>
                  <a:lnTo>
                    <a:pt x="125" y="5800"/>
                  </a:lnTo>
                  <a:lnTo>
                    <a:pt x="125" y="5780"/>
                  </a:lnTo>
                  <a:lnTo>
                    <a:pt x="104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1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4" y="62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66" y="62"/>
                  </a:lnTo>
                  <a:lnTo>
                    <a:pt x="187" y="227"/>
                  </a:lnTo>
                  <a:lnTo>
                    <a:pt x="228" y="847"/>
                  </a:lnTo>
                  <a:lnTo>
                    <a:pt x="24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9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66" y="5739"/>
                  </a:lnTo>
                  <a:lnTo>
                    <a:pt x="145" y="5780"/>
                  </a:lnTo>
                  <a:lnTo>
                    <a:pt x="12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9" name="Google Shape;519;p27"/>
            <p:cNvSpPr/>
            <p:nvPr/>
          </p:nvSpPr>
          <p:spPr>
            <a:xfrm>
              <a:off x="629517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25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21" y="1775"/>
                  </a:lnTo>
                  <a:lnTo>
                    <a:pt x="1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25" y="5739"/>
                  </a:lnTo>
                  <a:lnTo>
                    <a:pt x="125" y="5780"/>
                  </a:lnTo>
                  <a:lnTo>
                    <a:pt x="145" y="5800"/>
                  </a:lnTo>
                  <a:lnTo>
                    <a:pt x="166" y="5780"/>
                  </a:lnTo>
                  <a:lnTo>
                    <a:pt x="166" y="5739"/>
                  </a:lnTo>
                  <a:lnTo>
                    <a:pt x="186" y="5573"/>
                  </a:lnTo>
                  <a:lnTo>
                    <a:pt x="228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8" y="847"/>
                  </a:lnTo>
                  <a:lnTo>
                    <a:pt x="186" y="227"/>
                  </a:lnTo>
                  <a:lnTo>
                    <a:pt x="166" y="6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0" name="Google Shape;520;p27"/>
            <p:cNvSpPr/>
            <p:nvPr/>
          </p:nvSpPr>
          <p:spPr>
            <a:xfrm>
              <a:off x="629517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5" y="5780"/>
                  </a:lnTo>
                  <a:lnTo>
                    <a:pt x="125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21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25" y="62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0"/>
                  </a:lnTo>
                  <a:lnTo>
                    <a:pt x="166" y="62"/>
                  </a:lnTo>
                  <a:lnTo>
                    <a:pt x="186" y="227"/>
                  </a:lnTo>
                  <a:lnTo>
                    <a:pt x="228" y="847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8" y="4954"/>
                  </a:lnTo>
                  <a:lnTo>
                    <a:pt x="186" y="5573"/>
                  </a:lnTo>
                  <a:lnTo>
                    <a:pt x="166" y="5739"/>
                  </a:lnTo>
                  <a:lnTo>
                    <a:pt x="166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1" name="Google Shape;521;p27"/>
            <p:cNvSpPr/>
            <p:nvPr/>
          </p:nvSpPr>
          <p:spPr>
            <a:xfrm>
              <a:off x="6436575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04" y="0"/>
                  </a:moveTo>
                  <a:lnTo>
                    <a:pt x="104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0" y="1775"/>
                  </a:lnTo>
                  <a:lnTo>
                    <a:pt x="0" y="2890"/>
                  </a:lnTo>
                  <a:lnTo>
                    <a:pt x="0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9"/>
                  </a:lnTo>
                  <a:lnTo>
                    <a:pt x="104" y="5780"/>
                  </a:lnTo>
                  <a:lnTo>
                    <a:pt x="124" y="5800"/>
                  </a:lnTo>
                  <a:lnTo>
                    <a:pt x="145" y="5780"/>
                  </a:lnTo>
                  <a:lnTo>
                    <a:pt x="145" y="5739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7" y="847"/>
                  </a:lnTo>
                  <a:lnTo>
                    <a:pt x="186" y="227"/>
                  </a:lnTo>
                  <a:lnTo>
                    <a:pt x="14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2" name="Google Shape;522;p27"/>
            <p:cNvSpPr/>
            <p:nvPr/>
          </p:nvSpPr>
          <p:spPr>
            <a:xfrm>
              <a:off x="639220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3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3" y="5739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5" y="5739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7" y="847"/>
                  </a:lnTo>
                  <a:lnTo>
                    <a:pt x="186" y="227"/>
                  </a:lnTo>
                  <a:lnTo>
                    <a:pt x="16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3" name="Google Shape;523;p27"/>
            <p:cNvSpPr/>
            <p:nvPr/>
          </p:nvSpPr>
          <p:spPr>
            <a:xfrm>
              <a:off x="639220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03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3" y="62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5" y="62"/>
                  </a:lnTo>
                  <a:lnTo>
                    <a:pt x="186" y="227"/>
                  </a:lnTo>
                  <a:lnTo>
                    <a:pt x="227" y="847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5" y="5739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4" name="Google Shape;524;p27"/>
            <p:cNvSpPr/>
            <p:nvPr/>
          </p:nvSpPr>
          <p:spPr>
            <a:xfrm>
              <a:off x="5678525" y="5309675"/>
              <a:ext cx="810200" cy="6725"/>
            </a:xfrm>
            <a:custGeom>
              <a:avLst/>
              <a:gdLst/>
              <a:ahLst/>
              <a:cxnLst/>
              <a:rect l="l" t="t" r="r" b="b"/>
              <a:pathLst>
                <a:path w="32408" h="269" extrusionOk="0">
                  <a:moveTo>
                    <a:pt x="9908" y="0"/>
                  </a:moveTo>
                  <a:lnTo>
                    <a:pt x="4748" y="42"/>
                  </a:lnTo>
                  <a:lnTo>
                    <a:pt x="1280" y="83"/>
                  </a:lnTo>
                  <a:lnTo>
                    <a:pt x="331" y="103"/>
                  </a:lnTo>
                  <a:lnTo>
                    <a:pt x="83" y="124"/>
                  </a:lnTo>
                  <a:lnTo>
                    <a:pt x="0" y="124"/>
                  </a:lnTo>
                  <a:lnTo>
                    <a:pt x="83" y="145"/>
                  </a:lnTo>
                  <a:lnTo>
                    <a:pt x="331" y="165"/>
                  </a:lnTo>
                  <a:lnTo>
                    <a:pt x="1280" y="186"/>
                  </a:lnTo>
                  <a:lnTo>
                    <a:pt x="4748" y="227"/>
                  </a:lnTo>
                  <a:lnTo>
                    <a:pt x="9908" y="248"/>
                  </a:lnTo>
                  <a:lnTo>
                    <a:pt x="16204" y="269"/>
                  </a:lnTo>
                  <a:lnTo>
                    <a:pt x="22520" y="248"/>
                  </a:lnTo>
                  <a:lnTo>
                    <a:pt x="27660" y="227"/>
                  </a:lnTo>
                  <a:lnTo>
                    <a:pt x="31148" y="186"/>
                  </a:lnTo>
                  <a:lnTo>
                    <a:pt x="32077" y="165"/>
                  </a:lnTo>
                  <a:lnTo>
                    <a:pt x="32325" y="145"/>
                  </a:lnTo>
                  <a:lnTo>
                    <a:pt x="32407" y="124"/>
                  </a:lnTo>
                  <a:lnTo>
                    <a:pt x="32325" y="124"/>
                  </a:lnTo>
                  <a:lnTo>
                    <a:pt x="32077" y="103"/>
                  </a:lnTo>
                  <a:lnTo>
                    <a:pt x="31148" y="83"/>
                  </a:lnTo>
                  <a:lnTo>
                    <a:pt x="27660" y="42"/>
                  </a:lnTo>
                  <a:lnTo>
                    <a:pt x="22520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5" name="Google Shape;525;p27"/>
            <p:cNvSpPr/>
            <p:nvPr/>
          </p:nvSpPr>
          <p:spPr>
            <a:xfrm>
              <a:off x="5678525" y="5309675"/>
              <a:ext cx="810200" cy="6725"/>
            </a:xfrm>
            <a:custGeom>
              <a:avLst/>
              <a:gdLst/>
              <a:ahLst/>
              <a:cxnLst/>
              <a:rect l="l" t="t" r="r" b="b"/>
              <a:pathLst>
                <a:path w="32408" h="269" fill="none" extrusionOk="0">
                  <a:moveTo>
                    <a:pt x="32407" y="124"/>
                  </a:moveTo>
                  <a:lnTo>
                    <a:pt x="32407" y="124"/>
                  </a:lnTo>
                  <a:lnTo>
                    <a:pt x="32325" y="145"/>
                  </a:lnTo>
                  <a:lnTo>
                    <a:pt x="32077" y="165"/>
                  </a:lnTo>
                  <a:lnTo>
                    <a:pt x="31148" y="186"/>
                  </a:lnTo>
                  <a:lnTo>
                    <a:pt x="27660" y="227"/>
                  </a:lnTo>
                  <a:lnTo>
                    <a:pt x="22520" y="248"/>
                  </a:lnTo>
                  <a:lnTo>
                    <a:pt x="16204" y="269"/>
                  </a:lnTo>
                  <a:lnTo>
                    <a:pt x="16204" y="269"/>
                  </a:lnTo>
                  <a:lnTo>
                    <a:pt x="9908" y="248"/>
                  </a:lnTo>
                  <a:lnTo>
                    <a:pt x="4748" y="227"/>
                  </a:lnTo>
                  <a:lnTo>
                    <a:pt x="1280" y="186"/>
                  </a:lnTo>
                  <a:lnTo>
                    <a:pt x="331" y="165"/>
                  </a:lnTo>
                  <a:lnTo>
                    <a:pt x="83" y="145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83" y="124"/>
                  </a:lnTo>
                  <a:lnTo>
                    <a:pt x="331" y="103"/>
                  </a:lnTo>
                  <a:lnTo>
                    <a:pt x="1280" y="83"/>
                  </a:lnTo>
                  <a:lnTo>
                    <a:pt x="4748" y="42"/>
                  </a:lnTo>
                  <a:lnTo>
                    <a:pt x="9908" y="0"/>
                  </a:lnTo>
                  <a:lnTo>
                    <a:pt x="16204" y="0"/>
                  </a:lnTo>
                  <a:lnTo>
                    <a:pt x="16204" y="0"/>
                  </a:lnTo>
                  <a:lnTo>
                    <a:pt x="22520" y="0"/>
                  </a:lnTo>
                  <a:lnTo>
                    <a:pt x="27660" y="42"/>
                  </a:lnTo>
                  <a:lnTo>
                    <a:pt x="31148" y="83"/>
                  </a:lnTo>
                  <a:lnTo>
                    <a:pt x="32077" y="103"/>
                  </a:lnTo>
                  <a:lnTo>
                    <a:pt x="32325" y="124"/>
                  </a:lnTo>
                  <a:lnTo>
                    <a:pt x="32407" y="1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6" name="Google Shape;526;p27"/>
            <p:cNvSpPr/>
            <p:nvPr/>
          </p:nvSpPr>
          <p:spPr>
            <a:xfrm>
              <a:off x="5667675" y="5019650"/>
              <a:ext cx="714750" cy="29975"/>
            </a:xfrm>
            <a:custGeom>
              <a:avLst/>
              <a:gdLst/>
              <a:ahLst/>
              <a:cxnLst/>
              <a:rect l="l" t="t" r="r" b="b"/>
              <a:pathLst>
                <a:path w="28590" h="1199" extrusionOk="0">
                  <a:moveTo>
                    <a:pt x="28403" y="63"/>
                  </a:moveTo>
                  <a:lnTo>
                    <a:pt x="28349" y="65"/>
                  </a:lnTo>
                  <a:lnTo>
                    <a:pt x="28349" y="65"/>
                  </a:lnTo>
                  <a:lnTo>
                    <a:pt x="28589" y="63"/>
                  </a:lnTo>
                  <a:close/>
                  <a:moveTo>
                    <a:pt x="28349" y="65"/>
                  </a:moveTo>
                  <a:lnTo>
                    <a:pt x="26319" y="83"/>
                  </a:lnTo>
                  <a:lnTo>
                    <a:pt x="26339" y="125"/>
                  </a:lnTo>
                  <a:lnTo>
                    <a:pt x="27371" y="104"/>
                  </a:lnTo>
                  <a:lnTo>
                    <a:pt x="28349" y="65"/>
                  </a:lnTo>
                  <a:close/>
                  <a:moveTo>
                    <a:pt x="26298" y="83"/>
                  </a:moveTo>
                  <a:lnTo>
                    <a:pt x="24564" y="104"/>
                  </a:lnTo>
                  <a:lnTo>
                    <a:pt x="24585" y="228"/>
                  </a:lnTo>
                  <a:lnTo>
                    <a:pt x="26277" y="145"/>
                  </a:lnTo>
                  <a:lnTo>
                    <a:pt x="26298" y="83"/>
                  </a:lnTo>
                  <a:close/>
                  <a:moveTo>
                    <a:pt x="22438" y="104"/>
                  </a:moveTo>
                  <a:lnTo>
                    <a:pt x="22479" y="393"/>
                  </a:lnTo>
                  <a:lnTo>
                    <a:pt x="24502" y="249"/>
                  </a:lnTo>
                  <a:lnTo>
                    <a:pt x="24523" y="104"/>
                  </a:lnTo>
                  <a:close/>
                  <a:moveTo>
                    <a:pt x="20683" y="104"/>
                  </a:moveTo>
                  <a:lnTo>
                    <a:pt x="20704" y="269"/>
                  </a:lnTo>
                  <a:lnTo>
                    <a:pt x="20745" y="558"/>
                  </a:lnTo>
                  <a:lnTo>
                    <a:pt x="22355" y="414"/>
                  </a:lnTo>
                  <a:lnTo>
                    <a:pt x="22397" y="104"/>
                  </a:lnTo>
                  <a:close/>
                  <a:moveTo>
                    <a:pt x="18578" y="104"/>
                  </a:moveTo>
                  <a:lnTo>
                    <a:pt x="18599" y="352"/>
                  </a:lnTo>
                  <a:lnTo>
                    <a:pt x="18640" y="744"/>
                  </a:lnTo>
                  <a:lnTo>
                    <a:pt x="20580" y="579"/>
                  </a:lnTo>
                  <a:lnTo>
                    <a:pt x="20622" y="290"/>
                  </a:lnTo>
                  <a:lnTo>
                    <a:pt x="20642" y="104"/>
                  </a:lnTo>
                  <a:close/>
                  <a:moveTo>
                    <a:pt x="1" y="1"/>
                  </a:moveTo>
                  <a:lnTo>
                    <a:pt x="1239" y="290"/>
                  </a:lnTo>
                  <a:lnTo>
                    <a:pt x="1260" y="125"/>
                  </a:lnTo>
                  <a:lnTo>
                    <a:pt x="1281" y="63"/>
                  </a:lnTo>
                  <a:lnTo>
                    <a:pt x="1301" y="83"/>
                  </a:lnTo>
                  <a:lnTo>
                    <a:pt x="1301" y="125"/>
                  </a:lnTo>
                  <a:lnTo>
                    <a:pt x="1343" y="310"/>
                  </a:lnTo>
                  <a:lnTo>
                    <a:pt x="2148" y="476"/>
                  </a:lnTo>
                  <a:lnTo>
                    <a:pt x="2973" y="599"/>
                  </a:lnTo>
                  <a:lnTo>
                    <a:pt x="3015" y="207"/>
                  </a:lnTo>
                  <a:lnTo>
                    <a:pt x="3035" y="104"/>
                  </a:lnTo>
                  <a:lnTo>
                    <a:pt x="3056" y="63"/>
                  </a:lnTo>
                  <a:lnTo>
                    <a:pt x="3077" y="104"/>
                  </a:lnTo>
                  <a:lnTo>
                    <a:pt x="3097" y="228"/>
                  </a:lnTo>
                  <a:lnTo>
                    <a:pt x="3118" y="641"/>
                  </a:lnTo>
                  <a:lnTo>
                    <a:pt x="4088" y="765"/>
                  </a:lnTo>
                  <a:lnTo>
                    <a:pt x="5058" y="888"/>
                  </a:lnTo>
                  <a:lnTo>
                    <a:pt x="5099" y="352"/>
                  </a:lnTo>
                  <a:lnTo>
                    <a:pt x="5120" y="166"/>
                  </a:lnTo>
                  <a:lnTo>
                    <a:pt x="5141" y="83"/>
                  </a:lnTo>
                  <a:lnTo>
                    <a:pt x="1879" y="42"/>
                  </a:lnTo>
                  <a:lnTo>
                    <a:pt x="1" y="1"/>
                  </a:lnTo>
                  <a:close/>
                  <a:moveTo>
                    <a:pt x="18537" y="104"/>
                  </a:moveTo>
                  <a:lnTo>
                    <a:pt x="16803" y="125"/>
                  </a:lnTo>
                  <a:lnTo>
                    <a:pt x="16844" y="393"/>
                  </a:lnTo>
                  <a:lnTo>
                    <a:pt x="16886" y="909"/>
                  </a:lnTo>
                  <a:lnTo>
                    <a:pt x="18454" y="765"/>
                  </a:lnTo>
                  <a:lnTo>
                    <a:pt x="18496" y="352"/>
                  </a:lnTo>
                  <a:lnTo>
                    <a:pt x="18537" y="104"/>
                  </a:lnTo>
                  <a:close/>
                  <a:moveTo>
                    <a:pt x="5182" y="83"/>
                  </a:moveTo>
                  <a:lnTo>
                    <a:pt x="5203" y="166"/>
                  </a:lnTo>
                  <a:lnTo>
                    <a:pt x="5223" y="352"/>
                  </a:lnTo>
                  <a:lnTo>
                    <a:pt x="5244" y="909"/>
                  </a:lnTo>
                  <a:lnTo>
                    <a:pt x="6028" y="992"/>
                  </a:lnTo>
                  <a:lnTo>
                    <a:pt x="6813" y="1054"/>
                  </a:lnTo>
                  <a:lnTo>
                    <a:pt x="6854" y="414"/>
                  </a:lnTo>
                  <a:lnTo>
                    <a:pt x="6875" y="207"/>
                  </a:lnTo>
                  <a:lnTo>
                    <a:pt x="6916" y="83"/>
                  </a:lnTo>
                  <a:close/>
                  <a:moveTo>
                    <a:pt x="14698" y="125"/>
                  </a:moveTo>
                  <a:lnTo>
                    <a:pt x="14739" y="455"/>
                  </a:lnTo>
                  <a:lnTo>
                    <a:pt x="14780" y="1074"/>
                  </a:lnTo>
                  <a:lnTo>
                    <a:pt x="16700" y="930"/>
                  </a:lnTo>
                  <a:lnTo>
                    <a:pt x="16720" y="414"/>
                  </a:lnTo>
                  <a:lnTo>
                    <a:pt x="16762" y="125"/>
                  </a:lnTo>
                  <a:close/>
                  <a:moveTo>
                    <a:pt x="12943" y="104"/>
                  </a:moveTo>
                  <a:lnTo>
                    <a:pt x="12964" y="249"/>
                  </a:lnTo>
                  <a:lnTo>
                    <a:pt x="12984" y="476"/>
                  </a:lnTo>
                  <a:lnTo>
                    <a:pt x="13026" y="1157"/>
                  </a:lnTo>
                  <a:lnTo>
                    <a:pt x="14574" y="1074"/>
                  </a:lnTo>
                  <a:lnTo>
                    <a:pt x="14615" y="455"/>
                  </a:lnTo>
                  <a:lnTo>
                    <a:pt x="14656" y="125"/>
                  </a:lnTo>
                  <a:lnTo>
                    <a:pt x="12943" y="104"/>
                  </a:lnTo>
                  <a:close/>
                  <a:moveTo>
                    <a:pt x="6936" y="104"/>
                  </a:moveTo>
                  <a:lnTo>
                    <a:pt x="6957" y="207"/>
                  </a:lnTo>
                  <a:lnTo>
                    <a:pt x="6978" y="414"/>
                  </a:lnTo>
                  <a:lnTo>
                    <a:pt x="7019" y="1074"/>
                  </a:lnTo>
                  <a:lnTo>
                    <a:pt x="7968" y="1136"/>
                  </a:lnTo>
                  <a:lnTo>
                    <a:pt x="8939" y="1177"/>
                  </a:lnTo>
                  <a:lnTo>
                    <a:pt x="8959" y="476"/>
                  </a:lnTo>
                  <a:lnTo>
                    <a:pt x="8980" y="249"/>
                  </a:lnTo>
                  <a:lnTo>
                    <a:pt x="9021" y="104"/>
                  </a:lnTo>
                  <a:close/>
                  <a:moveTo>
                    <a:pt x="9062" y="104"/>
                  </a:moveTo>
                  <a:lnTo>
                    <a:pt x="9083" y="249"/>
                  </a:lnTo>
                  <a:lnTo>
                    <a:pt x="9104" y="476"/>
                  </a:lnTo>
                  <a:lnTo>
                    <a:pt x="9145" y="1177"/>
                  </a:lnTo>
                  <a:lnTo>
                    <a:pt x="10693" y="1198"/>
                  </a:lnTo>
                  <a:lnTo>
                    <a:pt x="10734" y="496"/>
                  </a:lnTo>
                  <a:lnTo>
                    <a:pt x="10755" y="249"/>
                  </a:lnTo>
                  <a:lnTo>
                    <a:pt x="10776" y="104"/>
                  </a:lnTo>
                  <a:close/>
                  <a:moveTo>
                    <a:pt x="10817" y="104"/>
                  </a:moveTo>
                  <a:lnTo>
                    <a:pt x="10838" y="249"/>
                  </a:lnTo>
                  <a:lnTo>
                    <a:pt x="10879" y="496"/>
                  </a:lnTo>
                  <a:lnTo>
                    <a:pt x="10900" y="1198"/>
                  </a:lnTo>
                  <a:lnTo>
                    <a:pt x="11849" y="1198"/>
                  </a:lnTo>
                  <a:lnTo>
                    <a:pt x="12799" y="1157"/>
                  </a:lnTo>
                  <a:lnTo>
                    <a:pt x="12840" y="476"/>
                  </a:lnTo>
                  <a:lnTo>
                    <a:pt x="12860" y="249"/>
                  </a:lnTo>
                  <a:lnTo>
                    <a:pt x="12881" y="104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7" name="Google Shape;527;p27"/>
            <p:cNvSpPr/>
            <p:nvPr/>
          </p:nvSpPr>
          <p:spPr>
            <a:xfrm>
              <a:off x="6035100" y="5022750"/>
              <a:ext cx="51625" cy="23775"/>
            </a:xfrm>
            <a:custGeom>
              <a:avLst/>
              <a:gdLst/>
              <a:ahLst/>
              <a:cxnLst/>
              <a:rect l="l" t="t" r="r" b="b"/>
              <a:pathLst>
                <a:path w="2065" h="95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2" y="331"/>
                  </a:lnTo>
                  <a:lnTo>
                    <a:pt x="83" y="950"/>
                  </a:lnTo>
                  <a:lnTo>
                    <a:pt x="83" y="950"/>
                  </a:lnTo>
                  <a:lnTo>
                    <a:pt x="83" y="950"/>
                  </a:lnTo>
                  <a:lnTo>
                    <a:pt x="83" y="950"/>
                  </a:lnTo>
                  <a:lnTo>
                    <a:pt x="2003" y="806"/>
                  </a:lnTo>
                  <a:lnTo>
                    <a:pt x="2003" y="806"/>
                  </a:lnTo>
                  <a:lnTo>
                    <a:pt x="2023" y="290"/>
                  </a:lnTo>
                  <a:lnTo>
                    <a:pt x="2065" y="1"/>
                  </a:lnTo>
                  <a:lnTo>
                    <a:pt x="2065" y="1"/>
                  </a:lnTo>
                  <a:lnTo>
                    <a:pt x="1198" y="1"/>
                  </a:lnTo>
                  <a:lnTo>
                    <a:pt x="1198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8" name="Google Shape;528;p27"/>
            <p:cNvSpPr/>
            <p:nvPr/>
          </p:nvSpPr>
          <p:spPr>
            <a:xfrm>
              <a:off x="6087725" y="5022250"/>
              <a:ext cx="43375" cy="20150"/>
            </a:xfrm>
            <a:custGeom>
              <a:avLst/>
              <a:gdLst/>
              <a:ahLst/>
              <a:cxnLst/>
              <a:rect l="l" t="t" r="r" b="b"/>
              <a:pathLst>
                <a:path w="1735" h="806" fill="none" extrusionOk="0">
                  <a:moveTo>
                    <a:pt x="1735" y="0"/>
                  </a:moveTo>
                  <a:lnTo>
                    <a:pt x="1735" y="0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42" y="289"/>
                  </a:lnTo>
                  <a:lnTo>
                    <a:pt x="84" y="805"/>
                  </a:lnTo>
                  <a:lnTo>
                    <a:pt x="84" y="805"/>
                  </a:lnTo>
                  <a:lnTo>
                    <a:pt x="1652" y="661"/>
                  </a:lnTo>
                  <a:lnTo>
                    <a:pt x="1652" y="661"/>
                  </a:lnTo>
                  <a:lnTo>
                    <a:pt x="1694" y="248"/>
                  </a:lnTo>
                  <a:lnTo>
                    <a:pt x="173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9" name="Google Shape;529;p27"/>
            <p:cNvSpPr/>
            <p:nvPr/>
          </p:nvSpPr>
          <p:spPr>
            <a:xfrm>
              <a:off x="5991250" y="5022250"/>
              <a:ext cx="42850" cy="26325"/>
            </a:xfrm>
            <a:custGeom>
              <a:avLst/>
              <a:gdLst/>
              <a:ahLst/>
              <a:cxnLst/>
              <a:rect l="l" t="t" r="r" b="b"/>
              <a:pathLst>
                <a:path w="1714" h="1053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145"/>
                  </a:lnTo>
                  <a:lnTo>
                    <a:pt x="41" y="372"/>
                  </a:lnTo>
                  <a:lnTo>
                    <a:pt x="83" y="1053"/>
                  </a:lnTo>
                  <a:lnTo>
                    <a:pt x="83" y="1053"/>
                  </a:lnTo>
                  <a:lnTo>
                    <a:pt x="1631" y="970"/>
                  </a:lnTo>
                  <a:lnTo>
                    <a:pt x="1631" y="970"/>
                  </a:lnTo>
                  <a:lnTo>
                    <a:pt x="1672" y="351"/>
                  </a:lnTo>
                  <a:lnTo>
                    <a:pt x="1713" y="21"/>
                  </a:lnTo>
                  <a:lnTo>
                    <a:pt x="1713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0" name="Google Shape;530;p27"/>
            <p:cNvSpPr/>
            <p:nvPr/>
          </p:nvSpPr>
          <p:spPr>
            <a:xfrm>
              <a:off x="6132125" y="5022250"/>
              <a:ext cx="51625" cy="16000"/>
            </a:xfrm>
            <a:custGeom>
              <a:avLst/>
              <a:gdLst/>
              <a:ahLst/>
              <a:cxnLst/>
              <a:rect l="l" t="t" r="r" b="b"/>
              <a:pathLst>
                <a:path w="2065" h="640" fill="none" extrusionOk="0">
                  <a:moveTo>
                    <a:pt x="2064" y="0"/>
                  </a:moveTo>
                  <a:lnTo>
                    <a:pt x="2064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1" y="248"/>
                  </a:lnTo>
                  <a:lnTo>
                    <a:pt x="62" y="640"/>
                  </a:lnTo>
                  <a:lnTo>
                    <a:pt x="62" y="640"/>
                  </a:lnTo>
                  <a:lnTo>
                    <a:pt x="2002" y="475"/>
                  </a:lnTo>
                  <a:lnTo>
                    <a:pt x="2002" y="475"/>
                  </a:lnTo>
                  <a:lnTo>
                    <a:pt x="2044" y="186"/>
                  </a:lnTo>
                  <a:lnTo>
                    <a:pt x="206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1" name="Google Shape;531;p27"/>
            <p:cNvSpPr/>
            <p:nvPr/>
          </p:nvSpPr>
          <p:spPr>
            <a:xfrm>
              <a:off x="5938075" y="5022250"/>
              <a:ext cx="51650" cy="27375"/>
            </a:xfrm>
            <a:custGeom>
              <a:avLst/>
              <a:gdLst/>
              <a:ahLst/>
              <a:cxnLst/>
              <a:rect l="l" t="t" r="r" b="b"/>
              <a:pathLst>
                <a:path w="2066" h="1095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2" y="145"/>
                  </a:lnTo>
                  <a:lnTo>
                    <a:pt x="63" y="392"/>
                  </a:lnTo>
                  <a:lnTo>
                    <a:pt x="84" y="1094"/>
                  </a:lnTo>
                  <a:lnTo>
                    <a:pt x="84" y="1094"/>
                  </a:lnTo>
                  <a:lnTo>
                    <a:pt x="1033" y="1094"/>
                  </a:lnTo>
                  <a:lnTo>
                    <a:pt x="1983" y="1053"/>
                  </a:lnTo>
                  <a:lnTo>
                    <a:pt x="1983" y="1053"/>
                  </a:lnTo>
                  <a:lnTo>
                    <a:pt x="2024" y="372"/>
                  </a:lnTo>
                  <a:lnTo>
                    <a:pt x="2044" y="145"/>
                  </a:lnTo>
                  <a:lnTo>
                    <a:pt x="2065" y="0"/>
                  </a:lnTo>
                  <a:lnTo>
                    <a:pt x="2065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2" name="Google Shape;532;p27"/>
            <p:cNvSpPr/>
            <p:nvPr/>
          </p:nvSpPr>
          <p:spPr>
            <a:xfrm>
              <a:off x="6184750" y="5022250"/>
              <a:ext cx="42850" cy="11375"/>
            </a:xfrm>
            <a:custGeom>
              <a:avLst/>
              <a:gdLst/>
              <a:ahLst/>
              <a:cxnLst/>
              <a:rect l="l" t="t" r="r" b="b"/>
              <a:pathLst>
                <a:path w="1714" h="455" fill="none" extrusionOk="0">
                  <a:moveTo>
                    <a:pt x="1714" y="0"/>
                  </a:moveTo>
                  <a:lnTo>
                    <a:pt x="1714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1" y="165"/>
                  </a:lnTo>
                  <a:lnTo>
                    <a:pt x="62" y="454"/>
                  </a:lnTo>
                  <a:lnTo>
                    <a:pt x="62" y="454"/>
                  </a:lnTo>
                  <a:lnTo>
                    <a:pt x="1672" y="310"/>
                  </a:lnTo>
                  <a:lnTo>
                    <a:pt x="1672" y="310"/>
                  </a:lnTo>
                  <a:lnTo>
                    <a:pt x="17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3" name="Google Shape;533;p27"/>
            <p:cNvSpPr/>
            <p:nvPr/>
          </p:nvSpPr>
          <p:spPr>
            <a:xfrm>
              <a:off x="5894225" y="5022250"/>
              <a:ext cx="42850" cy="27375"/>
            </a:xfrm>
            <a:custGeom>
              <a:avLst/>
              <a:gdLst/>
              <a:ahLst/>
              <a:cxnLst/>
              <a:rect l="l" t="t" r="r" b="b"/>
              <a:pathLst>
                <a:path w="1714" h="109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145"/>
                  </a:lnTo>
                  <a:lnTo>
                    <a:pt x="42" y="372"/>
                  </a:lnTo>
                  <a:lnTo>
                    <a:pt x="83" y="1073"/>
                  </a:lnTo>
                  <a:lnTo>
                    <a:pt x="83" y="1073"/>
                  </a:lnTo>
                  <a:lnTo>
                    <a:pt x="1631" y="1094"/>
                  </a:lnTo>
                  <a:lnTo>
                    <a:pt x="1631" y="1094"/>
                  </a:lnTo>
                  <a:lnTo>
                    <a:pt x="1672" y="392"/>
                  </a:lnTo>
                  <a:lnTo>
                    <a:pt x="1693" y="145"/>
                  </a:lnTo>
                  <a:lnTo>
                    <a:pt x="1714" y="0"/>
                  </a:lnTo>
                  <a:lnTo>
                    <a:pt x="1714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4" name="Google Shape;534;p27"/>
            <p:cNvSpPr/>
            <p:nvPr/>
          </p:nvSpPr>
          <p:spPr>
            <a:xfrm>
              <a:off x="6228600" y="5022250"/>
              <a:ext cx="52150" cy="7250"/>
            </a:xfrm>
            <a:custGeom>
              <a:avLst/>
              <a:gdLst/>
              <a:ahLst/>
              <a:cxnLst/>
              <a:rect l="l" t="t" r="r" b="b"/>
              <a:pathLst>
                <a:path w="2086" h="290" fill="none" extrusionOk="0">
                  <a:moveTo>
                    <a:pt x="2086" y="0"/>
                  </a:moveTo>
                  <a:lnTo>
                    <a:pt x="2086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42" y="289"/>
                  </a:lnTo>
                  <a:lnTo>
                    <a:pt x="42" y="289"/>
                  </a:lnTo>
                  <a:lnTo>
                    <a:pt x="2065" y="145"/>
                  </a:lnTo>
                  <a:lnTo>
                    <a:pt x="2065" y="145"/>
                  </a:lnTo>
                  <a:lnTo>
                    <a:pt x="208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5841075" y="5022250"/>
              <a:ext cx="52150" cy="26850"/>
            </a:xfrm>
            <a:custGeom>
              <a:avLst/>
              <a:gdLst/>
              <a:ahLst/>
              <a:cxnLst/>
              <a:rect l="l" t="t" r="r" b="b"/>
              <a:pathLst>
                <a:path w="2086" h="1074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103"/>
                  </a:lnTo>
                  <a:lnTo>
                    <a:pt x="42" y="310"/>
                  </a:lnTo>
                  <a:lnTo>
                    <a:pt x="83" y="970"/>
                  </a:lnTo>
                  <a:lnTo>
                    <a:pt x="83" y="970"/>
                  </a:lnTo>
                  <a:lnTo>
                    <a:pt x="1032" y="1032"/>
                  </a:lnTo>
                  <a:lnTo>
                    <a:pt x="2003" y="1073"/>
                  </a:lnTo>
                  <a:lnTo>
                    <a:pt x="2003" y="1073"/>
                  </a:lnTo>
                  <a:lnTo>
                    <a:pt x="2023" y="372"/>
                  </a:lnTo>
                  <a:lnTo>
                    <a:pt x="2044" y="145"/>
                  </a:lnTo>
                  <a:lnTo>
                    <a:pt x="2085" y="0"/>
                  </a:lnTo>
                  <a:lnTo>
                    <a:pt x="2085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6281775" y="5021725"/>
              <a:ext cx="43350" cy="3625"/>
            </a:xfrm>
            <a:custGeom>
              <a:avLst/>
              <a:gdLst/>
              <a:ahLst/>
              <a:cxnLst/>
              <a:rect l="l" t="t" r="r" b="b"/>
              <a:pathLst>
                <a:path w="1734" h="145" fill="none" extrusionOk="0">
                  <a:moveTo>
                    <a:pt x="1734" y="0"/>
                  </a:moveTo>
                  <a:lnTo>
                    <a:pt x="1734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1" y="145"/>
                  </a:lnTo>
                  <a:lnTo>
                    <a:pt x="21" y="145"/>
                  </a:lnTo>
                  <a:lnTo>
                    <a:pt x="1713" y="62"/>
                  </a:lnTo>
                  <a:lnTo>
                    <a:pt x="1713" y="62"/>
                  </a:lnTo>
                  <a:lnTo>
                    <a:pt x="17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7" name="Google Shape;537;p27"/>
            <p:cNvSpPr/>
            <p:nvPr/>
          </p:nvSpPr>
          <p:spPr>
            <a:xfrm>
              <a:off x="5797200" y="5021725"/>
              <a:ext cx="43375" cy="24275"/>
            </a:xfrm>
            <a:custGeom>
              <a:avLst/>
              <a:gdLst/>
              <a:ahLst/>
              <a:cxnLst/>
              <a:rect l="l" t="t" r="r" b="b"/>
              <a:pathLst>
                <a:path w="1735" h="9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2" y="83"/>
                  </a:lnTo>
                  <a:lnTo>
                    <a:pt x="42" y="269"/>
                  </a:lnTo>
                  <a:lnTo>
                    <a:pt x="63" y="826"/>
                  </a:lnTo>
                  <a:lnTo>
                    <a:pt x="63" y="826"/>
                  </a:lnTo>
                  <a:lnTo>
                    <a:pt x="847" y="909"/>
                  </a:lnTo>
                  <a:lnTo>
                    <a:pt x="1632" y="971"/>
                  </a:lnTo>
                  <a:lnTo>
                    <a:pt x="1632" y="971"/>
                  </a:lnTo>
                  <a:lnTo>
                    <a:pt x="1673" y="331"/>
                  </a:lnTo>
                  <a:lnTo>
                    <a:pt x="1694" y="124"/>
                  </a:lnTo>
                  <a:lnTo>
                    <a:pt x="1735" y="0"/>
                  </a:lnTo>
                  <a:lnTo>
                    <a:pt x="1735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8" name="Google Shape;538;p27"/>
            <p:cNvSpPr/>
            <p:nvPr/>
          </p:nvSpPr>
          <p:spPr>
            <a:xfrm>
              <a:off x="6325625" y="5021200"/>
              <a:ext cx="62475" cy="1575"/>
            </a:xfrm>
            <a:custGeom>
              <a:avLst/>
              <a:gdLst/>
              <a:ahLst/>
              <a:cxnLst/>
              <a:rect l="l" t="t" r="r" b="b"/>
              <a:pathLst>
                <a:path w="2499" h="63" fill="none" extrusionOk="0">
                  <a:moveTo>
                    <a:pt x="2271" y="1"/>
                  </a:moveTo>
                  <a:lnTo>
                    <a:pt x="2271" y="1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21" y="63"/>
                  </a:lnTo>
                  <a:lnTo>
                    <a:pt x="21" y="63"/>
                  </a:lnTo>
                  <a:lnTo>
                    <a:pt x="1053" y="42"/>
                  </a:lnTo>
                  <a:lnTo>
                    <a:pt x="2085" y="1"/>
                  </a:lnTo>
                  <a:lnTo>
                    <a:pt x="2085" y="1"/>
                  </a:lnTo>
                  <a:lnTo>
                    <a:pt x="2106" y="1"/>
                  </a:lnTo>
                  <a:lnTo>
                    <a:pt x="2106" y="1"/>
                  </a:lnTo>
                  <a:lnTo>
                    <a:pt x="2106" y="1"/>
                  </a:lnTo>
                  <a:lnTo>
                    <a:pt x="2106" y="1"/>
                  </a:lnTo>
                  <a:lnTo>
                    <a:pt x="2498" y="1"/>
                  </a:lnTo>
                  <a:lnTo>
                    <a:pt x="227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9" name="Google Shape;539;p27"/>
            <p:cNvSpPr/>
            <p:nvPr/>
          </p:nvSpPr>
          <p:spPr>
            <a:xfrm>
              <a:off x="5667675" y="5019650"/>
              <a:ext cx="128525" cy="22225"/>
            </a:xfrm>
            <a:custGeom>
              <a:avLst/>
              <a:gdLst/>
              <a:ahLst/>
              <a:cxnLst/>
              <a:rect l="l" t="t" r="r" b="b"/>
              <a:pathLst>
                <a:path w="5141" h="88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239" y="290"/>
                  </a:lnTo>
                  <a:lnTo>
                    <a:pt x="1239" y="290"/>
                  </a:lnTo>
                  <a:lnTo>
                    <a:pt x="1260" y="125"/>
                  </a:lnTo>
                  <a:lnTo>
                    <a:pt x="1281" y="63"/>
                  </a:lnTo>
                  <a:lnTo>
                    <a:pt x="1281" y="63"/>
                  </a:lnTo>
                  <a:lnTo>
                    <a:pt x="1301" y="83"/>
                  </a:lnTo>
                  <a:lnTo>
                    <a:pt x="1301" y="125"/>
                  </a:lnTo>
                  <a:lnTo>
                    <a:pt x="1343" y="310"/>
                  </a:lnTo>
                  <a:lnTo>
                    <a:pt x="1343" y="310"/>
                  </a:lnTo>
                  <a:lnTo>
                    <a:pt x="2148" y="476"/>
                  </a:lnTo>
                  <a:lnTo>
                    <a:pt x="2973" y="599"/>
                  </a:lnTo>
                  <a:lnTo>
                    <a:pt x="2973" y="599"/>
                  </a:lnTo>
                  <a:lnTo>
                    <a:pt x="3015" y="207"/>
                  </a:lnTo>
                  <a:lnTo>
                    <a:pt x="3035" y="104"/>
                  </a:lnTo>
                  <a:lnTo>
                    <a:pt x="3056" y="63"/>
                  </a:lnTo>
                  <a:lnTo>
                    <a:pt x="3056" y="63"/>
                  </a:lnTo>
                  <a:lnTo>
                    <a:pt x="3077" y="104"/>
                  </a:lnTo>
                  <a:lnTo>
                    <a:pt x="3097" y="228"/>
                  </a:lnTo>
                  <a:lnTo>
                    <a:pt x="3118" y="641"/>
                  </a:lnTo>
                  <a:lnTo>
                    <a:pt x="3118" y="641"/>
                  </a:lnTo>
                  <a:lnTo>
                    <a:pt x="4088" y="765"/>
                  </a:lnTo>
                  <a:lnTo>
                    <a:pt x="5058" y="888"/>
                  </a:lnTo>
                  <a:lnTo>
                    <a:pt x="5058" y="888"/>
                  </a:lnTo>
                  <a:lnTo>
                    <a:pt x="5099" y="352"/>
                  </a:lnTo>
                  <a:lnTo>
                    <a:pt x="5120" y="166"/>
                  </a:lnTo>
                  <a:lnTo>
                    <a:pt x="5141" y="83"/>
                  </a:lnTo>
                  <a:lnTo>
                    <a:pt x="5141" y="83"/>
                  </a:lnTo>
                  <a:lnTo>
                    <a:pt x="1879" y="4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0" name="Google Shape;540;p27"/>
            <p:cNvSpPr/>
            <p:nvPr/>
          </p:nvSpPr>
          <p:spPr>
            <a:xfrm>
              <a:off x="5742000" y="5021200"/>
              <a:ext cx="3625" cy="14475"/>
            </a:xfrm>
            <a:custGeom>
              <a:avLst/>
              <a:gdLst/>
              <a:ahLst/>
              <a:cxnLst/>
              <a:rect l="l" t="t" r="r" b="b"/>
              <a:pathLst>
                <a:path w="145" h="579" extrusionOk="0">
                  <a:moveTo>
                    <a:pt x="83" y="1"/>
                  </a:moveTo>
                  <a:lnTo>
                    <a:pt x="62" y="42"/>
                  </a:lnTo>
                  <a:lnTo>
                    <a:pt x="42" y="145"/>
                  </a:lnTo>
                  <a:lnTo>
                    <a:pt x="0" y="537"/>
                  </a:lnTo>
                  <a:lnTo>
                    <a:pt x="145" y="579"/>
                  </a:lnTo>
                  <a:lnTo>
                    <a:pt x="124" y="166"/>
                  </a:lnTo>
                  <a:lnTo>
                    <a:pt x="104" y="4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1" name="Google Shape;541;p27"/>
            <p:cNvSpPr/>
            <p:nvPr/>
          </p:nvSpPr>
          <p:spPr>
            <a:xfrm>
              <a:off x="5742000" y="5021200"/>
              <a:ext cx="3625" cy="14475"/>
            </a:xfrm>
            <a:custGeom>
              <a:avLst/>
              <a:gdLst/>
              <a:ahLst/>
              <a:cxnLst/>
              <a:rect l="l" t="t" r="r" b="b"/>
              <a:pathLst>
                <a:path w="145" h="579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2" y="42"/>
                  </a:lnTo>
                  <a:lnTo>
                    <a:pt x="42" y="145"/>
                  </a:lnTo>
                  <a:lnTo>
                    <a:pt x="0" y="537"/>
                  </a:lnTo>
                  <a:lnTo>
                    <a:pt x="0" y="537"/>
                  </a:lnTo>
                  <a:lnTo>
                    <a:pt x="145" y="579"/>
                  </a:lnTo>
                  <a:lnTo>
                    <a:pt x="145" y="579"/>
                  </a:lnTo>
                  <a:lnTo>
                    <a:pt x="124" y="166"/>
                  </a:lnTo>
                  <a:lnTo>
                    <a:pt x="104" y="42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2" name="Google Shape;542;p27"/>
            <p:cNvSpPr/>
            <p:nvPr/>
          </p:nvSpPr>
          <p:spPr>
            <a:xfrm>
              <a:off x="5698650" y="5021200"/>
              <a:ext cx="2600" cy="6225"/>
            </a:xfrm>
            <a:custGeom>
              <a:avLst/>
              <a:gdLst/>
              <a:ahLst/>
              <a:cxnLst/>
              <a:rect l="l" t="t" r="r" b="b"/>
              <a:pathLst>
                <a:path w="104" h="249" extrusionOk="0">
                  <a:moveTo>
                    <a:pt x="42" y="1"/>
                  </a:moveTo>
                  <a:lnTo>
                    <a:pt x="21" y="63"/>
                  </a:lnTo>
                  <a:lnTo>
                    <a:pt x="0" y="228"/>
                  </a:lnTo>
                  <a:lnTo>
                    <a:pt x="104" y="248"/>
                  </a:lnTo>
                  <a:lnTo>
                    <a:pt x="104" y="248"/>
                  </a:lnTo>
                  <a:lnTo>
                    <a:pt x="62" y="63"/>
                  </a:lnTo>
                  <a:lnTo>
                    <a:pt x="62" y="21"/>
                  </a:lnTo>
                  <a:lnTo>
                    <a:pt x="42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3" name="Google Shape;543;p27"/>
            <p:cNvSpPr/>
            <p:nvPr/>
          </p:nvSpPr>
          <p:spPr>
            <a:xfrm>
              <a:off x="5698650" y="5021200"/>
              <a:ext cx="2600" cy="6225"/>
            </a:xfrm>
            <a:custGeom>
              <a:avLst/>
              <a:gdLst/>
              <a:ahLst/>
              <a:cxnLst/>
              <a:rect l="l" t="t" r="r" b="b"/>
              <a:pathLst>
                <a:path w="104" h="249" fill="none" extrusionOk="0">
                  <a:moveTo>
                    <a:pt x="42" y="1"/>
                  </a:moveTo>
                  <a:lnTo>
                    <a:pt x="42" y="1"/>
                  </a:lnTo>
                  <a:lnTo>
                    <a:pt x="21" y="63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104" y="248"/>
                  </a:lnTo>
                  <a:lnTo>
                    <a:pt x="104" y="248"/>
                  </a:lnTo>
                  <a:lnTo>
                    <a:pt x="62" y="63"/>
                  </a:lnTo>
                  <a:lnTo>
                    <a:pt x="62" y="21"/>
                  </a:lnTo>
                  <a:lnTo>
                    <a:pt x="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4" name="Google Shape;544;p27"/>
            <p:cNvSpPr/>
            <p:nvPr/>
          </p:nvSpPr>
          <p:spPr>
            <a:xfrm>
              <a:off x="5837975" y="5021725"/>
              <a:ext cx="5175" cy="24800"/>
            </a:xfrm>
            <a:custGeom>
              <a:avLst/>
              <a:gdLst/>
              <a:ahLst/>
              <a:cxnLst/>
              <a:rect l="l" t="t" r="r" b="b"/>
              <a:pathLst>
                <a:path w="207" h="992" extrusionOk="0">
                  <a:moveTo>
                    <a:pt x="104" y="0"/>
                  </a:moveTo>
                  <a:lnTo>
                    <a:pt x="63" y="124"/>
                  </a:lnTo>
                  <a:lnTo>
                    <a:pt x="42" y="331"/>
                  </a:lnTo>
                  <a:lnTo>
                    <a:pt x="1" y="971"/>
                  </a:lnTo>
                  <a:lnTo>
                    <a:pt x="207" y="991"/>
                  </a:lnTo>
                  <a:lnTo>
                    <a:pt x="166" y="331"/>
                  </a:lnTo>
                  <a:lnTo>
                    <a:pt x="145" y="124"/>
                  </a:lnTo>
                  <a:lnTo>
                    <a:pt x="124" y="21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5" name="Google Shape;545;p27"/>
            <p:cNvSpPr/>
            <p:nvPr/>
          </p:nvSpPr>
          <p:spPr>
            <a:xfrm>
              <a:off x="5837975" y="5021725"/>
              <a:ext cx="5175" cy="24800"/>
            </a:xfrm>
            <a:custGeom>
              <a:avLst/>
              <a:gdLst/>
              <a:ahLst/>
              <a:cxnLst/>
              <a:rect l="l" t="t" r="r" b="b"/>
              <a:pathLst>
                <a:path w="207" h="992" fill="none" extrusionOk="0">
                  <a:moveTo>
                    <a:pt x="104" y="0"/>
                  </a:moveTo>
                  <a:lnTo>
                    <a:pt x="104" y="0"/>
                  </a:lnTo>
                  <a:lnTo>
                    <a:pt x="63" y="124"/>
                  </a:lnTo>
                  <a:lnTo>
                    <a:pt x="42" y="331"/>
                  </a:lnTo>
                  <a:lnTo>
                    <a:pt x="1" y="971"/>
                  </a:lnTo>
                  <a:lnTo>
                    <a:pt x="1" y="971"/>
                  </a:lnTo>
                  <a:lnTo>
                    <a:pt x="207" y="991"/>
                  </a:lnTo>
                  <a:lnTo>
                    <a:pt x="207" y="991"/>
                  </a:lnTo>
                  <a:lnTo>
                    <a:pt x="166" y="331"/>
                  </a:lnTo>
                  <a:lnTo>
                    <a:pt x="145" y="124"/>
                  </a:lnTo>
                  <a:lnTo>
                    <a:pt x="124" y="21"/>
                  </a:lnTo>
                  <a:lnTo>
                    <a:pt x="124" y="21"/>
                  </a:lnTo>
                  <a:lnTo>
                    <a:pt x="10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6" name="Google Shape;546;p27"/>
            <p:cNvSpPr/>
            <p:nvPr/>
          </p:nvSpPr>
          <p:spPr>
            <a:xfrm>
              <a:off x="5794125" y="5021725"/>
              <a:ext cx="4650" cy="20675"/>
            </a:xfrm>
            <a:custGeom>
              <a:avLst/>
              <a:gdLst/>
              <a:ahLst/>
              <a:cxnLst/>
              <a:rect l="l" t="t" r="r" b="b"/>
              <a:pathLst>
                <a:path w="186" h="827" extrusionOk="0">
                  <a:moveTo>
                    <a:pt x="83" y="0"/>
                  </a:moveTo>
                  <a:lnTo>
                    <a:pt x="62" y="83"/>
                  </a:lnTo>
                  <a:lnTo>
                    <a:pt x="41" y="269"/>
                  </a:lnTo>
                  <a:lnTo>
                    <a:pt x="0" y="805"/>
                  </a:lnTo>
                  <a:lnTo>
                    <a:pt x="186" y="826"/>
                  </a:lnTo>
                  <a:lnTo>
                    <a:pt x="165" y="269"/>
                  </a:lnTo>
                  <a:lnTo>
                    <a:pt x="145" y="8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7" name="Google Shape;547;p27"/>
            <p:cNvSpPr/>
            <p:nvPr/>
          </p:nvSpPr>
          <p:spPr>
            <a:xfrm>
              <a:off x="5794125" y="5021725"/>
              <a:ext cx="4650" cy="20675"/>
            </a:xfrm>
            <a:custGeom>
              <a:avLst/>
              <a:gdLst/>
              <a:ahLst/>
              <a:cxnLst/>
              <a:rect l="l" t="t" r="r" b="b"/>
              <a:pathLst>
                <a:path w="186" h="827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62" y="83"/>
                  </a:lnTo>
                  <a:lnTo>
                    <a:pt x="41" y="269"/>
                  </a:lnTo>
                  <a:lnTo>
                    <a:pt x="0" y="805"/>
                  </a:lnTo>
                  <a:lnTo>
                    <a:pt x="0" y="805"/>
                  </a:lnTo>
                  <a:lnTo>
                    <a:pt x="186" y="826"/>
                  </a:lnTo>
                  <a:lnTo>
                    <a:pt x="186" y="826"/>
                  </a:lnTo>
                  <a:lnTo>
                    <a:pt x="165" y="269"/>
                  </a:lnTo>
                  <a:lnTo>
                    <a:pt x="145" y="83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5935000" y="5022250"/>
              <a:ext cx="5175" cy="27375"/>
            </a:xfrm>
            <a:custGeom>
              <a:avLst/>
              <a:gdLst/>
              <a:ahLst/>
              <a:cxnLst/>
              <a:rect l="l" t="t" r="r" b="b"/>
              <a:pathLst>
                <a:path w="207" h="1095" extrusionOk="0">
                  <a:moveTo>
                    <a:pt x="83" y="0"/>
                  </a:moveTo>
                  <a:lnTo>
                    <a:pt x="62" y="145"/>
                  </a:lnTo>
                  <a:lnTo>
                    <a:pt x="41" y="392"/>
                  </a:lnTo>
                  <a:lnTo>
                    <a:pt x="0" y="1094"/>
                  </a:lnTo>
                  <a:lnTo>
                    <a:pt x="207" y="1094"/>
                  </a:lnTo>
                  <a:lnTo>
                    <a:pt x="186" y="392"/>
                  </a:lnTo>
                  <a:lnTo>
                    <a:pt x="145" y="145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9" name="Google Shape;549;p27"/>
            <p:cNvSpPr/>
            <p:nvPr/>
          </p:nvSpPr>
          <p:spPr>
            <a:xfrm>
              <a:off x="5935000" y="5022250"/>
              <a:ext cx="5175" cy="27375"/>
            </a:xfrm>
            <a:custGeom>
              <a:avLst/>
              <a:gdLst/>
              <a:ahLst/>
              <a:cxnLst/>
              <a:rect l="l" t="t" r="r" b="b"/>
              <a:pathLst>
                <a:path w="207" h="1095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62" y="145"/>
                  </a:lnTo>
                  <a:lnTo>
                    <a:pt x="41" y="392"/>
                  </a:lnTo>
                  <a:lnTo>
                    <a:pt x="0" y="1094"/>
                  </a:lnTo>
                  <a:lnTo>
                    <a:pt x="0" y="1094"/>
                  </a:lnTo>
                  <a:lnTo>
                    <a:pt x="62" y="1094"/>
                  </a:lnTo>
                  <a:lnTo>
                    <a:pt x="62" y="1094"/>
                  </a:lnTo>
                  <a:lnTo>
                    <a:pt x="207" y="1094"/>
                  </a:lnTo>
                  <a:lnTo>
                    <a:pt x="207" y="1094"/>
                  </a:lnTo>
                  <a:lnTo>
                    <a:pt x="186" y="392"/>
                  </a:lnTo>
                  <a:lnTo>
                    <a:pt x="145" y="145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0" name="Google Shape;550;p27"/>
            <p:cNvSpPr/>
            <p:nvPr/>
          </p:nvSpPr>
          <p:spPr>
            <a:xfrm>
              <a:off x="5891125" y="5022250"/>
              <a:ext cx="5200" cy="26850"/>
            </a:xfrm>
            <a:custGeom>
              <a:avLst/>
              <a:gdLst/>
              <a:ahLst/>
              <a:cxnLst/>
              <a:rect l="l" t="t" r="r" b="b"/>
              <a:pathLst>
                <a:path w="208" h="1074" extrusionOk="0">
                  <a:moveTo>
                    <a:pt x="83" y="0"/>
                  </a:moveTo>
                  <a:lnTo>
                    <a:pt x="42" y="145"/>
                  </a:lnTo>
                  <a:lnTo>
                    <a:pt x="21" y="372"/>
                  </a:lnTo>
                  <a:lnTo>
                    <a:pt x="1" y="1073"/>
                  </a:lnTo>
                  <a:lnTo>
                    <a:pt x="207" y="1073"/>
                  </a:lnTo>
                  <a:lnTo>
                    <a:pt x="166" y="372"/>
                  </a:lnTo>
                  <a:lnTo>
                    <a:pt x="145" y="145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1" name="Google Shape;551;p27"/>
            <p:cNvSpPr/>
            <p:nvPr/>
          </p:nvSpPr>
          <p:spPr>
            <a:xfrm>
              <a:off x="5891125" y="5022250"/>
              <a:ext cx="5200" cy="26850"/>
            </a:xfrm>
            <a:custGeom>
              <a:avLst/>
              <a:gdLst/>
              <a:ahLst/>
              <a:cxnLst/>
              <a:rect l="l" t="t" r="r" b="b"/>
              <a:pathLst>
                <a:path w="208" h="1074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42" y="145"/>
                  </a:lnTo>
                  <a:lnTo>
                    <a:pt x="21" y="372"/>
                  </a:lnTo>
                  <a:lnTo>
                    <a:pt x="1" y="1073"/>
                  </a:lnTo>
                  <a:lnTo>
                    <a:pt x="1" y="1073"/>
                  </a:lnTo>
                  <a:lnTo>
                    <a:pt x="207" y="1073"/>
                  </a:lnTo>
                  <a:lnTo>
                    <a:pt x="207" y="1073"/>
                  </a:lnTo>
                  <a:lnTo>
                    <a:pt x="166" y="372"/>
                  </a:lnTo>
                  <a:lnTo>
                    <a:pt x="145" y="145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2" name="Google Shape;552;p27"/>
            <p:cNvSpPr/>
            <p:nvPr/>
          </p:nvSpPr>
          <p:spPr>
            <a:xfrm>
              <a:off x="6032000" y="5022750"/>
              <a:ext cx="5200" cy="23775"/>
            </a:xfrm>
            <a:custGeom>
              <a:avLst/>
              <a:gdLst/>
              <a:ahLst/>
              <a:cxnLst/>
              <a:rect l="l" t="t" r="r" b="b"/>
              <a:pathLst>
                <a:path w="208" h="951" extrusionOk="0">
                  <a:moveTo>
                    <a:pt x="83" y="1"/>
                  </a:moveTo>
                  <a:lnTo>
                    <a:pt x="42" y="331"/>
                  </a:lnTo>
                  <a:lnTo>
                    <a:pt x="1" y="950"/>
                  </a:lnTo>
                  <a:lnTo>
                    <a:pt x="207" y="950"/>
                  </a:lnTo>
                  <a:lnTo>
                    <a:pt x="166" y="33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3" name="Google Shape;553;p27"/>
            <p:cNvSpPr/>
            <p:nvPr/>
          </p:nvSpPr>
          <p:spPr>
            <a:xfrm>
              <a:off x="6032000" y="5022750"/>
              <a:ext cx="5200" cy="23775"/>
            </a:xfrm>
            <a:custGeom>
              <a:avLst/>
              <a:gdLst/>
              <a:ahLst/>
              <a:cxnLst/>
              <a:rect l="l" t="t" r="r" b="b"/>
              <a:pathLst>
                <a:path w="208" h="951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42" y="331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07" y="950"/>
                  </a:lnTo>
                  <a:lnTo>
                    <a:pt x="207" y="950"/>
                  </a:lnTo>
                  <a:lnTo>
                    <a:pt x="166" y="33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4" name="Google Shape;554;p27"/>
            <p:cNvSpPr/>
            <p:nvPr/>
          </p:nvSpPr>
          <p:spPr>
            <a:xfrm>
              <a:off x="5987625" y="5022250"/>
              <a:ext cx="5700" cy="26325"/>
            </a:xfrm>
            <a:custGeom>
              <a:avLst/>
              <a:gdLst/>
              <a:ahLst/>
              <a:cxnLst/>
              <a:rect l="l" t="t" r="r" b="b"/>
              <a:pathLst>
                <a:path w="228" h="1053" extrusionOk="0">
                  <a:moveTo>
                    <a:pt x="83" y="0"/>
                  </a:moveTo>
                  <a:lnTo>
                    <a:pt x="62" y="145"/>
                  </a:lnTo>
                  <a:lnTo>
                    <a:pt x="42" y="372"/>
                  </a:lnTo>
                  <a:lnTo>
                    <a:pt x="1" y="1053"/>
                  </a:lnTo>
                  <a:lnTo>
                    <a:pt x="228" y="1053"/>
                  </a:lnTo>
                  <a:lnTo>
                    <a:pt x="186" y="372"/>
                  </a:lnTo>
                  <a:lnTo>
                    <a:pt x="166" y="145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5" name="Google Shape;555;p27"/>
            <p:cNvSpPr/>
            <p:nvPr/>
          </p:nvSpPr>
          <p:spPr>
            <a:xfrm>
              <a:off x="5987625" y="5022250"/>
              <a:ext cx="5700" cy="26325"/>
            </a:xfrm>
            <a:custGeom>
              <a:avLst/>
              <a:gdLst/>
              <a:ahLst/>
              <a:cxnLst/>
              <a:rect l="l" t="t" r="r" b="b"/>
              <a:pathLst>
                <a:path w="228" h="1053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62" y="145"/>
                  </a:lnTo>
                  <a:lnTo>
                    <a:pt x="42" y="372"/>
                  </a:lnTo>
                  <a:lnTo>
                    <a:pt x="1" y="1053"/>
                  </a:lnTo>
                  <a:lnTo>
                    <a:pt x="1" y="1053"/>
                  </a:lnTo>
                  <a:lnTo>
                    <a:pt x="228" y="1053"/>
                  </a:lnTo>
                  <a:lnTo>
                    <a:pt x="228" y="1053"/>
                  </a:lnTo>
                  <a:lnTo>
                    <a:pt x="186" y="372"/>
                  </a:lnTo>
                  <a:lnTo>
                    <a:pt x="166" y="145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6" name="Google Shape;556;p27"/>
            <p:cNvSpPr/>
            <p:nvPr/>
          </p:nvSpPr>
          <p:spPr>
            <a:xfrm>
              <a:off x="6129025" y="5022250"/>
              <a:ext cx="4650" cy="16525"/>
            </a:xfrm>
            <a:custGeom>
              <a:avLst/>
              <a:gdLst/>
              <a:ahLst/>
              <a:cxnLst/>
              <a:rect l="l" t="t" r="r" b="b"/>
              <a:pathLst>
                <a:path w="186" h="661" extrusionOk="0">
                  <a:moveTo>
                    <a:pt x="83" y="0"/>
                  </a:moveTo>
                  <a:lnTo>
                    <a:pt x="42" y="248"/>
                  </a:lnTo>
                  <a:lnTo>
                    <a:pt x="0" y="661"/>
                  </a:lnTo>
                  <a:lnTo>
                    <a:pt x="0" y="661"/>
                  </a:lnTo>
                  <a:lnTo>
                    <a:pt x="186" y="640"/>
                  </a:lnTo>
                  <a:lnTo>
                    <a:pt x="145" y="248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7" name="Google Shape;557;p27"/>
            <p:cNvSpPr/>
            <p:nvPr/>
          </p:nvSpPr>
          <p:spPr>
            <a:xfrm>
              <a:off x="6129025" y="5022250"/>
              <a:ext cx="4650" cy="16525"/>
            </a:xfrm>
            <a:custGeom>
              <a:avLst/>
              <a:gdLst/>
              <a:ahLst/>
              <a:cxnLst/>
              <a:rect l="l" t="t" r="r" b="b"/>
              <a:pathLst>
                <a:path w="186" h="661" fill="none" extrusionOk="0">
                  <a:moveTo>
                    <a:pt x="124" y="0"/>
                  </a:moveTo>
                  <a:lnTo>
                    <a:pt x="124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42" y="248"/>
                  </a:lnTo>
                  <a:lnTo>
                    <a:pt x="0" y="661"/>
                  </a:lnTo>
                  <a:lnTo>
                    <a:pt x="0" y="661"/>
                  </a:lnTo>
                  <a:lnTo>
                    <a:pt x="186" y="640"/>
                  </a:lnTo>
                  <a:lnTo>
                    <a:pt x="186" y="640"/>
                  </a:lnTo>
                  <a:lnTo>
                    <a:pt x="145" y="248"/>
                  </a:lnTo>
                  <a:lnTo>
                    <a:pt x="12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8" name="Google Shape;558;p27"/>
            <p:cNvSpPr/>
            <p:nvPr/>
          </p:nvSpPr>
          <p:spPr>
            <a:xfrm>
              <a:off x="6085150" y="5022750"/>
              <a:ext cx="4675" cy="20150"/>
            </a:xfrm>
            <a:custGeom>
              <a:avLst/>
              <a:gdLst/>
              <a:ahLst/>
              <a:cxnLst/>
              <a:rect l="l" t="t" r="r" b="b"/>
              <a:pathLst>
                <a:path w="187" h="806" extrusionOk="0">
                  <a:moveTo>
                    <a:pt x="63" y="1"/>
                  </a:moveTo>
                  <a:lnTo>
                    <a:pt x="21" y="290"/>
                  </a:lnTo>
                  <a:lnTo>
                    <a:pt x="1" y="806"/>
                  </a:lnTo>
                  <a:lnTo>
                    <a:pt x="1" y="806"/>
                  </a:lnTo>
                  <a:lnTo>
                    <a:pt x="187" y="785"/>
                  </a:lnTo>
                  <a:lnTo>
                    <a:pt x="145" y="269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9" name="Google Shape;559;p27"/>
            <p:cNvSpPr/>
            <p:nvPr/>
          </p:nvSpPr>
          <p:spPr>
            <a:xfrm>
              <a:off x="6085150" y="5022750"/>
              <a:ext cx="4675" cy="20150"/>
            </a:xfrm>
            <a:custGeom>
              <a:avLst/>
              <a:gdLst/>
              <a:ahLst/>
              <a:cxnLst/>
              <a:rect l="l" t="t" r="r" b="b"/>
              <a:pathLst>
                <a:path w="187" h="806" fill="none" extrusionOk="0">
                  <a:moveTo>
                    <a:pt x="104" y="1"/>
                  </a:moveTo>
                  <a:lnTo>
                    <a:pt x="104" y="1"/>
                  </a:lnTo>
                  <a:lnTo>
                    <a:pt x="63" y="1"/>
                  </a:lnTo>
                  <a:lnTo>
                    <a:pt x="63" y="1"/>
                  </a:lnTo>
                  <a:lnTo>
                    <a:pt x="21" y="290"/>
                  </a:lnTo>
                  <a:lnTo>
                    <a:pt x="1" y="806"/>
                  </a:lnTo>
                  <a:lnTo>
                    <a:pt x="1" y="806"/>
                  </a:lnTo>
                  <a:lnTo>
                    <a:pt x="187" y="785"/>
                  </a:lnTo>
                  <a:lnTo>
                    <a:pt x="187" y="785"/>
                  </a:lnTo>
                  <a:lnTo>
                    <a:pt x="145" y="269"/>
                  </a:lnTo>
                  <a:lnTo>
                    <a:pt x="10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0" name="Google Shape;560;p27"/>
            <p:cNvSpPr/>
            <p:nvPr/>
          </p:nvSpPr>
          <p:spPr>
            <a:xfrm>
              <a:off x="6226550" y="5022250"/>
              <a:ext cx="3125" cy="7750"/>
            </a:xfrm>
            <a:custGeom>
              <a:avLst/>
              <a:gdLst/>
              <a:ahLst/>
              <a:cxnLst/>
              <a:rect l="l" t="t" r="r" b="b"/>
              <a:pathLst>
                <a:path w="125" h="310" extrusionOk="0">
                  <a:moveTo>
                    <a:pt x="42" y="0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124" y="289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1" name="Google Shape;561;p27"/>
            <p:cNvSpPr/>
            <p:nvPr/>
          </p:nvSpPr>
          <p:spPr>
            <a:xfrm>
              <a:off x="6226550" y="5022250"/>
              <a:ext cx="3125" cy="7750"/>
            </a:xfrm>
            <a:custGeom>
              <a:avLst/>
              <a:gdLst/>
              <a:ahLst/>
              <a:cxnLst/>
              <a:rect l="l" t="t" r="r" b="b"/>
              <a:pathLst>
                <a:path w="125" h="310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0" y="310"/>
                  </a:lnTo>
                  <a:lnTo>
                    <a:pt x="0" y="310"/>
                  </a:lnTo>
                  <a:lnTo>
                    <a:pt x="124" y="289"/>
                  </a:lnTo>
                  <a:lnTo>
                    <a:pt x="124" y="289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2" name="Google Shape;562;p27"/>
            <p:cNvSpPr/>
            <p:nvPr/>
          </p:nvSpPr>
          <p:spPr>
            <a:xfrm>
              <a:off x="6182175" y="5022250"/>
              <a:ext cx="4150" cy="11875"/>
            </a:xfrm>
            <a:custGeom>
              <a:avLst/>
              <a:gdLst/>
              <a:ahLst/>
              <a:cxnLst/>
              <a:rect l="l" t="t" r="r" b="b"/>
              <a:pathLst>
                <a:path w="166" h="475" extrusionOk="0">
                  <a:moveTo>
                    <a:pt x="62" y="0"/>
                  </a:moveTo>
                  <a:lnTo>
                    <a:pt x="42" y="186"/>
                  </a:lnTo>
                  <a:lnTo>
                    <a:pt x="0" y="475"/>
                  </a:lnTo>
                  <a:lnTo>
                    <a:pt x="165" y="454"/>
                  </a:lnTo>
                  <a:lnTo>
                    <a:pt x="124" y="165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3" name="Google Shape;563;p27"/>
            <p:cNvSpPr/>
            <p:nvPr/>
          </p:nvSpPr>
          <p:spPr>
            <a:xfrm>
              <a:off x="6182175" y="5022250"/>
              <a:ext cx="4150" cy="11875"/>
            </a:xfrm>
            <a:custGeom>
              <a:avLst/>
              <a:gdLst/>
              <a:ahLst/>
              <a:cxnLst/>
              <a:rect l="l" t="t" r="r" b="b"/>
              <a:pathLst>
                <a:path w="166" h="475" fill="none" extrusionOk="0">
                  <a:moveTo>
                    <a:pt x="103" y="0"/>
                  </a:moveTo>
                  <a:lnTo>
                    <a:pt x="103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42" y="186"/>
                  </a:lnTo>
                  <a:lnTo>
                    <a:pt x="0" y="475"/>
                  </a:lnTo>
                  <a:lnTo>
                    <a:pt x="0" y="475"/>
                  </a:lnTo>
                  <a:lnTo>
                    <a:pt x="165" y="454"/>
                  </a:lnTo>
                  <a:lnTo>
                    <a:pt x="165" y="454"/>
                  </a:lnTo>
                  <a:lnTo>
                    <a:pt x="124" y="165"/>
                  </a:lnTo>
                  <a:lnTo>
                    <a:pt x="10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4" name="Google Shape;564;p27"/>
            <p:cNvSpPr/>
            <p:nvPr/>
          </p:nvSpPr>
          <p:spPr>
            <a:xfrm>
              <a:off x="6324600" y="5021725"/>
              <a:ext cx="1575" cy="1575"/>
            </a:xfrm>
            <a:custGeom>
              <a:avLst/>
              <a:gdLst/>
              <a:ahLst/>
              <a:cxnLst/>
              <a:rect l="l" t="t" r="r" b="b"/>
              <a:pathLst>
                <a:path w="63" h="63" extrusionOk="0">
                  <a:moveTo>
                    <a:pt x="21" y="0"/>
                  </a:moveTo>
                  <a:lnTo>
                    <a:pt x="0" y="62"/>
                  </a:lnTo>
                  <a:lnTo>
                    <a:pt x="0" y="62"/>
                  </a:lnTo>
                  <a:lnTo>
                    <a:pt x="62" y="4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5" name="Google Shape;565;p27"/>
            <p:cNvSpPr/>
            <p:nvPr/>
          </p:nvSpPr>
          <p:spPr>
            <a:xfrm>
              <a:off x="6324600" y="5021725"/>
              <a:ext cx="1575" cy="1575"/>
            </a:xfrm>
            <a:custGeom>
              <a:avLst/>
              <a:gdLst/>
              <a:ahLst/>
              <a:cxnLst/>
              <a:rect l="l" t="t" r="r" b="b"/>
              <a:pathLst>
                <a:path w="63" h="63" fill="none" extrusionOk="0">
                  <a:moveTo>
                    <a:pt x="42" y="0"/>
                  </a:moveTo>
                  <a:lnTo>
                    <a:pt x="42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62" y="42"/>
                  </a:lnTo>
                  <a:lnTo>
                    <a:pt x="62" y="42"/>
                  </a:lnTo>
                  <a:lnTo>
                    <a:pt x="4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6" name="Google Shape;566;p27"/>
            <p:cNvSpPr/>
            <p:nvPr/>
          </p:nvSpPr>
          <p:spPr>
            <a:xfrm>
              <a:off x="6280225" y="5022250"/>
              <a:ext cx="2075" cy="3625"/>
            </a:xfrm>
            <a:custGeom>
              <a:avLst/>
              <a:gdLst/>
              <a:ahLst/>
              <a:cxnLst/>
              <a:rect l="l" t="t" r="r" b="b"/>
              <a:pathLst>
                <a:path w="83" h="145" extrusionOk="0">
                  <a:moveTo>
                    <a:pt x="21" y="0"/>
                  </a:moveTo>
                  <a:lnTo>
                    <a:pt x="0" y="145"/>
                  </a:lnTo>
                  <a:lnTo>
                    <a:pt x="0" y="145"/>
                  </a:lnTo>
                  <a:lnTo>
                    <a:pt x="83" y="124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7" name="Google Shape;567;p27"/>
            <p:cNvSpPr/>
            <p:nvPr/>
          </p:nvSpPr>
          <p:spPr>
            <a:xfrm>
              <a:off x="6280225" y="5022250"/>
              <a:ext cx="2075" cy="3625"/>
            </a:xfrm>
            <a:custGeom>
              <a:avLst/>
              <a:gdLst/>
              <a:ahLst/>
              <a:cxnLst/>
              <a:rect l="l" t="t" r="r" b="b"/>
              <a:pathLst>
                <a:path w="83" h="145" fill="none" extrusionOk="0">
                  <a:moveTo>
                    <a:pt x="62" y="0"/>
                  </a:moveTo>
                  <a:lnTo>
                    <a:pt x="62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83" y="124"/>
                  </a:lnTo>
                  <a:lnTo>
                    <a:pt x="83" y="124"/>
                  </a:lnTo>
                  <a:lnTo>
                    <a:pt x="6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8" name="Google Shape;568;p27"/>
            <p:cNvSpPr/>
            <p:nvPr/>
          </p:nvSpPr>
          <p:spPr>
            <a:xfrm>
              <a:off x="6377750" y="5021200"/>
              <a:ext cx="525" cy="25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1"/>
                  </a:moveTo>
                  <a:lnTo>
                    <a:pt x="2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21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9" name="Google Shape;569;p27"/>
            <p:cNvSpPr/>
            <p:nvPr/>
          </p:nvSpPr>
          <p:spPr>
            <a:xfrm>
              <a:off x="6377750" y="5021200"/>
              <a:ext cx="525" cy="25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21" y="1"/>
                  </a:moveTo>
                  <a:lnTo>
                    <a:pt x="2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0" name="Google Shape;570;p27"/>
            <p:cNvSpPr/>
            <p:nvPr/>
          </p:nvSpPr>
          <p:spPr>
            <a:xfrm>
              <a:off x="5664600" y="5019150"/>
              <a:ext cx="717825" cy="3625"/>
            </a:xfrm>
            <a:custGeom>
              <a:avLst/>
              <a:gdLst/>
              <a:ahLst/>
              <a:cxnLst/>
              <a:rect l="l" t="t" r="r" b="b"/>
              <a:pathLst>
                <a:path w="28713" h="145" extrusionOk="0">
                  <a:moveTo>
                    <a:pt x="0" y="0"/>
                  </a:moveTo>
                  <a:lnTo>
                    <a:pt x="124" y="21"/>
                  </a:lnTo>
                  <a:lnTo>
                    <a:pt x="2002" y="62"/>
                  </a:lnTo>
                  <a:lnTo>
                    <a:pt x="5264" y="103"/>
                  </a:lnTo>
                  <a:lnTo>
                    <a:pt x="7039" y="103"/>
                  </a:lnTo>
                  <a:lnTo>
                    <a:pt x="7059" y="124"/>
                  </a:lnTo>
                  <a:lnTo>
                    <a:pt x="13066" y="124"/>
                  </a:lnTo>
                  <a:lnTo>
                    <a:pt x="14779" y="145"/>
                  </a:lnTo>
                  <a:lnTo>
                    <a:pt x="16926" y="145"/>
                  </a:lnTo>
                  <a:lnTo>
                    <a:pt x="18660" y="124"/>
                  </a:lnTo>
                  <a:lnTo>
                    <a:pt x="24687" y="124"/>
                  </a:lnTo>
                  <a:lnTo>
                    <a:pt x="26421" y="103"/>
                  </a:lnTo>
                  <a:lnTo>
                    <a:pt x="26442" y="103"/>
                  </a:lnTo>
                  <a:lnTo>
                    <a:pt x="28712" y="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1" name="Google Shape;571;p27"/>
            <p:cNvSpPr/>
            <p:nvPr/>
          </p:nvSpPr>
          <p:spPr>
            <a:xfrm>
              <a:off x="5664600" y="5019150"/>
              <a:ext cx="717825" cy="3625"/>
            </a:xfrm>
            <a:custGeom>
              <a:avLst/>
              <a:gdLst/>
              <a:ahLst/>
              <a:cxnLst/>
              <a:rect l="l" t="t" r="r" b="b"/>
              <a:pathLst>
                <a:path w="28713" h="14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124" y="21"/>
                  </a:lnTo>
                  <a:lnTo>
                    <a:pt x="124" y="21"/>
                  </a:lnTo>
                  <a:lnTo>
                    <a:pt x="2002" y="62"/>
                  </a:lnTo>
                  <a:lnTo>
                    <a:pt x="5264" y="103"/>
                  </a:lnTo>
                  <a:lnTo>
                    <a:pt x="5264" y="103"/>
                  </a:lnTo>
                  <a:lnTo>
                    <a:pt x="5305" y="103"/>
                  </a:lnTo>
                  <a:lnTo>
                    <a:pt x="5305" y="103"/>
                  </a:lnTo>
                  <a:lnTo>
                    <a:pt x="7039" y="103"/>
                  </a:lnTo>
                  <a:lnTo>
                    <a:pt x="7039" y="103"/>
                  </a:lnTo>
                  <a:lnTo>
                    <a:pt x="7059" y="124"/>
                  </a:lnTo>
                  <a:lnTo>
                    <a:pt x="7059" y="124"/>
                  </a:lnTo>
                  <a:lnTo>
                    <a:pt x="9144" y="124"/>
                  </a:lnTo>
                  <a:lnTo>
                    <a:pt x="9144" y="124"/>
                  </a:lnTo>
                  <a:lnTo>
                    <a:pt x="9185" y="124"/>
                  </a:lnTo>
                  <a:lnTo>
                    <a:pt x="9185" y="124"/>
                  </a:lnTo>
                  <a:lnTo>
                    <a:pt x="10899" y="124"/>
                  </a:lnTo>
                  <a:lnTo>
                    <a:pt x="10899" y="124"/>
                  </a:lnTo>
                  <a:lnTo>
                    <a:pt x="10940" y="124"/>
                  </a:lnTo>
                  <a:lnTo>
                    <a:pt x="10940" y="124"/>
                  </a:lnTo>
                  <a:lnTo>
                    <a:pt x="13004" y="124"/>
                  </a:lnTo>
                  <a:lnTo>
                    <a:pt x="13004" y="124"/>
                  </a:lnTo>
                  <a:lnTo>
                    <a:pt x="13066" y="124"/>
                  </a:lnTo>
                  <a:lnTo>
                    <a:pt x="13066" y="124"/>
                  </a:lnTo>
                  <a:lnTo>
                    <a:pt x="14779" y="145"/>
                  </a:lnTo>
                  <a:lnTo>
                    <a:pt x="14779" y="145"/>
                  </a:lnTo>
                  <a:lnTo>
                    <a:pt x="14821" y="145"/>
                  </a:lnTo>
                  <a:lnTo>
                    <a:pt x="14821" y="145"/>
                  </a:lnTo>
                  <a:lnTo>
                    <a:pt x="16018" y="145"/>
                  </a:lnTo>
                  <a:lnTo>
                    <a:pt x="16018" y="145"/>
                  </a:lnTo>
                  <a:lnTo>
                    <a:pt x="16885" y="145"/>
                  </a:lnTo>
                  <a:lnTo>
                    <a:pt x="16885" y="145"/>
                  </a:lnTo>
                  <a:lnTo>
                    <a:pt x="16926" y="145"/>
                  </a:lnTo>
                  <a:lnTo>
                    <a:pt x="16926" y="145"/>
                  </a:lnTo>
                  <a:lnTo>
                    <a:pt x="18660" y="124"/>
                  </a:lnTo>
                  <a:lnTo>
                    <a:pt x="18660" y="124"/>
                  </a:lnTo>
                  <a:lnTo>
                    <a:pt x="18701" y="124"/>
                  </a:lnTo>
                  <a:lnTo>
                    <a:pt x="18701" y="124"/>
                  </a:lnTo>
                  <a:lnTo>
                    <a:pt x="20765" y="124"/>
                  </a:lnTo>
                  <a:lnTo>
                    <a:pt x="20765" y="124"/>
                  </a:lnTo>
                  <a:lnTo>
                    <a:pt x="20806" y="124"/>
                  </a:lnTo>
                  <a:lnTo>
                    <a:pt x="20806" y="124"/>
                  </a:lnTo>
                  <a:lnTo>
                    <a:pt x="22520" y="124"/>
                  </a:lnTo>
                  <a:lnTo>
                    <a:pt x="22520" y="124"/>
                  </a:lnTo>
                  <a:lnTo>
                    <a:pt x="22561" y="124"/>
                  </a:lnTo>
                  <a:lnTo>
                    <a:pt x="22561" y="124"/>
                  </a:lnTo>
                  <a:lnTo>
                    <a:pt x="24646" y="124"/>
                  </a:lnTo>
                  <a:lnTo>
                    <a:pt x="24646" y="124"/>
                  </a:lnTo>
                  <a:lnTo>
                    <a:pt x="24687" y="124"/>
                  </a:lnTo>
                  <a:lnTo>
                    <a:pt x="24687" y="124"/>
                  </a:lnTo>
                  <a:lnTo>
                    <a:pt x="26421" y="103"/>
                  </a:lnTo>
                  <a:lnTo>
                    <a:pt x="26421" y="103"/>
                  </a:lnTo>
                  <a:lnTo>
                    <a:pt x="26442" y="103"/>
                  </a:lnTo>
                  <a:lnTo>
                    <a:pt x="26442" y="103"/>
                  </a:lnTo>
                  <a:lnTo>
                    <a:pt x="28712" y="8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2" name="Google Shape;572;p27"/>
            <p:cNvSpPr/>
            <p:nvPr/>
          </p:nvSpPr>
          <p:spPr>
            <a:xfrm>
              <a:off x="6388075" y="5021200"/>
              <a:ext cx="22200" cy="25"/>
            </a:xfrm>
            <a:custGeom>
              <a:avLst/>
              <a:gdLst/>
              <a:ahLst/>
              <a:cxnLst/>
              <a:rect l="l" t="t" r="r" b="b"/>
              <a:pathLst>
                <a:path w="888" h="1" extrusionOk="0">
                  <a:moveTo>
                    <a:pt x="289" y="1"/>
                  </a:moveTo>
                  <a:lnTo>
                    <a:pt x="289" y="1"/>
                  </a:lnTo>
                  <a:lnTo>
                    <a:pt x="0" y="1"/>
                  </a:lnTo>
                  <a:lnTo>
                    <a:pt x="888" y="1"/>
                  </a:lnTo>
                  <a:lnTo>
                    <a:pt x="888" y="1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B250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3" name="Google Shape;573;p27"/>
            <p:cNvSpPr/>
            <p:nvPr/>
          </p:nvSpPr>
          <p:spPr>
            <a:xfrm>
              <a:off x="6388075" y="5021200"/>
              <a:ext cx="22200" cy="25"/>
            </a:xfrm>
            <a:custGeom>
              <a:avLst/>
              <a:gdLst/>
              <a:ahLst/>
              <a:cxnLst/>
              <a:rect l="l" t="t" r="r" b="b"/>
              <a:pathLst>
                <a:path w="888" h="1" fill="none" extrusionOk="0">
                  <a:moveTo>
                    <a:pt x="289" y="1"/>
                  </a:moveTo>
                  <a:lnTo>
                    <a:pt x="289" y="1"/>
                  </a:lnTo>
                  <a:lnTo>
                    <a:pt x="0" y="1"/>
                  </a:lnTo>
                  <a:lnTo>
                    <a:pt x="888" y="1"/>
                  </a:lnTo>
                  <a:lnTo>
                    <a:pt x="888" y="1"/>
                  </a:lnTo>
                  <a:lnTo>
                    <a:pt x="28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4" name="Google Shape;574;p27"/>
            <p:cNvSpPr/>
            <p:nvPr/>
          </p:nvSpPr>
          <p:spPr>
            <a:xfrm>
              <a:off x="5673375" y="4873625"/>
              <a:ext cx="721950" cy="30475"/>
            </a:xfrm>
            <a:custGeom>
              <a:avLst/>
              <a:gdLst/>
              <a:ahLst/>
              <a:cxnLst/>
              <a:rect l="l" t="t" r="r" b="b"/>
              <a:pathLst>
                <a:path w="28878" h="1219" extrusionOk="0">
                  <a:moveTo>
                    <a:pt x="27350" y="62"/>
                  </a:moveTo>
                  <a:lnTo>
                    <a:pt x="27350" y="104"/>
                  </a:lnTo>
                  <a:lnTo>
                    <a:pt x="28877" y="83"/>
                  </a:lnTo>
                  <a:lnTo>
                    <a:pt x="27350" y="62"/>
                  </a:lnTo>
                  <a:close/>
                  <a:moveTo>
                    <a:pt x="25575" y="62"/>
                  </a:moveTo>
                  <a:lnTo>
                    <a:pt x="25595" y="186"/>
                  </a:lnTo>
                  <a:lnTo>
                    <a:pt x="27288" y="104"/>
                  </a:lnTo>
                  <a:lnTo>
                    <a:pt x="27288" y="62"/>
                  </a:lnTo>
                  <a:close/>
                  <a:moveTo>
                    <a:pt x="23469" y="62"/>
                  </a:moveTo>
                  <a:lnTo>
                    <a:pt x="23490" y="331"/>
                  </a:lnTo>
                  <a:lnTo>
                    <a:pt x="25513" y="186"/>
                  </a:lnTo>
                  <a:lnTo>
                    <a:pt x="25533" y="62"/>
                  </a:lnTo>
                  <a:close/>
                  <a:moveTo>
                    <a:pt x="0" y="0"/>
                  </a:moveTo>
                  <a:lnTo>
                    <a:pt x="165" y="42"/>
                  </a:lnTo>
                  <a:lnTo>
                    <a:pt x="186" y="21"/>
                  </a:lnTo>
                  <a:lnTo>
                    <a:pt x="206" y="62"/>
                  </a:lnTo>
                  <a:lnTo>
                    <a:pt x="1218" y="269"/>
                  </a:lnTo>
                  <a:lnTo>
                    <a:pt x="2229" y="475"/>
                  </a:lnTo>
                  <a:lnTo>
                    <a:pt x="2250" y="166"/>
                  </a:lnTo>
                  <a:lnTo>
                    <a:pt x="2291" y="21"/>
                  </a:lnTo>
                  <a:lnTo>
                    <a:pt x="0" y="0"/>
                  </a:lnTo>
                  <a:close/>
                  <a:moveTo>
                    <a:pt x="21694" y="62"/>
                  </a:moveTo>
                  <a:lnTo>
                    <a:pt x="21715" y="207"/>
                  </a:lnTo>
                  <a:lnTo>
                    <a:pt x="21756" y="475"/>
                  </a:lnTo>
                  <a:lnTo>
                    <a:pt x="23387" y="351"/>
                  </a:lnTo>
                  <a:lnTo>
                    <a:pt x="23407" y="62"/>
                  </a:lnTo>
                  <a:close/>
                  <a:moveTo>
                    <a:pt x="19589" y="42"/>
                  </a:moveTo>
                  <a:lnTo>
                    <a:pt x="19609" y="269"/>
                  </a:lnTo>
                  <a:lnTo>
                    <a:pt x="19650" y="682"/>
                  </a:lnTo>
                  <a:lnTo>
                    <a:pt x="21591" y="496"/>
                  </a:lnTo>
                  <a:lnTo>
                    <a:pt x="21632" y="227"/>
                  </a:lnTo>
                  <a:lnTo>
                    <a:pt x="21653" y="62"/>
                  </a:lnTo>
                  <a:lnTo>
                    <a:pt x="19589" y="42"/>
                  </a:lnTo>
                  <a:close/>
                  <a:moveTo>
                    <a:pt x="2312" y="21"/>
                  </a:moveTo>
                  <a:lnTo>
                    <a:pt x="2332" y="186"/>
                  </a:lnTo>
                  <a:lnTo>
                    <a:pt x="2374" y="496"/>
                  </a:lnTo>
                  <a:lnTo>
                    <a:pt x="3158" y="640"/>
                  </a:lnTo>
                  <a:lnTo>
                    <a:pt x="3963" y="764"/>
                  </a:lnTo>
                  <a:lnTo>
                    <a:pt x="4004" y="289"/>
                  </a:lnTo>
                  <a:lnTo>
                    <a:pt x="4046" y="42"/>
                  </a:lnTo>
                  <a:lnTo>
                    <a:pt x="2312" y="21"/>
                  </a:lnTo>
                  <a:close/>
                  <a:moveTo>
                    <a:pt x="19341" y="42"/>
                  </a:moveTo>
                  <a:lnTo>
                    <a:pt x="17813" y="62"/>
                  </a:lnTo>
                  <a:lnTo>
                    <a:pt x="17855" y="331"/>
                  </a:lnTo>
                  <a:lnTo>
                    <a:pt x="17896" y="826"/>
                  </a:lnTo>
                  <a:lnTo>
                    <a:pt x="19485" y="682"/>
                  </a:lnTo>
                  <a:lnTo>
                    <a:pt x="19506" y="269"/>
                  </a:lnTo>
                  <a:lnTo>
                    <a:pt x="19547" y="42"/>
                  </a:lnTo>
                  <a:close/>
                  <a:moveTo>
                    <a:pt x="4087" y="42"/>
                  </a:moveTo>
                  <a:lnTo>
                    <a:pt x="4108" y="289"/>
                  </a:lnTo>
                  <a:lnTo>
                    <a:pt x="4149" y="785"/>
                  </a:lnTo>
                  <a:lnTo>
                    <a:pt x="5098" y="909"/>
                  </a:lnTo>
                  <a:lnTo>
                    <a:pt x="6069" y="991"/>
                  </a:lnTo>
                  <a:lnTo>
                    <a:pt x="6110" y="372"/>
                  </a:lnTo>
                  <a:lnTo>
                    <a:pt x="6130" y="166"/>
                  </a:lnTo>
                  <a:lnTo>
                    <a:pt x="6151" y="42"/>
                  </a:lnTo>
                  <a:close/>
                  <a:moveTo>
                    <a:pt x="15708" y="62"/>
                  </a:moveTo>
                  <a:lnTo>
                    <a:pt x="15749" y="393"/>
                  </a:lnTo>
                  <a:lnTo>
                    <a:pt x="15791" y="1012"/>
                  </a:lnTo>
                  <a:lnTo>
                    <a:pt x="17710" y="847"/>
                  </a:lnTo>
                  <a:lnTo>
                    <a:pt x="17731" y="331"/>
                  </a:lnTo>
                  <a:lnTo>
                    <a:pt x="17772" y="62"/>
                  </a:lnTo>
                  <a:close/>
                  <a:moveTo>
                    <a:pt x="13954" y="62"/>
                  </a:moveTo>
                  <a:lnTo>
                    <a:pt x="13974" y="207"/>
                  </a:lnTo>
                  <a:lnTo>
                    <a:pt x="13995" y="434"/>
                  </a:lnTo>
                  <a:lnTo>
                    <a:pt x="14036" y="1115"/>
                  </a:lnTo>
                  <a:lnTo>
                    <a:pt x="14841" y="1074"/>
                  </a:lnTo>
                  <a:lnTo>
                    <a:pt x="15584" y="1032"/>
                  </a:lnTo>
                  <a:lnTo>
                    <a:pt x="15625" y="393"/>
                  </a:lnTo>
                  <a:lnTo>
                    <a:pt x="15667" y="62"/>
                  </a:lnTo>
                  <a:close/>
                  <a:moveTo>
                    <a:pt x="6192" y="42"/>
                  </a:moveTo>
                  <a:lnTo>
                    <a:pt x="6213" y="166"/>
                  </a:lnTo>
                  <a:lnTo>
                    <a:pt x="6234" y="372"/>
                  </a:lnTo>
                  <a:lnTo>
                    <a:pt x="6275" y="1012"/>
                  </a:lnTo>
                  <a:lnTo>
                    <a:pt x="7059" y="1074"/>
                  </a:lnTo>
                  <a:lnTo>
                    <a:pt x="7823" y="1136"/>
                  </a:lnTo>
                  <a:lnTo>
                    <a:pt x="7864" y="434"/>
                  </a:lnTo>
                  <a:lnTo>
                    <a:pt x="7885" y="186"/>
                  </a:lnTo>
                  <a:lnTo>
                    <a:pt x="7906" y="42"/>
                  </a:lnTo>
                  <a:close/>
                  <a:moveTo>
                    <a:pt x="7968" y="62"/>
                  </a:moveTo>
                  <a:lnTo>
                    <a:pt x="7988" y="186"/>
                  </a:lnTo>
                  <a:lnTo>
                    <a:pt x="8009" y="434"/>
                  </a:lnTo>
                  <a:lnTo>
                    <a:pt x="8050" y="1136"/>
                  </a:lnTo>
                  <a:lnTo>
                    <a:pt x="9000" y="1177"/>
                  </a:lnTo>
                  <a:lnTo>
                    <a:pt x="9928" y="1198"/>
                  </a:lnTo>
                  <a:lnTo>
                    <a:pt x="9970" y="454"/>
                  </a:lnTo>
                  <a:lnTo>
                    <a:pt x="9990" y="207"/>
                  </a:lnTo>
                  <a:lnTo>
                    <a:pt x="10032" y="62"/>
                  </a:lnTo>
                  <a:close/>
                  <a:moveTo>
                    <a:pt x="11827" y="62"/>
                  </a:moveTo>
                  <a:lnTo>
                    <a:pt x="11869" y="207"/>
                  </a:lnTo>
                  <a:lnTo>
                    <a:pt x="11889" y="454"/>
                  </a:lnTo>
                  <a:lnTo>
                    <a:pt x="11910" y="1198"/>
                  </a:lnTo>
                  <a:lnTo>
                    <a:pt x="12860" y="1177"/>
                  </a:lnTo>
                  <a:lnTo>
                    <a:pt x="13809" y="1136"/>
                  </a:lnTo>
                  <a:lnTo>
                    <a:pt x="13850" y="434"/>
                  </a:lnTo>
                  <a:lnTo>
                    <a:pt x="13871" y="207"/>
                  </a:lnTo>
                  <a:lnTo>
                    <a:pt x="13892" y="62"/>
                  </a:lnTo>
                  <a:close/>
                  <a:moveTo>
                    <a:pt x="10073" y="62"/>
                  </a:moveTo>
                  <a:lnTo>
                    <a:pt x="10094" y="207"/>
                  </a:lnTo>
                  <a:lnTo>
                    <a:pt x="10114" y="454"/>
                  </a:lnTo>
                  <a:lnTo>
                    <a:pt x="10156" y="1218"/>
                  </a:lnTo>
                  <a:lnTo>
                    <a:pt x="10816" y="1218"/>
                  </a:lnTo>
                  <a:lnTo>
                    <a:pt x="11704" y="1198"/>
                  </a:lnTo>
                  <a:lnTo>
                    <a:pt x="11745" y="454"/>
                  </a:lnTo>
                  <a:lnTo>
                    <a:pt x="11766" y="207"/>
                  </a:lnTo>
                  <a:lnTo>
                    <a:pt x="11786" y="62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5" name="Google Shape;575;p27"/>
            <p:cNvSpPr/>
            <p:nvPr/>
          </p:nvSpPr>
          <p:spPr>
            <a:xfrm>
              <a:off x="6357100" y="4875175"/>
              <a:ext cx="38225" cy="1050"/>
            </a:xfrm>
            <a:custGeom>
              <a:avLst/>
              <a:gdLst/>
              <a:ahLst/>
              <a:cxnLst/>
              <a:rect l="l" t="t" r="r" b="b"/>
              <a:pathLst>
                <a:path w="1529" h="42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42"/>
                  </a:lnTo>
                  <a:lnTo>
                    <a:pt x="1" y="42"/>
                  </a:lnTo>
                  <a:lnTo>
                    <a:pt x="1528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6" name="Google Shape;576;p27"/>
            <p:cNvSpPr/>
            <p:nvPr/>
          </p:nvSpPr>
          <p:spPr>
            <a:xfrm>
              <a:off x="6312725" y="4875175"/>
              <a:ext cx="42850" cy="3125"/>
            </a:xfrm>
            <a:custGeom>
              <a:avLst/>
              <a:gdLst/>
              <a:ahLst/>
              <a:cxnLst/>
              <a:rect l="l" t="t" r="r" b="b"/>
              <a:pathLst>
                <a:path w="1714" h="125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124"/>
                  </a:lnTo>
                  <a:lnTo>
                    <a:pt x="21" y="124"/>
                  </a:lnTo>
                  <a:lnTo>
                    <a:pt x="1714" y="42"/>
                  </a:lnTo>
                  <a:lnTo>
                    <a:pt x="1714" y="42"/>
                  </a:lnTo>
                  <a:lnTo>
                    <a:pt x="1714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7" name="Google Shape;577;p27"/>
            <p:cNvSpPr/>
            <p:nvPr/>
          </p:nvSpPr>
          <p:spPr>
            <a:xfrm>
              <a:off x="6260100" y="4875175"/>
              <a:ext cx="51625" cy="6725"/>
            </a:xfrm>
            <a:custGeom>
              <a:avLst/>
              <a:gdLst/>
              <a:ahLst/>
              <a:cxnLst/>
              <a:rect l="l" t="t" r="r" b="b"/>
              <a:pathLst>
                <a:path w="2065" h="26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269"/>
                  </a:lnTo>
                  <a:lnTo>
                    <a:pt x="21" y="269"/>
                  </a:lnTo>
                  <a:lnTo>
                    <a:pt x="2044" y="124"/>
                  </a:lnTo>
                  <a:lnTo>
                    <a:pt x="2044" y="124"/>
                  </a:lnTo>
                  <a:lnTo>
                    <a:pt x="2064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8" name="Google Shape;578;p27"/>
            <p:cNvSpPr/>
            <p:nvPr/>
          </p:nvSpPr>
          <p:spPr>
            <a:xfrm>
              <a:off x="5969050" y="4875175"/>
              <a:ext cx="51625" cy="28400"/>
            </a:xfrm>
            <a:custGeom>
              <a:avLst/>
              <a:gdLst/>
              <a:ahLst/>
              <a:cxnLst/>
              <a:rect l="l" t="t" r="r" b="b"/>
              <a:pathLst>
                <a:path w="2065" h="1136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2" y="145"/>
                  </a:lnTo>
                  <a:lnTo>
                    <a:pt x="62" y="392"/>
                  </a:lnTo>
                  <a:lnTo>
                    <a:pt x="83" y="1136"/>
                  </a:lnTo>
                  <a:lnTo>
                    <a:pt x="83" y="1136"/>
                  </a:lnTo>
                  <a:lnTo>
                    <a:pt x="1033" y="1115"/>
                  </a:lnTo>
                  <a:lnTo>
                    <a:pt x="1982" y="1074"/>
                  </a:lnTo>
                  <a:lnTo>
                    <a:pt x="1982" y="1074"/>
                  </a:lnTo>
                  <a:lnTo>
                    <a:pt x="2023" y="372"/>
                  </a:lnTo>
                  <a:lnTo>
                    <a:pt x="2044" y="145"/>
                  </a:lnTo>
                  <a:lnTo>
                    <a:pt x="2065" y="0"/>
                  </a:lnTo>
                  <a:lnTo>
                    <a:pt x="2065" y="0"/>
                  </a:lnTo>
                  <a:lnTo>
                    <a:pt x="1260" y="0"/>
                  </a:lnTo>
                  <a:lnTo>
                    <a:pt x="126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9" name="Google Shape;579;p27"/>
            <p:cNvSpPr/>
            <p:nvPr/>
          </p:nvSpPr>
          <p:spPr>
            <a:xfrm>
              <a:off x="6022200" y="4875175"/>
              <a:ext cx="42850" cy="26325"/>
            </a:xfrm>
            <a:custGeom>
              <a:avLst/>
              <a:gdLst/>
              <a:ahLst/>
              <a:cxnLst/>
              <a:rect l="l" t="t" r="r" b="b"/>
              <a:pathLst>
                <a:path w="1714" h="1053" fill="none" extrusionOk="0">
                  <a:moveTo>
                    <a:pt x="1714" y="0"/>
                  </a:moveTo>
                  <a:lnTo>
                    <a:pt x="1714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1" y="145"/>
                  </a:lnTo>
                  <a:lnTo>
                    <a:pt x="42" y="372"/>
                  </a:lnTo>
                  <a:lnTo>
                    <a:pt x="83" y="1053"/>
                  </a:lnTo>
                  <a:lnTo>
                    <a:pt x="83" y="1053"/>
                  </a:lnTo>
                  <a:lnTo>
                    <a:pt x="888" y="1012"/>
                  </a:lnTo>
                  <a:lnTo>
                    <a:pt x="888" y="1012"/>
                  </a:lnTo>
                  <a:lnTo>
                    <a:pt x="1631" y="970"/>
                  </a:lnTo>
                  <a:lnTo>
                    <a:pt x="1631" y="970"/>
                  </a:lnTo>
                  <a:lnTo>
                    <a:pt x="1672" y="331"/>
                  </a:lnTo>
                  <a:lnTo>
                    <a:pt x="17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0" name="Google Shape;580;p27"/>
            <p:cNvSpPr/>
            <p:nvPr/>
          </p:nvSpPr>
          <p:spPr>
            <a:xfrm>
              <a:off x="5925175" y="4875175"/>
              <a:ext cx="42875" cy="28925"/>
            </a:xfrm>
            <a:custGeom>
              <a:avLst/>
              <a:gdLst/>
              <a:ahLst/>
              <a:cxnLst/>
              <a:rect l="l" t="t" r="r" b="b"/>
              <a:pathLst>
                <a:path w="1715" h="1157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2" y="145"/>
                  </a:lnTo>
                  <a:lnTo>
                    <a:pt x="42" y="392"/>
                  </a:lnTo>
                  <a:lnTo>
                    <a:pt x="84" y="1156"/>
                  </a:lnTo>
                  <a:lnTo>
                    <a:pt x="84" y="1156"/>
                  </a:lnTo>
                  <a:lnTo>
                    <a:pt x="744" y="1156"/>
                  </a:lnTo>
                  <a:lnTo>
                    <a:pt x="744" y="1156"/>
                  </a:lnTo>
                  <a:lnTo>
                    <a:pt x="1632" y="1136"/>
                  </a:lnTo>
                  <a:lnTo>
                    <a:pt x="1632" y="1136"/>
                  </a:lnTo>
                  <a:lnTo>
                    <a:pt x="1673" y="392"/>
                  </a:lnTo>
                  <a:lnTo>
                    <a:pt x="1694" y="145"/>
                  </a:lnTo>
                  <a:lnTo>
                    <a:pt x="1714" y="0"/>
                  </a:lnTo>
                  <a:lnTo>
                    <a:pt x="1714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1" name="Google Shape;581;p27"/>
            <p:cNvSpPr/>
            <p:nvPr/>
          </p:nvSpPr>
          <p:spPr>
            <a:xfrm>
              <a:off x="6215700" y="4875175"/>
              <a:ext cx="42875" cy="10350"/>
            </a:xfrm>
            <a:custGeom>
              <a:avLst/>
              <a:gdLst/>
              <a:ahLst/>
              <a:cxnLst/>
              <a:rect l="l" t="t" r="r" b="b"/>
              <a:pathLst>
                <a:path w="1715" h="41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2" y="145"/>
                  </a:lnTo>
                  <a:lnTo>
                    <a:pt x="63" y="413"/>
                  </a:lnTo>
                  <a:lnTo>
                    <a:pt x="63" y="413"/>
                  </a:lnTo>
                  <a:lnTo>
                    <a:pt x="1694" y="289"/>
                  </a:lnTo>
                  <a:lnTo>
                    <a:pt x="1694" y="289"/>
                  </a:lnTo>
                  <a:lnTo>
                    <a:pt x="1714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2" name="Google Shape;582;p27"/>
            <p:cNvSpPr/>
            <p:nvPr/>
          </p:nvSpPr>
          <p:spPr>
            <a:xfrm>
              <a:off x="6066075" y="4875175"/>
              <a:ext cx="51625" cy="23750"/>
            </a:xfrm>
            <a:custGeom>
              <a:avLst/>
              <a:gdLst/>
              <a:ahLst/>
              <a:cxnLst/>
              <a:rect l="l" t="t" r="r" b="b"/>
              <a:pathLst>
                <a:path w="2065" h="950" fill="none" extrusionOk="0">
                  <a:moveTo>
                    <a:pt x="2064" y="0"/>
                  </a:moveTo>
                  <a:lnTo>
                    <a:pt x="2064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1" y="331"/>
                  </a:lnTo>
                  <a:lnTo>
                    <a:pt x="83" y="950"/>
                  </a:lnTo>
                  <a:lnTo>
                    <a:pt x="83" y="950"/>
                  </a:lnTo>
                  <a:lnTo>
                    <a:pt x="2002" y="785"/>
                  </a:lnTo>
                  <a:lnTo>
                    <a:pt x="2002" y="785"/>
                  </a:lnTo>
                  <a:lnTo>
                    <a:pt x="2023" y="269"/>
                  </a:lnTo>
                  <a:lnTo>
                    <a:pt x="206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3" name="Google Shape;583;p27"/>
            <p:cNvSpPr/>
            <p:nvPr/>
          </p:nvSpPr>
          <p:spPr>
            <a:xfrm>
              <a:off x="5872550" y="4875175"/>
              <a:ext cx="51625" cy="28400"/>
            </a:xfrm>
            <a:custGeom>
              <a:avLst/>
              <a:gdLst/>
              <a:ahLst/>
              <a:cxnLst/>
              <a:rect l="l" t="t" r="r" b="b"/>
              <a:pathLst>
                <a:path w="2065" h="1136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124"/>
                  </a:lnTo>
                  <a:lnTo>
                    <a:pt x="42" y="372"/>
                  </a:lnTo>
                  <a:lnTo>
                    <a:pt x="83" y="1074"/>
                  </a:lnTo>
                  <a:lnTo>
                    <a:pt x="83" y="1074"/>
                  </a:lnTo>
                  <a:lnTo>
                    <a:pt x="1033" y="1115"/>
                  </a:lnTo>
                  <a:lnTo>
                    <a:pt x="1961" y="1136"/>
                  </a:lnTo>
                  <a:lnTo>
                    <a:pt x="1961" y="1136"/>
                  </a:lnTo>
                  <a:lnTo>
                    <a:pt x="2003" y="392"/>
                  </a:lnTo>
                  <a:lnTo>
                    <a:pt x="2023" y="145"/>
                  </a:lnTo>
                  <a:lnTo>
                    <a:pt x="2065" y="0"/>
                  </a:lnTo>
                  <a:lnTo>
                    <a:pt x="2065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4" name="Google Shape;584;p27"/>
            <p:cNvSpPr/>
            <p:nvPr/>
          </p:nvSpPr>
          <p:spPr>
            <a:xfrm>
              <a:off x="6163075" y="4874650"/>
              <a:ext cx="51625" cy="16025"/>
            </a:xfrm>
            <a:custGeom>
              <a:avLst/>
              <a:gdLst/>
              <a:ahLst/>
              <a:cxnLst/>
              <a:rect l="l" t="t" r="r" b="b"/>
              <a:pathLst>
                <a:path w="2065" h="64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228"/>
                  </a:lnTo>
                  <a:lnTo>
                    <a:pt x="62" y="641"/>
                  </a:lnTo>
                  <a:lnTo>
                    <a:pt x="62" y="641"/>
                  </a:lnTo>
                  <a:lnTo>
                    <a:pt x="2003" y="455"/>
                  </a:lnTo>
                  <a:lnTo>
                    <a:pt x="2003" y="455"/>
                  </a:lnTo>
                  <a:lnTo>
                    <a:pt x="2044" y="186"/>
                  </a:lnTo>
                  <a:lnTo>
                    <a:pt x="2065" y="2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5" name="Google Shape;585;p27"/>
            <p:cNvSpPr/>
            <p:nvPr/>
          </p:nvSpPr>
          <p:spPr>
            <a:xfrm>
              <a:off x="6118700" y="4874650"/>
              <a:ext cx="43375" cy="19650"/>
            </a:xfrm>
            <a:custGeom>
              <a:avLst/>
              <a:gdLst/>
              <a:ahLst/>
              <a:cxnLst/>
              <a:rect l="l" t="t" r="r" b="b"/>
              <a:pathLst>
                <a:path w="1735" h="786" fill="none" extrusionOk="0">
                  <a:moveTo>
                    <a:pt x="1528" y="1"/>
                  </a:moveTo>
                  <a:lnTo>
                    <a:pt x="1528" y="1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42" y="290"/>
                  </a:lnTo>
                  <a:lnTo>
                    <a:pt x="83" y="785"/>
                  </a:lnTo>
                  <a:lnTo>
                    <a:pt x="83" y="785"/>
                  </a:lnTo>
                  <a:lnTo>
                    <a:pt x="1672" y="641"/>
                  </a:lnTo>
                  <a:lnTo>
                    <a:pt x="1672" y="641"/>
                  </a:lnTo>
                  <a:lnTo>
                    <a:pt x="1693" y="228"/>
                  </a:lnTo>
                  <a:lnTo>
                    <a:pt x="1734" y="1"/>
                  </a:lnTo>
                  <a:lnTo>
                    <a:pt x="152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6" name="Google Shape;586;p27"/>
            <p:cNvSpPr/>
            <p:nvPr/>
          </p:nvSpPr>
          <p:spPr>
            <a:xfrm>
              <a:off x="5828175" y="4874650"/>
              <a:ext cx="42850" cy="27375"/>
            </a:xfrm>
            <a:custGeom>
              <a:avLst/>
              <a:gdLst/>
              <a:ahLst/>
              <a:cxnLst/>
              <a:rect l="l" t="t" r="r" b="b"/>
              <a:pathLst>
                <a:path w="1714" h="1095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25"/>
                  </a:lnTo>
                  <a:lnTo>
                    <a:pt x="42" y="331"/>
                  </a:lnTo>
                  <a:lnTo>
                    <a:pt x="83" y="971"/>
                  </a:lnTo>
                  <a:lnTo>
                    <a:pt x="83" y="971"/>
                  </a:lnTo>
                  <a:lnTo>
                    <a:pt x="867" y="1033"/>
                  </a:lnTo>
                  <a:lnTo>
                    <a:pt x="1631" y="1095"/>
                  </a:lnTo>
                  <a:lnTo>
                    <a:pt x="1631" y="1095"/>
                  </a:lnTo>
                  <a:lnTo>
                    <a:pt x="1672" y="393"/>
                  </a:lnTo>
                  <a:lnTo>
                    <a:pt x="1693" y="145"/>
                  </a:lnTo>
                  <a:lnTo>
                    <a:pt x="1714" y="1"/>
                  </a:lnTo>
                  <a:lnTo>
                    <a:pt x="1714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7" name="Google Shape;587;p27"/>
            <p:cNvSpPr/>
            <p:nvPr/>
          </p:nvSpPr>
          <p:spPr>
            <a:xfrm>
              <a:off x="5775525" y="4874650"/>
              <a:ext cx="51650" cy="23775"/>
            </a:xfrm>
            <a:custGeom>
              <a:avLst/>
              <a:gdLst/>
              <a:ahLst/>
              <a:cxnLst/>
              <a:rect l="l" t="t" r="r" b="b"/>
              <a:pathLst>
                <a:path w="2066" h="95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248"/>
                  </a:lnTo>
                  <a:lnTo>
                    <a:pt x="63" y="744"/>
                  </a:lnTo>
                  <a:lnTo>
                    <a:pt x="63" y="744"/>
                  </a:lnTo>
                  <a:lnTo>
                    <a:pt x="1012" y="868"/>
                  </a:lnTo>
                  <a:lnTo>
                    <a:pt x="1983" y="950"/>
                  </a:lnTo>
                  <a:lnTo>
                    <a:pt x="1983" y="950"/>
                  </a:lnTo>
                  <a:lnTo>
                    <a:pt x="2024" y="331"/>
                  </a:lnTo>
                  <a:lnTo>
                    <a:pt x="2044" y="125"/>
                  </a:lnTo>
                  <a:lnTo>
                    <a:pt x="2065" y="1"/>
                  </a:lnTo>
                  <a:lnTo>
                    <a:pt x="2065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8" name="Google Shape;588;p27"/>
            <p:cNvSpPr/>
            <p:nvPr/>
          </p:nvSpPr>
          <p:spPr>
            <a:xfrm>
              <a:off x="5731150" y="4874150"/>
              <a:ext cx="43375" cy="18600"/>
            </a:xfrm>
            <a:custGeom>
              <a:avLst/>
              <a:gdLst/>
              <a:ahLst/>
              <a:cxnLst/>
              <a:rect l="l" t="t" r="r" b="b"/>
              <a:pathLst>
                <a:path w="1735" h="74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165"/>
                  </a:lnTo>
                  <a:lnTo>
                    <a:pt x="63" y="475"/>
                  </a:lnTo>
                  <a:lnTo>
                    <a:pt x="63" y="475"/>
                  </a:lnTo>
                  <a:lnTo>
                    <a:pt x="847" y="619"/>
                  </a:lnTo>
                  <a:lnTo>
                    <a:pt x="1652" y="743"/>
                  </a:lnTo>
                  <a:lnTo>
                    <a:pt x="1652" y="743"/>
                  </a:lnTo>
                  <a:lnTo>
                    <a:pt x="1693" y="268"/>
                  </a:lnTo>
                  <a:lnTo>
                    <a:pt x="1735" y="21"/>
                  </a:lnTo>
                  <a:lnTo>
                    <a:pt x="1735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9" name="Google Shape;589;p27"/>
            <p:cNvSpPr/>
            <p:nvPr/>
          </p:nvSpPr>
          <p:spPr>
            <a:xfrm>
              <a:off x="5673375" y="4873625"/>
              <a:ext cx="57300" cy="11900"/>
            </a:xfrm>
            <a:custGeom>
              <a:avLst/>
              <a:gdLst/>
              <a:ahLst/>
              <a:cxnLst/>
              <a:rect l="l" t="t" r="r" b="b"/>
              <a:pathLst>
                <a:path w="2292" h="476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165" y="42"/>
                  </a:lnTo>
                  <a:lnTo>
                    <a:pt x="165" y="42"/>
                  </a:lnTo>
                  <a:lnTo>
                    <a:pt x="186" y="21"/>
                  </a:lnTo>
                  <a:lnTo>
                    <a:pt x="186" y="21"/>
                  </a:lnTo>
                  <a:lnTo>
                    <a:pt x="206" y="62"/>
                  </a:lnTo>
                  <a:lnTo>
                    <a:pt x="206" y="62"/>
                  </a:lnTo>
                  <a:lnTo>
                    <a:pt x="1218" y="269"/>
                  </a:lnTo>
                  <a:lnTo>
                    <a:pt x="2229" y="475"/>
                  </a:lnTo>
                  <a:lnTo>
                    <a:pt x="2229" y="475"/>
                  </a:lnTo>
                  <a:lnTo>
                    <a:pt x="2250" y="166"/>
                  </a:lnTo>
                  <a:lnTo>
                    <a:pt x="2291" y="21"/>
                  </a:lnTo>
                  <a:lnTo>
                    <a:pt x="2291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0" name="Google Shape;590;p27"/>
            <p:cNvSpPr/>
            <p:nvPr/>
          </p:nvSpPr>
          <p:spPr>
            <a:xfrm>
              <a:off x="5677500" y="4874150"/>
              <a:ext cx="1050" cy="1050"/>
            </a:xfrm>
            <a:custGeom>
              <a:avLst/>
              <a:gdLst/>
              <a:ahLst/>
              <a:cxnLst/>
              <a:rect l="l" t="t" r="r" b="b"/>
              <a:pathLst>
                <a:path w="42" h="42" extrusionOk="0">
                  <a:moveTo>
                    <a:pt x="21" y="0"/>
                  </a:moveTo>
                  <a:lnTo>
                    <a:pt x="0" y="21"/>
                  </a:lnTo>
                  <a:lnTo>
                    <a:pt x="41" y="4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1" name="Google Shape;591;p27"/>
            <p:cNvSpPr/>
            <p:nvPr/>
          </p:nvSpPr>
          <p:spPr>
            <a:xfrm>
              <a:off x="5677500" y="4874150"/>
              <a:ext cx="1050" cy="1050"/>
            </a:xfrm>
            <a:custGeom>
              <a:avLst/>
              <a:gdLst/>
              <a:ahLst/>
              <a:cxnLst/>
              <a:rect l="l" t="t" r="r" b="b"/>
              <a:pathLst>
                <a:path w="42" h="42" fill="none" extrusionOk="0">
                  <a:moveTo>
                    <a:pt x="21" y="0"/>
                  </a:moveTo>
                  <a:lnTo>
                    <a:pt x="21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2" name="Google Shape;592;p27"/>
            <p:cNvSpPr/>
            <p:nvPr/>
          </p:nvSpPr>
          <p:spPr>
            <a:xfrm>
              <a:off x="5772450" y="4874650"/>
              <a:ext cx="4650" cy="18600"/>
            </a:xfrm>
            <a:custGeom>
              <a:avLst/>
              <a:gdLst/>
              <a:ahLst/>
              <a:cxnLst/>
              <a:rect l="l" t="t" r="r" b="b"/>
              <a:pathLst>
                <a:path w="186" h="744" extrusionOk="0">
                  <a:moveTo>
                    <a:pt x="83" y="1"/>
                  </a:moveTo>
                  <a:lnTo>
                    <a:pt x="41" y="248"/>
                  </a:lnTo>
                  <a:lnTo>
                    <a:pt x="0" y="723"/>
                  </a:lnTo>
                  <a:lnTo>
                    <a:pt x="186" y="744"/>
                  </a:lnTo>
                  <a:lnTo>
                    <a:pt x="145" y="248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3" name="Google Shape;593;p27"/>
            <p:cNvSpPr/>
            <p:nvPr/>
          </p:nvSpPr>
          <p:spPr>
            <a:xfrm>
              <a:off x="5772450" y="4874650"/>
              <a:ext cx="4650" cy="18600"/>
            </a:xfrm>
            <a:custGeom>
              <a:avLst/>
              <a:gdLst/>
              <a:ahLst/>
              <a:cxnLst/>
              <a:rect l="l" t="t" r="r" b="b"/>
              <a:pathLst>
                <a:path w="186" h="744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41" y="248"/>
                  </a:lnTo>
                  <a:lnTo>
                    <a:pt x="0" y="723"/>
                  </a:lnTo>
                  <a:lnTo>
                    <a:pt x="0" y="723"/>
                  </a:lnTo>
                  <a:lnTo>
                    <a:pt x="186" y="744"/>
                  </a:lnTo>
                  <a:lnTo>
                    <a:pt x="186" y="744"/>
                  </a:lnTo>
                  <a:lnTo>
                    <a:pt x="145" y="248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" name="Google Shape;594;p27"/>
            <p:cNvSpPr/>
            <p:nvPr/>
          </p:nvSpPr>
          <p:spPr>
            <a:xfrm>
              <a:off x="5729100" y="4874150"/>
              <a:ext cx="3625" cy="11875"/>
            </a:xfrm>
            <a:custGeom>
              <a:avLst/>
              <a:gdLst/>
              <a:ahLst/>
              <a:cxnLst/>
              <a:rect l="l" t="t" r="r" b="b"/>
              <a:pathLst>
                <a:path w="145" h="475" extrusionOk="0">
                  <a:moveTo>
                    <a:pt x="62" y="0"/>
                  </a:moveTo>
                  <a:lnTo>
                    <a:pt x="21" y="145"/>
                  </a:lnTo>
                  <a:lnTo>
                    <a:pt x="0" y="454"/>
                  </a:lnTo>
                  <a:lnTo>
                    <a:pt x="145" y="475"/>
                  </a:lnTo>
                  <a:lnTo>
                    <a:pt x="103" y="16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5" name="Google Shape;595;p27"/>
            <p:cNvSpPr/>
            <p:nvPr/>
          </p:nvSpPr>
          <p:spPr>
            <a:xfrm>
              <a:off x="5729100" y="4874150"/>
              <a:ext cx="3625" cy="11875"/>
            </a:xfrm>
            <a:custGeom>
              <a:avLst/>
              <a:gdLst/>
              <a:ahLst/>
              <a:cxnLst/>
              <a:rect l="l" t="t" r="r" b="b"/>
              <a:pathLst>
                <a:path w="145" h="475" fill="none" extrusionOk="0">
                  <a:moveTo>
                    <a:pt x="62" y="0"/>
                  </a:moveTo>
                  <a:lnTo>
                    <a:pt x="62" y="0"/>
                  </a:lnTo>
                  <a:lnTo>
                    <a:pt x="21" y="145"/>
                  </a:lnTo>
                  <a:lnTo>
                    <a:pt x="0" y="454"/>
                  </a:lnTo>
                  <a:lnTo>
                    <a:pt x="0" y="454"/>
                  </a:lnTo>
                  <a:lnTo>
                    <a:pt x="145" y="475"/>
                  </a:lnTo>
                  <a:lnTo>
                    <a:pt x="145" y="475"/>
                  </a:lnTo>
                  <a:lnTo>
                    <a:pt x="103" y="165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6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6" name="Google Shape;596;p27"/>
            <p:cNvSpPr/>
            <p:nvPr/>
          </p:nvSpPr>
          <p:spPr>
            <a:xfrm>
              <a:off x="5868950" y="4874650"/>
              <a:ext cx="5700" cy="27375"/>
            </a:xfrm>
            <a:custGeom>
              <a:avLst/>
              <a:gdLst/>
              <a:ahLst/>
              <a:cxnLst/>
              <a:rect l="l" t="t" r="r" b="b"/>
              <a:pathLst>
                <a:path w="228" h="1095" extrusionOk="0">
                  <a:moveTo>
                    <a:pt x="83" y="1"/>
                  </a:moveTo>
                  <a:lnTo>
                    <a:pt x="62" y="145"/>
                  </a:lnTo>
                  <a:lnTo>
                    <a:pt x="41" y="393"/>
                  </a:lnTo>
                  <a:lnTo>
                    <a:pt x="0" y="1095"/>
                  </a:lnTo>
                  <a:lnTo>
                    <a:pt x="227" y="1095"/>
                  </a:lnTo>
                  <a:lnTo>
                    <a:pt x="186" y="393"/>
                  </a:lnTo>
                  <a:lnTo>
                    <a:pt x="165" y="145"/>
                  </a:lnTo>
                  <a:lnTo>
                    <a:pt x="145" y="2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7" name="Google Shape;597;p27"/>
            <p:cNvSpPr/>
            <p:nvPr/>
          </p:nvSpPr>
          <p:spPr>
            <a:xfrm>
              <a:off x="5868950" y="4874650"/>
              <a:ext cx="5700" cy="27375"/>
            </a:xfrm>
            <a:custGeom>
              <a:avLst/>
              <a:gdLst/>
              <a:ahLst/>
              <a:cxnLst/>
              <a:rect l="l" t="t" r="r" b="b"/>
              <a:pathLst>
                <a:path w="228" h="1095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2" y="145"/>
                  </a:lnTo>
                  <a:lnTo>
                    <a:pt x="41" y="393"/>
                  </a:lnTo>
                  <a:lnTo>
                    <a:pt x="0" y="1095"/>
                  </a:lnTo>
                  <a:lnTo>
                    <a:pt x="0" y="1095"/>
                  </a:lnTo>
                  <a:lnTo>
                    <a:pt x="227" y="1095"/>
                  </a:lnTo>
                  <a:lnTo>
                    <a:pt x="227" y="1095"/>
                  </a:lnTo>
                  <a:lnTo>
                    <a:pt x="186" y="393"/>
                  </a:lnTo>
                  <a:lnTo>
                    <a:pt x="165" y="145"/>
                  </a:lnTo>
                  <a:lnTo>
                    <a:pt x="145" y="21"/>
                  </a:lnTo>
                  <a:lnTo>
                    <a:pt x="145" y="2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8" name="Google Shape;598;p27"/>
            <p:cNvSpPr/>
            <p:nvPr/>
          </p:nvSpPr>
          <p:spPr>
            <a:xfrm>
              <a:off x="5825075" y="4874650"/>
              <a:ext cx="5175" cy="24275"/>
            </a:xfrm>
            <a:custGeom>
              <a:avLst/>
              <a:gdLst/>
              <a:ahLst/>
              <a:cxnLst/>
              <a:rect l="l" t="t" r="r" b="b"/>
              <a:pathLst>
                <a:path w="207" h="971" extrusionOk="0">
                  <a:moveTo>
                    <a:pt x="83" y="1"/>
                  </a:moveTo>
                  <a:lnTo>
                    <a:pt x="62" y="125"/>
                  </a:lnTo>
                  <a:lnTo>
                    <a:pt x="42" y="331"/>
                  </a:lnTo>
                  <a:lnTo>
                    <a:pt x="1" y="950"/>
                  </a:lnTo>
                  <a:lnTo>
                    <a:pt x="207" y="971"/>
                  </a:lnTo>
                  <a:lnTo>
                    <a:pt x="166" y="331"/>
                  </a:lnTo>
                  <a:lnTo>
                    <a:pt x="145" y="12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9" name="Google Shape;599;p27"/>
            <p:cNvSpPr/>
            <p:nvPr/>
          </p:nvSpPr>
          <p:spPr>
            <a:xfrm>
              <a:off x="5825075" y="4874650"/>
              <a:ext cx="5175" cy="24275"/>
            </a:xfrm>
            <a:custGeom>
              <a:avLst/>
              <a:gdLst/>
              <a:ahLst/>
              <a:cxnLst/>
              <a:rect l="l" t="t" r="r" b="b"/>
              <a:pathLst>
                <a:path w="207" h="971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2" y="125"/>
                  </a:lnTo>
                  <a:lnTo>
                    <a:pt x="42" y="331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07" y="971"/>
                  </a:lnTo>
                  <a:lnTo>
                    <a:pt x="207" y="971"/>
                  </a:lnTo>
                  <a:lnTo>
                    <a:pt x="166" y="331"/>
                  </a:lnTo>
                  <a:lnTo>
                    <a:pt x="145" y="125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0" name="Google Shape;600;p27"/>
            <p:cNvSpPr/>
            <p:nvPr/>
          </p:nvSpPr>
          <p:spPr>
            <a:xfrm>
              <a:off x="5965950" y="4875175"/>
              <a:ext cx="5200" cy="28400"/>
            </a:xfrm>
            <a:custGeom>
              <a:avLst/>
              <a:gdLst/>
              <a:ahLst/>
              <a:cxnLst/>
              <a:rect l="l" t="t" r="r" b="b"/>
              <a:pathLst>
                <a:path w="208" h="1136" extrusionOk="0">
                  <a:moveTo>
                    <a:pt x="83" y="0"/>
                  </a:moveTo>
                  <a:lnTo>
                    <a:pt x="63" y="145"/>
                  </a:lnTo>
                  <a:lnTo>
                    <a:pt x="42" y="392"/>
                  </a:lnTo>
                  <a:lnTo>
                    <a:pt x="1" y="1136"/>
                  </a:lnTo>
                  <a:lnTo>
                    <a:pt x="207" y="1136"/>
                  </a:lnTo>
                  <a:lnTo>
                    <a:pt x="186" y="392"/>
                  </a:lnTo>
                  <a:lnTo>
                    <a:pt x="166" y="145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1" name="Google Shape;601;p27"/>
            <p:cNvSpPr/>
            <p:nvPr/>
          </p:nvSpPr>
          <p:spPr>
            <a:xfrm>
              <a:off x="5965950" y="4875175"/>
              <a:ext cx="5200" cy="28400"/>
            </a:xfrm>
            <a:custGeom>
              <a:avLst/>
              <a:gdLst/>
              <a:ahLst/>
              <a:cxnLst/>
              <a:rect l="l" t="t" r="r" b="b"/>
              <a:pathLst>
                <a:path w="208" h="1136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63" y="145"/>
                  </a:lnTo>
                  <a:lnTo>
                    <a:pt x="42" y="392"/>
                  </a:lnTo>
                  <a:lnTo>
                    <a:pt x="1" y="1136"/>
                  </a:lnTo>
                  <a:lnTo>
                    <a:pt x="1" y="1136"/>
                  </a:lnTo>
                  <a:lnTo>
                    <a:pt x="207" y="1136"/>
                  </a:lnTo>
                  <a:lnTo>
                    <a:pt x="207" y="1136"/>
                  </a:lnTo>
                  <a:lnTo>
                    <a:pt x="186" y="392"/>
                  </a:lnTo>
                  <a:lnTo>
                    <a:pt x="166" y="145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2" name="Google Shape;602;p27"/>
            <p:cNvSpPr/>
            <p:nvPr/>
          </p:nvSpPr>
          <p:spPr>
            <a:xfrm>
              <a:off x="5921575" y="4875175"/>
              <a:ext cx="5700" cy="28925"/>
            </a:xfrm>
            <a:custGeom>
              <a:avLst/>
              <a:gdLst/>
              <a:ahLst/>
              <a:cxnLst/>
              <a:rect l="l" t="t" r="r" b="b"/>
              <a:pathLst>
                <a:path w="228" h="1157" extrusionOk="0">
                  <a:moveTo>
                    <a:pt x="104" y="0"/>
                  </a:moveTo>
                  <a:lnTo>
                    <a:pt x="62" y="145"/>
                  </a:lnTo>
                  <a:lnTo>
                    <a:pt x="42" y="392"/>
                  </a:lnTo>
                  <a:lnTo>
                    <a:pt x="0" y="1136"/>
                  </a:lnTo>
                  <a:lnTo>
                    <a:pt x="228" y="1156"/>
                  </a:lnTo>
                  <a:lnTo>
                    <a:pt x="186" y="392"/>
                  </a:lnTo>
                  <a:lnTo>
                    <a:pt x="166" y="145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3" name="Google Shape;603;p27"/>
            <p:cNvSpPr/>
            <p:nvPr/>
          </p:nvSpPr>
          <p:spPr>
            <a:xfrm>
              <a:off x="5921575" y="4875175"/>
              <a:ext cx="5700" cy="28925"/>
            </a:xfrm>
            <a:custGeom>
              <a:avLst/>
              <a:gdLst/>
              <a:ahLst/>
              <a:cxnLst/>
              <a:rect l="l" t="t" r="r" b="b"/>
              <a:pathLst>
                <a:path w="228" h="1157" fill="none" extrusionOk="0">
                  <a:moveTo>
                    <a:pt x="104" y="0"/>
                  </a:moveTo>
                  <a:lnTo>
                    <a:pt x="104" y="0"/>
                  </a:lnTo>
                  <a:lnTo>
                    <a:pt x="62" y="145"/>
                  </a:lnTo>
                  <a:lnTo>
                    <a:pt x="42" y="392"/>
                  </a:lnTo>
                  <a:lnTo>
                    <a:pt x="0" y="1136"/>
                  </a:lnTo>
                  <a:lnTo>
                    <a:pt x="0" y="1136"/>
                  </a:lnTo>
                  <a:lnTo>
                    <a:pt x="228" y="1156"/>
                  </a:lnTo>
                  <a:lnTo>
                    <a:pt x="228" y="1156"/>
                  </a:lnTo>
                  <a:lnTo>
                    <a:pt x="186" y="392"/>
                  </a:lnTo>
                  <a:lnTo>
                    <a:pt x="166" y="145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0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" name="Google Shape;604;p27"/>
            <p:cNvSpPr/>
            <p:nvPr/>
          </p:nvSpPr>
          <p:spPr>
            <a:xfrm>
              <a:off x="6062975" y="4875175"/>
              <a:ext cx="5175" cy="24275"/>
            </a:xfrm>
            <a:custGeom>
              <a:avLst/>
              <a:gdLst/>
              <a:ahLst/>
              <a:cxnLst/>
              <a:rect l="l" t="t" r="r" b="b"/>
              <a:pathLst>
                <a:path w="207" h="971" extrusionOk="0">
                  <a:moveTo>
                    <a:pt x="83" y="0"/>
                  </a:moveTo>
                  <a:lnTo>
                    <a:pt x="41" y="331"/>
                  </a:lnTo>
                  <a:lnTo>
                    <a:pt x="0" y="970"/>
                  </a:lnTo>
                  <a:lnTo>
                    <a:pt x="0" y="970"/>
                  </a:lnTo>
                  <a:lnTo>
                    <a:pt x="207" y="950"/>
                  </a:lnTo>
                  <a:lnTo>
                    <a:pt x="165" y="33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5" name="Google Shape;605;p27"/>
            <p:cNvSpPr/>
            <p:nvPr/>
          </p:nvSpPr>
          <p:spPr>
            <a:xfrm>
              <a:off x="6062975" y="4875175"/>
              <a:ext cx="5175" cy="24275"/>
            </a:xfrm>
            <a:custGeom>
              <a:avLst/>
              <a:gdLst/>
              <a:ahLst/>
              <a:cxnLst/>
              <a:rect l="l" t="t" r="r" b="b"/>
              <a:pathLst>
                <a:path w="207" h="971" fill="none" extrusionOk="0">
                  <a:moveTo>
                    <a:pt x="124" y="0"/>
                  </a:moveTo>
                  <a:lnTo>
                    <a:pt x="124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41" y="331"/>
                  </a:lnTo>
                  <a:lnTo>
                    <a:pt x="0" y="970"/>
                  </a:lnTo>
                  <a:lnTo>
                    <a:pt x="0" y="970"/>
                  </a:lnTo>
                  <a:lnTo>
                    <a:pt x="207" y="950"/>
                  </a:lnTo>
                  <a:lnTo>
                    <a:pt x="207" y="950"/>
                  </a:lnTo>
                  <a:lnTo>
                    <a:pt x="165" y="331"/>
                  </a:lnTo>
                  <a:lnTo>
                    <a:pt x="12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6" name="Google Shape;606;p27"/>
            <p:cNvSpPr/>
            <p:nvPr/>
          </p:nvSpPr>
          <p:spPr>
            <a:xfrm>
              <a:off x="6018600" y="4875175"/>
              <a:ext cx="5700" cy="26850"/>
            </a:xfrm>
            <a:custGeom>
              <a:avLst/>
              <a:gdLst/>
              <a:ahLst/>
              <a:cxnLst/>
              <a:rect l="l" t="t" r="r" b="b"/>
              <a:pathLst>
                <a:path w="228" h="1074" extrusionOk="0">
                  <a:moveTo>
                    <a:pt x="83" y="0"/>
                  </a:moveTo>
                  <a:lnTo>
                    <a:pt x="62" y="145"/>
                  </a:lnTo>
                  <a:lnTo>
                    <a:pt x="41" y="372"/>
                  </a:lnTo>
                  <a:lnTo>
                    <a:pt x="0" y="1074"/>
                  </a:lnTo>
                  <a:lnTo>
                    <a:pt x="0" y="1074"/>
                  </a:lnTo>
                  <a:lnTo>
                    <a:pt x="227" y="1053"/>
                  </a:lnTo>
                  <a:lnTo>
                    <a:pt x="186" y="372"/>
                  </a:lnTo>
                  <a:lnTo>
                    <a:pt x="165" y="145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7" name="Google Shape;607;p27"/>
            <p:cNvSpPr/>
            <p:nvPr/>
          </p:nvSpPr>
          <p:spPr>
            <a:xfrm>
              <a:off x="6018600" y="4875175"/>
              <a:ext cx="5700" cy="26850"/>
            </a:xfrm>
            <a:custGeom>
              <a:avLst/>
              <a:gdLst/>
              <a:ahLst/>
              <a:cxnLst/>
              <a:rect l="l" t="t" r="r" b="b"/>
              <a:pathLst>
                <a:path w="228" h="1074" fill="none" extrusionOk="0">
                  <a:moveTo>
                    <a:pt x="145" y="0"/>
                  </a:moveTo>
                  <a:lnTo>
                    <a:pt x="145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62" y="145"/>
                  </a:lnTo>
                  <a:lnTo>
                    <a:pt x="41" y="372"/>
                  </a:lnTo>
                  <a:lnTo>
                    <a:pt x="0" y="1074"/>
                  </a:lnTo>
                  <a:lnTo>
                    <a:pt x="0" y="1074"/>
                  </a:lnTo>
                  <a:lnTo>
                    <a:pt x="227" y="1053"/>
                  </a:lnTo>
                  <a:lnTo>
                    <a:pt x="227" y="1053"/>
                  </a:lnTo>
                  <a:lnTo>
                    <a:pt x="186" y="372"/>
                  </a:lnTo>
                  <a:lnTo>
                    <a:pt x="165" y="145"/>
                  </a:lnTo>
                  <a:lnTo>
                    <a:pt x="14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8" name="Google Shape;608;p27"/>
            <p:cNvSpPr/>
            <p:nvPr/>
          </p:nvSpPr>
          <p:spPr>
            <a:xfrm>
              <a:off x="6160500" y="4874650"/>
              <a:ext cx="4150" cy="16025"/>
            </a:xfrm>
            <a:custGeom>
              <a:avLst/>
              <a:gdLst/>
              <a:ahLst/>
              <a:cxnLst/>
              <a:rect l="l" t="t" r="r" b="b"/>
              <a:pathLst>
                <a:path w="166" h="641" extrusionOk="0">
                  <a:moveTo>
                    <a:pt x="62" y="1"/>
                  </a:moveTo>
                  <a:lnTo>
                    <a:pt x="21" y="228"/>
                  </a:lnTo>
                  <a:lnTo>
                    <a:pt x="0" y="641"/>
                  </a:lnTo>
                  <a:lnTo>
                    <a:pt x="165" y="641"/>
                  </a:lnTo>
                  <a:lnTo>
                    <a:pt x="124" y="228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9" name="Google Shape;609;p27"/>
            <p:cNvSpPr/>
            <p:nvPr/>
          </p:nvSpPr>
          <p:spPr>
            <a:xfrm>
              <a:off x="6160500" y="4874650"/>
              <a:ext cx="4150" cy="16025"/>
            </a:xfrm>
            <a:custGeom>
              <a:avLst/>
              <a:gdLst/>
              <a:ahLst/>
              <a:cxnLst/>
              <a:rect l="l" t="t" r="r" b="b"/>
              <a:pathLst>
                <a:path w="166" h="641" fill="none" extrusionOk="0">
                  <a:moveTo>
                    <a:pt x="62" y="1"/>
                  </a:moveTo>
                  <a:lnTo>
                    <a:pt x="62" y="1"/>
                  </a:lnTo>
                  <a:lnTo>
                    <a:pt x="21" y="228"/>
                  </a:lnTo>
                  <a:lnTo>
                    <a:pt x="0" y="641"/>
                  </a:lnTo>
                  <a:lnTo>
                    <a:pt x="0" y="641"/>
                  </a:lnTo>
                  <a:lnTo>
                    <a:pt x="165" y="641"/>
                  </a:lnTo>
                  <a:lnTo>
                    <a:pt x="165" y="641"/>
                  </a:lnTo>
                  <a:lnTo>
                    <a:pt x="124" y="228"/>
                  </a:lnTo>
                  <a:lnTo>
                    <a:pt x="104" y="1"/>
                  </a:lnTo>
                  <a:lnTo>
                    <a:pt x="6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0" name="Google Shape;610;p27"/>
            <p:cNvSpPr/>
            <p:nvPr/>
          </p:nvSpPr>
          <p:spPr>
            <a:xfrm>
              <a:off x="6116125" y="4875175"/>
              <a:ext cx="4650" cy="19625"/>
            </a:xfrm>
            <a:custGeom>
              <a:avLst/>
              <a:gdLst/>
              <a:ahLst/>
              <a:cxnLst/>
              <a:rect l="l" t="t" r="r" b="b"/>
              <a:pathLst>
                <a:path w="186" h="785" extrusionOk="0">
                  <a:moveTo>
                    <a:pt x="62" y="0"/>
                  </a:moveTo>
                  <a:lnTo>
                    <a:pt x="21" y="269"/>
                  </a:lnTo>
                  <a:lnTo>
                    <a:pt x="0" y="785"/>
                  </a:lnTo>
                  <a:lnTo>
                    <a:pt x="186" y="764"/>
                  </a:lnTo>
                  <a:lnTo>
                    <a:pt x="145" y="269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1" name="Google Shape;611;p27"/>
            <p:cNvSpPr/>
            <p:nvPr/>
          </p:nvSpPr>
          <p:spPr>
            <a:xfrm>
              <a:off x="6116125" y="4875175"/>
              <a:ext cx="4650" cy="19625"/>
            </a:xfrm>
            <a:custGeom>
              <a:avLst/>
              <a:gdLst/>
              <a:ahLst/>
              <a:cxnLst/>
              <a:rect l="l" t="t" r="r" b="b"/>
              <a:pathLst>
                <a:path w="186" h="785" fill="none" extrusionOk="0">
                  <a:moveTo>
                    <a:pt x="103" y="0"/>
                  </a:moveTo>
                  <a:lnTo>
                    <a:pt x="103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21" y="269"/>
                  </a:lnTo>
                  <a:lnTo>
                    <a:pt x="0" y="785"/>
                  </a:lnTo>
                  <a:lnTo>
                    <a:pt x="0" y="785"/>
                  </a:lnTo>
                  <a:lnTo>
                    <a:pt x="186" y="764"/>
                  </a:lnTo>
                  <a:lnTo>
                    <a:pt x="186" y="764"/>
                  </a:lnTo>
                  <a:lnTo>
                    <a:pt x="145" y="269"/>
                  </a:lnTo>
                  <a:lnTo>
                    <a:pt x="10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2" name="Google Shape;612;p27"/>
            <p:cNvSpPr/>
            <p:nvPr/>
          </p:nvSpPr>
          <p:spPr>
            <a:xfrm>
              <a:off x="6258025" y="4875175"/>
              <a:ext cx="2600" cy="7250"/>
            </a:xfrm>
            <a:custGeom>
              <a:avLst/>
              <a:gdLst/>
              <a:ahLst/>
              <a:cxnLst/>
              <a:rect l="l" t="t" r="r" b="b"/>
              <a:pathLst>
                <a:path w="104" h="290" extrusionOk="0">
                  <a:moveTo>
                    <a:pt x="21" y="0"/>
                  </a:moveTo>
                  <a:lnTo>
                    <a:pt x="1" y="289"/>
                  </a:lnTo>
                  <a:lnTo>
                    <a:pt x="104" y="269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3" name="Google Shape;613;p27"/>
            <p:cNvSpPr/>
            <p:nvPr/>
          </p:nvSpPr>
          <p:spPr>
            <a:xfrm>
              <a:off x="6258025" y="4875175"/>
              <a:ext cx="2600" cy="7250"/>
            </a:xfrm>
            <a:custGeom>
              <a:avLst/>
              <a:gdLst/>
              <a:ahLst/>
              <a:cxnLst/>
              <a:rect l="l" t="t" r="r" b="b"/>
              <a:pathLst>
                <a:path w="104" h="290" fill="none" extrusionOk="0">
                  <a:moveTo>
                    <a:pt x="21" y="0"/>
                  </a:moveTo>
                  <a:lnTo>
                    <a:pt x="21" y="0"/>
                  </a:lnTo>
                  <a:lnTo>
                    <a:pt x="1" y="289"/>
                  </a:lnTo>
                  <a:lnTo>
                    <a:pt x="1" y="289"/>
                  </a:lnTo>
                  <a:lnTo>
                    <a:pt x="104" y="269"/>
                  </a:lnTo>
                  <a:lnTo>
                    <a:pt x="104" y="269"/>
                  </a:lnTo>
                  <a:lnTo>
                    <a:pt x="83" y="0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" name="Google Shape;614;p27"/>
            <p:cNvSpPr/>
            <p:nvPr/>
          </p:nvSpPr>
          <p:spPr>
            <a:xfrm>
              <a:off x="6213125" y="4875175"/>
              <a:ext cx="4150" cy="10850"/>
            </a:xfrm>
            <a:custGeom>
              <a:avLst/>
              <a:gdLst/>
              <a:ahLst/>
              <a:cxnLst/>
              <a:rect l="l" t="t" r="r" b="b"/>
              <a:pathLst>
                <a:path w="166" h="434" extrusionOk="0">
                  <a:moveTo>
                    <a:pt x="63" y="0"/>
                  </a:moveTo>
                  <a:lnTo>
                    <a:pt x="42" y="165"/>
                  </a:lnTo>
                  <a:lnTo>
                    <a:pt x="1" y="434"/>
                  </a:lnTo>
                  <a:lnTo>
                    <a:pt x="166" y="413"/>
                  </a:lnTo>
                  <a:lnTo>
                    <a:pt x="125" y="145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5" name="Google Shape;615;p27"/>
            <p:cNvSpPr/>
            <p:nvPr/>
          </p:nvSpPr>
          <p:spPr>
            <a:xfrm>
              <a:off x="6213125" y="4875175"/>
              <a:ext cx="4150" cy="10850"/>
            </a:xfrm>
            <a:custGeom>
              <a:avLst/>
              <a:gdLst/>
              <a:ahLst/>
              <a:cxnLst/>
              <a:rect l="l" t="t" r="r" b="b"/>
              <a:pathLst>
                <a:path w="166" h="434" fill="none" extrusionOk="0">
                  <a:moveTo>
                    <a:pt x="63" y="0"/>
                  </a:moveTo>
                  <a:lnTo>
                    <a:pt x="63" y="0"/>
                  </a:lnTo>
                  <a:lnTo>
                    <a:pt x="42" y="165"/>
                  </a:lnTo>
                  <a:lnTo>
                    <a:pt x="1" y="434"/>
                  </a:lnTo>
                  <a:lnTo>
                    <a:pt x="1" y="434"/>
                  </a:lnTo>
                  <a:lnTo>
                    <a:pt x="166" y="413"/>
                  </a:lnTo>
                  <a:lnTo>
                    <a:pt x="166" y="413"/>
                  </a:lnTo>
                  <a:lnTo>
                    <a:pt x="125" y="145"/>
                  </a:lnTo>
                  <a:lnTo>
                    <a:pt x="104" y="0"/>
                  </a:lnTo>
                  <a:lnTo>
                    <a:pt x="6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6" name="Google Shape;616;p27"/>
            <p:cNvSpPr/>
            <p:nvPr/>
          </p:nvSpPr>
          <p:spPr>
            <a:xfrm>
              <a:off x="6355550" y="4875175"/>
              <a:ext cx="1575" cy="1050"/>
            </a:xfrm>
            <a:custGeom>
              <a:avLst/>
              <a:gdLst/>
              <a:ahLst/>
              <a:cxnLst/>
              <a:rect l="l" t="t" r="r" b="b"/>
              <a:pathLst>
                <a:path w="63" h="42" extrusionOk="0">
                  <a:moveTo>
                    <a:pt x="1" y="0"/>
                  </a:moveTo>
                  <a:lnTo>
                    <a:pt x="1" y="42"/>
                  </a:lnTo>
                  <a:lnTo>
                    <a:pt x="63" y="4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7" name="Google Shape;617;p27"/>
            <p:cNvSpPr/>
            <p:nvPr/>
          </p:nvSpPr>
          <p:spPr>
            <a:xfrm>
              <a:off x="6355550" y="4875175"/>
              <a:ext cx="1575" cy="1050"/>
            </a:xfrm>
            <a:custGeom>
              <a:avLst/>
              <a:gdLst/>
              <a:ahLst/>
              <a:cxnLst/>
              <a:rect l="l" t="t" r="r" b="b"/>
              <a:pathLst>
                <a:path w="63" h="42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42"/>
                  </a:lnTo>
                  <a:lnTo>
                    <a:pt x="1" y="42"/>
                  </a:lnTo>
                  <a:lnTo>
                    <a:pt x="63" y="42"/>
                  </a:lnTo>
                  <a:lnTo>
                    <a:pt x="63" y="42"/>
                  </a:lnTo>
                  <a:lnTo>
                    <a:pt x="63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8" name="Google Shape;618;p27"/>
            <p:cNvSpPr/>
            <p:nvPr/>
          </p:nvSpPr>
          <p:spPr>
            <a:xfrm>
              <a:off x="6311175" y="4875175"/>
              <a:ext cx="2100" cy="3125"/>
            </a:xfrm>
            <a:custGeom>
              <a:avLst/>
              <a:gdLst/>
              <a:ahLst/>
              <a:cxnLst/>
              <a:rect l="l" t="t" r="r" b="b"/>
              <a:pathLst>
                <a:path w="84" h="125" extrusionOk="0">
                  <a:moveTo>
                    <a:pt x="21" y="0"/>
                  </a:moveTo>
                  <a:lnTo>
                    <a:pt x="1" y="124"/>
                  </a:lnTo>
                  <a:lnTo>
                    <a:pt x="83" y="124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9" name="Google Shape;619;p27"/>
            <p:cNvSpPr/>
            <p:nvPr/>
          </p:nvSpPr>
          <p:spPr>
            <a:xfrm>
              <a:off x="6311175" y="4875175"/>
              <a:ext cx="2100" cy="3125"/>
            </a:xfrm>
            <a:custGeom>
              <a:avLst/>
              <a:gdLst/>
              <a:ahLst/>
              <a:cxnLst/>
              <a:rect l="l" t="t" r="r" b="b"/>
              <a:pathLst>
                <a:path w="84" h="125" fill="none" extrusionOk="0">
                  <a:moveTo>
                    <a:pt x="21" y="0"/>
                  </a:moveTo>
                  <a:lnTo>
                    <a:pt x="21" y="0"/>
                  </a:lnTo>
                  <a:lnTo>
                    <a:pt x="1" y="124"/>
                  </a:lnTo>
                  <a:lnTo>
                    <a:pt x="1" y="124"/>
                  </a:lnTo>
                  <a:lnTo>
                    <a:pt x="83" y="124"/>
                  </a:lnTo>
                  <a:lnTo>
                    <a:pt x="83" y="124"/>
                  </a:lnTo>
                  <a:lnTo>
                    <a:pt x="63" y="0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0" name="Google Shape;620;p27"/>
            <p:cNvSpPr/>
            <p:nvPr/>
          </p:nvSpPr>
          <p:spPr>
            <a:xfrm>
              <a:off x="5672325" y="4873625"/>
              <a:ext cx="484575" cy="1575"/>
            </a:xfrm>
            <a:custGeom>
              <a:avLst/>
              <a:gdLst/>
              <a:ahLst/>
              <a:cxnLst/>
              <a:rect l="l" t="t" r="r" b="b"/>
              <a:pathLst>
                <a:path w="19383" h="63" extrusionOk="0">
                  <a:moveTo>
                    <a:pt x="1" y="0"/>
                  </a:moveTo>
                  <a:lnTo>
                    <a:pt x="55" y="0"/>
                  </a:lnTo>
                  <a:lnTo>
                    <a:pt x="55" y="0"/>
                  </a:lnTo>
                  <a:lnTo>
                    <a:pt x="42" y="0"/>
                  </a:lnTo>
                  <a:close/>
                  <a:moveTo>
                    <a:pt x="55" y="0"/>
                  </a:moveTo>
                  <a:lnTo>
                    <a:pt x="2333" y="21"/>
                  </a:lnTo>
                  <a:lnTo>
                    <a:pt x="2354" y="21"/>
                  </a:lnTo>
                  <a:lnTo>
                    <a:pt x="4088" y="42"/>
                  </a:lnTo>
                  <a:lnTo>
                    <a:pt x="7948" y="42"/>
                  </a:lnTo>
                  <a:lnTo>
                    <a:pt x="8010" y="62"/>
                  </a:lnTo>
                  <a:lnTo>
                    <a:pt x="17855" y="62"/>
                  </a:lnTo>
                  <a:lnTo>
                    <a:pt x="19383" y="42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1" name="Google Shape;621;p27"/>
            <p:cNvSpPr/>
            <p:nvPr/>
          </p:nvSpPr>
          <p:spPr>
            <a:xfrm>
              <a:off x="5672325" y="4873625"/>
              <a:ext cx="484575" cy="1575"/>
            </a:xfrm>
            <a:custGeom>
              <a:avLst/>
              <a:gdLst/>
              <a:ahLst/>
              <a:cxnLst/>
              <a:rect l="l" t="t" r="r" b="b"/>
              <a:pathLst>
                <a:path w="19383" h="63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2333" y="21"/>
                  </a:lnTo>
                  <a:lnTo>
                    <a:pt x="2333" y="21"/>
                  </a:lnTo>
                  <a:lnTo>
                    <a:pt x="2354" y="21"/>
                  </a:lnTo>
                  <a:lnTo>
                    <a:pt x="2354" y="21"/>
                  </a:lnTo>
                  <a:lnTo>
                    <a:pt x="4088" y="42"/>
                  </a:lnTo>
                  <a:lnTo>
                    <a:pt x="4088" y="42"/>
                  </a:lnTo>
                  <a:lnTo>
                    <a:pt x="4129" y="42"/>
                  </a:lnTo>
                  <a:lnTo>
                    <a:pt x="4129" y="42"/>
                  </a:lnTo>
                  <a:lnTo>
                    <a:pt x="6193" y="42"/>
                  </a:lnTo>
                  <a:lnTo>
                    <a:pt x="6193" y="42"/>
                  </a:lnTo>
                  <a:lnTo>
                    <a:pt x="6234" y="42"/>
                  </a:lnTo>
                  <a:lnTo>
                    <a:pt x="6234" y="42"/>
                  </a:lnTo>
                  <a:lnTo>
                    <a:pt x="7948" y="42"/>
                  </a:lnTo>
                  <a:lnTo>
                    <a:pt x="7948" y="42"/>
                  </a:lnTo>
                  <a:lnTo>
                    <a:pt x="8010" y="62"/>
                  </a:lnTo>
                  <a:lnTo>
                    <a:pt x="8010" y="62"/>
                  </a:lnTo>
                  <a:lnTo>
                    <a:pt x="10074" y="62"/>
                  </a:lnTo>
                  <a:lnTo>
                    <a:pt x="10074" y="62"/>
                  </a:lnTo>
                  <a:lnTo>
                    <a:pt x="10115" y="62"/>
                  </a:lnTo>
                  <a:lnTo>
                    <a:pt x="10115" y="62"/>
                  </a:lnTo>
                  <a:lnTo>
                    <a:pt x="11828" y="62"/>
                  </a:lnTo>
                  <a:lnTo>
                    <a:pt x="11828" y="62"/>
                  </a:lnTo>
                  <a:lnTo>
                    <a:pt x="11869" y="62"/>
                  </a:lnTo>
                  <a:lnTo>
                    <a:pt x="11869" y="62"/>
                  </a:lnTo>
                  <a:lnTo>
                    <a:pt x="13129" y="62"/>
                  </a:lnTo>
                  <a:lnTo>
                    <a:pt x="13129" y="62"/>
                  </a:lnTo>
                  <a:lnTo>
                    <a:pt x="13934" y="62"/>
                  </a:lnTo>
                  <a:lnTo>
                    <a:pt x="13934" y="62"/>
                  </a:lnTo>
                  <a:lnTo>
                    <a:pt x="13996" y="62"/>
                  </a:lnTo>
                  <a:lnTo>
                    <a:pt x="13996" y="62"/>
                  </a:lnTo>
                  <a:lnTo>
                    <a:pt x="15709" y="62"/>
                  </a:lnTo>
                  <a:lnTo>
                    <a:pt x="15709" y="62"/>
                  </a:lnTo>
                  <a:lnTo>
                    <a:pt x="15750" y="62"/>
                  </a:lnTo>
                  <a:lnTo>
                    <a:pt x="15750" y="62"/>
                  </a:lnTo>
                  <a:lnTo>
                    <a:pt x="17814" y="62"/>
                  </a:lnTo>
                  <a:lnTo>
                    <a:pt x="17814" y="62"/>
                  </a:lnTo>
                  <a:lnTo>
                    <a:pt x="17855" y="62"/>
                  </a:lnTo>
                  <a:lnTo>
                    <a:pt x="17855" y="62"/>
                  </a:lnTo>
                  <a:lnTo>
                    <a:pt x="19383" y="42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2" name="Google Shape;622;p27"/>
            <p:cNvSpPr/>
            <p:nvPr/>
          </p:nvSpPr>
          <p:spPr>
            <a:xfrm>
              <a:off x="6405100" y="4875675"/>
              <a:ext cx="12400" cy="25"/>
            </a:xfrm>
            <a:custGeom>
              <a:avLst/>
              <a:gdLst/>
              <a:ahLst/>
              <a:cxnLst/>
              <a:rect l="l" t="t" r="r" b="b"/>
              <a:pathLst>
                <a:path w="496" h="1" extrusionOk="0">
                  <a:moveTo>
                    <a:pt x="0" y="1"/>
                  </a:moveTo>
                  <a:lnTo>
                    <a:pt x="0" y="1"/>
                  </a:lnTo>
                  <a:lnTo>
                    <a:pt x="496" y="1"/>
                  </a:lnTo>
                  <a:lnTo>
                    <a:pt x="49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3" name="Google Shape;623;p27"/>
            <p:cNvSpPr/>
            <p:nvPr/>
          </p:nvSpPr>
          <p:spPr>
            <a:xfrm>
              <a:off x="6405100" y="4875675"/>
              <a:ext cx="12400" cy="25"/>
            </a:xfrm>
            <a:custGeom>
              <a:avLst/>
              <a:gdLst/>
              <a:ahLst/>
              <a:cxnLst/>
              <a:rect l="l" t="t" r="r" b="b"/>
              <a:pathLst>
                <a:path w="496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96" y="1"/>
                  </a:lnTo>
                  <a:lnTo>
                    <a:pt x="496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4" name="Google Shape;624;p27"/>
            <p:cNvSpPr/>
            <p:nvPr/>
          </p:nvSpPr>
          <p:spPr>
            <a:xfrm>
              <a:off x="6395300" y="4875675"/>
              <a:ext cx="9825" cy="25"/>
            </a:xfrm>
            <a:custGeom>
              <a:avLst/>
              <a:gdLst/>
              <a:ahLst/>
              <a:cxnLst/>
              <a:rect l="l" t="t" r="r" b="b"/>
              <a:pathLst>
                <a:path w="393" h="1" extrusionOk="0">
                  <a:moveTo>
                    <a:pt x="289" y="1"/>
                  </a:moveTo>
                  <a:lnTo>
                    <a:pt x="289" y="1"/>
                  </a:lnTo>
                  <a:lnTo>
                    <a:pt x="0" y="1"/>
                  </a:lnTo>
                  <a:lnTo>
                    <a:pt x="392" y="1"/>
                  </a:lnTo>
                  <a:lnTo>
                    <a:pt x="392" y="1"/>
                  </a:lnTo>
                  <a:lnTo>
                    <a:pt x="392" y="1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B250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5" name="Google Shape;625;p27"/>
            <p:cNvSpPr/>
            <p:nvPr/>
          </p:nvSpPr>
          <p:spPr>
            <a:xfrm>
              <a:off x="6395300" y="4875675"/>
              <a:ext cx="9825" cy="25"/>
            </a:xfrm>
            <a:custGeom>
              <a:avLst/>
              <a:gdLst/>
              <a:ahLst/>
              <a:cxnLst/>
              <a:rect l="l" t="t" r="r" b="b"/>
              <a:pathLst>
                <a:path w="393" h="1" fill="none" extrusionOk="0">
                  <a:moveTo>
                    <a:pt x="289" y="1"/>
                  </a:moveTo>
                  <a:lnTo>
                    <a:pt x="289" y="1"/>
                  </a:lnTo>
                  <a:lnTo>
                    <a:pt x="0" y="1"/>
                  </a:lnTo>
                  <a:lnTo>
                    <a:pt x="392" y="1"/>
                  </a:lnTo>
                  <a:lnTo>
                    <a:pt x="392" y="1"/>
                  </a:lnTo>
                  <a:lnTo>
                    <a:pt x="392" y="1"/>
                  </a:lnTo>
                  <a:lnTo>
                    <a:pt x="28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6" name="Google Shape;626;p27"/>
            <p:cNvSpPr/>
            <p:nvPr/>
          </p:nvSpPr>
          <p:spPr>
            <a:xfrm>
              <a:off x="6408200" y="5167750"/>
              <a:ext cx="25825" cy="550"/>
            </a:xfrm>
            <a:custGeom>
              <a:avLst/>
              <a:gdLst/>
              <a:ahLst/>
              <a:cxnLst/>
              <a:rect l="l" t="t" r="r" b="b"/>
              <a:pathLst>
                <a:path w="1033" h="22" extrusionOk="0">
                  <a:moveTo>
                    <a:pt x="0" y="1"/>
                  </a:moveTo>
                  <a:lnTo>
                    <a:pt x="0" y="22"/>
                  </a:lnTo>
                  <a:lnTo>
                    <a:pt x="1032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7" name="Google Shape;627;p27"/>
            <p:cNvSpPr/>
            <p:nvPr/>
          </p:nvSpPr>
          <p:spPr>
            <a:xfrm>
              <a:off x="6408200" y="5167750"/>
              <a:ext cx="25825" cy="550"/>
            </a:xfrm>
            <a:custGeom>
              <a:avLst/>
              <a:gdLst/>
              <a:ahLst/>
              <a:cxnLst/>
              <a:rect l="l" t="t" r="r" b="b"/>
              <a:pathLst>
                <a:path w="1033" h="22" fill="none" extrusionOk="0">
                  <a:moveTo>
                    <a:pt x="0" y="1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1032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8" name="Google Shape;628;p27"/>
            <p:cNvSpPr/>
            <p:nvPr/>
          </p:nvSpPr>
          <p:spPr>
            <a:xfrm>
              <a:off x="5714650" y="5166725"/>
              <a:ext cx="693575" cy="29950"/>
            </a:xfrm>
            <a:custGeom>
              <a:avLst/>
              <a:gdLst/>
              <a:ahLst/>
              <a:cxnLst/>
              <a:rect l="l" t="t" r="r" b="b"/>
              <a:pathLst>
                <a:path w="27743" h="1198" extrusionOk="0">
                  <a:moveTo>
                    <a:pt x="25802" y="42"/>
                  </a:moveTo>
                  <a:lnTo>
                    <a:pt x="25823" y="145"/>
                  </a:lnTo>
                  <a:lnTo>
                    <a:pt x="26772" y="104"/>
                  </a:lnTo>
                  <a:lnTo>
                    <a:pt x="27742" y="63"/>
                  </a:lnTo>
                  <a:lnTo>
                    <a:pt x="27742" y="42"/>
                  </a:lnTo>
                  <a:close/>
                  <a:moveTo>
                    <a:pt x="0" y="1"/>
                  </a:moveTo>
                  <a:lnTo>
                    <a:pt x="702" y="166"/>
                  </a:lnTo>
                  <a:lnTo>
                    <a:pt x="743" y="1"/>
                  </a:lnTo>
                  <a:close/>
                  <a:moveTo>
                    <a:pt x="24027" y="42"/>
                  </a:moveTo>
                  <a:lnTo>
                    <a:pt x="24068" y="269"/>
                  </a:lnTo>
                  <a:lnTo>
                    <a:pt x="25719" y="145"/>
                  </a:lnTo>
                  <a:lnTo>
                    <a:pt x="25740" y="42"/>
                  </a:lnTo>
                  <a:close/>
                  <a:moveTo>
                    <a:pt x="21921" y="42"/>
                  </a:moveTo>
                  <a:lnTo>
                    <a:pt x="21942" y="186"/>
                  </a:lnTo>
                  <a:lnTo>
                    <a:pt x="21963" y="434"/>
                  </a:lnTo>
                  <a:lnTo>
                    <a:pt x="23944" y="269"/>
                  </a:lnTo>
                  <a:lnTo>
                    <a:pt x="23985" y="42"/>
                  </a:lnTo>
                  <a:close/>
                  <a:moveTo>
                    <a:pt x="764" y="1"/>
                  </a:moveTo>
                  <a:lnTo>
                    <a:pt x="805" y="186"/>
                  </a:lnTo>
                  <a:lnTo>
                    <a:pt x="1610" y="352"/>
                  </a:lnTo>
                  <a:lnTo>
                    <a:pt x="2436" y="517"/>
                  </a:lnTo>
                  <a:lnTo>
                    <a:pt x="2477" y="186"/>
                  </a:lnTo>
                  <a:lnTo>
                    <a:pt x="2498" y="21"/>
                  </a:lnTo>
                  <a:lnTo>
                    <a:pt x="764" y="1"/>
                  </a:lnTo>
                  <a:close/>
                  <a:moveTo>
                    <a:pt x="20146" y="21"/>
                  </a:moveTo>
                  <a:lnTo>
                    <a:pt x="20187" y="228"/>
                  </a:lnTo>
                  <a:lnTo>
                    <a:pt x="20208" y="599"/>
                  </a:lnTo>
                  <a:lnTo>
                    <a:pt x="21818" y="434"/>
                  </a:lnTo>
                  <a:lnTo>
                    <a:pt x="21839" y="186"/>
                  </a:lnTo>
                  <a:lnTo>
                    <a:pt x="21880" y="42"/>
                  </a:lnTo>
                  <a:lnTo>
                    <a:pt x="20146" y="21"/>
                  </a:lnTo>
                  <a:close/>
                  <a:moveTo>
                    <a:pt x="19589" y="21"/>
                  </a:moveTo>
                  <a:lnTo>
                    <a:pt x="18041" y="42"/>
                  </a:lnTo>
                  <a:lnTo>
                    <a:pt x="18082" y="290"/>
                  </a:lnTo>
                  <a:lnTo>
                    <a:pt x="18103" y="785"/>
                  </a:lnTo>
                  <a:lnTo>
                    <a:pt x="20043" y="599"/>
                  </a:lnTo>
                  <a:lnTo>
                    <a:pt x="20084" y="228"/>
                  </a:lnTo>
                  <a:lnTo>
                    <a:pt x="20105" y="21"/>
                  </a:lnTo>
                  <a:close/>
                  <a:moveTo>
                    <a:pt x="2539" y="21"/>
                  </a:moveTo>
                  <a:lnTo>
                    <a:pt x="2560" y="207"/>
                  </a:lnTo>
                  <a:lnTo>
                    <a:pt x="2601" y="537"/>
                  </a:lnTo>
                  <a:lnTo>
                    <a:pt x="3571" y="682"/>
                  </a:lnTo>
                  <a:lnTo>
                    <a:pt x="4541" y="826"/>
                  </a:lnTo>
                  <a:lnTo>
                    <a:pt x="4562" y="310"/>
                  </a:lnTo>
                  <a:lnTo>
                    <a:pt x="4603" y="21"/>
                  </a:lnTo>
                  <a:close/>
                  <a:moveTo>
                    <a:pt x="16286" y="42"/>
                  </a:moveTo>
                  <a:lnTo>
                    <a:pt x="16328" y="352"/>
                  </a:lnTo>
                  <a:lnTo>
                    <a:pt x="16348" y="929"/>
                  </a:lnTo>
                  <a:lnTo>
                    <a:pt x="17917" y="806"/>
                  </a:lnTo>
                  <a:lnTo>
                    <a:pt x="17958" y="310"/>
                  </a:lnTo>
                  <a:lnTo>
                    <a:pt x="17999" y="42"/>
                  </a:lnTo>
                  <a:close/>
                  <a:moveTo>
                    <a:pt x="4645" y="21"/>
                  </a:moveTo>
                  <a:lnTo>
                    <a:pt x="4686" y="310"/>
                  </a:lnTo>
                  <a:lnTo>
                    <a:pt x="4727" y="847"/>
                  </a:lnTo>
                  <a:lnTo>
                    <a:pt x="5512" y="929"/>
                  </a:lnTo>
                  <a:lnTo>
                    <a:pt x="6296" y="1012"/>
                  </a:lnTo>
                  <a:lnTo>
                    <a:pt x="6317" y="372"/>
                  </a:lnTo>
                  <a:lnTo>
                    <a:pt x="6337" y="166"/>
                  </a:lnTo>
                  <a:lnTo>
                    <a:pt x="6378" y="42"/>
                  </a:lnTo>
                  <a:lnTo>
                    <a:pt x="4645" y="21"/>
                  </a:lnTo>
                  <a:close/>
                  <a:moveTo>
                    <a:pt x="14160" y="42"/>
                  </a:moveTo>
                  <a:lnTo>
                    <a:pt x="14181" y="186"/>
                  </a:lnTo>
                  <a:lnTo>
                    <a:pt x="14222" y="413"/>
                  </a:lnTo>
                  <a:lnTo>
                    <a:pt x="14243" y="1095"/>
                  </a:lnTo>
                  <a:lnTo>
                    <a:pt x="14759" y="1053"/>
                  </a:lnTo>
                  <a:lnTo>
                    <a:pt x="16162" y="950"/>
                  </a:lnTo>
                  <a:lnTo>
                    <a:pt x="16183" y="352"/>
                  </a:lnTo>
                  <a:lnTo>
                    <a:pt x="16224" y="42"/>
                  </a:lnTo>
                  <a:close/>
                  <a:moveTo>
                    <a:pt x="6420" y="42"/>
                  </a:moveTo>
                  <a:lnTo>
                    <a:pt x="6440" y="166"/>
                  </a:lnTo>
                  <a:lnTo>
                    <a:pt x="6461" y="372"/>
                  </a:lnTo>
                  <a:lnTo>
                    <a:pt x="6502" y="1012"/>
                  </a:lnTo>
                  <a:lnTo>
                    <a:pt x="7452" y="1095"/>
                  </a:lnTo>
                  <a:lnTo>
                    <a:pt x="8401" y="1136"/>
                  </a:lnTo>
                  <a:lnTo>
                    <a:pt x="8443" y="434"/>
                  </a:lnTo>
                  <a:lnTo>
                    <a:pt x="8463" y="186"/>
                  </a:lnTo>
                  <a:lnTo>
                    <a:pt x="8484" y="42"/>
                  </a:lnTo>
                  <a:close/>
                  <a:moveTo>
                    <a:pt x="12406" y="42"/>
                  </a:moveTo>
                  <a:lnTo>
                    <a:pt x="12426" y="186"/>
                  </a:lnTo>
                  <a:lnTo>
                    <a:pt x="12447" y="434"/>
                  </a:lnTo>
                  <a:lnTo>
                    <a:pt x="12488" y="1157"/>
                  </a:lnTo>
                  <a:lnTo>
                    <a:pt x="14036" y="1095"/>
                  </a:lnTo>
                  <a:lnTo>
                    <a:pt x="14078" y="413"/>
                  </a:lnTo>
                  <a:lnTo>
                    <a:pt x="14098" y="186"/>
                  </a:lnTo>
                  <a:lnTo>
                    <a:pt x="14119" y="42"/>
                  </a:lnTo>
                  <a:close/>
                  <a:moveTo>
                    <a:pt x="8525" y="42"/>
                  </a:moveTo>
                  <a:lnTo>
                    <a:pt x="8546" y="186"/>
                  </a:lnTo>
                  <a:lnTo>
                    <a:pt x="8566" y="434"/>
                  </a:lnTo>
                  <a:lnTo>
                    <a:pt x="8608" y="1157"/>
                  </a:lnTo>
                  <a:lnTo>
                    <a:pt x="10156" y="1177"/>
                  </a:lnTo>
                  <a:lnTo>
                    <a:pt x="10197" y="455"/>
                  </a:lnTo>
                  <a:lnTo>
                    <a:pt x="10218" y="186"/>
                  </a:lnTo>
                  <a:lnTo>
                    <a:pt x="10238" y="42"/>
                  </a:lnTo>
                  <a:close/>
                  <a:moveTo>
                    <a:pt x="10300" y="42"/>
                  </a:moveTo>
                  <a:lnTo>
                    <a:pt x="10321" y="207"/>
                  </a:lnTo>
                  <a:lnTo>
                    <a:pt x="10342" y="455"/>
                  </a:lnTo>
                  <a:lnTo>
                    <a:pt x="10383" y="1198"/>
                  </a:lnTo>
                  <a:lnTo>
                    <a:pt x="10734" y="1198"/>
                  </a:lnTo>
                  <a:lnTo>
                    <a:pt x="12261" y="1177"/>
                  </a:lnTo>
                  <a:lnTo>
                    <a:pt x="12303" y="434"/>
                  </a:lnTo>
                  <a:lnTo>
                    <a:pt x="12323" y="186"/>
                  </a:lnTo>
                  <a:lnTo>
                    <a:pt x="12364" y="42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9" name="Google Shape;629;p27"/>
            <p:cNvSpPr/>
            <p:nvPr/>
          </p:nvSpPr>
          <p:spPr>
            <a:xfrm>
              <a:off x="6359675" y="5167750"/>
              <a:ext cx="48550" cy="2625"/>
            </a:xfrm>
            <a:custGeom>
              <a:avLst/>
              <a:gdLst/>
              <a:ahLst/>
              <a:cxnLst/>
              <a:rect l="l" t="t" r="r" b="b"/>
              <a:pathLst>
                <a:path w="1942" h="105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971" y="63"/>
                  </a:lnTo>
                  <a:lnTo>
                    <a:pt x="1941" y="22"/>
                  </a:lnTo>
                  <a:lnTo>
                    <a:pt x="194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0" name="Google Shape;630;p27"/>
            <p:cNvSpPr/>
            <p:nvPr/>
          </p:nvSpPr>
          <p:spPr>
            <a:xfrm>
              <a:off x="5972150" y="5167750"/>
              <a:ext cx="51625" cy="28925"/>
            </a:xfrm>
            <a:custGeom>
              <a:avLst/>
              <a:gdLst/>
              <a:ahLst/>
              <a:cxnLst/>
              <a:rect l="l" t="t" r="r" b="b"/>
              <a:pathLst>
                <a:path w="2065" h="1157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66"/>
                  </a:lnTo>
                  <a:lnTo>
                    <a:pt x="42" y="414"/>
                  </a:lnTo>
                  <a:lnTo>
                    <a:pt x="83" y="1157"/>
                  </a:lnTo>
                  <a:lnTo>
                    <a:pt x="83" y="1157"/>
                  </a:lnTo>
                  <a:lnTo>
                    <a:pt x="434" y="1157"/>
                  </a:lnTo>
                  <a:lnTo>
                    <a:pt x="434" y="1157"/>
                  </a:lnTo>
                  <a:lnTo>
                    <a:pt x="1961" y="1136"/>
                  </a:lnTo>
                  <a:lnTo>
                    <a:pt x="1961" y="1136"/>
                  </a:lnTo>
                  <a:lnTo>
                    <a:pt x="2003" y="393"/>
                  </a:lnTo>
                  <a:lnTo>
                    <a:pt x="2023" y="145"/>
                  </a:lnTo>
                  <a:lnTo>
                    <a:pt x="2064" y="1"/>
                  </a:lnTo>
                  <a:lnTo>
                    <a:pt x="2064" y="1"/>
                  </a:lnTo>
                  <a:lnTo>
                    <a:pt x="1239" y="1"/>
                  </a:lnTo>
                  <a:lnTo>
                    <a:pt x="1239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1" name="Google Shape;631;p27"/>
            <p:cNvSpPr/>
            <p:nvPr/>
          </p:nvSpPr>
          <p:spPr>
            <a:xfrm>
              <a:off x="6024775" y="5167750"/>
              <a:ext cx="42850" cy="27900"/>
            </a:xfrm>
            <a:custGeom>
              <a:avLst/>
              <a:gdLst/>
              <a:ahLst/>
              <a:cxnLst/>
              <a:rect l="l" t="t" r="r" b="b"/>
              <a:pathLst>
                <a:path w="1714" h="1116" fill="none" extrusionOk="0">
                  <a:moveTo>
                    <a:pt x="1714" y="1"/>
                  </a:moveTo>
                  <a:lnTo>
                    <a:pt x="1714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1" y="145"/>
                  </a:lnTo>
                  <a:lnTo>
                    <a:pt x="42" y="393"/>
                  </a:lnTo>
                  <a:lnTo>
                    <a:pt x="83" y="1116"/>
                  </a:lnTo>
                  <a:lnTo>
                    <a:pt x="83" y="1116"/>
                  </a:lnTo>
                  <a:lnTo>
                    <a:pt x="1631" y="1054"/>
                  </a:lnTo>
                  <a:lnTo>
                    <a:pt x="1631" y="1054"/>
                  </a:lnTo>
                  <a:lnTo>
                    <a:pt x="1673" y="372"/>
                  </a:lnTo>
                  <a:lnTo>
                    <a:pt x="1693" y="145"/>
                  </a:lnTo>
                  <a:lnTo>
                    <a:pt x="171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2" name="Google Shape;632;p27"/>
            <p:cNvSpPr/>
            <p:nvPr/>
          </p:nvSpPr>
          <p:spPr>
            <a:xfrm>
              <a:off x="5927775" y="5167750"/>
              <a:ext cx="42850" cy="28425"/>
            </a:xfrm>
            <a:custGeom>
              <a:avLst/>
              <a:gdLst/>
              <a:ahLst/>
              <a:cxnLst/>
              <a:rect l="l" t="t" r="r" b="b"/>
              <a:pathLst>
                <a:path w="1714" h="1137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45"/>
                  </a:lnTo>
                  <a:lnTo>
                    <a:pt x="41" y="393"/>
                  </a:lnTo>
                  <a:lnTo>
                    <a:pt x="83" y="1116"/>
                  </a:lnTo>
                  <a:lnTo>
                    <a:pt x="83" y="1116"/>
                  </a:lnTo>
                  <a:lnTo>
                    <a:pt x="1631" y="1136"/>
                  </a:lnTo>
                  <a:lnTo>
                    <a:pt x="1631" y="1136"/>
                  </a:lnTo>
                  <a:lnTo>
                    <a:pt x="1672" y="414"/>
                  </a:lnTo>
                  <a:lnTo>
                    <a:pt x="1693" y="145"/>
                  </a:lnTo>
                  <a:lnTo>
                    <a:pt x="1713" y="1"/>
                  </a:lnTo>
                  <a:lnTo>
                    <a:pt x="1713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3" name="Google Shape;633;p27"/>
            <p:cNvSpPr/>
            <p:nvPr/>
          </p:nvSpPr>
          <p:spPr>
            <a:xfrm>
              <a:off x="6315300" y="5167750"/>
              <a:ext cx="42850" cy="5700"/>
            </a:xfrm>
            <a:custGeom>
              <a:avLst/>
              <a:gdLst/>
              <a:ahLst/>
              <a:cxnLst/>
              <a:rect l="l" t="t" r="r" b="b"/>
              <a:pathLst>
                <a:path w="1714" h="22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2" y="228"/>
                  </a:lnTo>
                  <a:lnTo>
                    <a:pt x="42" y="228"/>
                  </a:lnTo>
                  <a:lnTo>
                    <a:pt x="1693" y="104"/>
                  </a:lnTo>
                  <a:lnTo>
                    <a:pt x="1693" y="104"/>
                  </a:lnTo>
                  <a:lnTo>
                    <a:pt x="1714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4" name="Google Shape;634;p27"/>
            <p:cNvSpPr/>
            <p:nvPr/>
          </p:nvSpPr>
          <p:spPr>
            <a:xfrm>
              <a:off x="6068650" y="5167750"/>
              <a:ext cx="51625" cy="26350"/>
            </a:xfrm>
            <a:custGeom>
              <a:avLst/>
              <a:gdLst/>
              <a:ahLst/>
              <a:cxnLst/>
              <a:rect l="l" t="t" r="r" b="b"/>
              <a:pathLst>
                <a:path w="2065" h="1054" fill="none" extrusionOk="0">
                  <a:moveTo>
                    <a:pt x="2064" y="1"/>
                  </a:moveTo>
                  <a:lnTo>
                    <a:pt x="2064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21" y="145"/>
                  </a:lnTo>
                  <a:lnTo>
                    <a:pt x="62" y="372"/>
                  </a:lnTo>
                  <a:lnTo>
                    <a:pt x="83" y="1054"/>
                  </a:lnTo>
                  <a:lnTo>
                    <a:pt x="83" y="1054"/>
                  </a:lnTo>
                  <a:lnTo>
                    <a:pt x="599" y="1012"/>
                  </a:lnTo>
                  <a:lnTo>
                    <a:pt x="599" y="1012"/>
                  </a:lnTo>
                  <a:lnTo>
                    <a:pt x="2002" y="909"/>
                  </a:lnTo>
                  <a:lnTo>
                    <a:pt x="2002" y="909"/>
                  </a:lnTo>
                  <a:lnTo>
                    <a:pt x="2023" y="311"/>
                  </a:lnTo>
                  <a:lnTo>
                    <a:pt x="206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5" name="Google Shape;635;p27"/>
            <p:cNvSpPr/>
            <p:nvPr/>
          </p:nvSpPr>
          <p:spPr>
            <a:xfrm>
              <a:off x="5875125" y="5167750"/>
              <a:ext cx="51625" cy="27375"/>
            </a:xfrm>
            <a:custGeom>
              <a:avLst/>
              <a:gdLst/>
              <a:ahLst/>
              <a:cxnLst/>
              <a:rect l="l" t="t" r="r" b="b"/>
              <a:pathLst>
                <a:path w="2065" h="1095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125"/>
                  </a:lnTo>
                  <a:lnTo>
                    <a:pt x="42" y="331"/>
                  </a:lnTo>
                  <a:lnTo>
                    <a:pt x="83" y="971"/>
                  </a:lnTo>
                  <a:lnTo>
                    <a:pt x="83" y="971"/>
                  </a:lnTo>
                  <a:lnTo>
                    <a:pt x="1033" y="1054"/>
                  </a:lnTo>
                  <a:lnTo>
                    <a:pt x="1982" y="1095"/>
                  </a:lnTo>
                  <a:lnTo>
                    <a:pt x="1982" y="1095"/>
                  </a:lnTo>
                  <a:lnTo>
                    <a:pt x="2024" y="393"/>
                  </a:lnTo>
                  <a:lnTo>
                    <a:pt x="2044" y="145"/>
                  </a:lnTo>
                  <a:lnTo>
                    <a:pt x="2065" y="1"/>
                  </a:lnTo>
                  <a:lnTo>
                    <a:pt x="2065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6" name="Google Shape;636;p27"/>
            <p:cNvSpPr/>
            <p:nvPr/>
          </p:nvSpPr>
          <p:spPr>
            <a:xfrm>
              <a:off x="6262675" y="5167750"/>
              <a:ext cx="51625" cy="9850"/>
            </a:xfrm>
            <a:custGeom>
              <a:avLst/>
              <a:gdLst/>
              <a:ahLst/>
              <a:cxnLst/>
              <a:rect l="l" t="t" r="r" b="b"/>
              <a:pathLst>
                <a:path w="2065" h="39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45"/>
                  </a:lnTo>
                  <a:lnTo>
                    <a:pt x="42" y="393"/>
                  </a:lnTo>
                  <a:lnTo>
                    <a:pt x="42" y="393"/>
                  </a:lnTo>
                  <a:lnTo>
                    <a:pt x="2023" y="228"/>
                  </a:lnTo>
                  <a:lnTo>
                    <a:pt x="2023" y="228"/>
                  </a:lnTo>
                  <a:lnTo>
                    <a:pt x="2064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7" name="Google Shape;637;p27"/>
            <p:cNvSpPr/>
            <p:nvPr/>
          </p:nvSpPr>
          <p:spPr>
            <a:xfrm>
              <a:off x="6121800" y="5167750"/>
              <a:ext cx="42850" cy="22225"/>
            </a:xfrm>
            <a:custGeom>
              <a:avLst/>
              <a:gdLst/>
              <a:ahLst/>
              <a:cxnLst/>
              <a:rect l="l" t="t" r="r" b="b"/>
              <a:pathLst>
                <a:path w="1714" h="889" fill="none" extrusionOk="0">
                  <a:moveTo>
                    <a:pt x="1713" y="1"/>
                  </a:moveTo>
                  <a:lnTo>
                    <a:pt x="1713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2" y="311"/>
                  </a:lnTo>
                  <a:lnTo>
                    <a:pt x="62" y="888"/>
                  </a:lnTo>
                  <a:lnTo>
                    <a:pt x="62" y="888"/>
                  </a:lnTo>
                  <a:lnTo>
                    <a:pt x="1631" y="765"/>
                  </a:lnTo>
                  <a:lnTo>
                    <a:pt x="1631" y="765"/>
                  </a:lnTo>
                  <a:lnTo>
                    <a:pt x="1672" y="269"/>
                  </a:lnTo>
                  <a:lnTo>
                    <a:pt x="171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5830750" y="5167250"/>
              <a:ext cx="43375" cy="24800"/>
            </a:xfrm>
            <a:custGeom>
              <a:avLst/>
              <a:gdLst/>
              <a:ahLst/>
              <a:cxnLst/>
              <a:rect l="l" t="t" r="r" b="b"/>
              <a:pathLst>
                <a:path w="1735" h="992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42" y="289"/>
                  </a:lnTo>
                  <a:lnTo>
                    <a:pt x="83" y="826"/>
                  </a:lnTo>
                  <a:lnTo>
                    <a:pt x="83" y="826"/>
                  </a:lnTo>
                  <a:lnTo>
                    <a:pt x="868" y="908"/>
                  </a:lnTo>
                  <a:lnTo>
                    <a:pt x="1652" y="991"/>
                  </a:lnTo>
                  <a:lnTo>
                    <a:pt x="1652" y="991"/>
                  </a:lnTo>
                  <a:lnTo>
                    <a:pt x="1673" y="351"/>
                  </a:lnTo>
                  <a:lnTo>
                    <a:pt x="1693" y="145"/>
                  </a:lnTo>
                  <a:lnTo>
                    <a:pt x="1734" y="21"/>
                  </a:lnTo>
                  <a:lnTo>
                    <a:pt x="1734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6218300" y="5167250"/>
              <a:ext cx="43375" cy="14475"/>
            </a:xfrm>
            <a:custGeom>
              <a:avLst/>
              <a:gdLst/>
              <a:ahLst/>
              <a:cxnLst/>
              <a:rect l="l" t="t" r="r" b="b"/>
              <a:pathLst>
                <a:path w="1735" h="57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1" y="207"/>
                  </a:lnTo>
                  <a:lnTo>
                    <a:pt x="62" y="578"/>
                  </a:lnTo>
                  <a:lnTo>
                    <a:pt x="62" y="578"/>
                  </a:lnTo>
                  <a:lnTo>
                    <a:pt x="1672" y="413"/>
                  </a:lnTo>
                  <a:lnTo>
                    <a:pt x="1672" y="413"/>
                  </a:lnTo>
                  <a:lnTo>
                    <a:pt x="1693" y="165"/>
                  </a:lnTo>
                  <a:lnTo>
                    <a:pt x="1734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0" name="Google Shape;640;p27"/>
            <p:cNvSpPr/>
            <p:nvPr/>
          </p:nvSpPr>
          <p:spPr>
            <a:xfrm>
              <a:off x="6165650" y="5167250"/>
              <a:ext cx="51625" cy="19100"/>
            </a:xfrm>
            <a:custGeom>
              <a:avLst/>
              <a:gdLst/>
              <a:ahLst/>
              <a:cxnLst/>
              <a:rect l="l" t="t" r="r" b="b"/>
              <a:pathLst>
                <a:path w="2065" h="764" fill="none" extrusionOk="0">
                  <a:moveTo>
                    <a:pt x="1549" y="0"/>
                  </a:moveTo>
                  <a:lnTo>
                    <a:pt x="1549" y="0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42" y="269"/>
                  </a:lnTo>
                  <a:lnTo>
                    <a:pt x="63" y="764"/>
                  </a:lnTo>
                  <a:lnTo>
                    <a:pt x="63" y="764"/>
                  </a:lnTo>
                  <a:lnTo>
                    <a:pt x="2003" y="578"/>
                  </a:lnTo>
                  <a:lnTo>
                    <a:pt x="2003" y="578"/>
                  </a:lnTo>
                  <a:lnTo>
                    <a:pt x="2044" y="207"/>
                  </a:lnTo>
                  <a:lnTo>
                    <a:pt x="2065" y="0"/>
                  </a:lnTo>
                  <a:lnTo>
                    <a:pt x="15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1" name="Google Shape;641;p27"/>
            <p:cNvSpPr/>
            <p:nvPr/>
          </p:nvSpPr>
          <p:spPr>
            <a:xfrm>
              <a:off x="5778125" y="5167250"/>
              <a:ext cx="51625" cy="20150"/>
            </a:xfrm>
            <a:custGeom>
              <a:avLst/>
              <a:gdLst/>
              <a:ahLst/>
              <a:cxnLst/>
              <a:rect l="l" t="t" r="r" b="b"/>
              <a:pathLst>
                <a:path w="2065" h="806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186"/>
                  </a:lnTo>
                  <a:lnTo>
                    <a:pt x="62" y="516"/>
                  </a:lnTo>
                  <a:lnTo>
                    <a:pt x="62" y="516"/>
                  </a:lnTo>
                  <a:lnTo>
                    <a:pt x="1032" y="661"/>
                  </a:lnTo>
                  <a:lnTo>
                    <a:pt x="2002" y="805"/>
                  </a:lnTo>
                  <a:lnTo>
                    <a:pt x="2002" y="805"/>
                  </a:lnTo>
                  <a:lnTo>
                    <a:pt x="2023" y="289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5733750" y="5166725"/>
              <a:ext cx="43350" cy="12925"/>
            </a:xfrm>
            <a:custGeom>
              <a:avLst/>
              <a:gdLst/>
              <a:ahLst/>
              <a:cxnLst/>
              <a:rect l="l" t="t" r="r" b="b"/>
              <a:pathLst>
                <a:path w="1734" h="517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1" y="186"/>
                  </a:lnTo>
                  <a:lnTo>
                    <a:pt x="41" y="186"/>
                  </a:lnTo>
                  <a:lnTo>
                    <a:pt x="846" y="352"/>
                  </a:lnTo>
                  <a:lnTo>
                    <a:pt x="1672" y="517"/>
                  </a:lnTo>
                  <a:lnTo>
                    <a:pt x="1672" y="517"/>
                  </a:lnTo>
                  <a:lnTo>
                    <a:pt x="1713" y="186"/>
                  </a:lnTo>
                  <a:lnTo>
                    <a:pt x="1734" y="21"/>
                  </a:lnTo>
                  <a:lnTo>
                    <a:pt x="1734" y="2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5714650" y="5166725"/>
              <a:ext cx="18600" cy="4150"/>
            </a:xfrm>
            <a:custGeom>
              <a:avLst/>
              <a:gdLst/>
              <a:ahLst/>
              <a:cxnLst/>
              <a:rect l="l" t="t" r="r" b="b"/>
              <a:pathLst>
                <a:path w="744" h="166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702" y="166"/>
                  </a:lnTo>
                  <a:lnTo>
                    <a:pt x="702" y="166"/>
                  </a:lnTo>
                  <a:lnTo>
                    <a:pt x="743" y="1"/>
                  </a:lnTo>
                  <a:lnTo>
                    <a:pt x="743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5775525" y="5167250"/>
              <a:ext cx="4175" cy="12925"/>
            </a:xfrm>
            <a:custGeom>
              <a:avLst/>
              <a:gdLst/>
              <a:ahLst/>
              <a:cxnLst/>
              <a:rect l="l" t="t" r="r" b="b"/>
              <a:pathLst>
                <a:path w="167" h="517" extrusionOk="0">
                  <a:moveTo>
                    <a:pt x="63" y="0"/>
                  </a:moveTo>
                  <a:lnTo>
                    <a:pt x="42" y="165"/>
                  </a:lnTo>
                  <a:lnTo>
                    <a:pt x="1" y="496"/>
                  </a:lnTo>
                  <a:lnTo>
                    <a:pt x="166" y="516"/>
                  </a:lnTo>
                  <a:lnTo>
                    <a:pt x="125" y="186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" name="Google Shape;645;p27"/>
            <p:cNvSpPr/>
            <p:nvPr/>
          </p:nvSpPr>
          <p:spPr>
            <a:xfrm>
              <a:off x="5775525" y="5167250"/>
              <a:ext cx="4175" cy="12925"/>
            </a:xfrm>
            <a:custGeom>
              <a:avLst/>
              <a:gdLst/>
              <a:ahLst/>
              <a:cxnLst/>
              <a:rect l="l" t="t" r="r" b="b"/>
              <a:pathLst>
                <a:path w="167" h="517" fill="none" extrusionOk="0">
                  <a:moveTo>
                    <a:pt x="63" y="0"/>
                  </a:moveTo>
                  <a:lnTo>
                    <a:pt x="63" y="0"/>
                  </a:lnTo>
                  <a:lnTo>
                    <a:pt x="42" y="165"/>
                  </a:lnTo>
                  <a:lnTo>
                    <a:pt x="1" y="496"/>
                  </a:lnTo>
                  <a:lnTo>
                    <a:pt x="1" y="496"/>
                  </a:lnTo>
                  <a:lnTo>
                    <a:pt x="166" y="516"/>
                  </a:lnTo>
                  <a:lnTo>
                    <a:pt x="166" y="516"/>
                  </a:lnTo>
                  <a:lnTo>
                    <a:pt x="125" y="186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6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5732200" y="5166725"/>
              <a:ext cx="2600" cy="4675"/>
            </a:xfrm>
            <a:custGeom>
              <a:avLst/>
              <a:gdLst/>
              <a:ahLst/>
              <a:cxnLst/>
              <a:rect l="l" t="t" r="r" b="b"/>
              <a:pathLst>
                <a:path w="104" h="187" extrusionOk="0">
                  <a:moveTo>
                    <a:pt x="41" y="1"/>
                  </a:moveTo>
                  <a:lnTo>
                    <a:pt x="0" y="166"/>
                  </a:lnTo>
                  <a:lnTo>
                    <a:pt x="103" y="186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5732200" y="5166725"/>
              <a:ext cx="2600" cy="4675"/>
            </a:xfrm>
            <a:custGeom>
              <a:avLst/>
              <a:gdLst/>
              <a:ahLst/>
              <a:cxnLst/>
              <a:rect l="l" t="t" r="r" b="b"/>
              <a:pathLst>
                <a:path w="104" h="187" fill="none" extrusionOk="0">
                  <a:moveTo>
                    <a:pt x="41" y="1"/>
                  </a:moveTo>
                  <a:lnTo>
                    <a:pt x="41" y="1"/>
                  </a:lnTo>
                  <a:lnTo>
                    <a:pt x="0" y="166"/>
                  </a:lnTo>
                  <a:lnTo>
                    <a:pt x="0" y="166"/>
                  </a:lnTo>
                  <a:lnTo>
                    <a:pt x="103" y="186"/>
                  </a:lnTo>
                  <a:lnTo>
                    <a:pt x="103" y="186"/>
                  </a:lnTo>
                  <a:lnTo>
                    <a:pt x="62" y="1"/>
                  </a:lnTo>
                  <a:lnTo>
                    <a:pt x="62" y="1"/>
                  </a:lnTo>
                  <a:lnTo>
                    <a:pt x="4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5872025" y="5167750"/>
              <a:ext cx="5200" cy="24300"/>
            </a:xfrm>
            <a:custGeom>
              <a:avLst/>
              <a:gdLst/>
              <a:ahLst/>
              <a:cxnLst/>
              <a:rect l="l" t="t" r="r" b="b"/>
              <a:pathLst>
                <a:path w="208" h="972" extrusionOk="0">
                  <a:moveTo>
                    <a:pt x="83" y="1"/>
                  </a:moveTo>
                  <a:lnTo>
                    <a:pt x="42" y="125"/>
                  </a:lnTo>
                  <a:lnTo>
                    <a:pt x="22" y="331"/>
                  </a:lnTo>
                  <a:lnTo>
                    <a:pt x="1" y="971"/>
                  </a:lnTo>
                  <a:lnTo>
                    <a:pt x="207" y="971"/>
                  </a:lnTo>
                  <a:lnTo>
                    <a:pt x="166" y="331"/>
                  </a:lnTo>
                  <a:lnTo>
                    <a:pt x="145" y="125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9" name="Google Shape;649;p27"/>
            <p:cNvSpPr/>
            <p:nvPr/>
          </p:nvSpPr>
          <p:spPr>
            <a:xfrm>
              <a:off x="5872025" y="5167750"/>
              <a:ext cx="5200" cy="24300"/>
            </a:xfrm>
            <a:custGeom>
              <a:avLst/>
              <a:gdLst/>
              <a:ahLst/>
              <a:cxnLst/>
              <a:rect l="l" t="t" r="r" b="b"/>
              <a:pathLst>
                <a:path w="208" h="972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42" y="125"/>
                  </a:lnTo>
                  <a:lnTo>
                    <a:pt x="22" y="331"/>
                  </a:lnTo>
                  <a:lnTo>
                    <a:pt x="1" y="971"/>
                  </a:lnTo>
                  <a:lnTo>
                    <a:pt x="1" y="971"/>
                  </a:lnTo>
                  <a:lnTo>
                    <a:pt x="207" y="971"/>
                  </a:lnTo>
                  <a:lnTo>
                    <a:pt x="207" y="971"/>
                  </a:lnTo>
                  <a:lnTo>
                    <a:pt x="166" y="331"/>
                  </a:lnTo>
                  <a:lnTo>
                    <a:pt x="145" y="125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0" name="Google Shape;650;p27"/>
            <p:cNvSpPr/>
            <p:nvPr/>
          </p:nvSpPr>
          <p:spPr>
            <a:xfrm>
              <a:off x="5828175" y="5167250"/>
              <a:ext cx="4675" cy="20650"/>
            </a:xfrm>
            <a:custGeom>
              <a:avLst/>
              <a:gdLst/>
              <a:ahLst/>
              <a:cxnLst/>
              <a:rect l="l" t="t" r="r" b="b"/>
              <a:pathLst>
                <a:path w="187" h="826" extrusionOk="0">
                  <a:moveTo>
                    <a:pt x="62" y="0"/>
                  </a:moveTo>
                  <a:lnTo>
                    <a:pt x="21" y="289"/>
                  </a:lnTo>
                  <a:lnTo>
                    <a:pt x="0" y="805"/>
                  </a:lnTo>
                  <a:lnTo>
                    <a:pt x="186" y="826"/>
                  </a:lnTo>
                  <a:lnTo>
                    <a:pt x="145" y="289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1" name="Google Shape;651;p27"/>
            <p:cNvSpPr/>
            <p:nvPr/>
          </p:nvSpPr>
          <p:spPr>
            <a:xfrm>
              <a:off x="5828175" y="5167250"/>
              <a:ext cx="4675" cy="20650"/>
            </a:xfrm>
            <a:custGeom>
              <a:avLst/>
              <a:gdLst/>
              <a:ahLst/>
              <a:cxnLst/>
              <a:rect l="l" t="t" r="r" b="b"/>
              <a:pathLst>
                <a:path w="187" h="826" fill="none" extrusionOk="0">
                  <a:moveTo>
                    <a:pt x="62" y="0"/>
                  </a:moveTo>
                  <a:lnTo>
                    <a:pt x="62" y="0"/>
                  </a:lnTo>
                  <a:lnTo>
                    <a:pt x="21" y="289"/>
                  </a:lnTo>
                  <a:lnTo>
                    <a:pt x="0" y="805"/>
                  </a:lnTo>
                  <a:lnTo>
                    <a:pt x="0" y="805"/>
                  </a:lnTo>
                  <a:lnTo>
                    <a:pt x="186" y="826"/>
                  </a:lnTo>
                  <a:lnTo>
                    <a:pt x="186" y="826"/>
                  </a:lnTo>
                  <a:lnTo>
                    <a:pt x="145" y="289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6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2" name="Google Shape;652;p27"/>
            <p:cNvSpPr/>
            <p:nvPr/>
          </p:nvSpPr>
          <p:spPr>
            <a:xfrm>
              <a:off x="5968525" y="5167750"/>
              <a:ext cx="5700" cy="28925"/>
            </a:xfrm>
            <a:custGeom>
              <a:avLst/>
              <a:gdLst/>
              <a:ahLst/>
              <a:cxnLst/>
              <a:rect l="l" t="t" r="r" b="b"/>
              <a:pathLst>
                <a:path w="228" h="1157" extrusionOk="0">
                  <a:moveTo>
                    <a:pt x="83" y="1"/>
                  </a:moveTo>
                  <a:lnTo>
                    <a:pt x="63" y="145"/>
                  </a:lnTo>
                  <a:lnTo>
                    <a:pt x="42" y="414"/>
                  </a:lnTo>
                  <a:lnTo>
                    <a:pt x="1" y="1136"/>
                  </a:lnTo>
                  <a:lnTo>
                    <a:pt x="228" y="1157"/>
                  </a:lnTo>
                  <a:lnTo>
                    <a:pt x="187" y="414"/>
                  </a:lnTo>
                  <a:lnTo>
                    <a:pt x="166" y="166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3" name="Google Shape;653;p27"/>
            <p:cNvSpPr/>
            <p:nvPr/>
          </p:nvSpPr>
          <p:spPr>
            <a:xfrm>
              <a:off x="5968525" y="5167750"/>
              <a:ext cx="5700" cy="28925"/>
            </a:xfrm>
            <a:custGeom>
              <a:avLst/>
              <a:gdLst/>
              <a:ahLst/>
              <a:cxnLst/>
              <a:rect l="l" t="t" r="r" b="b"/>
              <a:pathLst>
                <a:path w="228" h="1157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3" y="145"/>
                  </a:lnTo>
                  <a:lnTo>
                    <a:pt x="42" y="414"/>
                  </a:lnTo>
                  <a:lnTo>
                    <a:pt x="1" y="1136"/>
                  </a:lnTo>
                  <a:lnTo>
                    <a:pt x="1" y="1136"/>
                  </a:lnTo>
                  <a:lnTo>
                    <a:pt x="228" y="1157"/>
                  </a:lnTo>
                  <a:lnTo>
                    <a:pt x="228" y="1157"/>
                  </a:lnTo>
                  <a:lnTo>
                    <a:pt x="187" y="414"/>
                  </a:lnTo>
                  <a:lnTo>
                    <a:pt x="166" y="166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4" name="Google Shape;654;p27"/>
            <p:cNvSpPr/>
            <p:nvPr/>
          </p:nvSpPr>
          <p:spPr>
            <a:xfrm>
              <a:off x="5924675" y="5167750"/>
              <a:ext cx="5175" cy="27900"/>
            </a:xfrm>
            <a:custGeom>
              <a:avLst/>
              <a:gdLst/>
              <a:ahLst/>
              <a:cxnLst/>
              <a:rect l="l" t="t" r="r" b="b"/>
              <a:pathLst>
                <a:path w="207" h="1116" extrusionOk="0">
                  <a:moveTo>
                    <a:pt x="83" y="1"/>
                  </a:moveTo>
                  <a:lnTo>
                    <a:pt x="62" y="145"/>
                  </a:lnTo>
                  <a:lnTo>
                    <a:pt x="42" y="393"/>
                  </a:lnTo>
                  <a:lnTo>
                    <a:pt x="0" y="1095"/>
                  </a:lnTo>
                  <a:lnTo>
                    <a:pt x="207" y="1116"/>
                  </a:lnTo>
                  <a:lnTo>
                    <a:pt x="165" y="393"/>
                  </a:lnTo>
                  <a:lnTo>
                    <a:pt x="145" y="14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5924675" y="5167750"/>
              <a:ext cx="5175" cy="27900"/>
            </a:xfrm>
            <a:custGeom>
              <a:avLst/>
              <a:gdLst/>
              <a:ahLst/>
              <a:cxnLst/>
              <a:rect l="l" t="t" r="r" b="b"/>
              <a:pathLst>
                <a:path w="207" h="1116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2" y="145"/>
                  </a:lnTo>
                  <a:lnTo>
                    <a:pt x="42" y="393"/>
                  </a:lnTo>
                  <a:lnTo>
                    <a:pt x="0" y="1095"/>
                  </a:lnTo>
                  <a:lnTo>
                    <a:pt x="0" y="1095"/>
                  </a:lnTo>
                  <a:lnTo>
                    <a:pt x="207" y="1116"/>
                  </a:lnTo>
                  <a:lnTo>
                    <a:pt x="207" y="1116"/>
                  </a:lnTo>
                  <a:lnTo>
                    <a:pt x="165" y="393"/>
                  </a:lnTo>
                  <a:lnTo>
                    <a:pt x="145" y="145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6" name="Google Shape;656;p27"/>
            <p:cNvSpPr/>
            <p:nvPr/>
          </p:nvSpPr>
          <p:spPr>
            <a:xfrm>
              <a:off x="6065550" y="5167750"/>
              <a:ext cx="5175" cy="26350"/>
            </a:xfrm>
            <a:custGeom>
              <a:avLst/>
              <a:gdLst/>
              <a:ahLst/>
              <a:cxnLst/>
              <a:rect l="l" t="t" r="r" b="b"/>
              <a:pathLst>
                <a:path w="207" h="1054" extrusionOk="0">
                  <a:moveTo>
                    <a:pt x="83" y="1"/>
                  </a:moveTo>
                  <a:lnTo>
                    <a:pt x="62" y="145"/>
                  </a:lnTo>
                  <a:lnTo>
                    <a:pt x="42" y="372"/>
                  </a:lnTo>
                  <a:lnTo>
                    <a:pt x="0" y="1054"/>
                  </a:lnTo>
                  <a:lnTo>
                    <a:pt x="207" y="1054"/>
                  </a:lnTo>
                  <a:lnTo>
                    <a:pt x="186" y="372"/>
                  </a:lnTo>
                  <a:lnTo>
                    <a:pt x="145" y="14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7" name="Google Shape;657;p27"/>
            <p:cNvSpPr/>
            <p:nvPr/>
          </p:nvSpPr>
          <p:spPr>
            <a:xfrm>
              <a:off x="6065550" y="5167750"/>
              <a:ext cx="5175" cy="26350"/>
            </a:xfrm>
            <a:custGeom>
              <a:avLst/>
              <a:gdLst/>
              <a:ahLst/>
              <a:cxnLst/>
              <a:rect l="l" t="t" r="r" b="b"/>
              <a:pathLst>
                <a:path w="207" h="1054" fill="none" extrusionOk="0">
                  <a:moveTo>
                    <a:pt x="124" y="1"/>
                  </a:moveTo>
                  <a:lnTo>
                    <a:pt x="124" y="1"/>
                  </a:lnTo>
                  <a:lnTo>
                    <a:pt x="83" y="1"/>
                  </a:lnTo>
                  <a:lnTo>
                    <a:pt x="83" y="1"/>
                  </a:lnTo>
                  <a:lnTo>
                    <a:pt x="62" y="145"/>
                  </a:lnTo>
                  <a:lnTo>
                    <a:pt x="42" y="372"/>
                  </a:lnTo>
                  <a:lnTo>
                    <a:pt x="0" y="1054"/>
                  </a:lnTo>
                  <a:lnTo>
                    <a:pt x="0" y="1054"/>
                  </a:lnTo>
                  <a:lnTo>
                    <a:pt x="207" y="1054"/>
                  </a:lnTo>
                  <a:lnTo>
                    <a:pt x="207" y="1054"/>
                  </a:lnTo>
                  <a:lnTo>
                    <a:pt x="186" y="372"/>
                  </a:lnTo>
                  <a:lnTo>
                    <a:pt x="145" y="145"/>
                  </a:lnTo>
                  <a:lnTo>
                    <a:pt x="12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8" name="Google Shape;658;p27"/>
            <p:cNvSpPr/>
            <p:nvPr/>
          </p:nvSpPr>
          <p:spPr>
            <a:xfrm>
              <a:off x="6021175" y="5167750"/>
              <a:ext cx="5700" cy="28425"/>
            </a:xfrm>
            <a:custGeom>
              <a:avLst/>
              <a:gdLst/>
              <a:ahLst/>
              <a:cxnLst/>
              <a:rect l="l" t="t" r="r" b="b"/>
              <a:pathLst>
                <a:path w="228" h="1137" extrusionOk="0">
                  <a:moveTo>
                    <a:pt x="103" y="1"/>
                  </a:moveTo>
                  <a:lnTo>
                    <a:pt x="62" y="145"/>
                  </a:lnTo>
                  <a:lnTo>
                    <a:pt x="42" y="393"/>
                  </a:lnTo>
                  <a:lnTo>
                    <a:pt x="0" y="1136"/>
                  </a:lnTo>
                  <a:lnTo>
                    <a:pt x="227" y="1116"/>
                  </a:lnTo>
                  <a:lnTo>
                    <a:pt x="186" y="393"/>
                  </a:lnTo>
                  <a:lnTo>
                    <a:pt x="165" y="145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9" name="Google Shape;659;p27"/>
            <p:cNvSpPr/>
            <p:nvPr/>
          </p:nvSpPr>
          <p:spPr>
            <a:xfrm>
              <a:off x="6021175" y="5167750"/>
              <a:ext cx="5700" cy="28425"/>
            </a:xfrm>
            <a:custGeom>
              <a:avLst/>
              <a:gdLst/>
              <a:ahLst/>
              <a:cxnLst/>
              <a:rect l="l" t="t" r="r" b="b"/>
              <a:pathLst>
                <a:path w="228" h="1137" fill="none" extrusionOk="0">
                  <a:moveTo>
                    <a:pt x="145" y="1"/>
                  </a:moveTo>
                  <a:lnTo>
                    <a:pt x="145" y="1"/>
                  </a:lnTo>
                  <a:lnTo>
                    <a:pt x="103" y="1"/>
                  </a:lnTo>
                  <a:lnTo>
                    <a:pt x="103" y="1"/>
                  </a:lnTo>
                  <a:lnTo>
                    <a:pt x="62" y="145"/>
                  </a:lnTo>
                  <a:lnTo>
                    <a:pt x="42" y="393"/>
                  </a:lnTo>
                  <a:lnTo>
                    <a:pt x="0" y="1136"/>
                  </a:lnTo>
                  <a:lnTo>
                    <a:pt x="0" y="1136"/>
                  </a:lnTo>
                  <a:lnTo>
                    <a:pt x="227" y="1116"/>
                  </a:lnTo>
                  <a:lnTo>
                    <a:pt x="227" y="1116"/>
                  </a:lnTo>
                  <a:lnTo>
                    <a:pt x="186" y="393"/>
                  </a:lnTo>
                  <a:lnTo>
                    <a:pt x="165" y="145"/>
                  </a:lnTo>
                  <a:lnTo>
                    <a:pt x="14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0" name="Google Shape;660;p27"/>
            <p:cNvSpPr/>
            <p:nvPr/>
          </p:nvSpPr>
          <p:spPr>
            <a:xfrm>
              <a:off x="6162550" y="5167750"/>
              <a:ext cx="4675" cy="19125"/>
            </a:xfrm>
            <a:custGeom>
              <a:avLst/>
              <a:gdLst/>
              <a:ahLst/>
              <a:cxnLst/>
              <a:rect l="l" t="t" r="r" b="b"/>
              <a:pathLst>
                <a:path w="187" h="765" extrusionOk="0">
                  <a:moveTo>
                    <a:pt x="83" y="1"/>
                  </a:moveTo>
                  <a:lnTo>
                    <a:pt x="42" y="269"/>
                  </a:lnTo>
                  <a:lnTo>
                    <a:pt x="1" y="765"/>
                  </a:lnTo>
                  <a:lnTo>
                    <a:pt x="187" y="744"/>
                  </a:lnTo>
                  <a:lnTo>
                    <a:pt x="166" y="249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1" name="Google Shape;661;p27"/>
            <p:cNvSpPr/>
            <p:nvPr/>
          </p:nvSpPr>
          <p:spPr>
            <a:xfrm>
              <a:off x="6162550" y="5167750"/>
              <a:ext cx="4675" cy="19125"/>
            </a:xfrm>
            <a:custGeom>
              <a:avLst/>
              <a:gdLst/>
              <a:ahLst/>
              <a:cxnLst/>
              <a:rect l="l" t="t" r="r" b="b"/>
              <a:pathLst>
                <a:path w="187" h="765" fill="none" extrusionOk="0">
                  <a:moveTo>
                    <a:pt x="125" y="1"/>
                  </a:moveTo>
                  <a:lnTo>
                    <a:pt x="125" y="1"/>
                  </a:lnTo>
                  <a:lnTo>
                    <a:pt x="83" y="1"/>
                  </a:lnTo>
                  <a:lnTo>
                    <a:pt x="83" y="1"/>
                  </a:lnTo>
                  <a:lnTo>
                    <a:pt x="42" y="269"/>
                  </a:lnTo>
                  <a:lnTo>
                    <a:pt x="1" y="765"/>
                  </a:lnTo>
                  <a:lnTo>
                    <a:pt x="1" y="765"/>
                  </a:lnTo>
                  <a:lnTo>
                    <a:pt x="187" y="744"/>
                  </a:lnTo>
                  <a:lnTo>
                    <a:pt x="187" y="744"/>
                  </a:lnTo>
                  <a:lnTo>
                    <a:pt x="166" y="249"/>
                  </a:lnTo>
                  <a:lnTo>
                    <a:pt x="12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Google Shape;662;p27"/>
            <p:cNvSpPr/>
            <p:nvPr/>
          </p:nvSpPr>
          <p:spPr>
            <a:xfrm>
              <a:off x="6118700" y="5167750"/>
              <a:ext cx="4675" cy="22750"/>
            </a:xfrm>
            <a:custGeom>
              <a:avLst/>
              <a:gdLst/>
              <a:ahLst/>
              <a:cxnLst/>
              <a:rect l="l" t="t" r="r" b="b"/>
              <a:pathLst>
                <a:path w="187" h="910" extrusionOk="0">
                  <a:moveTo>
                    <a:pt x="62" y="1"/>
                  </a:moveTo>
                  <a:lnTo>
                    <a:pt x="21" y="311"/>
                  </a:lnTo>
                  <a:lnTo>
                    <a:pt x="0" y="909"/>
                  </a:lnTo>
                  <a:lnTo>
                    <a:pt x="0" y="909"/>
                  </a:lnTo>
                  <a:lnTo>
                    <a:pt x="186" y="888"/>
                  </a:lnTo>
                  <a:lnTo>
                    <a:pt x="166" y="31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3" name="Google Shape;663;p27"/>
            <p:cNvSpPr/>
            <p:nvPr/>
          </p:nvSpPr>
          <p:spPr>
            <a:xfrm>
              <a:off x="6118700" y="5167750"/>
              <a:ext cx="4675" cy="22750"/>
            </a:xfrm>
            <a:custGeom>
              <a:avLst/>
              <a:gdLst/>
              <a:ahLst/>
              <a:cxnLst/>
              <a:rect l="l" t="t" r="r" b="b"/>
              <a:pathLst>
                <a:path w="187" h="910" fill="none" extrusionOk="0">
                  <a:moveTo>
                    <a:pt x="124" y="1"/>
                  </a:moveTo>
                  <a:lnTo>
                    <a:pt x="124" y="1"/>
                  </a:lnTo>
                  <a:lnTo>
                    <a:pt x="62" y="1"/>
                  </a:lnTo>
                  <a:lnTo>
                    <a:pt x="62" y="1"/>
                  </a:lnTo>
                  <a:lnTo>
                    <a:pt x="21" y="311"/>
                  </a:lnTo>
                  <a:lnTo>
                    <a:pt x="0" y="909"/>
                  </a:lnTo>
                  <a:lnTo>
                    <a:pt x="0" y="909"/>
                  </a:lnTo>
                  <a:lnTo>
                    <a:pt x="186" y="888"/>
                  </a:lnTo>
                  <a:lnTo>
                    <a:pt x="186" y="888"/>
                  </a:lnTo>
                  <a:lnTo>
                    <a:pt x="166" y="311"/>
                  </a:lnTo>
                  <a:lnTo>
                    <a:pt x="12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4" name="Google Shape;664;p27"/>
            <p:cNvSpPr/>
            <p:nvPr/>
          </p:nvSpPr>
          <p:spPr>
            <a:xfrm>
              <a:off x="6260100" y="5167750"/>
              <a:ext cx="3625" cy="9850"/>
            </a:xfrm>
            <a:custGeom>
              <a:avLst/>
              <a:gdLst/>
              <a:ahLst/>
              <a:cxnLst/>
              <a:rect l="l" t="t" r="r" b="b"/>
              <a:pathLst>
                <a:path w="145" h="394" extrusionOk="0">
                  <a:moveTo>
                    <a:pt x="62" y="1"/>
                  </a:moveTo>
                  <a:lnTo>
                    <a:pt x="21" y="145"/>
                  </a:lnTo>
                  <a:lnTo>
                    <a:pt x="0" y="393"/>
                  </a:lnTo>
                  <a:lnTo>
                    <a:pt x="145" y="393"/>
                  </a:lnTo>
                  <a:lnTo>
                    <a:pt x="124" y="145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5" name="Google Shape;665;p27"/>
            <p:cNvSpPr/>
            <p:nvPr/>
          </p:nvSpPr>
          <p:spPr>
            <a:xfrm>
              <a:off x="6260100" y="5167750"/>
              <a:ext cx="3625" cy="9850"/>
            </a:xfrm>
            <a:custGeom>
              <a:avLst/>
              <a:gdLst/>
              <a:ahLst/>
              <a:cxnLst/>
              <a:rect l="l" t="t" r="r" b="b"/>
              <a:pathLst>
                <a:path w="145" h="394" fill="none" extrusionOk="0">
                  <a:moveTo>
                    <a:pt x="62" y="1"/>
                  </a:moveTo>
                  <a:lnTo>
                    <a:pt x="62" y="1"/>
                  </a:lnTo>
                  <a:lnTo>
                    <a:pt x="21" y="145"/>
                  </a:lnTo>
                  <a:lnTo>
                    <a:pt x="0" y="393"/>
                  </a:lnTo>
                  <a:lnTo>
                    <a:pt x="0" y="393"/>
                  </a:lnTo>
                  <a:lnTo>
                    <a:pt x="145" y="393"/>
                  </a:lnTo>
                  <a:lnTo>
                    <a:pt x="145" y="393"/>
                  </a:lnTo>
                  <a:lnTo>
                    <a:pt x="124" y="145"/>
                  </a:lnTo>
                  <a:lnTo>
                    <a:pt x="103" y="1"/>
                  </a:lnTo>
                  <a:lnTo>
                    <a:pt x="6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6" name="Google Shape;666;p27"/>
            <p:cNvSpPr/>
            <p:nvPr/>
          </p:nvSpPr>
          <p:spPr>
            <a:xfrm>
              <a:off x="6215700" y="5167250"/>
              <a:ext cx="4175" cy="14475"/>
            </a:xfrm>
            <a:custGeom>
              <a:avLst/>
              <a:gdLst/>
              <a:ahLst/>
              <a:cxnLst/>
              <a:rect l="l" t="t" r="r" b="b"/>
              <a:pathLst>
                <a:path w="167" h="579" extrusionOk="0">
                  <a:moveTo>
                    <a:pt x="63" y="0"/>
                  </a:moveTo>
                  <a:lnTo>
                    <a:pt x="42" y="207"/>
                  </a:lnTo>
                  <a:lnTo>
                    <a:pt x="1" y="578"/>
                  </a:lnTo>
                  <a:lnTo>
                    <a:pt x="166" y="578"/>
                  </a:lnTo>
                  <a:lnTo>
                    <a:pt x="145" y="207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7" name="Google Shape;667;p27"/>
            <p:cNvSpPr/>
            <p:nvPr/>
          </p:nvSpPr>
          <p:spPr>
            <a:xfrm>
              <a:off x="6215700" y="5167250"/>
              <a:ext cx="4175" cy="14475"/>
            </a:xfrm>
            <a:custGeom>
              <a:avLst/>
              <a:gdLst/>
              <a:ahLst/>
              <a:cxnLst/>
              <a:rect l="l" t="t" r="r" b="b"/>
              <a:pathLst>
                <a:path w="167" h="579" fill="none" extrusionOk="0">
                  <a:moveTo>
                    <a:pt x="63" y="0"/>
                  </a:moveTo>
                  <a:lnTo>
                    <a:pt x="63" y="0"/>
                  </a:lnTo>
                  <a:lnTo>
                    <a:pt x="42" y="207"/>
                  </a:lnTo>
                  <a:lnTo>
                    <a:pt x="1" y="578"/>
                  </a:lnTo>
                  <a:lnTo>
                    <a:pt x="1" y="578"/>
                  </a:lnTo>
                  <a:lnTo>
                    <a:pt x="166" y="578"/>
                  </a:lnTo>
                  <a:lnTo>
                    <a:pt x="166" y="578"/>
                  </a:lnTo>
                  <a:lnTo>
                    <a:pt x="145" y="207"/>
                  </a:lnTo>
                  <a:lnTo>
                    <a:pt x="104" y="0"/>
                  </a:lnTo>
                  <a:lnTo>
                    <a:pt x="6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8" name="Google Shape;668;p27"/>
            <p:cNvSpPr/>
            <p:nvPr/>
          </p:nvSpPr>
          <p:spPr>
            <a:xfrm>
              <a:off x="6357625" y="5167750"/>
              <a:ext cx="2600" cy="2625"/>
            </a:xfrm>
            <a:custGeom>
              <a:avLst/>
              <a:gdLst/>
              <a:ahLst/>
              <a:cxnLst/>
              <a:rect l="l" t="t" r="r" b="b"/>
              <a:pathLst>
                <a:path w="104" h="105" extrusionOk="0">
                  <a:moveTo>
                    <a:pt x="21" y="1"/>
                  </a:moveTo>
                  <a:lnTo>
                    <a:pt x="0" y="104"/>
                  </a:lnTo>
                  <a:lnTo>
                    <a:pt x="104" y="104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9" name="Google Shape;669;p27"/>
            <p:cNvSpPr/>
            <p:nvPr/>
          </p:nvSpPr>
          <p:spPr>
            <a:xfrm>
              <a:off x="6357625" y="5167750"/>
              <a:ext cx="2600" cy="2625"/>
            </a:xfrm>
            <a:custGeom>
              <a:avLst/>
              <a:gdLst/>
              <a:ahLst/>
              <a:cxnLst/>
              <a:rect l="l" t="t" r="r" b="b"/>
              <a:pathLst>
                <a:path w="104" h="105" fill="none" extrusionOk="0">
                  <a:moveTo>
                    <a:pt x="21" y="1"/>
                  </a:moveTo>
                  <a:lnTo>
                    <a:pt x="21" y="1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83" y="1"/>
                  </a:lnTo>
                  <a:lnTo>
                    <a:pt x="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0" name="Google Shape;670;p27"/>
            <p:cNvSpPr/>
            <p:nvPr/>
          </p:nvSpPr>
          <p:spPr>
            <a:xfrm>
              <a:off x="6313250" y="5167750"/>
              <a:ext cx="3100" cy="5700"/>
            </a:xfrm>
            <a:custGeom>
              <a:avLst/>
              <a:gdLst/>
              <a:ahLst/>
              <a:cxnLst/>
              <a:rect l="l" t="t" r="r" b="b"/>
              <a:pathLst>
                <a:path w="124" h="228" extrusionOk="0">
                  <a:moveTo>
                    <a:pt x="41" y="1"/>
                  </a:moveTo>
                  <a:lnTo>
                    <a:pt x="0" y="228"/>
                  </a:lnTo>
                  <a:lnTo>
                    <a:pt x="124" y="228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1" name="Google Shape;671;p27"/>
            <p:cNvSpPr/>
            <p:nvPr/>
          </p:nvSpPr>
          <p:spPr>
            <a:xfrm>
              <a:off x="6313250" y="5167750"/>
              <a:ext cx="3100" cy="5700"/>
            </a:xfrm>
            <a:custGeom>
              <a:avLst/>
              <a:gdLst/>
              <a:ahLst/>
              <a:cxnLst/>
              <a:rect l="l" t="t" r="r" b="b"/>
              <a:pathLst>
                <a:path w="124" h="228" fill="none" extrusionOk="0">
                  <a:moveTo>
                    <a:pt x="41" y="1"/>
                  </a:moveTo>
                  <a:lnTo>
                    <a:pt x="41" y="1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124" y="228"/>
                  </a:lnTo>
                  <a:lnTo>
                    <a:pt x="124" y="228"/>
                  </a:lnTo>
                  <a:lnTo>
                    <a:pt x="83" y="1"/>
                  </a:lnTo>
                  <a:lnTo>
                    <a:pt x="4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2" name="Google Shape;672;p27"/>
            <p:cNvSpPr/>
            <p:nvPr/>
          </p:nvSpPr>
          <p:spPr>
            <a:xfrm>
              <a:off x="5711025" y="5165700"/>
              <a:ext cx="493350" cy="2075"/>
            </a:xfrm>
            <a:custGeom>
              <a:avLst/>
              <a:gdLst/>
              <a:ahLst/>
              <a:cxnLst/>
              <a:rect l="l" t="t" r="r" b="b"/>
              <a:pathLst>
                <a:path w="19734" h="83" extrusionOk="0">
                  <a:moveTo>
                    <a:pt x="1" y="0"/>
                  </a:moveTo>
                  <a:lnTo>
                    <a:pt x="145" y="42"/>
                  </a:lnTo>
                  <a:lnTo>
                    <a:pt x="909" y="42"/>
                  </a:lnTo>
                  <a:lnTo>
                    <a:pt x="2643" y="62"/>
                  </a:lnTo>
                  <a:lnTo>
                    <a:pt x="4790" y="62"/>
                  </a:lnTo>
                  <a:lnTo>
                    <a:pt x="6523" y="83"/>
                  </a:lnTo>
                  <a:lnTo>
                    <a:pt x="18186" y="83"/>
                  </a:lnTo>
                  <a:lnTo>
                    <a:pt x="19734" y="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3" name="Google Shape;673;p27"/>
            <p:cNvSpPr/>
            <p:nvPr/>
          </p:nvSpPr>
          <p:spPr>
            <a:xfrm>
              <a:off x="5711025" y="5165700"/>
              <a:ext cx="493350" cy="2075"/>
            </a:xfrm>
            <a:custGeom>
              <a:avLst/>
              <a:gdLst/>
              <a:ahLst/>
              <a:cxnLst/>
              <a:rect l="l" t="t" r="r" b="b"/>
              <a:pathLst>
                <a:path w="19734" h="83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45" y="42"/>
                  </a:lnTo>
                  <a:lnTo>
                    <a:pt x="145" y="42"/>
                  </a:lnTo>
                  <a:lnTo>
                    <a:pt x="888" y="42"/>
                  </a:lnTo>
                  <a:lnTo>
                    <a:pt x="888" y="42"/>
                  </a:lnTo>
                  <a:lnTo>
                    <a:pt x="909" y="42"/>
                  </a:lnTo>
                  <a:lnTo>
                    <a:pt x="909" y="42"/>
                  </a:lnTo>
                  <a:lnTo>
                    <a:pt x="2643" y="62"/>
                  </a:lnTo>
                  <a:lnTo>
                    <a:pt x="2643" y="62"/>
                  </a:lnTo>
                  <a:lnTo>
                    <a:pt x="2684" y="62"/>
                  </a:lnTo>
                  <a:lnTo>
                    <a:pt x="2684" y="62"/>
                  </a:lnTo>
                  <a:lnTo>
                    <a:pt x="4748" y="62"/>
                  </a:lnTo>
                  <a:lnTo>
                    <a:pt x="4748" y="62"/>
                  </a:lnTo>
                  <a:lnTo>
                    <a:pt x="4790" y="62"/>
                  </a:lnTo>
                  <a:lnTo>
                    <a:pt x="4790" y="62"/>
                  </a:lnTo>
                  <a:lnTo>
                    <a:pt x="6523" y="83"/>
                  </a:lnTo>
                  <a:lnTo>
                    <a:pt x="6523" y="83"/>
                  </a:lnTo>
                  <a:lnTo>
                    <a:pt x="6565" y="83"/>
                  </a:lnTo>
                  <a:lnTo>
                    <a:pt x="6565" y="83"/>
                  </a:lnTo>
                  <a:lnTo>
                    <a:pt x="8629" y="83"/>
                  </a:lnTo>
                  <a:lnTo>
                    <a:pt x="8629" y="83"/>
                  </a:lnTo>
                  <a:lnTo>
                    <a:pt x="8670" y="83"/>
                  </a:lnTo>
                  <a:lnTo>
                    <a:pt x="8670" y="83"/>
                  </a:lnTo>
                  <a:lnTo>
                    <a:pt x="10383" y="83"/>
                  </a:lnTo>
                  <a:lnTo>
                    <a:pt x="10383" y="83"/>
                  </a:lnTo>
                  <a:lnTo>
                    <a:pt x="10445" y="83"/>
                  </a:lnTo>
                  <a:lnTo>
                    <a:pt x="10445" y="83"/>
                  </a:lnTo>
                  <a:lnTo>
                    <a:pt x="11684" y="83"/>
                  </a:lnTo>
                  <a:lnTo>
                    <a:pt x="11684" y="83"/>
                  </a:lnTo>
                  <a:lnTo>
                    <a:pt x="12509" y="83"/>
                  </a:lnTo>
                  <a:lnTo>
                    <a:pt x="12509" y="83"/>
                  </a:lnTo>
                  <a:lnTo>
                    <a:pt x="12551" y="83"/>
                  </a:lnTo>
                  <a:lnTo>
                    <a:pt x="12551" y="83"/>
                  </a:lnTo>
                  <a:lnTo>
                    <a:pt x="14264" y="83"/>
                  </a:lnTo>
                  <a:lnTo>
                    <a:pt x="14264" y="83"/>
                  </a:lnTo>
                  <a:lnTo>
                    <a:pt x="14305" y="83"/>
                  </a:lnTo>
                  <a:lnTo>
                    <a:pt x="14305" y="83"/>
                  </a:lnTo>
                  <a:lnTo>
                    <a:pt x="16369" y="83"/>
                  </a:lnTo>
                  <a:lnTo>
                    <a:pt x="16369" y="83"/>
                  </a:lnTo>
                  <a:lnTo>
                    <a:pt x="16431" y="83"/>
                  </a:lnTo>
                  <a:lnTo>
                    <a:pt x="16431" y="83"/>
                  </a:lnTo>
                  <a:lnTo>
                    <a:pt x="18144" y="83"/>
                  </a:lnTo>
                  <a:lnTo>
                    <a:pt x="18144" y="83"/>
                  </a:lnTo>
                  <a:lnTo>
                    <a:pt x="18186" y="83"/>
                  </a:lnTo>
                  <a:lnTo>
                    <a:pt x="18186" y="83"/>
                  </a:lnTo>
                  <a:lnTo>
                    <a:pt x="19734" y="62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4" name="Google Shape;674;p27"/>
            <p:cNvSpPr/>
            <p:nvPr/>
          </p:nvSpPr>
          <p:spPr>
            <a:xfrm>
              <a:off x="6434000" y="5167750"/>
              <a:ext cx="22200" cy="550"/>
            </a:xfrm>
            <a:custGeom>
              <a:avLst/>
              <a:gdLst/>
              <a:ahLst/>
              <a:cxnLst/>
              <a:rect l="l" t="t" r="r" b="b"/>
              <a:pathLst>
                <a:path w="888" h="22" extrusionOk="0">
                  <a:moveTo>
                    <a:pt x="310" y="1"/>
                  </a:moveTo>
                  <a:lnTo>
                    <a:pt x="0" y="22"/>
                  </a:lnTo>
                  <a:lnTo>
                    <a:pt x="888" y="22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5" name="Google Shape;675;p27"/>
            <p:cNvSpPr/>
            <p:nvPr/>
          </p:nvSpPr>
          <p:spPr>
            <a:xfrm>
              <a:off x="6434000" y="5167750"/>
              <a:ext cx="22200" cy="550"/>
            </a:xfrm>
            <a:custGeom>
              <a:avLst/>
              <a:gdLst/>
              <a:ahLst/>
              <a:cxnLst/>
              <a:rect l="l" t="t" r="r" b="b"/>
              <a:pathLst>
                <a:path w="888" h="22" fill="none" extrusionOk="0">
                  <a:moveTo>
                    <a:pt x="310" y="1"/>
                  </a:moveTo>
                  <a:lnTo>
                    <a:pt x="310" y="1"/>
                  </a:lnTo>
                  <a:lnTo>
                    <a:pt x="0" y="22"/>
                  </a:lnTo>
                  <a:lnTo>
                    <a:pt x="888" y="22"/>
                  </a:lnTo>
                  <a:lnTo>
                    <a:pt x="888" y="22"/>
                  </a:lnTo>
                  <a:lnTo>
                    <a:pt x="31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6" name="Google Shape;676;p27"/>
            <p:cNvSpPr/>
            <p:nvPr/>
          </p:nvSpPr>
          <p:spPr>
            <a:xfrm>
              <a:off x="5679550" y="5312250"/>
              <a:ext cx="11900" cy="550"/>
            </a:xfrm>
            <a:custGeom>
              <a:avLst/>
              <a:gdLst/>
              <a:ahLst/>
              <a:cxnLst/>
              <a:rect l="l" t="t" r="r" b="b"/>
              <a:pathLst>
                <a:path w="476" h="22" extrusionOk="0">
                  <a:moveTo>
                    <a:pt x="1" y="0"/>
                  </a:moveTo>
                  <a:lnTo>
                    <a:pt x="83" y="21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7" name="Google Shape;677;p27"/>
            <p:cNvSpPr/>
            <p:nvPr/>
          </p:nvSpPr>
          <p:spPr>
            <a:xfrm>
              <a:off x="5679550" y="5312250"/>
              <a:ext cx="11900" cy="550"/>
            </a:xfrm>
            <a:custGeom>
              <a:avLst/>
              <a:gdLst/>
              <a:ahLst/>
              <a:cxnLst/>
              <a:rect l="l" t="t" r="r" b="b"/>
              <a:pathLst>
                <a:path w="476" h="22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" y="21"/>
                  </a:lnTo>
                  <a:lnTo>
                    <a:pt x="83" y="21"/>
                  </a:lnTo>
                  <a:lnTo>
                    <a:pt x="475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8" name="Google Shape;678;p27"/>
            <p:cNvSpPr/>
            <p:nvPr/>
          </p:nvSpPr>
          <p:spPr>
            <a:xfrm>
              <a:off x="5685750" y="5313800"/>
              <a:ext cx="321500" cy="28925"/>
            </a:xfrm>
            <a:custGeom>
              <a:avLst/>
              <a:gdLst/>
              <a:ahLst/>
              <a:cxnLst/>
              <a:rect l="l" t="t" r="r" b="b"/>
              <a:pathLst>
                <a:path w="12860" h="1157" extrusionOk="0">
                  <a:moveTo>
                    <a:pt x="0" y="0"/>
                  </a:moveTo>
                  <a:lnTo>
                    <a:pt x="1218" y="269"/>
                  </a:lnTo>
                  <a:lnTo>
                    <a:pt x="1239" y="104"/>
                  </a:lnTo>
                  <a:lnTo>
                    <a:pt x="1260" y="62"/>
                  </a:lnTo>
                  <a:lnTo>
                    <a:pt x="1280" y="62"/>
                  </a:lnTo>
                  <a:lnTo>
                    <a:pt x="1301" y="124"/>
                  </a:lnTo>
                  <a:lnTo>
                    <a:pt x="1321" y="289"/>
                  </a:lnTo>
                  <a:lnTo>
                    <a:pt x="2126" y="434"/>
                  </a:lnTo>
                  <a:lnTo>
                    <a:pt x="2952" y="578"/>
                  </a:lnTo>
                  <a:lnTo>
                    <a:pt x="2993" y="186"/>
                  </a:lnTo>
                  <a:lnTo>
                    <a:pt x="3014" y="83"/>
                  </a:lnTo>
                  <a:lnTo>
                    <a:pt x="3035" y="62"/>
                  </a:lnTo>
                  <a:lnTo>
                    <a:pt x="3055" y="83"/>
                  </a:lnTo>
                  <a:lnTo>
                    <a:pt x="3076" y="207"/>
                  </a:lnTo>
                  <a:lnTo>
                    <a:pt x="3117" y="599"/>
                  </a:lnTo>
                  <a:lnTo>
                    <a:pt x="4067" y="743"/>
                  </a:lnTo>
                  <a:lnTo>
                    <a:pt x="5058" y="867"/>
                  </a:lnTo>
                  <a:lnTo>
                    <a:pt x="5078" y="331"/>
                  </a:lnTo>
                  <a:lnTo>
                    <a:pt x="5099" y="166"/>
                  </a:lnTo>
                  <a:lnTo>
                    <a:pt x="5119" y="62"/>
                  </a:lnTo>
                  <a:lnTo>
                    <a:pt x="1837" y="42"/>
                  </a:lnTo>
                  <a:lnTo>
                    <a:pt x="0" y="0"/>
                  </a:lnTo>
                  <a:close/>
                  <a:moveTo>
                    <a:pt x="5161" y="62"/>
                  </a:moveTo>
                  <a:lnTo>
                    <a:pt x="5181" y="166"/>
                  </a:lnTo>
                  <a:lnTo>
                    <a:pt x="5202" y="331"/>
                  </a:lnTo>
                  <a:lnTo>
                    <a:pt x="5243" y="888"/>
                  </a:lnTo>
                  <a:lnTo>
                    <a:pt x="6028" y="950"/>
                  </a:lnTo>
                  <a:lnTo>
                    <a:pt x="6812" y="1012"/>
                  </a:lnTo>
                  <a:lnTo>
                    <a:pt x="6833" y="393"/>
                  </a:lnTo>
                  <a:lnTo>
                    <a:pt x="6853" y="186"/>
                  </a:lnTo>
                  <a:lnTo>
                    <a:pt x="6895" y="83"/>
                  </a:lnTo>
                  <a:lnTo>
                    <a:pt x="5161" y="62"/>
                  </a:lnTo>
                  <a:close/>
                  <a:moveTo>
                    <a:pt x="6915" y="83"/>
                  </a:moveTo>
                  <a:lnTo>
                    <a:pt x="6936" y="186"/>
                  </a:lnTo>
                  <a:lnTo>
                    <a:pt x="6977" y="393"/>
                  </a:lnTo>
                  <a:lnTo>
                    <a:pt x="6998" y="1032"/>
                  </a:lnTo>
                  <a:lnTo>
                    <a:pt x="7968" y="1094"/>
                  </a:lnTo>
                  <a:lnTo>
                    <a:pt x="8917" y="1136"/>
                  </a:lnTo>
                  <a:lnTo>
                    <a:pt x="8959" y="454"/>
                  </a:lnTo>
                  <a:lnTo>
                    <a:pt x="8979" y="227"/>
                  </a:lnTo>
                  <a:lnTo>
                    <a:pt x="9000" y="83"/>
                  </a:lnTo>
                  <a:close/>
                  <a:moveTo>
                    <a:pt x="9041" y="83"/>
                  </a:moveTo>
                  <a:lnTo>
                    <a:pt x="9062" y="227"/>
                  </a:lnTo>
                  <a:lnTo>
                    <a:pt x="9083" y="454"/>
                  </a:lnTo>
                  <a:lnTo>
                    <a:pt x="9124" y="1136"/>
                  </a:lnTo>
                  <a:lnTo>
                    <a:pt x="10631" y="1156"/>
                  </a:lnTo>
                  <a:lnTo>
                    <a:pt x="10672" y="1156"/>
                  </a:lnTo>
                  <a:lnTo>
                    <a:pt x="10713" y="454"/>
                  </a:lnTo>
                  <a:lnTo>
                    <a:pt x="10734" y="227"/>
                  </a:lnTo>
                  <a:lnTo>
                    <a:pt x="10754" y="104"/>
                  </a:lnTo>
                  <a:lnTo>
                    <a:pt x="9041" y="83"/>
                  </a:lnTo>
                  <a:close/>
                  <a:moveTo>
                    <a:pt x="10796" y="104"/>
                  </a:moveTo>
                  <a:lnTo>
                    <a:pt x="10837" y="227"/>
                  </a:lnTo>
                  <a:lnTo>
                    <a:pt x="10858" y="454"/>
                  </a:lnTo>
                  <a:lnTo>
                    <a:pt x="10878" y="1156"/>
                  </a:lnTo>
                  <a:lnTo>
                    <a:pt x="11828" y="1136"/>
                  </a:lnTo>
                  <a:lnTo>
                    <a:pt x="12798" y="1115"/>
                  </a:lnTo>
                  <a:lnTo>
                    <a:pt x="12819" y="454"/>
                  </a:lnTo>
                  <a:lnTo>
                    <a:pt x="12839" y="227"/>
                  </a:lnTo>
                  <a:lnTo>
                    <a:pt x="12860" y="104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9" name="Google Shape;679;p27"/>
            <p:cNvSpPr/>
            <p:nvPr/>
          </p:nvSpPr>
          <p:spPr>
            <a:xfrm>
              <a:off x="5955625" y="5316375"/>
              <a:ext cx="51625" cy="26350"/>
            </a:xfrm>
            <a:custGeom>
              <a:avLst/>
              <a:gdLst/>
              <a:ahLst/>
              <a:cxnLst/>
              <a:rect l="l" t="t" r="r" b="b"/>
              <a:pathLst>
                <a:path w="2065" h="1054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2" y="124"/>
                  </a:lnTo>
                  <a:lnTo>
                    <a:pt x="63" y="351"/>
                  </a:lnTo>
                  <a:lnTo>
                    <a:pt x="83" y="1053"/>
                  </a:lnTo>
                  <a:lnTo>
                    <a:pt x="83" y="1053"/>
                  </a:lnTo>
                  <a:lnTo>
                    <a:pt x="1033" y="1033"/>
                  </a:lnTo>
                  <a:lnTo>
                    <a:pt x="2003" y="1012"/>
                  </a:lnTo>
                  <a:lnTo>
                    <a:pt x="2003" y="1012"/>
                  </a:lnTo>
                  <a:lnTo>
                    <a:pt x="2024" y="351"/>
                  </a:lnTo>
                  <a:lnTo>
                    <a:pt x="2044" y="124"/>
                  </a:lnTo>
                  <a:lnTo>
                    <a:pt x="2065" y="1"/>
                  </a:lnTo>
                  <a:lnTo>
                    <a:pt x="2065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0" name="Google Shape;680;p27"/>
            <p:cNvSpPr/>
            <p:nvPr/>
          </p:nvSpPr>
          <p:spPr>
            <a:xfrm>
              <a:off x="5911775" y="5315850"/>
              <a:ext cx="42850" cy="26875"/>
            </a:xfrm>
            <a:custGeom>
              <a:avLst/>
              <a:gdLst/>
              <a:ahLst/>
              <a:cxnLst/>
              <a:rect l="l" t="t" r="r" b="b"/>
              <a:pathLst>
                <a:path w="1714" h="1075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45"/>
                  </a:lnTo>
                  <a:lnTo>
                    <a:pt x="42" y="372"/>
                  </a:lnTo>
                  <a:lnTo>
                    <a:pt x="83" y="1054"/>
                  </a:lnTo>
                  <a:lnTo>
                    <a:pt x="83" y="1054"/>
                  </a:lnTo>
                  <a:lnTo>
                    <a:pt x="1590" y="1074"/>
                  </a:lnTo>
                  <a:lnTo>
                    <a:pt x="1590" y="1074"/>
                  </a:lnTo>
                  <a:lnTo>
                    <a:pt x="1631" y="1074"/>
                  </a:lnTo>
                  <a:lnTo>
                    <a:pt x="1631" y="1074"/>
                  </a:lnTo>
                  <a:lnTo>
                    <a:pt x="1672" y="372"/>
                  </a:lnTo>
                  <a:lnTo>
                    <a:pt x="1693" y="145"/>
                  </a:lnTo>
                  <a:lnTo>
                    <a:pt x="1713" y="22"/>
                  </a:lnTo>
                  <a:lnTo>
                    <a:pt x="1713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1" name="Google Shape;681;p27"/>
            <p:cNvSpPr/>
            <p:nvPr/>
          </p:nvSpPr>
          <p:spPr>
            <a:xfrm>
              <a:off x="5858625" y="5315850"/>
              <a:ext cx="52125" cy="26350"/>
            </a:xfrm>
            <a:custGeom>
              <a:avLst/>
              <a:gdLst/>
              <a:ahLst/>
              <a:cxnLst/>
              <a:rect l="l" t="t" r="r" b="b"/>
              <a:pathLst>
                <a:path w="2085" h="105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04"/>
                  </a:lnTo>
                  <a:lnTo>
                    <a:pt x="62" y="311"/>
                  </a:lnTo>
                  <a:lnTo>
                    <a:pt x="83" y="950"/>
                  </a:lnTo>
                  <a:lnTo>
                    <a:pt x="83" y="950"/>
                  </a:lnTo>
                  <a:lnTo>
                    <a:pt x="1053" y="1012"/>
                  </a:lnTo>
                  <a:lnTo>
                    <a:pt x="2002" y="1054"/>
                  </a:lnTo>
                  <a:lnTo>
                    <a:pt x="2002" y="1054"/>
                  </a:lnTo>
                  <a:lnTo>
                    <a:pt x="2044" y="372"/>
                  </a:lnTo>
                  <a:lnTo>
                    <a:pt x="2064" y="145"/>
                  </a:lnTo>
                  <a:lnTo>
                    <a:pt x="2085" y="1"/>
                  </a:lnTo>
                  <a:lnTo>
                    <a:pt x="2085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2" name="Google Shape;682;p27"/>
            <p:cNvSpPr/>
            <p:nvPr/>
          </p:nvSpPr>
          <p:spPr>
            <a:xfrm>
              <a:off x="5814750" y="5315350"/>
              <a:ext cx="43375" cy="23750"/>
            </a:xfrm>
            <a:custGeom>
              <a:avLst/>
              <a:gdLst/>
              <a:ahLst/>
              <a:cxnLst/>
              <a:rect l="l" t="t" r="r" b="b"/>
              <a:pathLst>
                <a:path w="1735" h="950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104"/>
                  </a:lnTo>
                  <a:lnTo>
                    <a:pt x="42" y="269"/>
                  </a:lnTo>
                  <a:lnTo>
                    <a:pt x="83" y="826"/>
                  </a:lnTo>
                  <a:lnTo>
                    <a:pt x="83" y="826"/>
                  </a:lnTo>
                  <a:lnTo>
                    <a:pt x="868" y="888"/>
                  </a:lnTo>
                  <a:lnTo>
                    <a:pt x="1652" y="950"/>
                  </a:lnTo>
                  <a:lnTo>
                    <a:pt x="1652" y="950"/>
                  </a:lnTo>
                  <a:lnTo>
                    <a:pt x="1673" y="331"/>
                  </a:lnTo>
                  <a:lnTo>
                    <a:pt x="1693" y="124"/>
                  </a:lnTo>
                  <a:lnTo>
                    <a:pt x="1735" y="21"/>
                  </a:lnTo>
                  <a:lnTo>
                    <a:pt x="1735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3" name="Google Shape;683;p27"/>
            <p:cNvSpPr/>
            <p:nvPr/>
          </p:nvSpPr>
          <p:spPr>
            <a:xfrm>
              <a:off x="5685750" y="5313800"/>
              <a:ext cx="128000" cy="21700"/>
            </a:xfrm>
            <a:custGeom>
              <a:avLst/>
              <a:gdLst/>
              <a:ahLst/>
              <a:cxnLst/>
              <a:rect l="l" t="t" r="r" b="b"/>
              <a:pathLst>
                <a:path w="5120" h="868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1218" y="269"/>
                  </a:lnTo>
                  <a:lnTo>
                    <a:pt x="1218" y="269"/>
                  </a:lnTo>
                  <a:lnTo>
                    <a:pt x="1239" y="104"/>
                  </a:lnTo>
                  <a:lnTo>
                    <a:pt x="1260" y="62"/>
                  </a:lnTo>
                  <a:lnTo>
                    <a:pt x="1260" y="62"/>
                  </a:lnTo>
                  <a:lnTo>
                    <a:pt x="1280" y="62"/>
                  </a:lnTo>
                  <a:lnTo>
                    <a:pt x="1301" y="124"/>
                  </a:lnTo>
                  <a:lnTo>
                    <a:pt x="1321" y="289"/>
                  </a:lnTo>
                  <a:lnTo>
                    <a:pt x="1321" y="289"/>
                  </a:lnTo>
                  <a:lnTo>
                    <a:pt x="2126" y="434"/>
                  </a:lnTo>
                  <a:lnTo>
                    <a:pt x="2952" y="578"/>
                  </a:lnTo>
                  <a:lnTo>
                    <a:pt x="2952" y="578"/>
                  </a:lnTo>
                  <a:lnTo>
                    <a:pt x="2993" y="186"/>
                  </a:lnTo>
                  <a:lnTo>
                    <a:pt x="3014" y="83"/>
                  </a:lnTo>
                  <a:lnTo>
                    <a:pt x="3035" y="62"/>
                  </a:lnTo>
                  <a:lnTo>
                    <a:pt x="3035" y="62"/>
                  </a:lnTo>
                  <a:lnTo>
                    <a:pt x="3055" y="83"/>
                  </a:lnTo>
                  <a:lnTo>
                    <a:pt x="3076" y="207"/>
                  </a:lnTo>
                  <a:lnTo>
                    <a:pt x="3117" y="599"/>
                  </a:lnTo>
                  <a:lnTo>
                    <a:pt x="3117" y="599"/>
                  </a:lnTo>
                  <a:lnTo>
                    <a:pt x="4067" y="743"/>
                  </a:lnTo>
                  <a:lnTo>
                    <a:pt x="5058" y="867"/>
                  </a:lnTo>
                  <a:lnTo>
                    <a:pt x="5058" y="867"/>
                  </a:lnTo>
                  <a:lnTo>
                    <a:pt x="5078" y="331"/>
                  </a:lnTo>
                  <a:lnTo>
                    <a:pt x="5099" y="166"/>
                  </a:lnTo>
                  <a:lnTo>
                    <a:pt x="5119" y="62"/>
                  </a:lnTo>
                  <a:lnTo>
                    <a:pt x="5119" y="62"/>
                  </a:lnTo>
                  <a:lnTo>
                    <a:pt x="1837" y="4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4" name="Google Shape;684;p27"/>
            <p:cNvSpPr/>
            <p:nvPr/>
          </p:nvSpPr>
          <p:spPr>
            <a:xfrm>
              <a:off x="5759550" y="5315350"/>
              <a:ext cx="4150" cy="13425"/>
            </a:xfrm>
            <a:custGeom>
              <a:avLst/>
              <a:gdLst/>
              <a:ahLst/>
              <a:cxnLst/>
              <a:rect l="l" t="t" r="r" b="b"/>
              <a:pathLst>
                <a:path w="166" h="537" extrusionOk="0">
                  <a:moveTo>
                    <a:pt x="83" y="0"/>
                  </a:moveTo>
                  <a:lnTo>
                    <a:pt x="62" y="21"/>
                  </a:lnTo>
                  <a:lnTo>
                    <a:pt x="41" y="124"/>
                  </a:lnTo>
                  <a:lnTo>
                    <a:pt x="0" y="516"/>
                  </a:lnTo>
                  <a:lnTo>
                    <a:pt x="165" y="537"/>
                  </a:lnTo>
                  <a:lnTo>
                    <a:pt x="165" y="537"/>
                  </a:lnTo>
                  <a:lnTo>
                    <a:pt x="124" y="145"/>
                  </a:lnTo>
                  <a:lnTo>
                    <a:pt x="103" y="21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5" name="Google Shape;685;p27"/>
            <p:cNvSpPr/>
            <p:nvPr/>
          </p:nvSpPr>
          <p:spPr>
            <a:xfrm>
              <a:off x="5759550" y="5315350"/>
              <a:ext cx="4150" cy="13425"/>
            </a:xfrm>
            <a:custGeom>
              <a:avLst/>
              <a:gdLst/>
              <a:ahLst/>
              <a:cxnLst/>
              <a:rect l="l" t="t" r="r" b="b"/>
              <a:pathLst>
                <a:path w="166" h="537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62" y="21"/>
                  </a:lnTo>
                  <a:lnTo>
                    <a:pt x="41" y="124"/>
                  </a:lnTo>
                  <a:lnTo>
                    <a:pt x="0" y="516"/>
                  </a:lnTo>
                  <a:lnTo>
                    <a:pt x="0" y="516"/>
                  </a:lnTo>
                  <a:lnTo>
                    <a:pt x="165" y="537"/>
                  </a:lnTo>
                  <a:lnTo>
                    <a:pt x="165" y="537"/>
                  </a:lnTo>
                  <a:lnTo>
                    <a:pt x="124" y="145"/>
                  </a:lnTo>
                  <a:lnTo>
                    <a:pt x="103" y="21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6" name="Google Shape;686;p27"/>
            <p:cNvSpPr/>
            <p:nvPr/>
          </p:nvSpPr>
          <p:spPr>
            <a:xfrm>
              <a:off x="5716200" y="5315350"/>
              <a:ext cx="2600" cy="5700"/>
            </a:xfrm>
            <a:custGeom>
              <a:avLst/>
              <a:gdLst/>
              <a:ahLst/>
              <a:cxnLst/>
              <a:rect l="l" t="t" r="r" b="b"/>
              <a:pathLst>
                <a:path w="104" h="228" extrusionOk="0">
                  <a:moveTo>
                    <a:pt x="42" y="0"/>
                  </a:moveTo>
                  <a:lnTo>
                    <a:pt x="21" y="42"/>
                  </a:lnTo>
                  <a:lnTo>
                    <a:pt x="0" y="207"/>
                  </a:lnTo>
                  <a:lnTo>
                    <a:pt x="103" y="227"/>
                  </a:lnTo>
                  <a:lnTo>
                    <a:pt x="83" y="62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7" name="Google Shape;687;p27"/>
            <p:cNvSpPr/>
            <p:nvPr/>
          </p:nvSpPr>
          <p:spPr>
            <a:xfrm>
              <a:off x="5716200" y="5315350"/>
              <a:ext cx="2600" cy="5700"/>
            </a:xfrm>
            <a:custGeom>
              <a:avLst/>
              <a:gdLst/>
              <a:ahLst/>
              <a:cxnLst/>
              <a:rect l="l" t="t" r="r" b="b"/>
              <a:pathLst>
                <a:path w="104" h="228" fill="none" extrusionOk="0">
                  <a:moveTo>
                    <a:pt x="42" y="0"/>
                  </a:moveTo>
                  <a:lnTo>
                    <a:pt x="42" y="0"/>
                  </a:lnTo>
                  <a:lnTo>
                    <a:pt x="21" y="42"/>
                  </a:lnTo>
                  <a:lnTo>
                    <a:pt x="0" y="207"/>
                  </a:lnTo>
                  <a:lnTo>
                    <a:pt x="0" y="207"/>
                  </a:lnTo>
                  <a:lnTo>
                    <a:pt x="103" y="227"/>
                  </a:lnTo>
                  <a:lnTo>
                    <a:pt x="103" y="227"/>
                  </a:lnTo>
                  <a:lnTo>
                    <a:pt x="83" y="62"/>
                  </a:lnTo>
                  <a:lnTo>
                    <a:pt x="62" y="0"/>
                  </a:lnTo>
                  <a:lnTo>
                    <a:pt x="4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8" name="Google Shape;688;p27"/>
            <p:cNvSpPr/>
            <p:nvPr/>
          </p:nvSpPr>
          <p:spPr>
            <a:xfrm>
              <a:off x="5856050" y="5315850"/>
              <a:ext cx="4650" cy="23775"/>
            </a:xfrm>
            <a:custGeom>
              <a:avLst/>
              <a:gdLst/>
              <a:ahLst/>
              <a:cxnLst/>
              <a:rect l="l" t="t" r="r" b="b"/>
              <a:pathLst>
                <a:path w="186" h="951" extrusionOk="0">
                  <a:moveTo>
                    <a:pt x="83" y="1"/>
                  </a:moveTo>
                  <a:lnTo>
                    <a:pt x="41" y="104"/>
                  </a:lnTo>
                  <a:lnTo>
                    <a:pt x="21" y="311"/>
                  </a:lnTo>
                  <a:lnTo>
                    <a:pt x="0" y="930"/>
                  </a:lnTo>
                  <a:lnTo>
                    <a:pt x="186" y="950"/>
                  </a:lnTo>
                  <a:lnTo>
                    <a:pt x="165" y="311"/>
                  </a:lnTo>
                  <a:lnTo>
                    <a:pt x="124" y="104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9" name="Google Shape;689;p27"/>
            <p:cNvSpPr/>
            <p:nvPr/>
          </p:nvSpPr>
          <p:spPr>
            <a:xfrm>
              <a:off x="5856050" y="5315850"/>
              <a:ext cx="4650" cy="23775"/>
            </a:xfrm>
            <a:custGeom>
              <a:avLst/>
              <a:gdLst/>
              <a:ahLst/>
              <a:cxnLst/>
              <a:rect l="l" t="t" r="r" b="b"/>
              <a:pathLst>
                <a:path w="186" h="951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41" y="104"/>
                  </a:lnTo>
                  <a:lnTo>
                    <a:pt x="21" y="311"/>
                  </a:lnTo>
                  <a:lnTo>
                    <a:pt x="0" y="930"/>
                  </a:lnTo>
                  <a:lnTo>
                    <a:pt x="0" y="930"/>
                  </a:lnTo>
                  <a:lnTo>
                    <a:pt x="186" y="950"/>
                  </a:lnTo>
                  <a:lnTo>
                    <a:pt x="186" y="950"/>
                  </a:lnTo>
                  <a:lnTo>
                    <a:pt x="165" y="311"/>
                  </a:lnTo>
                  <a:lnTo>
                    <a:pt x="124" y="104"/>
                  </a:lnTo>
                  <a:lnTo>
                    <a:pt x="103" y="1"/>
                  </a:lnTo>
                  <a:lnTo>
                    <a:pt x="103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0" name="Google Shape;690;p27"/>
            <p:cNvSpPr/>
            <p:nvPr/>
          </p:nvSpPr>
          <p:spPr>
            <a:xfrm>
              <a:off x="5812175" y="5315350"/>
              <a:ext cx="4675" cy="20650"/>
            </a:xfrm>
            <a:custGeom>
              <a:avLst/>
              <a:gdLst/>
              <a:ahLst/>
              <a:cxnLst/>
              <a:rect l="l" t="t" r="r" b="b"/>
              <a:pathLst>
                <a:path w="187" h="826" extrusionOk="0">
                  <a:moveTo>
                    <a:pt x="62" y="0"/>
                  </a:moveTo>
                  <a:lnTo>
                    <a:pt x="42" y="104"/>
                  </a:lnTo>
                  <a:lnTo>
                    <a:pt x="21" y="269"/>
                  </a:lnTo>
                  <a:lnTo>
                    <a:pt x="1" y="805"/>
                  </a:lnTo>
                  <a:lnTo>
                    <a:pt x="186" y="826"/>
                  </a:lnTo>
                  <a:lnTo>
                    <a:pt x="186" y="826"/>
                  </a:lnTo>
                  <a:lnTo>
                    <a:pt x="145" y="269"/>
                  </a:lnTo>
                  <a:lnTo>
                    <a:pt x="124" y="104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1" name="Google Shape;691;p27"/>
            <p:cNvSpPr/>
            <p:nvPr/>
          </p:nvSpPr>
          <p:spPr>
            <a:xfrm>
              <a:off x="5812175" y="5315350"/>
              <a:ext cx="4675" cy="20650"/>
            </a:xfrm>
            <a:custGeom>
              <a:avLst/>
              <a:gdLst/>
              <a:ahLst/>
              <a:cxnLst/>
              <a:rect l="l" t="t" r="r" b="b"/>
              <a:pathLst>
                <a:path w="187" h="826" fill="none" extrusionOk="0">
                  <a:moveTo>
                    <a:pt x="62" y="0"/>
                  </a:moveTo>
                  <a:lnTo>
                    <a:pt x="62" y="0"/>
                  </a:lnTo>
                  <a:lnTo>
                    <a:pt x="42" y="104"/>
                  </a:lnTo>
                  <a:lnTo>
                    <a:pt x="21" y="269"/>
                  </a:lnTo>
                  <a:lnTo>
                    <a:pt x="1" y="805"/>
                  </a:lnTo>
                  <a:lnTo>
                    <a:pt x="1" y="805"/>
                  </a:lnTo>
                  <a:lnTo>
                    <a:pt x="186" y="826"/>
                  </a:lnTo>
                  <a:lnTo>
                    <a:pt x="186" y="826"/>
                  </a:lnTo>
                  <a:lnTo>
                    <a:pt x="145" y="269"/>
                  </a:lnTo>
                  <a:lnTo>
                    <a:pt x="124" y="104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6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2" name="Google Shape;692;p27"/>
            <p:cNvSpPr/>
            <p:nvPr/>
          </p:nvSpPr>
          <p:spPr>
            <a:xfrm>
              <a:off x="5952525" y="5316375"/>
              <a:ext cx="5200" cy="26350"/>
            </a:xfrm>
            <a:custGeom>
              <a:avLst/>
              <a:gdLst/>
              <a:ahLst/>
              <a:cxnLst/>
              <a:rect l="l" t="t" r="r" b="b"/>
              <a:pathLst>
                <a:path w="208" h="1054" extrusionOk="0">
                  <a:moveTo>
                    <a:pt x="83" y="1"/>
                  </a:moveTo>
                  <a:lnTo>
                    <a:pt x="63" y="124"/>
                  </a:lnTo>
                  <a:lnTo>
                    <a:pt x="42" y="351"/>
                  </a:lnTo>
                  <a:lnTo>
                    <a:pt x="1" y="1053"/>
                  </a:lnTo>
                  <a:lnTo>
                    <a:pt x="207" y="1053"/>
                  </a:lnTo>
                  <a:lnTo>
                    <a:pt x="187" y="351"/>
                  </a:lnTo>
                  <a:lnTo>
                    <a:pt x="166" y="124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3" name="Google Shape;693;p27"/>
            <p:cNvSpPr/>
            <p:nvPr/>
          </p:nvSpPr>
          <p:spPr>
            <a:xfrm>
              <a:off x="5952525" y="5316375"/>
              <a:ext cx="5200" cy="26350"/>
            </a:xfrm>
            <a:custGeom>
              <a:avLst/>
              <a:gdLst/>
              <a:ahLst/>
              <a:cxnLst/>
              <a:rect l="l" t="t" r="r" b="b"/>
              <a:pathLst>
                <a:path w="208" h="1054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3" y="124"/>
                  </a:lnTo>
                  <a:lnTo>
                    <a:pt x="42" y="351"/>
                  </a:lnTo>
                  <a:lnTo>
                    <a:pt x="1" y="1053"/>
                  </a:lnTo>
                  <a:lnTo>
                    <a:pt x="1" y="1053"/>
                  </a:lnTo>
                  <a:lnTo>
                    <a:pt x="207" y="1053"/>
                  </a:lnTo>
                  <a:lnTo>
                    <a:pt x="207" y="1053"/>
                  </a:lnTo>
                  <a:lnTo>
                    <a:pt x="187" y="351"/>
                  </a:lnTo>
                  <a:lnTo>
                    <a:pt x="166" y="124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4" name="Google Shape;694;p27"/>
            <p:cNvSpPr/>
            <p:nvPr/>
          </p:nvSpPr>
          <p:spPr>
            <a:xfrm>
              <a:off x="5908675" y="5315850"/>
              <a:ext cx="5175" cy="26350"/>
            </a:xfrm>
            <a:custGeom>
              <a:avLst/>
              <a:gdLst/>
              <a:ahLst/>
              <a:cxnLst/>
              <a:rect l="l" t="t" r="r" b="b"/>
              <a:pathLst>
                <a:path w="207" h="1054" extrusionOk="0">
                  <a:moveTo>
                    <a:pt x="83" y="1"/>
                  </a:moveTo>
                  <a:lnTo>
                    <a:pt x="62" y="145"/>
                  </a:lnTo>
                  <a:lnTo>
                    <a:pt x="42" y="372"/>
                  </a:lnTo>
                  <a:lnTo>
                    <a:pt x="0" y="1054"/>
                  </a:lnTo>
                  <a:lnTo>
                    <a:pt x="207" y="1054"/>
                  </a:lnTo>
                  <a:lnTo>
                    <a:pt x="166" y="372"/>
                  </a:lnTo>
                  <a:lnTo>
                    <a:pt x="145" y="14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5" name="Google Shape;695;p27"/>
            <p:cNvSpPr/>
            <p:nvPr/>
          </p:nvSpPr>
          <p:spPr>
            <a:xfrm>
              <a:off x="5908675" y="5315850"/>
              <a:ext cx="5175" cy="26350"/>
            </a:xfrm>
            <a:custGeom>
              <a:avLst/>
              <a:gdLst/>
              <a:ahLst/>
              <a:cxnLst/>
              <a:rect l="l" t="t" r="r" b="b"/>
              <a:pathLst>
                <a:path w="207" h="1054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2" y="145"/>
                  </a:lnTo>
                  <a:lnTo>
                    <a:pt x="42" y="372"/>
                  </a:lnTo>
                  <a:lnTo>
                    <a:pt x="0" y="1054"/>
                  </a:lnTo>
                  <a:lnTo>
                    <a:pt x="0" y="1054"/>
                  </a:lnTo>
                  <a:lnTo>
                    <a:pt x="207" y="1054"/>
                  </a:lnTo>
                  <a:lnTo>
                    <a:pt x="207" y="1054"/>
                  </a:lnTo>
                  <a:lnTo>
                    <a:pt x="166" y="372"/>
                  </a:lnTo>
                  <a:lnTo>
                    <a:pt x="145" y="145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6" name="Google Shape;696;p27"/>
            <p:cNvSpPr/>
            <p:nvPr/>
          </p:nvSpPr>
          <p:spPr>
            <a:xfrm>
              <a:off x="6008775" y="5315350"/>
              <a:ext cx="341125" cy="26325"/>
            </a:xfrm>
            <a:custGeom>
              <a:avLst/>
              <a:gdLst/>
              <a:ahLst/>
              <a:cxnLst/>
              <a:rect l="l" t="t" r="r" b="b"/>
              <a:pathLst>
                <a:path w="13645" h="1053" extrusionOk="0">
                  <a:moveTo>
                    <a:pt x="13376" y="0"/>
                  </a:moveTo>
                  <a:lnTo>
                    <a:pt x="13376" y="21"/>
                  </a:lnTo>
                  <a:lnTo>
                    <a:pt x="13645" y="0"/>
                  </a:lnTo>
                  <a:close/>
                  <a:moveTo>
                    <a:pt x="13356" y="0"/>
                  </a:moveTo>
                  <a:lnTo>
                    <a:pt x="11622" y="21"/>
                  </a:lnTo>
                  <a:lnTo>
                    <a:pt x="11642" y="124"/>
                  </a:lnTo>
                  <a:lnTo>
                    <a:pt x="13335" y="21"/>
                  </a:lnTo>
                  <a:lnTo>
                    <a:pt x="13356" y="0"/>
                  </a:lnTo>
                  <a:close/>
                  <a:moveTo>
                    <a:pt x="9516" y="21"/>
                  </a:moveTo>
                  <a:lnTo>
                    <a:pt x="9537" y="289"/>
                  </a:lnTo>
                  <a:lnTo>
                    <a:pt x="11560" y="124"/>
                  </a:lnTo>
                  <a:lnTo>
                    <a:pt x="11581" y="21"/>
                  </a:lnTo>
                  <a:close/>
                  <a:moveTo>
                    <a:pt x="9475" y="21"/>
                  </a:moveTo>
                  <a:lnTo>
                    <a:pt x="7741" y="42"/>
                  </a:lnTo>
                  <a:lnTo>
                    <a:pt x="7762" y="186"/>
                  </a:lnTo>
                  <a:lnTo>
                    <a:pt x="7803" y="434"/>
                  </a:lnTo>
                  <a:lnTo>
                    <a:pt x="9434" y="289"/>
                  </a:lnTo>
                  <a:lnTo>
                    <a:pt x="9475" y="21"/>
                  </a:lnTo>
                  <a:close/>
                  <a:moveTo>
                    <a:pt x="5636" y="42"/>
                  </a:moveTo>
                  <a:lnTo>
                    <a:pt x="5657" y="248"/>
                  </a:lnTo>
                  <a:lnTo>
                    <a:pt x="5698" y="620"/>
                  </a:lnTo>
                  <a:lnTo>
                    <a:pt x="7659" y="454"/>
                  </a:lnTo>
                  <a:lnTo>
                    <a:pt x="7679" y="186"/>
                  </a:lnTo>
                  <a:lnTo>
                    <a:pt x="7700" y="42"/>
                  </a:lnTo>
                  <a:close/>
                  <a:moveTo>
                    <a:pt x="1755" y="42"/>
                  </a:moveTo>
                  <a:lnTo>
                    <a:pt x="1797" y="372"/>
                  </a:lnTo>
                  <a:lnTo>
                    <a:pt x="1838" y="950"/>
                  </a:lnTo>
                  <a:lnTo>
                    <a:pt x="3758" y="805"/>
                  </a:lnTo>
                  <a:lnTo>
                    <a:pt x="3778" y="310"/>
                  </a:lnTo>
                  <a:lnTo>
                    <a:pt x="3819" y="42"/>
                  </a:lnTo>
                  <a:close/>
                  <a:moveTo>
                    <a:pt x="1" y="42"/>
                  </a:moveTo>
                  <a:lnTo>
                    <a:pt x="42" y="392"/>
                  </a:lnTo>
                  <a:lnTo>
                    <a:pt x="83" y="1053"/>
                  </a:lnTo>
                  <a:lnTo>
                    <a:pt x="1631" y="970"/>
                  </a:lnTo>
                  <a:lnTo>
                    <a:pt x="1673" y="372"/>
                  </a:lnTo>
                  <a:lnTo>
                    <a:pt x="1714" y="42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7" name="Google Shape;697;p27"/>
            <p:cNvSpPr/>
            <p:nvPr/>
          </p:nvSpPr>
          <p:spPr>
            <a:xfrm>
              <a:off x="6052650" y="5316375"/>
              <a:ext cx="51625" cy="22725"/>
            </a:xfrm>
            <a:custGeom>
              <a:avLst/>
              <a:gdLst/>
              <a:ahLst/>
              <a:cxnLst/>
              <a:rect l="l" t="t" r="r" b="b"/>
              <a:pathLst>
                <a:path w="2065" h="909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2" y="331"/>
                  </a:lnTo>
                  <a:lnTo>
                    <a:pt x="83" y="909"/>
                  </a:lnTo>
                  <a:lnTo>
                    <a:pt x="83" y="909"/>
                  </a:lnTo>
                  <a:lnTo>
                    <a:pt x="2003" y="764"/>
                  </a:lnTo>
                  <a:lnTo>
                    <a:pt x="2003" y="764"/>
                  </a:lnTo>
                  <a:lnTo>
                    <a:pt x="2023" y="269"/>
                  </a:lnTo>
                  <a:lnTo>
                    <a:pt x="2064" y="1"/>
                  </a:lnTo>
                  <a:lnTo>
                    <a:pt x="2064" y="1"/>
                  </a:lnTo>
                  <a:lnTo>
                    <a:pt x="1239" y="1"/>
                  </a:lnTo>
                  <a:lnTo>
                    <a:pt x="1239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8" name="Google Shape;698;p27"/>
            <p:cNvSpPr/>
            <p:nvPr/>
          </p:nvSpPr>
          <p:spPr>
            <a:xfrm>
              <a:off x="6008775" y="5316375"/>
              <a:ext cx="42875" cy="25300"/>
            </a:xfrm>
            <a:custGeom>
              <a:avLst/>
              <a:gdLst/>
              <a:ahLst/>
              <a:cxnLst/>
              <a:rect l="l" t="t" r="r" b="b"/>
              <a:pathLst>
                <a:path w="1715" h="101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2" y="351"/>
                  </a:lnTo>
                  <a:lnTo>
                    <a:pt x="83" y="1012"/>
                  </a:lnTo>
                  <a:lnTo>
                    <a:pt x="83" y="1012"/>
                  </a:lnTo>
                  <a:lnTo>
                    <a:pt x="1631" y="929"/>
                  </a:lnTo>
                  <a:lnTo>
                    <a:pt x="1631" y="929"/>
                  </a:lnTo>
                  <a:lnTo>
                    <a:pt x="1673" y="331"/>
                  </a:lnTo>
                  <a:lnTo>
                    <a:pt x="1714" y="1"/>
                  </a:lnTo>
                  <a:lnTo>
                    <a:pt x="1714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9" name="Google Shape;699;p27"/>
            <p:cNvSpPr/>
            <p:nvPr/>
          </p:nvSpPr>
          <p:spPr>
            <a:xfrm>
              <a:off x="6149650" y="5316375"/>
              <a:ext cx="51625" cy="14475"/>
            </a:xfrm>
            <a:custGeom>
              <a:avLst/>
              <a:gdLst/>
              <a:ahLst/>
              <a:cxnLst/>
              <a:rect l="l" t="t" r="r" b="b"/>
              <a:pathLst>
                <a:path w="2065" h="579" fill="none" extrusionOk="0">
                  <a:moveTo>
                    <a:pt x="2065" y="1"/>
                  </a:moveTo>
                  <a:lnTo>
                    <a:pt x="2065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2" y="207"/>
                  </a:lnTo>
                  <a:lnTo>
                    <a:pt x="63" y="579"/>
                  </a:lnTo>
                  <a:lnTo>
                    <a:pt x="63" y="579"/>
                  </a:lnTo>
                  <a:lnTo>
                    <a:pt x="2024" y="413"/>
                  </a:lnTo>
                  <a:lnTo>
                    <a:pt x="2024" y="413"/>
                  </a:lnTo>
                  <a:lnTo>
                    <a:pt x="2044" y="145"/>
                  </a:lnTo>
                  <a:lnTo>
                    <a:pt x="20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0" name="Google Shape;700;p27"/>
            <p:cNvSpPr/>
            <p:nvPr/>
          </p:nvSpPr>
          <p:spPr>
            <a:xfrm>
              <a:off x="6202300" y="5315850"/>
              <a:ext cx="43375" cy="10350"/>
            </a:xfrm>
            <a:custGeom>
              <a:avLst/>
              <a:gdLst/>
              <a:ahLst/>
              <a:cxnLst/>
              <a:rect l="l" t="t" r="r" b="b"/>
              <a:pathLst>
                <a:path w="1735" h="414" fill="none" extrusionOk="0">
                  <a:moveTo>
                    <a:pt x="1734" y="1"/>
                  </a:moveTo>
                  <a:lnTo>
                    <a:pt x="1734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1" y="166"/>
                  </a:lnTo>
                  <a:lnTo>
                    <a:pt x="62" y="414"/>
                  </a:lnTo>
                  <a:lnTo>
                    <a:pt x="62" y="414"/>
                  </a:lnTo>
                  <a:lnTo>
                    <a:pt x="1693" y="269"/>
                  </a:lnTo>
                  <a:lnTo>
                    <a:pt x="1693" y="269"/>
                  </a:lnTo>
                  <a:lnTo>
                    <a:pt x="17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1" name="Google Shape;701;p27"/>
            <p:cNvSpPr/>
            <p:nvPr/>
          </p:nvSpPr>
          <p:spPr>
            <a:xfrm>
              <a:off x="6246675" y="5315850"/>
              <a:ext cx="51625" cy="6750"/>
            </a:xfrm>
            <a:custGeom>
              <a:avLst/>
              <a:gdLst/>
              <a:ahLst/>
              <a:cxnLst/>
              <a:rect l="l" t="t" r="r" b="b"/>
              <a:pathLst>
                <a:path w="2065" h="270" fill="none" extrusionOk="0">
                  <a:moveTo>
                    <a:pt x="2065" y="1"/>
                  </a:moveTo>
                  <a:lnTo>
                    <a:pt x="206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21" y="269"/>
                  </a:lnTo>
                  <a:lnTo>
                    <a:pt x="21" y="269"/>
                  </a:lnTo>
                  <a:lnTo>
                    <a:pt x="2044" y="104"/>
                  </a:lnTo>
                  <a:lnTo>
                    <a:pt x="2044" y="104"/>
                  </a:lnTo>
                  <a:lnTo>
                    <a:pt x="20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2" name="Google Shape;702;p27"/>
            <p:cNvSpPr/>
            <p:nvPr/>
          </p:nvSpPr>
          <p:spPr>
            <a:xfrm>
              <a:off x="6299300" y="5315350"/>
              <a:ext cx="43375" cy="3125"/>
            </a:xfrm>
            <a:custGeom>
              <a:avLst/>
              <a:gdLst/>
              <a:ahLst/>
              <a:cxnLst/>
              <a:rect l="l" t="t" r="r" b="b"/>
              <a:pathLst>
                <a:path w="1735" h="125" fill="none" extrusionOk="0">
                  <a:moveTo>
                    <a:pt x="1735" y="0"/>
                  </a:moveTo>
                  <a:lnTo>
                    <a:pt x="1735" y="0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21" y="124"/>
                  </a:lnTo>
                  <a:lnTo>
                    <a:pt x="21" y="124"/>
                  </a:lnTo>
                  <a:lnTo>
                    <a:pt x="1714" y="21"/>
                  </a:lnTo>
                  <a:lnTo>
                    <a:pt x="1714" y="21"/>
                  </a:lnTo>
                  <a:lnTo>
                    <a:pt x="173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3" name="Google Shape;703;p27"/>
            <p:cNvSpPr/>
            <p:nvPr/>
          </p:nvSpPr>
          <p:spPr>
            <a:xfrm>
              <a:off x="6343175" y="5315350"/>
              <a:ext cx="6725" cy="525"/>
            </a:xfrm>
            <a:custGeom>
              <a:avLst/>
              <a:gdLst/>
              <a:ahLst/>
              <a:cxnLst/>
              <a:rect l="l" t="t" r="r" b="b"/>
              <a:pathLst>
                <a:path w="269" h="21" fill="none" extrusionOk="0">
                  <a:moveTo>
                    <a:pt x="269" y="0"/>
                  </a:moveTo>
                  <a:lnTo>
                    <a:pt x="269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6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4" name="Google Shape;704;p27"/>
            <p:cNvSpPr/>
            <p:nvPr/>
          </p:nvSpPr>
          <p:spPr>
            <a:xfrm>
              <a:off x="6049550" y="5316375"/>
              <a:ext cx="5175" cy="23250"/>
            </a:xfrm>
            <a:custGeom>
              <a:avLst/>
              <a:gdLst/>
              <a:ahLst/>
              <a:cxnLst/>
              <a:rect l="l" t="t" r="r" b="b"/>
              <a:pathLst>
                <a:path w="207" h="930" extrusionOk="0">
                  <a:moveTo>
                    <a:pt x="83" y="1"/>
                  </a:moveTo>
                  <a:lnTo>
                    <a:pt x="42" y="331"/>
                  </a:lnTo>
                  <a:lnTo>
                    <a:pt x="0" y="929"/>
                  </a:lnTo>
                  <a:lnTo>
                    <a:pt x="104" y="909"/>
                  </a:lnTo>
                  <a:lnTo>
                    <a:pt x="207" y="909"/>
                  </a:lnTo>
                  <a:lnTo>
                    <a:pt x="166" y="33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5" name="Google Shape;705;p27"/>
            <p:cNvSpPr/>
            <p:nvPr/>
          </p:nvSpPr>
          <p:spPr>
            <a:xfrm>
              <a:off x="6049550" y="5316375"/>
              <a:ext cx="5175" cy="23250"/>
            </a:xfrm>
            <a:custGeom>
              <a:avLst/>
              <a:gdLst/>
              <a:ahLst/>
              <a:cxnLst/>
              <a:rect l="l" t="t" r="r" b="b"/>
              <a:pathLst>
                <a:path w="207" h="930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42" y="331"/>
                  </a:lnTo>
                  <a:lnTo>
                    <a:pt x="0" y="929"/>
                  </a:lnTo>
                  <a:lnTo>
                    <a:pt x="0" y="929"/>
                  </a:lnTo>
                  <a:lnTo>
                    <a:pt x="104" y="909"/>
                  </a:lnTo>
                  <a:lnTo>
                    <a:pt x="104" y="909"/>
                  </a:lnTo>
                  <a:lnTo>
                    <a:pt x="207" y="909"/>
                  </a:lnTo>
                  <a:lnTo>
                    <a:pt x="207" y="909"/>
                  </a:lnTo>
                  <a:lnTo>
                    <a:pt x="166" y="33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6" name="Google Shape;706;p27"/>
            <p:cNvSpPr/>
            <p:nvPr/>
          </p:nvSpPr>
          <p:spPr>
            <a:xfrm>
              <a:off x="6105275" y="5316375"/>
              <a:ext cx="43375" cy="18600"/>
            </a:xfrm>
            <a:custGeom>
              <a:avLst/>
              <a:gdLst/>
              <a:ahLst/>
              <a:cxnLst/>
              <a:rect l="l" t="t" r="r" b="b"/>
              <a:pathLst>
                <a:path w="1735" h="744" extrusionOk="0">
                  <a:moveTo>
                    <a:pt x="1" y="1"/>
                  </a:moveTo>
                  <a:lnTo>
                    <a:pt x="42" y="269"/>
                  </a:lnTo>
                  <a:lnTo>
                    <a:pt x="83" y="744"/>
                  </a:lnTo>
                  <a:lnTo>
                    <a:pt x="1673" y="599"/>
                  </a:lnTo>
                  <a:lnTo>
                    <a:pt x="1693" y="228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7" name="Google Shape;707;p27"/>
            <p:cNvSpPr/>
            <p:nvPr/>
          </p:nvSpPr>
          <p:spPr>
            <a:xfrm>
              <a:off x="6005675" y="5316375"/>
              <a:ext cx="5200" cy="25300"/>
            </a:xfrm>
            <a:custGeom>
              <a:avLst/>
              <a:gdLst/>
              <a:ahLst/>
              <a:cxnLst/>
              <a:rect l="l" t="t" r="r" b="b"/>
              <a:pathLst>
                <a:path w="208" h="1012" extrusionOk="0">
                  <a:moveTo>
                    <a:pt x="63" y="1"/>
                  </a:moveTo>
                  <a:lnTo>
                    <a:pt x="42" y="124"/>
                  </a:lnTo>
                  <a:lnTo>
                    <a:pt x="22" y="351"/>
                  </a:lnTo>
                  <a:lnTo>
                    <a:pt x="1" y="1012"/>
                  </a:lnTo>
                  <a:lnTo>
                    <a:pt x="207" y="1012"/>
                  </a:lnTo>
                  <a:lnTo>
                    <a:pt x="166" y="35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8" name="Google Shape;708;p27"/>
            <p:cNvSpPr/>
            <p:nvPr/>
          </p:nvSpPr>
          <p:spPr>
            <a:xfrm>
              <a:off x="6005675" y="5316375"/>
              <a:ext cx="5200" cy="25300"/>
            </a:xfrm>
            <a:custGeom>
              <a:avLst/>
              <a:gdLst/>
              <a:ahLst/>
              <a:cxnLst/>
              <a:rect l="l" t="t" r="r" b="b"/>
              <a:pathLst>
                <a:path w="208" h="1012" fill="none" extrusionOk="0">
                  <a:moveTo>
                    <a:pt x="63" y="1"/>
                  </a:moveTo>
                  <a:lnTo>
                    <a:pt x="63" y="1"/>
                  </a:lnTo>
                  <a:lnTo>
                    <a:pt x="42" y="124"/>
                  </a:lnTo>
                  <a:lnTo>
                    <a:pt x="22" y="351"/>
                  </a:lnTo>
                  <a:lnTo>
                    <a:pt x="1" y="1012"/>
                  </a:lnTo>
                  <a:lnTo>
                    <a:pt x="1" y="1012"/>
                  </a:lnTo>
                  <a:lnTo>
                    <a:pt x="207" y="1012"/>
                  </a:lnTo>
                  <a:lnTo>
                    <a:pt x="207" y="1012"/>
                  </a:lnTo>
                  <a:lnTo>
                    <a:pt x="166" y="35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6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9" name="Google Shape;709;p27"/>
            <p:cNvSpPr/>
            <p:nvPr/>
          </p:nvSpPr>
          <p:spPr>
            <a:xfrm>
              <a:off x="6147075" y="5316375"/>
              <a:ext cx="4150" cy="15000"/>
            </a:xfrm>
            <a:custGeom>
              <a:avLst/>
              <a:gdLst/>
              <a:ahLst/>
              <a:cxnLst/>
              <a:rect l="l" t="t" r="r" b="b"/>
              <a:pathLst>
                <a:path w="166" h="600" extrusionOk="0">
                  <a:moveTo>
                    <a:pt x="63" y="1"/>
                  </a:moveTo>
                  <a:lnTo>
                    <a:pt x="21" y="228"/>
                  </a:lnTo>
                  <a:lnTo>
                    <a:pt x="1" y="599"/>
                  </a:lnTo>
                  <a:lnTo>
                    <a:pt x="166" y="579"/>
                  </a:lnTo>
                  <a:lnTo>
                    <a:pt x="125" y="207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0" name="Google Shape;710;p27"/>
            <p:cNvSpPr/>
            <p:nvPr/>
          </p:nvSpPr>
          <p:spPr>
            <a:xfrm>
              <a:off x="6147075" y="5316375"/>
              <a:ext cx="4150" cy="15000"/>
            </a:xfrm>
            <a:custGeom>
              <a:avLst/>
              <a:gdLst/>
              <a:ahLst/>
              <a:cxnLst/>
              <a:rect l="l" t="t" r="r" b="b"/>
              <a:pathLst>
                <a:path w="166" h="600" fill="none" extrusionOk="0">
                  <a:moveTo>
                    <a:pt x="104" y="1"/>
                  </a:moveTo>
                  <a:lnTo>
                    <a:pt x="104" y="1"/>
                  </a:lnTo>
                  <a:lnTo>
                    <a:pt x="63" y="1"/>
                  </a:lnTo>
                  <a:lnTo>
                    <a:pt x="63" y="1"/>
                  </a:lnTo>
                  <a:lnTo>
                    <a:pt x="21" y="228"/>
                  </a:lnTo>
                  <a:lnTo>
                    <a:pt x="1" y="599"/>
                  </a:lnTo>
                  <a:lnTo>
                    <a:pt x="1" y="599"/>
                  </a:lnTo>
                  <a:lnTo>
                    <a:pt x="166" y="579"/>
                  </a:lnTo>
                  <a:lnTo>
                    <a:pt x="166" y="579"/>
                  </a:lnTo>
                  <a:lnTo>
                    <a:pt x="125" y="207"/>
                  </a:lnTo>
                  <a:lnTo>
                    <a:pt x="10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6102700" y="5316375"/>
              <a:ext cx="4675" cy="19125"/>
            </a:xfrm>
            <a:custGeom>
              <a:avLst/>
              <a:gdLst/>
              <a:ahLst/>
              <a:cxnLst/>
              <a:rect l="l" t="t" r="r" b="b"/>
              <a:pathLst>
                <a:path w="187" h="765" extrusionOk="0">
                  <a:moveTo>
                    <a:pt x="62" y="1"/>
                  </a:moveTo>
                  <a:lnTo>
                    <a:pt x="21" y="269"/>
                  </a:lnTo>
                  <a:lnTo>
                    <a:pt x="1" y="764"/>
                  </a:lnTo>
                  <a:lnTo>
                    <a:pt x="1" y="764"/>
                  </a:lnTo>
                  <a:lnTo>
                    <a:pt x="186" y="744"/>
                  </a:lnTo>
                  <a:lnTo>
                    <a:pt x="145" y="269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2" name="Google Shape;712;p27"/>
            <p:cNvSpPr/>
            <p:nvPr/>
          </p:nvSpPr>
          <p:spPr>
            <a:xfrm>
              <a:off x="6102700" y="5316375"/>
              <a:ext cx="4675" cy="19125"/>
            </a:xfrm>
            <a:custGeom>
              <a:avLst/>
              <a:gdLst/>
              <a:ahLst/>
              <a:cxnLst/>
              <a:rect l="l" t="t" r="r" b="b"/>
              <a:pathLst>
                <a:path w="187" h="765" fill="none" extrusionOk="0">
                  <a:moveTo>
                    <a:pt x="104" y="1"/>
                  </a:moveTo>
                  <a:lnTo>
                    <a:pt x="104" y="1"/>
                  </a:lnTo>
                  <a:lnTo>
                    <a:pt x="62" y="1"/>
                  </a:lnTo>
                  <a:lnTo>
                    <a:pt x="62" y="1"/>
                  </a:lnTo>
                  <a:lnTo>
                    <a:pt x="21" y="269"/>
                  </a:lnTo>
                  <a:lnTo>
                    <a:pt x="1" y="764"/>
                  </a:lnTo>
                  <a:lnTo>
                    <a:pt x="1" y="764"/>
                  </a:lnTo>
                  <a:lnTo>
                    <a:pt x="186" y="744"/>
                  </a:lnTo>
                  <a:lnTo>
                    <a:pt x="186" y="744"/>
                  </a:lnTo>
                  <a:lnTo>
                    <a:pt x="145" y="269"/>
                  </a:lnTo>
                  <a:lnTo>
                    <a:pt x="10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3" name="Google Shape;713;p27"/>
            <p:cNvSpPr/>
            <p:nvPr/>
          </p:nvSpPr>
          <p:spPr>
            <a:xfrm>
              <a:off x="6244600" y="5315850"/>
              <a:ext cx="2625" cy="6750"/>
            </a:xfrm>
            <a:custGeom>
              <a:avLst/>
              <a:gdLst/>
              <a:ahLst/>
              <a:cxnLst/>
              <a:rect l="l" t="t" r="r" b="b"/>
              <a:pathLst>
                <a:path w="105" h="270" extrusionOk="0">
                  <a:moveTo>
                    <a:pt x="42" y="1"/>
                  </a:moveTo>
                  <a:lnTo>
                    <a:pt x="1" y="269"/>
                  </a:lnTo>
                  <a:lnTo>
                    <a:pt x="104" y="269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4" name="Google Shape;714;p27"/>
            <p:cNvSpPr/>
            <p:nvPr/>
          </p:nvSpPr>
          <p:spPr>
            <a:xfrm>
              <a:off x="6244600" y="5315850"/>
              <a:ext cx="2625" cy="6750"/>
            </a:xfrm>
            <a:custGeom>
              <a:avLst/>
              <a:gdLst/>
              <a:ahLst/>
              <a:cxnLst/>
              <a:rect l="l" t="t" r="r" b="b"/>
              <a:pathLst>
                <a:path w="105" h="270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42" y="1"/>
                  </a:lnTo>
                  <a:lnTo>
                    <a:pt x="42" y="1"/>
                  </a:lnTo>
                  <a:lnTo>
                    <a:pt x="1" y="269"/>
                  </a:lnTo>
                  <a:lnTo>
                    <a:pt x="1" y="269"/>
                  </a:lnTo>
                  <a:lnTo>
                    <a:pt x="104" y="269"/>
                  </a:lnTo>
                  <a:lnTo>
                    <a:pt x="104" y="269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5" name="Google Shape;715;p27"/>
            <p:cNvSpPr/>
            <p:nvPr/>
          </p:nvSpPr>
          <p:spPr>
            <a:xfrm>
              <a:off x="6200225" y="5316375"/>
              <a:ext cx="3650" cy="10350"/>
            </a:xfrm>
            <a:custGeom>
              <a:avLst/>
              <a:gdLst/>
              <a:ahLst/>
              <a:cxnLst/>
              <a:rect l="l" t="t" r="r" b="b"/>
              <a:pathLst>
                <a:path w="146" h="414" extrusionOk="0">
                  <a:moveTo>
                    <a:pt x="42" y="1"/>
                  </a:moveTo>
                  <a:lnTo>
                    <a:pt x="21" y="145"/>
                  </a:lnTo>
                  <a:lnTo>
                    <a:pt x="1" y="413"/>
                  </a:lnTo>
                  <a:lnTo>
                    <a:pt x="145" y="393"/>
                  </a:lnTo>
                  <a:lnTo>
                    <a:pt x="104" y="145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6" name="Google Shape;716;p27"/>
            <p:cNvSpPr/>
            <p:nvPr/>
          </p:nvSpPr>
          <p:spPr>
            <a:xfrm>
              <a:off x="6200225" y="5316375"/>
              <a:ext cx="3650" cy="10350"/>
            </a:xfrm>
            <a:custGeom>
              <a:avLst/>
              <a:gdLst/>
              <a:ahLst/>
              <a:cxnLst/>
              <a:rect l="l" t="t" r="r" b="b"/>
              <a:pathLst>
                <a:path w="146" h="414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42" y="1"/>
                  </a:lnTo>
                  <a:lnTo>
                    <a:pt x="42" y="1"/>
                  </a:lnTo>
                  <a:lnTo>
                    <a:pt x="21" y="145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145" y="393"/>
                  </a:lnTo>
                  <a:lnTo>
                    <a:pt x="145" y="393"/>
                  </a:lnTo>
                  <a:lnTo>
                    <a:pt x="104" y="145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7" name="Google Shape;717;p27"/>
            <p:cNvSpPr/>
            <p:nvPr/>
          </p:nvSpPr>
          <p:spPr>
            <a:xfrm>
              <a:off x="6342150" y="5315350"/>
              <a:ext cx="1050" cy="525"/>
            </a:xfrm>
            <a:custGeom>
              <a:avLst/>
              <a:gdLst/>
              <a:ahLst/>
              <a:cxnLst/>
              <a:rect l="l" t="t" r="r" b="b"/>
              <a:pathLst>
                <a:path w="42" h="21" extrusionOk="0">
                  <a:moveTo>
                    <a:pt x="21" y="0"/>
                  </a:moveTo>
                  <a:lnTo>
                    <a:pt x="0" y="21"/>
                  </a:lnTo>
                  <a:lnTo>
                    <a:pt x="41" y="21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8" name="Google Shape;718;p27"/>
            <p:cNvSpPr/>
            <p:nvPr/>
          </p:nvSpPr>
          <p:spPr>
            <a:xfrm>
              <a:off x="6342150" y="5315350"/>
              <a:ext cx="1050" cy="525"/>
            </a:xfrm>
            <a:custGeom>
              <a:avLst/>
              <a:gdLst/>
              <a:ahLst/>
              <a:cxnLst/>
              <a:rect l="l" t="t" r="r" b="b"/>
              <a:pathLst>
                <a:path w="42" h="21" fill="none" extrusionOk="0">
                  <a:moveTo>
                    <a:pt x="41" y="0"/>
                  </a:moveTo>
                  <a:lnTo>
                    <a:pt x="4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41" y="21"/>
                  </a:lnTo>
                  <a:lnTo>
                    <a:pt x="41" y="21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9" name="Google Shape;719;p27"/>
            <p:cNvSpPr/>
            <p:nvPr/>
          </p:nvSpPr>
          <p:spPr>
            <a:xfrm>
              <a:off x="6297750" y="5315850"/>
              <a:ext cx="2100" cy="2625"/>
            </a:xfrm>
            <a:custGeom>
              <a:avLst/>
              <a:gdLst/>
              <a:ahLst/>
              <a:cxnLst/>
              <a:rect l="l" t="t" r="r" b="b"/>
              <a:pathLst>
                <a:path w="84" h="105" extrusionOk="0">
                  <a:moveTo>
                    <a:pt x="22" y="1"/>
                  </a:moveTo>
                  <a:lnTo>
                    <a:pt x="1" y="104"/>
                  </a:lnTo>
                  <a:lnTo>
                    <a:pt x="83" y="104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0" name="Google Shape;720;p27"/>
            <p:cNvSpPr/>
            <p:nvPr/>
          </p:nvSpPr>
          <p:spPr>
            <a:xfrm>
              <a:off x="6297750" y="5315850"/>
              <a:ext cx="2100" cy="2625"/>
            </a:xfrm>
            <a:custGeom>
              <a:avLst/>
              <a:gdLst/>
              <a:ahLst/>
              <a:cxnLst/>
              <a:rect l="l" t="t" r="r" b="b"/>
              <a:pathLst>
                <a:path w="84" h="105" fill="none" extrusionOk="0">
                  <a:moveTo>
                    <a:pt x="63" y="1"/>
                  </a:moveTo>
                  <a:lnTo>
                    <a:pt x="63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04"/>
                  </a:lnTo>
                  <a:lnTo>
                    <a:pt x="1" y="104"/>
                  </a:lnTo>
                  <a:lnTo>
                    <a:pt x="83" y="104"/>
                  </a:lnTo>
                  <a:lnTo>
                    <a:pt x="83" y="104"/>
                  </a:lnTo>
                  <a:lnTo>
                    <a:pt x="6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1" name="Google Shape;721;p27"/>
            <p:cNvSpPr/>
            <p:nvPr/>
          </p:nvSpPr>
          <p:spPr>
            <a:xfrm>
              <a:off x="5681625" y="5312250"/>
              <a:ext cx="720925" cy="4150"/>
            </a:xfrm>
            <a:custGeom>
              <a:avLst/>
              <a:gdLst/>
              <a:ahLst/>
              <a:cxnLst/>
              <a:rect l="l" t="t" r="r" b="b"/>
              <a:pathLst>
                <a:path w="28837" h="166" extrusionOk="0">
                  <a:moveTo>
                    <a:pt x="392" y="0"/>
                  </a:moveTo>
                  <a:lnTo>
                    <a:pt x="0" y="21"/>
                  </a:lnTo>
                  <a:lnTo>
                    <a:pt x="165" y="62"/>
                  </a:lnTo>
                  <a:lnTo>
                    <a:pt x="2002" y="104"/>
                  </a:lnTo>
                  <a:lnTo>
                    <a:pt x="5284" y="124"/>
                  </a:lnTo>
                  <a:lnTo>
                    <a:pt x="5326" y="124"/>
                  </a:lnTo>
                  <a:lnTo>
                    <a:pt x="7060" y="145"/>
                  </a:lnTo>
                  <a:lnTo>
                    <a:pt x="9206" y="145"/>
                  </a:lnTo>
                  <a:lnTo>
                    <a:pt x="10919" y="166"/>
                  </a:lnTo>
                  <a:lnTo>
                    <a:pt x="20827" y="166"/>
                  </a:lnTo>
                  <a:lnTo>
                    <a:pt x="22561" y="145"/>
                  </a:lnTo>
                  <a:lnTo>
                    <a:pt x="24708" y="145"/>
                  </a:lnTo>
                  <a:lnTo>
                    <a:pt x="26442" y="124"/>
                  </a:lnTo>
                  <a:lnTo>
                    <a:pt x="26731" y="124"/>
                  </a:lnTo>
                  <a:lnTo>
                    <a:pt x="27783" y="104"/>
                  </a:lnTo>
                  <a:lnTo>
                    <a:pt x="28836" y="83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2" name="Google Shape;722;p27"/>
            <p:cNvSpPr/>
            <p:nvPr/>
          </p:nvSpPr>
          <p:spPr>
            <a:xfrm>
              <a:off x="6402525" y="5314325"/>
              <a:ext cx="22200" cy="0"/>
            </a:xfrm>
            <a:custGeom>
              <a:avLst/>
              <a:gdLst/>
              <a:ahLst/>
              <a:cxnLst/>
              <a:rect l="l" t="t" r="r" b="b"/>
              <a:pathLst>
                <a:path w="888" fill="none" extrusionOk="0">
                  <a:moveTo>
                    <a:pt x="310" y="0"/>
                  </a:moveTo>
                  <a:lnTo>
                    <a:pt x="310" y="0"/>
                  </a:lnTo>
                  <a:lnTo>
                    <a:pt x="0" y="0"/>
                  </a:lnTo>
                  <a:lnTo>
                    <a:pt x="888" y="0"/>
                  </a:lnTo>
                  <a:lnTo>
                    <a:pt x="888" y="0"/>
                  </a:lnTo>
                  <a:lnTo>
                    <a:pt x="31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3" name="Google Shape;723;p27"/>
            <p:cNvSpPr/>
            <p:nvPr/>
          </p:nvSpPr>
          <p:spPr>
            <a:xfrm>
              <a:off x="5681625" y="5312250"/>
              <a:ext cx="720925" cy="4150"/>
            </a:xfrm>
            <a:custGeom>
              <a:avLst/>
              <a:gdLst/>
              <a:ahLst/>
              <a:cxnLst/>
              <a:rect l="l" t="t" r="r" b="b"/>
              <a:pathLst>
                <a:path w="28837" h="166" fill="none" extrusionOk="0">
                  <a:moveTo>
                    <a:pt x="392" y="0"/>
                  </a:moveTo>
                  <a:lnTo>
                    <a:pt x="392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65" y="62"/>
                  </a:lnTo>
                  <a:lnTo>
                    <a:pt x="165" y="62"/>
                  </a:lnTo>
                  <a:lnTo>
                    <a:pt x="2002" y="104"/>
                  </a:lnTo>
                  <a:lnTo>
                    <a:pt x="5284" y="124"/>
                  </a:lnTo>
                  <a:lnTo>
                    <a:pt x="5284" y="124"/>
                  </a:lnTo>
                  <a:lnTo>
                    <a:pt x="5326" y="124"/>
                  </a:lnTo>
                  <a:lnTo>
                    <a:pt x="5326" y="124"/>
                  </a:lnTo>
                  <a:lnTo>
                    <a:pt x="7060" y="145"/>
                  </a:lnTo>
                  <a:lnTo>
                    <a:pt x="7060" y="145"/>
                  </a:lnTo>
                  <a:lnTo>
                    <a:pt x="7080" y="145"/>
                  </a:lnTo>
                  <a:lnTo>
                    <a:pt x="7080" y="145"/>
                  </a:lnTo>
                  <a:lnTo>
                    <a:pt x="9165" y="145"/>
                  </a:lnTo>
                  <a:lnTo>
                    <a:pt x="9165" y="145"/>
                  </a:lnTo>
                  <a:lnTo>
                    <a:pt x="9206" y="145"/>
                  </a:lnTo>
                  <a:lnTo>
                    <a:pt x="9206" y="145"/>
                  </a:lnTo>
                  <a:lnTo>
                    <a:pt x="10919" y="166"/>
                  </a:lnTo>
                  <a:lnTo>
                    <a:pt x="10919" y="166"/>
                  </a:lnTo>
                  <a:lnTo>
                    <a:pt x="10961" y="166"/>
                  </a:lnTo>
                  <a:lnTo>
                    <a:pt x="10961" y="166"/>
                  </a:lnTo>
                  <a:lnTo>
                    <a:pt x="13025" y="166"/>
                  </a:lnTo>
                  <a:lnTo>
                    <a:pt x="13025" y="166"/>
                  </a:lnTo>
                  <a:lnTo>
                    <a:pt x="13087" y="166"/>
                  </a:lnTo>
                  <a:lnTo>
                    <a:pt x="13087" y="166"/>
                  </a:lnTo>
                  <a:lnTo>
                    <a:pt x="14800" y="166"/>
                  </a:lnTo>
                  <a:lnTo>
                    <a:pt x="14800" y="166"/>
                  </a:lnTo>
                  <a:lnTo>
                    <a:pt x="14841" y="166"/>
                  </a:lnTo>
                  <a:lnTo>
                    <a:pt x="14841" y="166"/>
                  </a:lnTo>
                  <a:lnTo>
                    <a:pt x="16080" y="166"/>
                  </a:lnTo>
                  <a:lnTo>
                    <a:pt x="16080" y="166"/>
                  </a:lnTo>
                  <a:lnTo>
                    <a:pt x="16905" y="166"/>
                  </a:lnTo>
                  <a:lnTo>
                    <a:pt x="16905" y="166"/>
                  </a:lnTo>
                  <a:lnTo>
                    <a:pt x="16947" y="166"/>
                  </a:lnTo>
                  <a:lnTo>
                    <a:pt x="16947" y="166"/>
                  </a:lnTo>
                  <a:lnTo>
                    <a:pt x="18681" y="166"/>
                  </a:lnTo>
                  <a:lnTo>
                    <a:pt x="18681" y="166"/>
                  </a:lnTo>
                  <a:lnTo>
                    <a:pt x="18722" y="166"/>
                  </a:lnTo>
                  <a:lnTo>
                    <a:pt x="18722" y="166"/>
                  </a:lnTo>
                  <a:lnTo>
                    <a:pt x="20786" y="166"/>
                  </a:lnTo>
                  <a:lnTo>
                    <a:pt x="20786" y="166"/>
                  </a:lnTo>
                  <a:lnTo>
                    <a:pt x="20827" y="166"/>
                  </a:lnTo>
                  <a:lnTo>
                    <a:pt x="20827" y="166"/>
                  </a:lnTo>
                  <a:lnTo>
                    <a:pt x="22561" y="145"/>
                  </a:lnTo>
                  <a:lnTo>
                    <a:pt x="22561" y="145"/>
                  </a:lnTo>
                  <a:lnTo>
                    <a:pt x="22602" y="145"/>
                  </a:lnTo>
                  <a:lnTo>
                    <a:pt x="22602" y="145"/>
                  </a:lnTo>
                  <a:lnTo>
                    <a:pt x="24667" y="145"/>
                  </a:lnTo>
                  <a:lnTo>
                    <a:pt x="24667" y="145"/>
                  </a:lnTo>
                  <a:lnTo>
                    <a:pt x="24708" y="145"/>
                  </a:lnTo>
                  <a:lnTo>
                    <a:pt x="24708" y="145"/>
                  </a:lnTo>
                  <a:lnTo>
                    <a:pt x="26442" y="124"/>
                  </a:lnTo>
                  <a:lnTo>
                    <a:pt x="26442" y="124"/>
                  </a:lnTo>
                  <a:lnTo>
                    <a:pt x="26462" y="124"/>
                  </a:lnTo>
                  <a:lnTo>
                    <a:pt x="26462" y="124"/>
                  </a:lnTo>
                  <a:lnTo>
                    <a:pt x="26731" y="124"/>
                  </a:lnTo>
                  <a:lnTo>
                    <a:pt x="26731" y="124"/>
                  </a:lnTo>
                  <a:lnTo>
                    <a:pt x="27783" y="104"/>
                  </a:lnTo>
                  <a:lnTo>
                    <a:pt x="28836" y="83"/>
                  </a:lnTo>
                  <a:lnTo>
                    <a:pt x="3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4" name="Google Shape;724;p27"/>
            <p:cNvSpPr/>
            <p:nvPr/>
          </p:nvSpPr>
          <p:spPr>
            <a:xfrm>
              <a:off x="5663050" y="4743075"/>
              <a:ext cx="6725" cy="80000"/>
            </a:xfrm>
            <a:custGeom>
              <a:avLst/>
              <a:gdLst/>
              <a:ahLst/>
              <a:cxnLst/>
              <a:rect l="l" t="t" r="r" b="b"/>
              <a:pathLst>
                <a:path w="269" h="3200" extrusionOk="0">
                  <a:moveTo>
                    <a:pt x="145" y="0"/>
                  </a:moveTo>
                  <a:lnTo>
                    <a:pt x="103" y="21"/>
                  </a:lnTo>
                  <a:lnTo>
                    <a:pt x="83" y="124"/>
                  </a:lnTo>
                  <a:lnTo>
                    <a:pt x="41" y="475"/>
                  </a:lnTo>
                  <a:lnTo>
                    <a:pt x="21" y="970"/>
                  </a:lnTo>
                  <a:lnTo>
                    <a:pt x="0" y="1590"/>
                  </a:lnTo>
                  <a:lnTo>
                    <a:pt x="21" y="2229"/>
                  </a:lnTo>
                  <a:lnTo>
                    <a:pt x="41" y="2725"/>
                  </a:lnTo>
                  <a:lnTo>
                    <a:pt x="83" y="3076"/>
                  </a:lnTo>
                  <a:lnTo>
                    <a:pt x="103" y="3179"/>
                  </a:lnTo>
                  <a:lnTo>
                    <a:pt x="145" y="3200"/>
                  </a:lnTo>
                  <a:lnTo>
                    <a:pt x="165" y="3179"/>
                  </a:lnTo>
                  <a:lnTo>
                    <a:pt x="186" y="3076"/>
                  </a:lnTo>
                  <a:lnTo>
                    <a:pt x="227" y="2725"/>
                  </a:lnTo>
                  <a:lnTo>
                    <a:pt x="269" y="2229"/>
                  </a:lnTo>
                  <a:lnTo>
                    <a:pt x="269" y="1590"/>
                  </a:lnTo>
                  <a:lnTo>
                    <a:pt x="269" y="970"/>
                  </a:lnTo>
                  <a:lnTo>
                    <a:pt x="227" y="475"/>
                  </a:lnTo>
                  <a:lnTo>
                    <a:pt x="186" y="124"/>
                  </a:lnTo>
                  <a:lnTo>
                    <a:pt x="165" y="2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5" name="Google Shape;725;p27"/>
            <p:cNvSpPr/>
            <p:nvPr/>
          </p:nvSpPr>
          <p:spPr>
            <a:xfrm>
              <a:off x="5612475" y="4893750"/>
              <a:ext cx="6725" cy="85675"/>
            </a:xfrm>
            <a:custGeom>
              <a:avLst/>
              <a:gdLst/>
              <a:ahLst/>
              <a:cxnLst/>
              <a:rect l="l" t="t" r="r" b="b"/>
              <a:pathLst>
                <a:path w="269" h="3427" extrusionOk="0">
                  <a:moveTo>
                    <a:pt x="124" y="0"/>
                  </a:moveTo>
                  <a:lnTo>
                    <a:pt x="104" y="21"/>
                  </a:lnTo>
                  <a:lnTo>
                    <a:pt x="83" y="124"/>
                  </a:lnTo>
                  <a:lnTo>
                    <a:pt x="42" y="496"/>
                  </a:lnTo>
                  <a:lnTo>
                    <a:pt x="0" y="1053"/>
                  </a:lnTo>
                  <a:lnTo>
                    <a:pt x="0" y="1714"/>
                  </a:lnTo>
                  <a:lnTo>
                    <a:pt x="0" y="2374"/>
                  </a:lnTo>
                  <a:lnTo>
                    <a:pt x="42" y="2931"/>
                  </a:lnTo>
                  <a:lnTo>
                    <a:pt x="83" y="3303"/>
                  </a:lnTo>
                  <a:lnTo>
                    <a:pt x="104" y="3406"/>
                  </a:lnTo>
                  <a:lnTo>
                    <a:pt x="124" y="3427"/>
                  </a:lnTo>
                  <a:lnTo>
                    <a:pt x="145" y="3406"/>
                  </a:lnTo>
                  <a:lnTo>
                    <a:pt x="186" y="3303"/>
                  </a:lnTo>
                  <a:lnTo>
                    <a:pt x="227" y="2931"/>
                  </a:lnTo>
                  <a:lnTo>
                    <a:pt x="248" y="2374"/>
                  </a:lnTo>
                  <a:lnTo>
                    <a:pt x="269" y="1714"/>
                  </a:lnTo>
                  <a:lnTo>
                    <a:pt x="248" y="1053"/>
                  </a:lnTo>
                  <a:lnTo>
                    <a:pt x="227" y="496"/>
                  </a:lnTo>
                  <a:lnTo>
                    <a:pt x="186" y="124"/>
                  </a:lnTo>
                  <a:lnTo>
                    <a:pt x="145" y="2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6" name="Google Shape;726;p27"/>
            <p:cNvSpPr/>
            <p:nvPr/>
          </p:nvSpPr>
          <p:spPr>
            <a:xfrm>
              <a:off x="5684725" y="5053725"/>
              <a:ext cx="6725" cy="76400"/>
            </a:xfrm>
            <a:custGeom>
              <a:avLst/>
              <a:gdLst/>
              <a:ahLst/>
              <a:cxnLst/>
              <a:rect l="l" t="t" r="r" b="b"/>
              <a:pathLst>
                <a:path w="269" h="3056" extrusionOk="0">
                  <a:moveTo>
                    <a:pt x="124" y="0"/>
                  </a:moveTo>
                  <a:lnTo>
                    <a:pt x="103" y="41"/>
                  </a:lnTo>
                  <a:lnTo>
                    <a:pt x="83" y="124"/>
                  </a:lnTo>
                  <a:lnTo>
                    <a:pt x="41" y="454"/>
                  </a:lnTo>
                  <a:lnTo>
                    <a:pt x="0" y="950"/>
                  </a:lnTo>
                  <a:lnTo>
                    <a:pt x="0" y="1528"/>
                  </a:lnTo>
                  <a:lnTo>
                    <a:pt x="0" y="2126"/>
                  </a:lnTo>
                  <a:lnTo>
                    <a:pt x="41" y="2622"/>
                  </a:lnTo>
                  <a:lnTo>
                    <a:pt x="83" y="2931"/>
                  </a:lnTo>
                  <a:lnTo>
                    <a:pt x="103" y="3034"/>
                  </a:lnTo>
                  <a:lnTo>
                    <a:pt x="124" y="3055"/>
                  </a:lnTo>
                  <a:lnTo>
                    <a:pt x="165" y="3034"/>
                  </a:lnTo>
                  <a:lnTo>
                    <a:pt x="186" y="2931"/>
                  </a:lnTo>
                  <a:lnTo>
                    <a:pt x="227" y="2622"/>
                  </a:lnTo>
                  <a:lnTo>
                    <a:pt x="248" y="2126"/>
                  </a:lnTo>
                  <a:lnTo>
                    <a:pt x="268" y="1528"/>
                  </a:lnTo>
                  <a:lnTo>
                    <a:pt x="248" y="950"/>
                  </a:lnTo>
                  <a:lnTo>
                    <a:pt x="227" y="454"/>
                  </a:lnTo>
                  <a:lnTo>
                    <a:pt x="186" y="124"/>
                  </a:lnTo>
                  <a:lnTo>
                    <a:pt x="16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7" name="Google Shape;727;p27"/>
            <p:cNvSpPr/>
            <p:nvPr/>
          </p:nvSpPr>
          <p:spPr>
            <a:xfrm>
              <a:off x="5610400" y="5200775"/>
              <a:ext cx="6750" cy="68150"/>
            </a:xfrm>
            <a:custGeom>
              <a:avLst/>
              <a:gdLst/>
              <a:ahLst/>
              <a:cxnLst/>
              <a:rect l="l" t="t" r="r" b="b"/>
              <a:pathLst>
                <a:path w="270" h="2726" extrusionOk="0">
                  <a:moveTo>
                    <a:pt x="125" y="1"/>
                  </a:moveTo>
                  <a:lnTo>
                    <a:pt x="104" y="22"/>
                  </a:lnTo>
                  <a:lnTo>
                    <a:pt x="83" y="104"/>
                  </a:lnTo>
                  <a:lnTo>
                    <a:pt x="42" y="393"/>
                  </a:lnTo>
                  <a:lnTo>
                    <a:pt x="1" y="827"/>
                  </a:lnTo>
                  <a:lnTo>
                    <a:pt x="1" y="1363"/>
                  </a:lnTo>
                  <a:lnTo>
                    <a:pt x="1" y="1900"/>
                  </a:lnTo>
                  <a:lnTo>
                    <a:pt x="42" y="2333"/>
                  </a:lnTo>
                  <a:lnTo>
                    <a:pt x="83" y="2622"/>
                  </a:lnTo>
                  <a:lnTo>
                    <a:pt x="104" y="2705"/>
                  </a:lnTo>
                  <a:lnTo>
                    <a:pt x="125" y="2726"/>
                  </a:lnTo>
                  <a:lnTo>
                    <a:pt x="166" y="2705"/>
                  </a:lnTo>
                  <a:lnTo>
                    <a:pt x="187" y="2622"/>
                  </a:lnTo>
                  <a:lnTo>
                    <a:pt x="228" y="2333"/>
                  </a:lnTo>
                  <a:lnTo>
                    <a:pt x="248" y="1900"/>
                  </a:lnTo>
                  <a:lnTo>
                    <a:pt x="269" y="1363"/>
                  </a:lnTo>
                  <a:lnTo>
                    <a:pt x="248" y="827"/>
                  </a:lnTo>
                  <a:lnTo>
                    <a:pt x="228" y="393"/>
                  </a:lnTo>
                  <a:lnTo>
                    <a:pt x="187" y="104"/>
                  </a:lnTo>
                  <a:lnTo>
                    <a:pt x="166" y="2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8" name="Google Shape;728;p27"/>
            <p:cNvSpPr/>
            <p:nvPr/>
          </p:nvSpPr>
          <p:spPr>
            <a:xfrm>
              <a:off x="5642925" y="4880325"/>
              <a:ext cx="266300" cy="6750"/>
            </a:xfrm>
            <a:custGeom>
              <a:avLst/>
              <a:gdLst/>
              <a:ahLst/>
              <a:cxnLst/>
              <a:rect l="l" t="t" r="r" b="b"/>
              <a:pathLst>
                <a:path w="10652" h="270" extrusionOk="0">
                  <a:moveTo>
                    <a:pt x="5326" y="1"/>
                  </a:moveTo>
                  <a:lnTo>
                    <a:pt x="3262" y="21"/>
                  </a:lnTo>
                  <a:lnTo>
                    <a:pt x="1569" y="42"/>
                  </a:lnTo>
                  <a:lnTo>
                    <a:pt x="413" y="83"/>
                  </a:lnTo>
                  <a:lnTo>
                    <a:pt x="103" y="104"/>
                  </a:lnTo>
                  <a:lnTo>
                    <a:pt x="41" y="125"/>
                  </a:lnTo>
                  <a:lnTo>
                    <a:pt x="0" y="145"/>
                  </a:lnTo>
                  <a:lnTo>
                    <a:pt x="41" y="145"/>
                  </a:lnTo>
                  <a:lnTo>
                    <a:pt x="103" y="166"/>
                  </a:lnTo>
                  <a:lnTo>
                    <a:pt x="413" y="186"/>
                  </a:lnTo>
                  <a:lnTo>
                    <a:pt x="1569" y="228"/>
                  </a:lnTo>
                  <a:lnTo>
                    <a:pt x="3262" y="269"/>
                  </a:lnTo>
                  <a:lnTo>
                    <a:pt x="7390" y="269"/>
                  </a:lnTo>
                  <a:lnTo>
                    <a:pt x="9082" y="228"/>
                  </a:lnTo>
                  <a:lnTo>
                    <a:pt x="10218" y="186"/>
                  </a:lnTo>
                  <a:lnTo>
                    <a:pt x="10527" y="166"/>
                  </a:lnTo>
                  <a:lnTo>
                    <a:pt x="10610" y="145"/>
                  </a:lnTo>
                  <a:lnTo>
                    <a:pt x="10651" y="145"/>
                  </a:lnTo>
                  <a:lnTo>
                    <a:pt x="10610" y="125"/>
                  </a:lnTo>
                  <a:lnTo>
                    <a:pt x="10527" y="104"/>
                  </a:lnTo>
                  <a:lnTo>
                    <a:pt x="10218" y="83"/>
                  </a:lnTo>
                  <a:lnTo>
                    <a:pt x="9082" y="42"/>
                  </a:lnTo>
                  <a:lnTo>
                    <a:pt x="7390" y="21"/>
                  </a:lnTo>
                  <a:lnTo>
                    <a:pt x="53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9" name="Google Shape;729;p27"/>
            <p:cNvSpPr/>
            <p:nvPr/>
          </p:nvSpPr>
          <p:spPr>
            <a:xfrm>
              <a:off x="5727025" y="4739450"/>
              <a:ext cx="267850" cy="6725"/>
            </a:xfrm>
            <a:custGeom>
              <a:avLst/>
              <a:gdLst/>
              <a:ahLst/>
              <a:cxnLst/>
              <a:rect l="l" t="t" r="r" b="b"/>
              <a:pathLst>
                <a:path w="10714" h="269" extrusionOk="0">
                  <a:moveTo>
                    <a:pt x="5367" y="1"/>
                  </a:moveTo>
                  <a:lnTo>
                    <a:pt x="3283" y="21"/>
                  </a:lnTo>
                  <a:lnTo>
                    <a:pt x="1569" y="42"/>
                  </a:lnTo>
                  <a:lnTo>
                    <a:pt x="434" y="83"/>
                  </a:lnTo>
                  <a:lnTo>
                    <a:pt x="104" y="104"/>
                  </a:lnTo>
                  <a:lnTo>
                    <a:pt x="42" y="125"/>
                  </a:lnTo>
                  <a:lnTo>
                    <a:pt x="1" y="145"/>
                  </a:lnTo>
                  <a:lnTo>
                    <a:pt x="42" y="145"/>
                  </a:lnTo>
                  <a:lnTo>
                    <a:pt x="104" y="166"/>
                  </a:lnTo>
                  <a:lnTo>
                    <a:pt x="434" y="186"/>
                  </a:lnTo>
                  <a:lnTo>
                    <a:pt x="1569" y="228"/>
                  </a:lnTo>
                  <a:lnTo>
                    <a:pt x="3283" y="269"/>
                  </a:lnTo>
                  <a:lnTo>
                    <a:pt x="7452" y="269"/>
                  </a:lnTo>
                  <a:lnTo>
                    <a:pt x="9145" y="228"/>
                  </a:lnTo>
                  <a:lnTo>
                    <a:pt x="10301" y="186"/>
                  </a:lnTo>
                  <a:lnTo>
                    <a:pt x="10610" y="166"/>
                  </a:lnTo>
                  <a:lnTo>
                    <a:pt x="10693" y="145"/>
                  </a:lnTo>
                  <a:lnTo>
                    <a:pt x="10714" y="145"/>
                  </a:lnTo>
                  <a:lnTo>
                    <a:pt x="10693" y="125"/>
                  </a:lnTo>
                  <a:lnTo>
                    <a:pt x="10610" y="104"/>
                  </a:lnTo>
                  <a:lnTo>
                    <a:pt x="10301" y="83"/>
                  </a:lnTo>
                  <a:lnTo>
                    <a:pt x="9145" y="42"/>
                  </a:lnTo>
                  <a:lnTo>
                    <a:pt x="7452" y="21"/>
                  </a:lnTo>
                  <a:lnTo>
                    <a:pt x="53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0" name="Google Shape;730;p27"/>
            <p:cNvSpPr/>
            <p:nvPr/>
          </p:nvSpPr>
          <p:spPr>
            <a:xfrm>
              <a:off x="6036125" y="4741525"/>
              <a:ext cx="88275" cy="6725"/>
            </a:xfrm>
            <a:custGeom>
              <a:avLst/>
              <a:gdLst/>
              <a:ahLst/>
              <a:cxnLst/>
              <a:rect l="l" t="t" r="r" b="b"/>
              <a:pathLst>
                <a:path w="3531" h="269" extrusionOk="0">
                  <a:moveTo>
                    <a:pt x="1755" y="0"/>
                  </a:moveTo>
                  <a:lnTo>
                    <a:pt x="1074" y="21"/>
                  </a:lnTo>
                  <a:lnTo>
                    <a:pt x="517" y="42"/>
                  </a:lnTo>
                  <a:lnTo>
                    <a:pt x="145" y="83"/>
                  </a:lnTo>
                  <a:lnTo>
                    <a:pt x="42" y="103"/>
                  </a:lnTo>
                  <a:lnTo>
                    <a:pt x="1" y="145"/>
                  </a:lnTo>
                  <a:lnTo>
                    <a:pt x="42" y="165"/>
                  </a:lnTo>
                  <a:lnTo>
                    <a:pt x="145" y="186"/>
                  </a:lnTo>
                  <a:lnTo>
                    <a:pt x="517" y="227"/>
                  </a:lnTo>
                  <a:lnTo>
                    <a:pt x="1074" y="269"/>
                  </a:lnTo>
                  <a:lnTo>
                    <a:pt x="2457" y="269"/>
                  </a:lnTo>
                  <a:lnTo>
                    <a:pt x="3014" y="227"/>
                  </a:lnTo>
                  <a:lnTo>
                    <a:pt x="3386" y="186"/>
                  </a:lnTo>
                  <a:lnTo>
                    <a:pt x="3489" y="165"/>
                  </a:lnTo>
                  <a:lnTo>
                    <a:pt x="3530" y="145"/>
                  </a:lnTo>
                  <a:lnTo>
                    <a:pt x="3489" y="103"/>
                  </a:lnTo>
                  <a:lnTo>
                    <a:pt x="3386" y="83"/>
                  </a:lnTo>
                  <a:lnTo>
                    <a:pt x="3014" y="42"/>
                  </a:lnTo>
                  <a:lnTo>
                    <a:pt x="2457" y="21"/>
                  </a:lnTo>
                  <a:lnTo>
                    <a:pt x="17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1" name="Google Shape;731;p27"/>
            <p:cNvSpPr/>
            <p:nvPr/>
          </p:nvSpPr>
          <p:spPr>
            <a:xfrm>
              <a:off x="1898600" y="1559150"/>
              <a:ext cx="1127025" cy="618225"/>
            </a:xfrm>
            <a:custGeom>
              <a:avLst/>
              <a:gdLst/>
              <a:ahLst/>
              <a:cxnLst/>
              <a:rect l="l" t="t" r="r" b="b"/>
              <a:pathLst>
                <a:path w="45081" h="24729" extrusionOk="0">
                  <a:moveTo>
                    <a:pt x="38455" y="1"/>
                  </a:moveTo>
                  <a:lnTo>
                    <a:pt x="18701" y="12881"/>
                  </a:lnTo>
                  <a:lnTo>
                    <a:pt x="5099" y="5883"/>
                  </a:lnTo>
                  <a:lnTo>
                    <a:pt x="0" y="11622"/>
                  </a:lnTo>
                  <a:lnTo>
                    <a:pt x="9227" y="24729"/>
                  </a:lnTo>
                  <a:lnTo>
                    <a:pt x="24047" y="24708"/>
                  </a:lnTo>
                  <a:lnTo>
                    <a:pt x="45081" y="8092"/>
                  </a:lnTo>
                  <a:lnTo>
                    <a:pt x="38455" y="1"/>
                  </a:lnTo>
                  <a:close/>
                </a:path>
              </a:pathLst>
            </a:custGeom>
            <a:solidFill>
              <a:srgbClr val="37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2" name="Google Shape;732;p27"/>
            <p:cNvSpPr/>
            <p:nvPr/>
          </p:nvSpPr>
          <p:spPr>
            <a:xfrm>
              <a:off x="1898600" y="1559150"/>
              <a:ext cx="1127025" cy="618225"/>
            </a:xfrm>
            <a:custGeom>
              <a:avLst/>
              <a:gdLst/>
              <a:ahLst/>
              <a:cxnLst/>
              <a:rect l="l" t="t" r="r" b="b"/>
              <a:pathLst>
                <a:path w="45081" h="24729" fill="none" extrusionOk="0">
                  <a:moveTo>
                    <a:pt x="5099" y="5883"/>
                  </a:moveTo>
                  <a:lnTo>
                    <a:pt x="18701" y="12881"/>
                  </a:lnTo>
                  <a:lnTo>
                    <a:pt x="38455" y="1"/>
                  </a:lnTo>
                  <a:lnTo>
                    <a:pt x="45081" y="8092"/>
                  </a:lnTo>
                  <a:lnTo>
                    <a:pt x="24047" y="24708"/>
                  </a:lnTo>
                  <a:lnTo>
                    <a:pt x="9227" y="24729"/>
                  </a:lnTo>
                  <a:lnTo>
                    <a:pt x="0" y="11622"/>
                  </a:lnTo>
                  <a:lnTo>
                    <a:pt x="5099" y="588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3" name="Google Shape;733;p27"/>
            <p:cNvSpPr/>
            <p:nvPr/>
          </p:nvSpPr>
          <p:spPr>
            <a:xfrm>
              <a:off x="1898075" y="1558625"/>
              <a:ext cx="1128075" cy="618750"/>
            </a:xfrm>
            <a:custGeom>
              <a:avLst/>
              <a:gdLst/>
              <a:ahLst/>
              <a:cxnLst/>
              <a:rect l="l" t="t" r="r" b="b"/>
              <a:pathLst>
                <a:path w="45123" h="24750" extrusionOk="0">
                  <a:moveTo>
                    <a:pt x="38476" y="1"/>
                  </a:moveTo>
                  <a:lnTo>
                    <a:pt x="18722" y="12881"/>
                  </a:lnTo>
                  <a:lnTo>
                    <a:pt x="5120" y="5904"/>
                  </a:lnTo>
                  <a:lnTo>
                    <a:pt x="5120" y="5884"/>
                  </a:lnTo>
                  <a:lnTo>
                    <a:pt x="1" y="11643"/>
                  </a:lnTo>
                  <a:lnTo>
                    <a:pt x="9227" y="24750"/>
                  </a:lnTo>
                  <a:lnTo>
                    <a:pt x="24068" y="24750"/>
                  </a:lnTo>
                  <a:lnTo>
                    <a:pt x="45102" y="8113"/>
                  </a:lnTo>
                  <a:lnTo>
                    <a:pt x="45122" y="8113"/>
                  </a:lnTo>
                  <a:lnTo>
                    <a:pt x="38476" y="22"/>
                  </a:lnTo>
                  <a:lnTo>
                    <a:pt x="38476" y="1"/>
                  </a:lnTo>
                  <a:close/>
                </a:path>
              </a:pathLst>
            </a:custGeom>
            <a:solidFill>
              <a:srgbClr val="37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4" name="Google Shape;734;p27"/>
            <p:cNvSpPr/>
            <p:nvPr/>
          </p:nvSpPr>
          <p:spPr>
            <a:xfrm>
              <a:off x="1898075" y="1558625"/>
              <a:ext cx="1128075" cy="618750"/>
            </a:xfrm>
            <a:custGeom>
              <a:avLst/>
              <a:gdLst/>
              <a:ahLst/>
              <a:cxnLst/>
              <a:rect l="l" t="t" r="r" b="b"/>
              <a:pathLst>
                <a:path w="45123" h="24750" fill="none" extrusionOk="0">
                  <a:moveTo>
                    <a:pt x="9248" y="24750"/>
                  </a:moveTo>
                  <a:lnTo>
                    <a:pt x="9227" y="24750"/>
                  </a:lnTo>
                  <a:lnTo>
                    <a:pt x="1" y="11643"/>
                  </a:lnTo>
                  <a:lnTo>
                    <a:pt x="1" y="11643"/>
                  </a:lnTo>
                  <a:lnTo>
                    <a:pt x="5120" y="5884"/>
                  </a:lnTo>
                  <a:lnTo>
                    <a:pt x="5120" y="5904"/>
                  </a:lnTo>
                  <a:lnTo>
                    <a:pt x="18722" y="12881"/>
                  </a:lnTo>
                  <a:lnTo>
                    <a:pt x="38476" y="1"/>
                  </a:lnTo>
                  <a:lnTo>
                    <a:pt x="38476" y="22"/>
                  </a:lnTo>
                  <a:lnTo>
                    <a:pt x="45122" y="8113"/>
                  </a:lnTo>
                  <a:lnTo>
                    <a:pt x="45102" y="8113"/>
                  </a:lnTo>
                  <a:lnTo>
                    <a:pt x="24068" y="24750"/>
                  </a:lnTo>
                  <a:lnTo>
                    <a:pt x="24068" y="24750"/>
                  </a:lnTo>
                  <a:lnTo>
                    <a:pt x="9248" y="2475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5" name="Google Shape;735;p27"/>
            <p:cNvSpPr/>
            <p:nvPr/>
          </p:nvSpPr>
          <p:spPr>
            <a:xfrm>
              <a:off x="2405850" y="1701575"/>
              <a:ext cx="231725" cy="153300"/>
            </a:xfrm>
            <a:custGeom>
              <a:avLst/>
              <a:gdLst/>
              <a:ahLst/>
              <a:cxnLst/>
              <a:rect l="l" t="t" r="r" b="b"/>
              <a:pathLst>
                <a:path w="9269" h="6132" extrusionOk="0">
                  <a:moveTo>
                    <a:pt x="9248" y="1"/>
                  </a:moveTo>
                  <a:lnTo>
                    <a:pt x="1" y="6131"/>
                  </a:lnTo>
                  <a:lnTo>
                    <a:pt x="9269" y="83"/>
                  </a:lnTo>
                  <a:lnTo>
                    <a:pt x="9248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6" name="Google Shape;736;p27"/>
            <p:cNvSpPr/>
            <p:nvPr/>
          </p:nvSpPr>
          <p:spPr>
            <a:xfrm>
              <a:off x="2405850" y="1701575"/>
              <a:ext cx="231725" cy="153300"/>
            </a:xfrm>
            <a:custGeom>
              <a:avLst/>
              <a:gdLst/>
              <a:ahLst/>
              <a:cxnLst/>
              <a:rect l="l" t="t" r="r" b="b"/>
              <a:pathLst>
                <a:path w="9269" h="6132" fill="none" extrusionOk="0">
                  <a:moveTo>
                    <a:pt x="9248" y="1"/>
                  </a:moveTo>
                  <a:lnTo>
                    <a:pt x="1" y="6131"/>
                  </a:lnTo>
                  <a:lnTo>
                    <a:pt x="9269" y="83"/>
                  </a:lnTo>
                  <a:lnTo>
                    <a:pt x="9269" y="83"/>
                  </a:lnTo>
                  <a:lnTo>
                    <a:pt x="924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7" name="Google Shape;737;p27"/>
            <p:cNvSpPr/>
            <p:nvPr/>
          </p:nvSpPr>
          <p:spPr>
            <a:xfrm>
              <a:off x="2129775" y="1703650"/>
              <a:ext cx="669325" cy="473725"/>
            </a:xfrm>
            <a:custGeom>
              <a:avLst/>
              <a:gdLst/>
              <a:ahLst/>
              <a:cxnLst/>
              <a:rect l="l" t="t" r="r" b="b"/>
              <a:pathLst>
                <a:path w="26773" h="18949" extrusionOk="0">
                  <a:moveTo>
                    <a:pt x="20312" y="0"/>
                  </a:moveTo>
                  <a:lnTo>
                    <a:pt x="11044" y="6048"/>
                  </a:lnTo>
                  <a:lnTo>
                    <a:pt x="9454" y="7101"/>
                  </a:lnTo>
                  <a:lnTo>
                    <a:pt x="1" y="2229"/>
                  </a:lnTo>
                  <a:lnTo>
                    <a:pt x="4480" y="6027"/>
                  </a:lnTo>
                  <a:lnTo>
                    <a:pt x="8133" y="18949"/>
                  </a:lnTo>
                  <a:lnTo>
                    <a:pt x="14800" y="18928"/>
                  </a:lnTo>
                  <a:lnTo>
                    <a:pt x="26772" y="9474"/>
                  </a:lnTo>
                  <a:lnTo>
                    <a:pt x="26236" y="8958"/>
                  </a:lnTo>
                  <a:lnTo>
                    <a:pt x="25720" y="8442"/>
                  </a:lnTo>
                  <a:lnTo>
                    <a:pt x="25224" y="7926"/>
                  </a:lnTo>
                  <a:lnTo>
                    <a:pt x="24749" y="7369"/>
                  </a:lnTo>
                  <a:lnTo>
                    <a:pt x="24295" y="6812"/>
                  </a:lnTo>
                  <a:lnTo>
                    <a:pt x="23841" y="6254"/>
                  </a:lnTo>
                  <a:lnTo>
                    <a:pt x="23408" y="5677"/>
                  </a:lnTo>
                  <a:lnTo>
                    <a:pt x="22995" y="5078"/>
                  </a:lnTo>
                  <a:lnTo>
                    <a:pt x="22603" y="4479"/>
                  </a:lnTo>
                  <a:lnTo>
                    <a:pt x="22211" y="3860"/>
                  </a:lnTo>
                  <a:lnTo>
                    <a:pt x="21860" y="3241"/>
                  </a:lnTo>
                  <a:lnTo>
                    <a:pt x="21509" y="2601"/>
                  </a:lnTo>
                  <a:lnTo>
                    <a:pt x="21179" y="1961"/>
                  </a:lnTo>
                  <a:lnTo>
                    <a:pt x="20869" y="1321"/>
                  </a:lnTo>
                  <a:lnTo>
                    <a:pt x="20580" y="661"/>
                  </a:lnTo>
                  <a:lnTo>
                    <a:pt x="203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8" name="Google Shape;738;p27"/>
            <p:cNvSpPr/>
            <p:nvPr/>
          </p:nvSpPr>
          <p:spPr>
            <a:xfrm>
              <a:off x="2129775" y="1703650"/>
              <a:ext cx="669325" cy="473725"/>
            </a:xfrm>
            <a:custGeom>
              <a:avLst/>
              <a:gdLst/>
              <a:ahLst/>
              <a:cxnLst/>
              <a:rect l="l" t="t" r="r" b="b"/>
              <a:pathLst>
                <a:path w="26773" h="18949" fill="none" extrusionOk="0">
                  <a:moveTo>
                    <a:pt x="20312" y="0"/>
                  </a:moveTo>
                  <a:lnTo>
                    <a:pt x="11044" y="6048"/>
                  </a:lnTo>
                  <a:lnTo>
                    <a:pt x="9454" y="7101"/>
                  </a:lnTo>
                  <a:lnTo>
                    <a:pt x="1" y="2229"/>
                  </a:lnTo>
                  <a:lnTo>
                    <a:pt x="4480" y="6027"/>
                  </a:lnTo>
                  <a:lnTo>
                    <a:pt x="8133" y="18949"/>
                  </a:lnTo>
                  <a:lnTo>
                    <a:pt x="14800" y="18928"/>
                  </a:lnTo>
                  <a:lnTo>
                    <a:pt x="26772" y="9474"/>
                  </a:lnTo>
                  <a:lnTo>
                    <a:pt x="26772" y="9474"/>
                  </a:lnTo>
                  <a:lnTo>
                    <a:pt x="26236" y="8958"/>
                  </a:lnTo>
                  <a:lnTo>
                    <a:pt x="25720" y="8442"/>
                  </a:lnTo>
                  <a:lnTo>
                    <a:pt x="25224" y="7926"/>
                  </a:lnTo>
                  <a:lnTo>
                    <a:pt x="24749" y="7369"/>
                  </a:lnTo>
                  <a:lnTo>
                    <a:pt x="24295" y="6812"/>
                  </a:lnTo>
                  <a:lnTo>
                    <a:pt x="23841" y="6254"/>
                  </a:lnTo>
                  <a:lnTo>
                    <a:pt x="23408" y="5677"/>
                  </a:lnTo>
                  <a:lnTo>
                    <a:pt x="22995" y="5078"/>
                  </a:lnTo>
                  <a:lnTo>
                    <a:pt x="22603" y="4479"/>
                  </a:lnTo>
                  <a:lnTo>
                    <a:pt x="22211" y="3860"/>
                  </a:lnTo>
                  <a:lnTo>
                    <a:pt x="21860" y="3241"/>
                  </a:lnTo>
                  <a:lnTo>
                    <a:pt x="21509" y="2601"/>
                  </a:lnTo>
                  <a:lnTo>
                    <a:pt x="21179" y="1961"/>
                  </a:lnTo>
                  <a:lnTo>
                    <a:pt x="20869" y="1321"/>
                  </a:lnTo>
                  <a:lnTo>
                    <a:pt x="20580" y="661"/>
                  </a:lnTo>
                  <a:lnTo>
                    <a:pt x="203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9" name="Google Shape;739;p27"/>
            <p:cNvSpPr/>
            <p:nvPr/>
          </p:nvSpPr>
          <p:spPr>
            <a:xfrm>
              <a:off x="2593175" y="825350"/>
              <a:ext cx="1290100" cy="1288050"/>
            </a:xfrm>
            <a:custGeom>
              <a:avLst/>
              <a:gdLst/>
              <a:ahLst/>
              <a:cxnLst/>
              <a:rect l="l" t="t" r="r" b="b"/>
              <a:pathLst>
                <a:path w="51604" h="51522" extrusionOk="0">
                  <a:moveTo>
                    <a:pt x="24853" y="1"/>
                  </a:moveTo>
                  <a:lnTo>
                    <a:pt x="24233" y="42"/>
                  </a:lnTo>
                  <a:lnTo>
                    <a:pt x="23614" y="83"/>
                  </a:lnTo>
                  <a:lnTo>
                    <a:pt x="22995" y="145"/>
                  </a:lnTo>
                  <a:lnTo>
                    <a:pt x="22376" y="228"/>
                  </a:lnTo>
                  <a:lnTo>
                    <a:pt x="21756" y="310"/>
                  </a:lnTo>
                  <a:lnTo>
                    <a:pt x="21137" y="414"/>
                  </a:lnTo>
                  <a:lnTo>
                    <a:pt x="20538" y="537"/>
                  </a:lnTo>
                  <a:lnTo>
                    <a:pt x="19919" y="661"/>
                  </a:lnTo>
                  <a:lnTo>
                    <a:pt x="19321" y="806"/>
                  </a:lnTo>
                  <a:lnTo>
                    <a:pt x="18722" y="971"/>
                  </a:lnTo>
                  <a:lnTo>
                    <a:pt x="18123" y="1157"/>
                  </a:lnTo>
                  <a:lnTo>
                    <a:pt x="17546" y="1342"/>
                  </a:lnTo>
                  <a:lnTo>
                    <a:pt x="16968" y="1549"/>
                  </a:lnTo>
                  <a:lnTo>
                    <a:pt x="16369" y="1755"/>
                  </a:lnTo>
                  <a:lnTo>
                    <a:pt x="15812" y="2003"/>
                  </a:lnTo>
                  <a:lnTo>
                    <a:pt x="15234" y="2251"/>
                  </a:lnTo>
                  <a:lnTo>
                    <a:pt x="14676" y="2498"/>
                  </a:lnTo>
                  <a:lnTo>
                    <a:pt x="14119" y="2767"/>
                  </a:lnTo>
                  <a:lnTo>
                    <a:pt x="13562" y="3056"/>
                  </a:lnTo>
                  <a:lnTo>
                    <a:pt x="13025" y="3365"/>
                  </a:lnTo>
                  <a:lnTo>
                    <a:pt x="12488" y="3675"/>
                  </a:lnTo>
                  <a:lnTo>
                    <a:pt x="11972" y="3985"/>
                  </a:lnTo>
                  <a:lnTo>
                    <a:pt x="11436" y="4335"/>
                  </a:lnTo>
                  <a:lnTo>
                    <a:pt x="10940" y="4686"/>
                  </a:lnTo>
                  <a:lnTo>
                    <a:pt x="10424" y="5037"/>
                  </a:lnTo>
                  <a:lnTo>
                    <a:pt x="9929" y="5409"/>
                  </a:lnTo>
                  <a:lnTo>
                    <a:pt x="9454" y="5801"/>
                  </a:lnTo>
                  <a:lnTo>
                    <a:pt x="8959" y="6214"/>
                  </a:lnTo>
                  <a:lnTo>
                    <a:pt x="8505" y="6627"/>
                  </a:lnTo>
                  <a:lnTo>
                    <a:pt x="8030" y="7039"/>
                  </a:lnTo>
                  <a:lnTo>
                    <a:pt x="7576" y="7473"/>
                  </a:lnTo>
                  <a:lnTo>
                    <a:pt x="7142" y="7927"/>
                  </a:lnTo>
                  <a:lnTo>
                    <a:pt x="6709" y="8381"/>
                  </a:lnTo>
                  <a:lnTo>
                    <a:pt x="6296" y="8856"/>
                  </a:lnTo>
                  <a:lnTo>
                    <a:pt x="5883" y="9331"/>
                  </a:lnTo>
                  <a:lnTo>
                    <a:pt x="5491" y="9826"/>
                  </a:lnTo>
                  <a:lnTo>
                    <a:pt x="5099" y="10342"/>
                  </a:lnTo>
                  <a:lnTo>
                    <a:pt x="4727" y="10858"/>
                  </a:lnTo>
                  <a:lnTo>
                    <a:pt x="4356" y="11374"/>
                  </a:lnTo>
                  <a:lnTo>
                    <a:pt x="4005" y="11911"/>
                  </a:lnTo>
                  <a:lnTo>
                    <a:pt x="3675" y="12468"/>
                  </a:lnTo>
                  <a:lnTo>
                    <a:pt x="3344" y="13025"/>
                  </a:lnTo>
                  <a:lnTo>
                    <a:pt x="3035" y="13603"/>
                  </a:lnTo>
                  <a:lnTo>
                    <a:pt x="2725" y="14181"/>
                  </a:lnTo>
                  <a:lnTo>
                    <a:pt x="2436" y="14780"/>
                  </a:lnTo>
                  <a:lnTo>
                    <a:pt x="2168" y="15378"/>
                  </a:lnTo>
                  <a:lnTo>
                    <a:pt x="1920" y="15977"/>
                  </a:lnTo>
                  <a:lnTo>
                    <a:pt x="1672" y="16596"/>
                  </a:lnTo>
                  <a:lnTo>
                    <a:pt x="1445" y="17236"/>
                  </a:lnTo>
                  <a:lnTo>
                    <a:pt x="1239" y="17855"/>
                  </a:lnTo>
                  <a:lnTo>
                    <a:pt x="1033" y="18475"/>
                  </a:lnTo>
                  <a:lnTo>
                    <a:pt x="867" y="19094"/>
                  </a:lnTo>
                  <a:lnTo>
                    <a:pt x="702" y="19734"/>
                  </a:lnTo>
                  <a:lnTo>
                    <a:pt x="558" y="20353"/>
                  </a:lnTo>
                  <a:lnTo>
                    <a:pt x="434" y="20993"/>
                  </a:lnTo>
                  <a:lnTo>
                    <a:pt x="331" y="21612"/>
                  </a:lnTo>
                  <a:lnTo>
                    <a:pt x="228" y="22252"/>
                  </a:lnTo>
                  <a:lnTo>
                    <a:pt x="145" y="22892"/>
                  </a:lnTo>
                  <a:lnTo>
                    <a:pt x="83" y="23511"/>
                  </a:lnTo>
                  <a:lnTo>
                    <a:pt x="42" y="24151"/>
                  </a:lnTo>
                  <a:lnTo>
                    <a:pt x="0" y="24770"/>
                  </a:lnTo>
                  <a:lnTo>
                    <a:pt x="0" y="25410"/>
                  </a:lnTo>
                  <a:lnTo>
                    <a:pt x="0" y="26029"/>
                  </a:lnTo>
                  <a:lnTo>
                    <a:pt x="0" y="26669"/>
                  </a:lnTo>
                  <a:lnTo>
                    <a:pt x="42" y="27288"/>
                  </a:lnTo>
                  <a:lnTo>
                    <a:pt x="83" y="27908"/>
                  </a:lnTo>
                  <a:lnTo>
                    <a:pt x="145" y="28527"/>
                  </a:lnTo>
                  <a:lnTo>
                    <a:pt x="228" y="29146"/>
                  </a:lnTo>
                  <a:lnTo>
                    <a:pt x="310" y="29765"/>
                  </a:lnTo>
                  <a:lnTo>
                    <a:pt x="413" y="30364"/>
                  </a:lnTo>
                  <a:lnTo>
                    <a:pt x="537" y="30983"/>
                  </a:lnTo>
                  <a:lnTo>
                    <a:pt x="682" y="31582"/>
                  </a:lnTo>
                  <a:lnTo>
                    <a:pt x="826" y="32180"/>
                  </a:lnTo>
                  <a:lnTo>
                    <a:pt x="991" y="32779"/>
                  </a:lnTo>
                  <a:lnTo>
                    <a:pt x="1156" y="33378"/>
                  </a:lnTo>
                  <a:lnTo>
                    <a:pt x="1363" y="33976"/>
                  </a:lnTo>
                  <a:lnTo>
                    <a:pt x="1569" y="34554"/>
                  </a:lnTo>
                  <a:lnTo>
                    <a:pt x="1776" y="35132"/>
                  </a:lnTo>
                  <a:lnTo>
                    <a:pt x="2023" y="35710"/>
                  </a:lnTo>
                  <a:lnTo>
                    <a:pt x="2271" y="36267"/>
                  </a:lnTo>
                  <a:lnTo>
                    <a:pt x="2519" y="36825"/>
                  </a:lnTo>
                  <a:lnTo>
                    <a:pt x="2787" y="37382"/>
                  </a:lnTo>
                  <a:lnTo>
                    <a:pt x="3076" y="37939"/>
                  </a:lnTo>
                  <a:lnTo>
                    <a:pt x="3386" y="38476"/>
                  </a:lnTo>
                  <a:lnTo>
                    <a:pt x="3695" y="39013"/>
                  </a:lnTo>
                  <a:lnTo>
                    <a:pt x="4026" y="39549"/>
                  </a:lnTo>
                  <a:lnTo>
                    <a:pt x="4356" y="40065"/>
                  </a:lnTo>
                  <a:lnTo>
                    <a:pt x="4707" y="40581"/>
                  </a:lnTo>
                  <a:lnTo>
                    <a:pt x="5078" y="41077"/>
                  </a:lnTo>
                  <a:lnTo>
                    <a:pt x="5450" y="41572"/>
                  </a:lnTo>
                  <a:lnTo>
                    <a:pt x="5842" y="42068"/>
                  </a:lnTo>
                  <a:lnTo>
                    <a:pt x="6234" y="42542"/>
                  </a:lnTo>
                  <a:lnTo>
                    <a:pt x="6647" y="43017"/>
                  </a:lnTo>
                  <a:lnTo>
                    <a:pt x="7080" y="43471"/>
                  </a:lnTo>
                  <a:lnTo>
                    <a:pt x="7514" y="43925"/>
                  </a:lnTo>
                  <a:lnTo>
                    <a:pt x="7968" y="44359"/>
                  </a:lnTo>
                  <a:lnTo>
                    <a:pt x="8422" y="44792"/>
                  </a:lnTo>
                  <a:lnTo>
                    <a:pt x="8897" y="45205"/>
                  </a:lnTo>
                  <a:lnTo>
                    <a:pt x="9392" y="45618"/>
                  </a:lnTo>
                  <a:lnTo>
                    <a:pt x="9888" y="46010"/>
                  </a:lnTo>
                  <a:lnTo>
                    <a:pt x="10383" y="46402"/>
                  </a:lnTo>
                  <a:lnTo>
                    <a:pt x="10899" y="46774"/>
                  </a:lnTo>
                  <a:lnTo>
                    <a:pt x="11436" y="47145"/>
                  </a:lnTo>
                  <a:lnTo>
                    <a:pt x="11972" y="47496"/>
                  </a:lnTo>
                  <a:lnTo>
                    <a:pt x="12530" y="47827"/>
                  </a:lnTo>
                  <a:lnTo>
                    <a:pt x="13087" y="48157"/>
                  </a:lnTo>
                  <a:lnTo>
                    <a:pt x="13665" y="48466"/>
                  </a:lnTo>
                  <a:lnTo>
                    <a:pt x="14243" y="48776"/>
                  </a:lnTo>
                  <a:lnTo>
                    <a:pt x="14842" y="49065"/>
                  </a:lnTo>
                  <a:lnTo>
                    <a:pt x="15440" y="49333"/>
                  </a:lnTo>
                  <a:lnTo>
                    <a:pt x="16059" y="49602"/>
                  </a:lnTo>
                  <a:lnTo>
                    <a:pt x="16679" y="49849"/>
                  </a:lnTo>
                  <a:lnTo>
                    <a:pt x="17298" y="50076"/>
                  </a:lnTo>
                  <a:lnTo>
                    <a:pt x="17917" y="50283"/>
                  </a:lnTo>
                  <a:lnTo>
                    <a:pt x="18536" y="50469"/>
                  </a:lnTo>
                  <a:lnTo>
                    <a:pt x="19176" y="50654"/>
                  </a:lnTo>
                  <a:lnTo>
                    <a:pt x="19795" y="50820"/>
                  </a:lnTo>
                  <a:lnTo>
                    <a:pt x="20435" y="50943"/>
                  </a:lnTo>
                  <a:lnTo>
                    <a:pt x="21055" y="51088"/>
                  </a:lnTo>
                  <a:lnTo>
                    <a:pt x="21694" y="51191"/>
                  </a:lnTo>
                  <a:lnTo>
                    <a:pt x="22334" y="51294"/>
                  </a:lnTo>
                  <a:lnTo>
                    <a:pt x="22954" y="51377"/>
                  </a:lnTo>
                  <a:lnTo>
                    <a:pt x="23593" y="51439"/>
                  </a:lnTo>
                  <a:lnTo>
                    <a:pt x="24233" y="51480"/>
                  </a:lnTo>
                  <a:lnTo>
                    <a:pt x="24853" y="51501"/>
                  </a:lnTo>
                  <a:lnTo>
                    <a:pt x="25492" y="51521"/>
                  </a:lnTo>
                  <a:lnTo>
                    <a:pt x="26752" y="51521"/>
                  </a:lnTo>
                  <a:lnTo>
                    <a:pt x="27371" y="51480"/>
                  </a:lnTo>
                  <a:lnTo>
                    <a:pt x="27990" y="51439"/>
                  </a:lnTo>
                  <a:lnTo>
                    <a:pt x="28609" y="51377"/>
                  </a:lnTo>
                  <a:lnTo>
                    <a:pt x="29228" y="51294"/>
                  </a:lnTo>
                  <a:lnTo>
                    <a:pt x="29848" y="51212"/>
                  </a:lnTo>
                  <a:lnTo>
                    <a:pt x="30467" y="51108"/>
                  </a:lnTo>
                  <a:lnTo>
                    <a:pt x="31066" y="50985"/>
                  </a:lnTo>
                  <a:lnTo>
                    <a:pt x="31685" y="50861"/>
                  </a:lnTo>
                  <a:lnTo>
                    <a:pt x="32283" y="50716"/>
                  </a:lnTo>
                  <a:lnTo>
                    <a:pt x="32882" y="50551"/>
                  </a:lnTo>
                  <a:lnTo>
                    <a:pt x="33481" y="50365"/>
                  </a:lnTo>
                  <a:lnTo>
                    <a:pt x="34059" y="50180"/>
                  </a:lnTo>
                  <a:lnTo>
                    <a:pt x="34657" y="49973"/>
                  </a:lnTo>
                  <a:lnTo>
                    <a:pt x="35235" y="49767"/>
                  </a:lnTo>
                  <a:lnTo>
                    <a:pt x="35792" y="49519"/>
                  </a:lnTo>
                  <a:lnTo>
                    <a:pt x="36370" y="49271"/>
                  </a:lnTo>
                  <a:lnTo>
                    <a:pt x="36928" y="49024"/>
                  </a:lnTo>
                  <a:lnTo>
                    <a:pt x="37485" y="48755"/>
                  </a:lnTo>
                  <a:lnTo>
                    <a:pt x="38042" y="48466"/>
                  </a:lnTo>
                  <a:lnTo>
                    <a:pt x="38579" y="48157"/>
                  </a:lnTo>
                  <a:lnTo>
                    <a:pt x="39116" y="47847"/>
                  </a:lnTo>
                  <a:lnTo>
                    <a:pt x="39632" y="47538"/>
                  </a:lnTo>
                  <a:lnTo>
                    <a:pt x="40168" y="47187"/>
                  </a:lnTo>
                  <a:lnTo>
                    <a:pt x="40664" y="46836"/>
                  </a:lnTo>
                  <a:lnTo>
                    <a:pt x="41180" y="46485"/>
                  </a:lnTo>
                  <a:lnTo>
                    <a:pt x="41675" y="46113"/>
                  </a:lnTo>
                  <a:lnTo>
                    <a:pt x="42171" y="45721"/>
                  </a:lnTo>
                  <a:lnTo>
                    <a:pt x="42645" y="45308"/>
                  </a:lnTo>
                  <a:lnTo>
                    <a:pt x="43099" y="44895"/>
                  </a:lnTo>
                  <a:lnTo>
                    <a:pt x="43574" y="44483"/>
                  </a:lnTo>
                  <a:lnTo>
                    <a:pt x="44028" y="44049"/>
                  </a:lnTo>
                  <a:lnTo>
                    <a:pt x="44462" y="43595"/>
                  </a:lnTo>
                  <a:lnTo>
                    <a:pt x="44895" y="43141"/>
                  </a:lnTo>
                  <a:lnTo>
                    <a:pt x="45308" y="42666"/>
                  </a:lnTo>
                  <a:lnTo>
                    <a:pt x="45721" y="42191"/>
                  </a:lnTo>
                  <a:lnTo>
                    <a:pt x="46113" y="41696"/>
                  </a:lnTo>
                  <a:lnTo>
                    <a:pt x="46505" y="41180"/>
                  </a:lnTo>
                  <a:lnTo>
                    <a:pt x="46877" y="40664"/>
                  </a:lnTo>
                  <a:lnTo>
                    <a:pt x="47248" y="40148"/>
                  </a:lnTo>
                  <a:lnTo>
                    <a:pt x="47599" y="39591"/>
                  </a:lnTo>
                  <a:lnTo>
                    <a:pt x="47929" y="39054"/>
                  </a:lnTo>
                  <a:lnTo>
                    <a:pt x="48260" y="38497"/>
                  </a:lnTo>
                  <a:lnTo>
                    <a:pt x="48569" y="37919"/>
                  </a:lnTo>
                  <a:lnTo>
                    <a:pt x="48879" y="37341"/>
                  </a:lnTo>
                  <a:lnTo>
                    <a:pt x="49168" y="36742"/>
                  </a:lnTo>
                  <a:lnTo>
                    <a:pt x="49436" y="36144"/>
                  </a:lnTo>
                  <a:lnTo>
                    <a:pt x="49684" y="35524"/>
                  </a:lnTo>
                  <a:lnTo>
                    <a:pt x="49932" y="34926"/>
                  </a:lnTo>
                  <a:lnTo>
                    <a:pt x="50159" y="34286"/>
                  </a:lnTo>
                  <a:lnTo>
                    <a:pt x="50365" y="33667"/>
                  </a:lnTo>
                  <a:lnTo>
                    <a:pt x="50572" y="33047"/>
                  </a:lnTo>
                  <a:lnTo>
                    <a:pt x="50737" y="32428"/>
                  </a:lnTo>
                  <a:lnTo>
                    <a:pt x="50902" y="31788"/>
                  </a:lnTo>
                  <a:lnTo>
                    <a:pt x="51046" y="31169"/>
                  </a:lnTo>
                  <a:lnTo>
                    <a:pt x="51170" y="30529"/>
                  </a:lnTo>
                  <a:lnTo>
                    <a:pt x="51294" y="29910"/>
                  </a:lnTo>
                  <a:lnTo>
                    <a:pt x="51377" y="29270"/>
                  </a:lnTo>
                  <a:lnTo>
                    <a:pt x="51459" y="28630"/>
                  </a:lnTo>
                  <a:lnTo>
                    <a:pt x="51521" y="28011"/>
                  </a:lnTo>
                  <a:lnTo>
                    <a:pt x="51562" y="27371"/>
                  </a:lnTo>
                  <a:lnTo>
                    <a:pt x="51604" y="26752"/>
                  </a:lnTo>
                  <a:lnTo>
                    <a:pt x="51604" y="26112"/>
                  </a:lnTo>
                  <a:lnTo>
                    <a:pt x="51604" y="25493"/>
                  </a:lnTo>
                  <a:lnTo>
                    <a:pt x="51604" y="24853"/>
                  </a:lnTo>
                  <a:lnTo>
                    <a:pt x="51562" y="24234"/>
                  </a:lnTo>
                  <a:lnTo>
                    <a:pt x="51521" y="23614"/>
                  </a:lnTo>
                  <a:lnTo>
                    <a:pt x="51459" y="22995"/>
                  </a:lnTo>
                  <a:lnTo>
                    <a:pt x="51377" y="22376"/>
                  </a:lnTo>
                  <a:lnTo>
                    <a:pt x="51294" y="21757"/>
                  </a:lnTo>
                  <a:lnTo>
                    <a:pt x="51191" y="21158"/>
                  </a:lnTo>
                  <a:lnTo>
                    <a:pt x="51067" y="20539"/>
                  </a:lnTo>
                  <a:lnTo>
                    <a:pt x="50922" y="19940"/>
                  </a:lnTo>
                  <a:lnTo>
                    <a:pt x="50778" y="19342"/>
                  </a:lnTo>
                  <a:lnTo>
                    <a:pt x="50613" y="18743"/>
                  </a:lnTo>
                  <a:lnTo>
                    <a:pt x="50448" y="18144"/>
                  </a:lnTo>
                  <a:lnTo>
                    <a:pt x="50241" y="17546"/>
                  </a:lnTo>
                  <a:lnTo>
                    <a:pt x="50035" y="16968"/>
                  </a:lnTo>
                  <a:lnTo>
                    <a:pt x="49828" y="16390"/>
                  </a:lnTo>
                  <a:lnTo>
                    <a:pt x="49581" y="15812"/>
                  </a:lnTo>
                  <a:lnTo>
                    <a:pt x="49354" y="15255"/>
                  </a:lnTo>
                  <a:lnTo>
                    <a:pt x="49085" y="14697"/>
                  </a:lnTo>
                  <a:lnTo>
                    <a:pt x="48817" y="14140"/>
                  </a:lnTo>
                  <a:lnTo>
                    <a:pt x="48528" y="13583"/>
                  </a:lnTo>
                  <a:lnTo>
                    <a:pt x="48218" y="13046"/>
                  </a:lnTo>
                  <a:lnTo>
                    <a:pt x="47909" y="12509"/>
                  </a:lnTo>
                  <a:lnTo>
                    <a:pt x="47579" y="11973"/>
                  </a:lnTo>
                  <a:lnTo>
                    <a:pt x="47248" y="11457"/>
                  </a:lnTo>
                  <a:lnTo>
                    <a:pt x="46897" y="10941"/>
                  </a:lnTo>
                  <a:lnTo>
                    <a:pt x="46526" y="10445"/>
                  </a:lnTo>
                  <a:lnTo>
                    <a:pt x="46154" y="9950"/>
                  </a:lnTo>
                  <a:lnTo>
                    <a:pt x="45762" y="9454"/>
                  </a:lnTo>
                  <a:lnTo>
                    <a:pt x="45370" y="8980"/>
                  </a:lnTo>
                  <a:lnTo>
                    <a:pt x="44957" y="8505"/>
                  </a:lnTo>
                  <a:lnTo>
                    <a:pt x="44524" y="8051"/>
                  </a:lnTo>
                  <a:lnTo>
                    <a:pt x="44090" y="7597"/>
                  </a:lnTo>
                  <a:lnTo>
                    <a:pt x="43636" y="7163"/>
                  </a:lnTo>
                  <a:lnTo>
                    <a:pt x="43182" y="6730"/>
                  </a:lnTo>
                  <a:lnTo>
                    <a:pt x="42707" y="6317"/>
                  </a:lnTo>
                  <a:lnTo>
                    <a:pt x="42212" y="5904"/>
                  </a:lnTo>
                  <a:lnTo>
                    <a:pt x="41716" y="5512"/>
                  </a:lnTo>
                  <a:lnTo>
                    <a:pt x="41221" y="5120"/>
                  </a:lnTo>
                  <a:lnTo>
                    <a:pt x="40705" y="4748"/>
                  </a:lnTo>
                  <a:lnTo>
                    <a:pt x="40168" y="4377"/>
                  </a:lnTo>
                  <a:lnTo>
                    <a:pt x="39632" y="4026"/>
                  </a:lnTo>
                  <a:lnTo>
                    <a:pt x="39074" y="3696"/>
                  </a:lnTo>
                  <a:lnTo>
                    <a:pt x="38517" y="3365"/>
                  </a:lnTo>
                  <a:lnTo>
                    <a:pt x="37939" y="3056"/>
                  </a:lnTo>
                  <a:lnTo>
                    <a:pt x="37361" y="2746"/>
                  </a:lnTo>
                  <a:lnTo>
                    <a:pt x="36763" y="2457"/>
                  </a:lnTo>
                  <a:lnTo>
                    <a:pt x="36164" y="2189"/>
                  </a:lnTo>
                  <a:lnTo>
                    <a:pt x="35545" y="1920"/>
                  </a:lnTo>
                  <a:lnTo>
                    <a:pt x="34925" y="1673"/>
                  </a:lnTo>
                  <a:lnTo>
                    <a:pt x="34306" y="1446"/>
                  </a:lnTo>
                  <a:lnTo>
                    <a:pt x="33687" y="1239"/>
                  </a:lnTo>
                  <a:lnTo>
                    <a:pt x="33068" y="1053"/>
                  </a:lnTo>
                  <a:lnTo>
                    <a:pt x="32428" y="868"/>
                  </a:lnTo>
                  <a:lnTo>
                    <a:pt x="31809" y="703"/>
                  </a:lnTo>
                  <a:lnTo>
                    <a:pt x="31169" y="558"/>
                  </a:lnTo>
                  <a:lnTo>
                    <a:pt x="30549" y="434"/>
                  </a:lnTo>
                  <a:lnTo>
                    <a:pt x="29910" y="331"/>
                  </a:lnTo>
                  <a:lnTo>
                    <a:pt x="29270" y="228"/>
                  </a:lnTo>
                  <a:lnTo>
                    <a:pt x="28651" y="145"/>
                  </a:lnTo>
                  <a:lnTo>
                    <a:pt x="28011" y="83"/>
                  </a:lnTo>
                  <a:lnTo>
                    <a:pt x="27371" y="42"/>
                  </a:lnTo>
                  <a:lnTo>
                    <a:pt x="26752" y="21"/>
                  </a:lnTo>
                  <a:lnTo>
                    <a:pt x="26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0" name="Google Shape;740;p27"/>
            <p:cNvSpPr/>
            <p:nvPr/>
          </p:nvSpPr>
          <p:spPr>
            <a:xfrm>
              <a:off x="2593175" y="825350"/>
              <a:ext cx="1290100" cy="1288050"/>
            </a:xfrm>
            <a:custGeom>
              <a:avLst/>
              <a:gdLst/>
              <a:ahLst/>
              <a:cxnLst/>
              <a:rect l="l" t="t" r="r" b="b"/>
              <a:pathLst>
                <a:path w="51604" h="51522" fill="none" extrusionOk="0">
                  <a:moveTo>
                    <a:pt x="49684" y="35524"/>
                  </a:moveTo>
                  <a:lnTo>
                    <a:pt x="49684" y="35524"/>
                  </a:lnTo>
                  <a:lnTo>
                    <a:pt x="49436" y="36144"/>
                  </a:lnTo>
                  <a:lnTo>
                    <a:pt x="49168" y="36742"/>
                  </a:lnTo>
                  <a:lnTo>
                    <a:pt x="48879" y="37341"/>
                  </a:lnTo>
                  <a:lnTo>
                    <a:pt x="48569" y="37919"/>
                  </a:lnTo>
                  <a:lnTo>
                    <a:pt x="48260" y="38497"/>
                  </a:lnTo>
                  <a:lnTo>
                    <a:pt x="47929" y="39054"/>
                  </a:lnTo>
                  <a:lnTo>
                    <a:pt x="47599" y="39591"/>
                  </a:lnTo>
                  <a:lnTo>
                    <a:pt x="47248" y="40148"/>
                  </a:lnTo>
                  <a:lnTo>
                    <a:pt x="46877" y="40664"/>
                  </a:lnTo>
                  <a:lnTo>
                    <a:pt x="46505" y="41180"/>
                  </a:lnTo>
                  <a:lnTo>
                    <a:pt x="46113" y="41696"/>
                  </a:lnTo>
                  <a:lnTo>
                    <a:pt x="45721" y="42191"/>
                  </a:lnTo>
                  <a:lnTo>
                    <a:pt x="45308" y="42666"/>
                  </a:lnTo>
                  <a:lnTo>
                    <a:pt x="44895" y="43141"/>
                  </a:lnTo>
                  <a:lnTo>
                    <a:pt x="44462" y="43595"/>
                  </a:lnTo>
                  <a:lnTo>
                    <a:pt x="44028" y="44049"/>
                  </a:lnTo>
                  <a:lnTo>
                    <a:pt x="43574" y="44483"/>
                  </a:lnTo>
                  <a:lnTo>
                    <a:pt x="43099" y="44895"/>
                  </a:lnTo>
                  <a:lnTo>
                    <a:pt x="42645" y="45308"/>
                  </a:lnTo>
                  <a:lnTo>
                    <a:pt x="42171" y="45721"/>
                  </a:lnTo>
                  <a:lnTo>
                    <a:pt x="41675" y="46113"/>
                  </a:lnTo>
                  <a:lnTo>
                    <a:pt x="41180" y="46485"/>
                  </a:lnTo>
                  <a:lnTo>
                    <a:pt x="40664" y="46836"/>
                  </a:lnTo>
                  <a:lnTo>
                    <a:pt x="40168" y="47187"/>
                  </a:lnTo>
                  <a:lnTo>
                    <a:pt x="39632" y="47538"/>
                  </a:lnTo>
                  <a:lnTo>
                    <a:pt x="39116" y="47847"/>
                  </a:lnTo>
                  <a:lnTo>
                    <a:pt x="38579" y="48157"/>
                  </a:lnTo>
                  <a:lnTo>
                    <a:pt x="38042" y="48466"/>
                  </a:lnTo>
                  <a:lnTo>
                    <a:pt x="37485" y="48755"/>
                  </a:lnTo>
                  <a:lnTo>
                    <a:pt x="36928" y="49024"/>
                  </a:lnTo>
                  <a:lnTo>
                    <a:pt x="36370" y="49271"/>
                  </a:lnTo>
                  <a:lnTo>
                    <a:pt x="35792" y="49519"/>
                  </a:lnTo>
                  <a:lnTo>
                    <a:pt x="35235" y="49767"/>
                  </a:lnTo>
                  <a:lnTo>
                    <a:pt x="34657" y="49973"/>
                  </a:lnTo>
                  <a:lnTo>
                    <a:pt x="34059" y="50180"/>
                  </a:lnTo>
                  <a:lnTo>
                    <a:pt x="33481" y="50365"/>
                  </a:lnTo>
                  <a:lnTo>
                    <a:pt x="32882" y="50551"/>
                  </a:lnTo>
                  <a:lnTo>
                    <a:pt x="32283" y="50716"/>
                  </a:lnTo>
                  <a:lnTo>
                    <a:pt x="31685" y="50861"/>
                  </a:lnTo>
                  <a:lnTo>
                    <a:pt x="31066" y="50985"/>
                  </a:lnTo>
                  <a:lnTo>
                    <a:pt x="30467" y="51108"/>
                  </a:lnTo>
                  <a:lnTo>
                    <a:pt x="29848" y="51212"/>
                  </a:lnTo>
                  <a:lnTo>
                    <a:pt x="29228" y="51294"/>
                  </a:lnTo>
                  <a:lnTo>
                    <a:pt x="28609" y="51377"/>
                  </a:lnTo>
                  <a:lnTo>
                    <a:pt x="27990" y="51439"/>
                  </a:lnTo>
                  <a:lnTo>
                    <a:pt x="27371" y="51480"/>
                  </a:lnTo>
                  <a:lnTo>
                    <a:pt x="26752" y="51521"/>
                  </a:lnTo>
                  <a:lnTo>
                    <a:pt x="26112" y="51521"/>
                  </a:lnTo>
                  <a:lnTo>
                    <a:pt x="25492" y="51521"/>
                  </a:lnTo>
                  <a:lnTo>
                    <a:pt x="24853" y="51501"/>
                  </a:lnTo>
                  <a:lnTo>
                    <a:pt x="24233" y="51480"/>
                  </a:lnTo>
                  <a:lnTo>
                    <a:pt x="23593" y="51439"/>
                  </a:lnTo>
                  <a:lnTo>
                    <a:pt x="22954" y="51377"/>
                  </a:lnTo>
                  <a:lnTo>
                    <a:pt x="22334" y="51294"/>
                  </a:lnTo>
                  <a:lnTo>
                    <a:pt x="21694" y="51191"/>
                  </a:lnTo>
                  <a:lnTo>
                    <a:pt x="21055" y="51088"/>
                  </a:lnTo>
                  <a:lnTo>
                    <a:pt x="20435" y="50943"/>
                  </a:lnTo>
                  <a:lnTo>
                    <a:pt x="19795" y="50820"/>
                  </a:lnTo>
                  <a:lnTo>
                    <a:pt x="19176" y="50654"/>
                  </a:lnTo>
                  <a:lnTo>
                    <a:pt x="18536" y="50469"/>
                  </a:lnTo>
                  <a:lnTo>
                    <a:pt x="17917" y="50283"/>
                  </a:lnTo>
                  <a:lnTo>
                    <a:pt x="17298" y="50076"/>
                  </a:lnTo>
                  <a:lnTo>
                    <a:pt x="16679" y="49849"/>
                  </a:lnTo>
                  <a:lnTo>
                    <a:pt x="16059" y="49602"/>
                  </a:lnTo>
                  <a:lnTo>
                    <a:pt x="16059" y="49602"/>
                  </a:lnTo>
                  <a:lnTo>
                    <a:pt x="15440" y="49333"/>
                  </a:lnTo>
                  <a:lnTo>
                    <a:pt x="14842" y="49065"/>
                  </a:lnTo>
                  <a:lnTo>
                    <a:pt x="14243" y="48776"/>
                  </a:lnTo>
                  <a:lnTo>
                    <a:pt x="13665" y="48466"/>
                  </a:lnTo>
                  <a:lnTo>
                    <a:pt x="13087" y="48157"/>
                  </a:lnTo>
                  <a:lnTo>
                    <a:pt x="12530" y="47827"/>
                  </a:lnTo>
                  <a:lnTo>
                    <a:pt x="11972" y="47496"/>
                  </a:lnTo>
                  <a:lnTo>
                    <a:pt x="11436" y="47145"/>
                  </a:lnTo>
                  <a:lnTo>
                    <a:pt x="10899" y="46774"/>
                  </a:lnTo>
                  <a:lnTo>
                    <a:pt x="10383" y="46402"/>
                  </a:lnTo>
                  <a:lnTo>
                    <a:pt x="9888" y="46010"/>
                  </a:lnTo>
                  <a:lnTo>
                    <a:pt x="9392" y="45618"/>
                  </a:lnTo>
                  <a:lnTo>
                    <a:pt x="8897" y="45205"/>
                  </a:lnTo>
                  <a:lnTo>
                    <a:pt x="8422" y="44792"/>
                  </a:lnTo>
                  <a:lnTo>
                    <a:pt x="7968" y="44359"/>
                  </a:lnTo>
                  <a:lnTo>
                    <a:pt x="7514" y="43925"/>
                  </a:lnTo>
                  <a:lnTo>
                    <a:pt x="7080" y="43471"/>
                  </a:lnTo>
                  <a:lnTo>
                    <a:pt x="6647" y="43017"/>
                  </a:lnTo>
                  <a:lnTo>
                    <a:pt x="6234" y="42542"/>
                  </a:lnTo>
                  <a:lnTo>
                    <a:pt x="5842" y="42068"/>
                  </a:lnTo>
                  <a:lnTo>
                    <a:pt x="5450" y="41572"/>
                  </a:lnTo>
                  <a:lnTo>
                    <a:pt x="5078" y="41077"/>
                  </a:lnTo>
                  <a:lnTo>
                    <a:pt x="4707" y="40581"/>
                  </a:lnTo>
                  <a:lnTo>
                    <a:pt x="4356" y="40065"/>
                  </a:lnTo>
                  <a:lnTo>
                    <a:pt x="4026" y="39549"/>
                  </a:lnTo>
                  <a:lnTo>
                    <a:pt x="3695" y="39013"/>
                  </a:lnTo>
                  <a:lnTo>
                    <a:pt x="3386" y="38476"/>
                  </a:lnTo>
                  <a:lnTo>
                    <a:pt x="3076" y="37939"/>
                  </a:lnTo>
                  <a:lnTo>
                    <a:pt x="2787" y="37382"/>
                  </a:lnTo>
                  <a:lnTo>
                    <a:pt x="2519" y="36825"/>
                  </a:lnTo>
                  <a:lnTo>
                    <a:pt x="2271" y="36267"/>
                  </a:lnTo>
                  <a:lnTo>
                    <a:pt x="2023" y="35710"/>
                  </a:lnTo>
                  <a:lnTo>
                    <a:pt x="1776" y="35132"/>
                  </a:lnTo>
                  <a:lnTo>
                    <a:pt x="1569" y="34554"/>
                  </a:lnTo>
                  <a:lnTo>
                    <a:pt x="1363" y="33976"/>
                  </a:lnTo>
                  <a:lnTo>
                    <a:pt x="1156" y="33378"/>
                  </a:lnTo>
                  <a:lnTo>
                    <a:pt x="991" y="32779"/>
                  </a:lnTo>
                  <a:lnTo>
                    <a:pt x="826" y="32180"/>
                  </a:lnTo>
                  <a:lnTo>
                    <a:pt x="682" y="31582"/>
                  </a:lnTo>
                  <a:lnTo>
                    <a:pt x="537" y="30983"/>
                  </a:lnTo>
                  <a:lnTo>
                    <a:pt x="413" y="30364"/>
                  </a:lnTo>
                  <a:lnTo>
                    <a:pt x="310" y="29765"/>
                  </a:lnTo>
                  <a:lnTo>
                    <a:pt x="228" y="29146"/>
                  </a:lnTo>
                  <a:lnTo>
                    <a:pt x="145" y="28527"/>
                  </a:lnTo>
                  <a:lnTo>
                    <a:pt x="83" y="27908"/>
                  </a:lnTo>
                  <a:lnTo>
                    <a:pt x="42" y="27288"/>
                  </a:lnTo>
                  <a:lnTo>
                    <a:pt x="0" y="26669"/>
                  </a:lnTo>
                  <a:lnTo>
                    <a:pt x="0" y="26029"/>
                  </a:lnTo>
                  <a:lnTo>
                    <a:pt x="0" y="25410"/>
                  </a:lnTo>
                  <a:lnTo>
                    <a:pt x="0" y="24770"/>
                  </a:lnTo>
                  <a:lnTo>
                    <a:pt x="42" y="24151"/>
                  </a:lnTo>
                  <a:lnTo>
                    <a:pt x="83" y="23511"/>
                  </a:lnTo>
                  <a:lnTo>
                    <a:pt x="145" y="22892"/>
                  </a:lnTo>
                  <a:lnTo>
                    <a:pt x="228" y="22252"/>
                  </a:lnTo>
                  <a:lnTo>
                    <a:pt x="331" y="21612"/>
                  </a:lnTo>
                  <a:lnTo>
                    <a:pt x="434" y="20993"/>
                  </a:lnTo>
                  <a:lnTo>
                    <a:pt x="558" y="20353"/>
                  </a:lnTo>
                  <a:lnTo>
                    <a:pt x="702" y="19734"/>
                  </a:lnTo>
                  <a:lnTo>
                    <a:pt x="867" y="19094"/>
                  </a:lnTo>
                  <a:lnTo>
                    <a:pt x="1033" y="18475"/>
                  </a:lnTo>
                  <a:lnTo>
                    <a:pt x="1239" y="17855"/>
                  </a:lnTo>
                  <a:lnTo>
                    <a:pt x="1445" y="17236"/>
                  </a:lnTo>
                  <a:lnTo>
                    <a:pt x="1672" y="16596"/>
                  </a:lnTo>
                  <a:lnTo>
                    <a:pt x="1920" y="15977"/>
                  </a:lnTo>
                  <a:lnTo>
                    <a:pt x="1920" y="15977"/>
                  </a:lnTo>
                  <a:lnTo>
                    <a:pt x="2168" y="15378"/>
                  </a:lnTo>
                  <a:lnTo>
                    <a:pt x="2436" y="14780"/>
                  </a:lnTo>
                  <a:lnTo>
                    <a:pt x="2725" y="14181"/>
                  </a:lnTo>
                  <a:lnTo>
                    <a:pt x="3035" y="13603"/>
                  </a:lnTo>
                  <a:lnTo>
                    <a:pt x="3344" y="13025"/>
                  </a:lnTo>
                  <a:lnTo>
                    <a:pt x="3675" y="12468"/>
                  </a:lnTo>
                  <a:lnTo>
                    <a:pt x="4005" y="11911"/>
                  </a:lnTo>
                  <a:lnTo>
                    <a:pt x="4356" y="11374"/>
                  </a:lnTo>
                  <a:lnTo>
                    <a:pt x="4727" y="10858"/>
                  </a:lnTo>
                  <a:lnTo>
                    <a:pt x="5099" y="10342"/>
                  </a:lnTo>
                  <a:lnTo>
                    <a:pt x="5491" y="9826"/>
                  </a:lnTo>
                  <a:lnTo>
                    <a:pt x="5883" y="9331"/>
                  </a:lnTo>
                  <a:lnTo>
                    <a:pt x="6296" y="8856"/>
                  </a:lnTo>
                  <a:lnTo>
                    <a:pt x="6709" y="8381"/>
                  </a:lnTo>
                  <a:lnTo>
                    <a:pt x="7142" y="7927"/>
                  </a:lnTo>
                  <a:lnTo>
                    <a:pt x="7576" y="7473"/>
                  </a:lnTo>
                  <a:lnTo>
                    <a:pt x="8030" y="7039"/>
                  </a:lnTo>
                  <a:lnTo>
                    <a:pt x="8505" y="6627"/>
                  </a:lnTo>
                  <a:lnTo>
                    <a:pt x="8959" y="6214"/>
                  </a:lnTo>
                  <a:lnTo>
                    <a:pt x="9454" y="5801"/>
                  </a:lnTo>
                  <a:lnTo>
                    <a:pt x="9929" y="5409"/>
                  </a:lnTo>
                  <a:lnTo>
                    <a:pt x="10424" y="5037"/>
                  </a:lnTo>
                  <a:lnTo>
                    <a:pt x="10940" y="4686"/>
                  </a:lnTo>
                  <a:lnTo>
                    <a:pt x="11436" y="4335"/>
                  </a:lnTo>
                  <a:lnTo>
                    <a:pt x="11972" y="3985"/>
                  </a:lnTo>
                  <a:lnTo>
                    <a:pt x="12488" y="3675"/>
                  </a:lnTo>
                  <a:lnTo>
                    <a:pt x="13025" y="3365"/>
                  </a:lnTo>
                  <a:lnTo>
                    <a:pt x="13562" y="3056"/>
                  </a:lnTo>
                  <a:lnTo>
                    <a:pt x="14119" y="2767"/>
                  </a:lnTo>
                  <a:lnTo>
                    <a:pt x="14676" y="2498"/>
                  </a:lnTo>
                  <a:lnTo>
                    <a:pt x="15234" y="2251"/>
                  </a:lnTo>
                  <a:lnTo>
                    <a:pt x="15812" y="2003"/>
                  </a:lnTo>
                  <a:lnTo>
                    <a:pt x="16369" y="1755"/>
                  </a:lnTo>
                  <a:lnTo>
                    <a:pt x="16968" y="1549"/>
                  </a:lnTo>
                  <a:lnTo>
                    <a:pt x="17546" y="1342"/>
                  </a:lnTo>
                  <a:lnTo>
                    <a:pt x="18123" y="1157"/>
                  </a:lnTo>
                  <a:lnTo>
                    <a:pt x="18722" y="971"/>
                  </a:lnTo>
                  <a:lnTo>
                    <a:pt x="19321" y="806"/>
                  </a:lnTo>
                  <a:lnTo>
                    <a:pt x="19919" y="661"/>
                  </a:lnTo>
                  <a:lnTo>
                    <a:pt x="20538" y="537"/>
                  </a:lnTo>
                  <a:lnTo>
                    <a:pt x="21137" y="414"/>
                  </a:lnTo>
                  <a:lnTo>
                    <a:pt x="21756" y="310"/>
                  </a:lnTo>
                  <a:lnTo>
                    <a:pt x="22376" y="228"/>
                  </a:lnTo>
                  <a:lnTo>
                    <a:pt x="22995" y="145"/>
                  </a:lnTo>
                  <a:lnTo>
                    <a:pt x="23614" y="83"/>
                  </a:lnTo>
                  <a:lnTo>
                    <a:pt x="24233" y="42"/>
                  </a:lnTo>
                  <a:lnTo>
                    <a:pt x="24853" y="1"/>
                  </a:lnTo>
                  <a:lnTo>
                    <a:pt x="25492" y="1"/>
                  </a:lnTo>
                  <a:lnTo>
                    <a:pt x="26112" y="1"/>
                  </a:lnTo>
                  <a:lnTo>
                    <a:pt x="26752" y="21"/>
                  </a:lnTo>
                  <a:lnTo>
                    <a:pt x="27371" y="42"/>
                  </a:lnTo>
                  <a:lnTo>
                    <a:pt x="28011" y="83"/>
                  </a:lnTo>
                  <a:lnTo>
                    <a:pt x="28651" y="145"/>
                  </a:lnTo>
                  <a:lnTo>
                    <a:pt x="29270" y="228"/>
                  </a:lnTo>
                  <a:lnTo>
                    <a:pt x="29910" y="331"/>
                  </a:lnTo>
                  <a:lnTo>
                    <a:pt x="30549" y="434"/>
                  </a:lnTo>
                  <a:lnTo>
                    <a:pt x="31169" y="558"/>
                  </a:lnTo>
                  <a:lnTo>
                    <a:pt x="31809" y="703"/>
                  </a:lnTo>
                  <a:lnTo>
                    <a:pt x="32428" y="868"/>
                  </a:lnTo>
                  <a:lnTo>
                    <a:pt x="33068" y="1053"/>
                  </a:lnTo>
                  <a:lnTo>
                    <a:pt x="33687" y="1239"/>
                  </a:lnTo>
                  <a:lnTo>
                    <a:pt x="34306" y="1446"/>
                  </a:lnTo>
                  <a:lnTo>
                    <a:pt x="34925" y="1673"/>
                  </a:lnTo>
                  <a:lnTo>
                    <a:pt x="35545" y="1920"/>
                  </a:lnTo>
                  <a:lnTo>
                    <a:pt x="35545" y="1920"/>
                  </a:lnTo>
                  <a:lnTo>
                    <a:pt x="36164" y="2189"/>
                  </a:lnTo>
                  <a:lnTo>
                    <a:pt x="36763" y="2457"/>
                  </a:lnTo>
                  <a:lnTo>
                    <a:pt x="37361" y="2746"/>
                  </a:lnTo>
                  <a:lnTo>
                    <a:pt x="37939" y="3056"/>
                  </a:lnTo>
                  <a:lnTo>
                    <a:pt x="38517" y="3365"/>
                  </a:lnTo>
                  <a:lnTo>
                    <a:pt x="39074" y="3696"/>
                  </a:lnTo>
                  <a:lnTo>
                    <a:pt x="39632" y="4026"/>
                  </a:lnTo>
                  <a:lnTo>
                    <a:pt x="40168" y="4377"/>
                  </a:lnTo>
                  <a:lnTo>
                    <a:pt x="40705" y="4748"/>
                  </a:lnTo>
                  <a:lnTo>
                    <a:pt x="41221" y="5120"/>
                  </a:lnTo>
                  <a:lnTo>
                    <a:pt x="41716" y="5512"/>
                  </a:lnTo>
                  <a:lnTo>
                    <a:pt x="42212" y="5904"/>
                  </a:lnTo>
                  <a:lnTo>
                    <a:pt x="42707" y="6317"/>
                  </a:lnTo>
                  <a:lnTo>
                    <a:pt x="43182" y="6730"/>
                  </a:lnTo>
                  <a:lnTo>
                    <a:pt x="43636" y="7163"/>
                  </a:lnTo>
                  <a:lnTo>
                    <a:pt x="44090" y="7597"/>
                  </a:lnTo>
                  <a:lnTo>
                    <a:pt x="44524" y="8051"/>
                  </a:lnTo>
                  <a:lnTo>
                    <a:pt x="44957" y="8505"/>
                  </a:lnTo>
                  <a:lnTo>
                    <a:pt x="45370" y="8980"/>
                  </a:lnTo>
                  <a:lnTo>
                    <a:pt x="45762" y="9454"/>
                  </a:lnTo>
                  <a:lnTo>
                    <a:pt x="46154" y="9950"/>
                  </a:lnTo>
                  <a:lnTo>
                    <a:pt x="46526" y="10445"/>
                  </a:lnTo>
                  <a:lnTo>
                    <a:pt x="46897" y="10941"/>
                  </a:lnTo>
                  <a:lnTo>
                    <a:pt x="47248" y="11457"/>
                  </a:lnTo>
                  <a:lnTo>
                    <a:pt x="47579" y="11973"/>
                  </a:lnTo>
                  <a:lnTo>
                    <a:pt x="47909" y="12509"/>
                  </a:lnTo>
                  <a:lnTo>
                    <a:pt x="48218" y="13046"/>
                  </a:lnTo>
                  <a:lnTo>
                    <a:pt x="48528" y="13583"/>
                  </a:lnTo>
                  <a:lnTo>
                    <a:pt x="48817" y="14140"/>
                  </a:lnTo>
                  <a:lnTo>
                    <a:pt x="49085" y="14697"/>
                  </a:lnTo>
                  <a:lnTo>
                    <a:pt x="49354" y="15255"/>
                  </a:lnTo>
                  <a:lnTo>
                    <a:pt x="49581" y="15812"/>
                  </a:lnTo>
                  <a:lnTo>
                    <a:pt x="49828" y="16390"/>
                  </a:lnTo>
                  <a:lnTo>
                    <a:pt x="50035" y="16968"/>
                  </a:lnTo>
                  <a:lnTo>
                    <a:pt x="50241" y="17546"/>
                  </a:lnTo>
                  <a:lnTo>
                    <a:pt x="50448" y="18144"/>
                  </a:lnTo>
                  <a:lnTo>
                    <a:pt x="50613" y="18743"/>
                  </a:lnTo>
                  <a:lnTo>
                    <a:pt x="50778" y="19342"/>
                  </a:lnTo>
                  <a:lnTo>
                    <a:pt x="50922" y="19940"/>
                  </a:lnTo>
                  <a:lnTo>
                    <a:pt x="51067" y="20539"/>
                  </a:lnTo>
                  <a:lnTo>
                    <a:pt x="51191" y="21158"/>
                  </a:lnTo>
                  <a:lnTo>
                    <a:pt x="51294" y="21757"/>
                  </a:lnTo>
                  <a:lnTo>
                    <a:pt x="51377" y="22376"/>
                  </a:lnTo>
                  <a:lnTo>
                    <a:pt x="51459" y="22995"/>
                  </a:lnTo>
                  <a:lnTo>
                    <a:pt x="51521" y="23614"/>
                  </a:lnTo>
                  <a:lnTo>
                    <a:pt x="51562" y="24234"/>
                  </a:lnTo>
                  <a:lnTo>
                    <a:pt x="51604" y="24853"/>
                  </a:lnTo>
                  <a:lnTo>
                    <a:pt x="51604" y="25493"/>
                  </a:lnTo>
                  <a:lnTo>
                    <a:pt x="51604" y="26112"/>
                  </a:lnTo>
                  <a:lnTo>
                    <a:pt x="51604" y="26752"/>
                  </a:lnTo>
                  <a:lnTo>
                    <a:pt x="51562" y="27371"/>
                  </a:lnTo>
                  <a:lnTo>
                    <a:pt x="51521" y="28011"/>
                  </a:lnTo>
                  <a:lnTo>
                    <a:pt x="51459" y="28630"/>
                  </a:lnTo>
                  <a:lnTo>
                    <a:pt x="51377" y="29270"/>
                  </a:lnTo>
                  <a:lnTo>
                    <a:pt x="51294" y="29910"/>
                  </a:lnTo>
                  <a:lnTo>
                    <a:pt x="51170" y="30529"/>
                  </a:lnTo>
                  <a:lnTo>
                    <a:pt x="51046" y="31169"/>
                  </a:lnTo>
                  <a:lnTo>
                    <a:pt x="50902" y="31788"/>
                  </a:lnTo>
                  <a:lnTo>
                    <a:pt x="50737" y="32428"/>
                  </a:lnTo>
                  <a:lnTo>
                    <a:pt x="50572" y="33047"/>
                  </a:lnTo>
                  <a:lnTo>
                    <a:pt x="50365" y="33667"/>
                  </a:lnTo>
                  <a:lnTo>
                    <a:pt x="50159" y="34286"/>
                  </a:lnTo>
                  <a:lnTo>
                    <a:pt x="49932" y="34926"/>
                  </a:lnTo>
                  <a:lnTo>
                    <a:pt x="49684" y="355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1" name="Google Shape;741;p27"/>
            <p:cNvSpPr/>
            <p:nvPr/>
          </p:nvSpPr>
          <p:spPr>
            <a:xfrm>
              <a:off x="2746425" y="978625"/>
              <a:ext cx="983600" cy="981500"/>
            </a:xfrm>
            <a:custGeom>
              <a:avLst/>
              <a:gdLst/>
              <a:ahLst/>
              <a:cxnLst/>
              <a:rect l="l" t="t" r="r" b="b"/>
              <a:pathLst>
                <a:path w="39344" h="39260" extrusionOk="0">
                  <a:moveTo>
                    <a:pt x="19424" y="0"/>
                  </a:moveTo>
                  <a:lnTo>
                    <a:pt x="18475" y="21"/>
                  </a:lnTo>
                  <a:lnTo>
                    <a:pt x="17525" y="103"/>
                  </a:lnTo>
                  <a:lnTo>
                    <a:pt x="16596" y="227"/>
                  </a:lnTo>
                  <a:lnTo>
                    <a:pt x="15647" y="413"/>
                  </a:lnTo>
                  <a:lnTo>
                    <a:pt x="14739" y="619"/>
                  </a:lnTo>
                  <a:lnTo>
                    <a:pt x="13831" y="867"/>
                  </a:lnTo>
                  <a:lnTo>
                    <a:pt x="12943" y="1177"/>
                  </a:lnTo>
                  <a:lnTo>
                    <a:pt x="12055" y="1528"/>
                  </a:lnTo>
                  <a:lnTo>
                    <a:pt x="11188" y="1899"/>
                  </a:lnTo>
                  <a:lnTo>
                    <a:pt x="10342" y="2333"/>
                  </a:lnTo>
                  <a:lnTo>
                    <a:pt x="9537" y="2787"/>
                  </a:lnTo>
                  <a:lnTo>
                    <a:pt x="8732" y="3303"/>
                  </a:lnTo>
                  <a:lnTo>
                    <a:pt x="7948" y="3839"/>
                  </a:lnTo>
                  <a:lnTo>
                    <a:pt x="7205" y="4417"/>
                  </a:lnTo>
                  <a:lnTo>
                    <a:pt x="6482" y="5037"/>
                  </a:lnTo>
                  <a:lnTo>
                    <a:pt x="5780" y="5697"/>
                  </a:lnTo>
                  <a:lnTo>
                    <a:pt x="5120" y="6378"/>
                  </a:lnTo>
                  <a:lnTo>
                    <a:pt x="4501" y="7121"/>
                  </a:lnTo>
                  <a:lnTo>
                    <a:pt x="3902" y="7885"/>
                  </a:lnTo>
                  <a:lnTo>
                    <a:pt x="3345" y="8670"/>
                  </a:lnTo>
                  <a:lnTo>
                    <a:pt x="3076" y="9082"/>
                  </a:lnTo>
                  <a:lnTo>
                    <a:pt x="2808" y="9495"/>
                  </a:lnTo>
                  <a:lnTo>
                    <a:pt x="2560" y="9929"/>
                  </a:lnTo>
                  <a:lnTo>
                    <a:pt x="2313" y="10362"/>
                  </a:lnTo>
                  <a:lnTo>
                    <a:pt x="2086" y="10796"/>
                  </a:lnTo>
                  <a:lnTo>
                    <a:pt x="1879" y="11250"/>
                  </a:lnTo>
                  <a:lnTo>
                    <a:pt x="1673" y="11724"/>
                  </a:lnTo>
                  <a:lnTo>
                    <a:pt x="1466" y="12179"/>
                  </a:lnTo>
                  <a:lnTo>
                    <a:pt x="1281" y="12653"/>
                  </a:lnTo>
                  <a:lnTo>
                    <a:pt x="1116" y="13128"/>
                  </a:lnTo>
                  <a:lnTo>
                    <a:pt x="950" y="13603"/>
                  </a:lnTo>
                  <a:lnTo>
                    <a:pt x="806" y="14078"/>
                  </a:lnTo>
                  <a:lnTo>
                    <a:pt x="661" y="14552"/>
                  </a:lnTo>
                  <a:lnTo>
                    <a:pt x="538" y="15027"/>
                  </a:lnTo>
                  <a:lnTo>
                    <a:pt x="434" y="15522"/>
                  </a:lnTo>
                  <a:lnTo>
                    <a:pt x="331" y="15997"/>
                  </a:lnTo>
                  <a:lnTo>
                    <a:pt x="187" y="16947"/>
                  </a:lnTo>
                  <a:lnTo>
                    <a:pt x="83" y="17917"/>
                  </a:lnTo>
                  <a:lnTo>
                    <a:pt x="22" y="18887"/>
                  </a:lnTo>
                  <a:lnTo>
                    <a:pt x="1" y="19836"/>
                  </a:lnTo>
                  <a:lnTo>
                    <a:pt x="42" y="20786"/>
                  </a:lnTo>
                  <a:lnTo>
                    <a:pt x="125" y="21735"/>
                  </a:lnTo>
                  <a:lnTo>
                    <a:pt x="249" y="22685"/>
                  </a:lnTo>
                  <a:lnTo>
                    <a:pt x="414" y="23614"/>
                  </a:lnTo>
                  <a:lnTo>
                    <a:pt x="641" y="24522"/>
                  </a:lnTo>
                  <a:lnTo>
                    <a:pt x="888" y="25430"/>
                  </a:lnTo>
                  <a:lnTo>
                    <a:pt x="1198" y="26338"/>
                  </a:lnTo>
                  <a:lnTo>
                    <a:pt x="1549" y="27205"/>
                  </a:lnTo>
                  <a:lnTo>
                    <a:pt x="1941" y="28072"/>
                  </a:lnTo>
                  <a:lnTo>
                    <a:pt x="2354" y="28898"/>
                  </a:lnTo>
                  <a:lnTo>
                    <a:pt x="2829" y="29724"/>
                  </a:lnTo>
                  <a:lnTo>
                    <a:pt x="3324" y="30529"/>
                  </a:lnTo>
                  <a:lnTo>
                    <a:pt x="3881" y="31292"/>
                  </a:lnTo>
                  <a:lnTo>
                    <a:pt x="4459" y="32056"/>
                  </a:lnTo>
                  <a:lnTo>
                    <a:pt x="5079" y="32779"/>
                  </a:lnTo>
                  <a:lnTo>
                    <a:pt x="5739" y="33460"/>
                  </a:lnTo>
                  <a:lnTo>
                    <a:pt x="6441" y="34120"/>
                  </a:lnTo>
                  <a:lnTo>
                    <a:pt x="7163" y="34760"/>
                  </a:lnTo>
                  <a:lnTo>
                    <a:pt x="7927" y="35359"/>
                  </a:lnTo>
                  <a:lnTo>
                    <a:pt x="8732" y="35916"/>
                  </a:lnTo>
                  <a:lnTo>
                    <a:pt x="9558" y="36453"/>
                  </a:lnTo>
                  <a:lnTo>
                    <a:pt x="9991" y="36700"/>
                  </a:lnTo>
                  <a:lnTo>
                    <a:pt x="10425" y="36927"/>
                  </a:lnTo>
                  <a:lnTo>
                    <a:pt x="10858" y="37175"/>
                  </a:lnTo>
                  <a:lnTo>
                    <a:pt x="11312" y="37382"/>
                  </a:lnTo>
                  <a:lnTo>
                    <a:pt x="11766" y="37588"/>
                  </a:lnTo>
                  <a:lnTo>
                    <a:pt x="12241" y="37794"/>
                  </a:lnTo>
                  <a:lnTo>
                    <a:pt x="12716" y="37980"/>
                  </a:lnTo>
                  <a:lnTo>
                    <a:pt x="13191" y="38145"/>
                  </a:lnTo>
                  <a:lnTo>
                    <a:pt x="13665" y="38310"/>
                  </a:lnTo>
                  <a:lnTo>
                    <a:pt x="14140" y="38455"/>
                  </a:lnTo>
                  <a:lnTo>
                    <a:pt x="14615" y="38599"/>
                  </a:lnTo>
                  <a:lnTo>
                    <a:pt x="15090" y="38723"/>
                  </a:lnTo>
                  <a:lnTo>
                    <a:pt x="16060" y="38930"/>
                  </a:lnTo>
                  <a:lnTo>
                    <a:pt x="17030" y="39074"/>
                  </a:lnTo>
                  <a:lnTo>
                    <a:pt x="17979" y="39198"/>
                  </a:lnTo>
                  <a:lnTo>
                    <a:pt x="18950" y="39260"/>
                  </a:lnTo>
                  <a:lnTo>
                    <a:pt x="19920" y="39260"/>
                  </a:lnTo>
                  <a:lnTo>
                    <a:pt x="20869" y="39239"/>
                  </a:lnTo>
                  <a:lnTo>
                    <a:pt x="21819" y="39157"/>
                  </a:lnTo>
                  <a:lnTo>
                    <a:pt x="22768" y="39033"/>
                  </a:lnTo>
                  <a:lnTo>
                    <a:pt x="23697" y="38847"/>
                  </a:lnTo>
                  <a:lnTo>
                    <a:pt x="24605" y="38641"/>
                  </a:lnTo>
                  <a:lnTo>
                    <a:pt x="25513" y="38393"/>
                  </a:lnTo>
                  <a:lnTo>
                    <a:pt x="26422" y="38083"/>
                  </a:lnTo>
                  <a:lnTo>
                    <a:pt x="27289" y="37732"/>
                  </a:lnTo>
                  <a:lnTo>
                    <a:pt x="28156" y="37361"/>
                  </a:lnTo>
                  <a:lnTo>
                    <a:pt x="29002" y="36927"/>
                  </a:lnTo>
                  <a:lnTo>
                    <a:pt x="29807" y="36473"/>
                  </a:lnTo>
                  <a:lnTo>
                    <a:pt x="30612" y="35957"/>
                  </a:lnTo>
                  <a:lnTo>
                    <a:pt x="31396" y="35421"/>
                  </a:lnTo>
                  <a:lnTo>
                    <a:pt x="32139" y="34843"/>
                  </a:lnTo>
                  <a:lnTo>
                    <a:pt x="32862" y="34223"/>
                  </a:lnTo>
                  <a:lnTo>
                    <a:pt x="33564" y="33563"/>
                  </a:lnTo>
                  <a:lnTo>
                    <a:pt x="34224" y="32861"/>
                  </a:lnTo>
                  <a:lnTo>
                    <a:pt x="34843" y="32139"/>
                  </a:lnTo>
                  <a:lnTo>
                    <a:pt x="35442" y="31375"/>
                  </a:lnTo>
                  <a:lnTo>
                    <a:pt x="36020" y="30591"/>
                  </a:lnTo>
                  <a:lnTo>
                    <a:pt x="36288" y="30178"/>
                  </a:lnTo>
                  <a:lnTo>
                    <a:pt x="36536" y="29765"/>
                  </a:lnTo>
                  <a:lnTo>
                    <a:pt x="36784" y="29331"/>
                  </a:lnTo>
                  <a:lnTo>
                    <a:pt x="37031" y="28898"/>
                  </a:lnTo>
                  <a:lnTo>
                    <a:pt x="37258" y="28444"/>
                  </a:lnTo>
                  <a:lnTo>
                    <a:pt x="37465" y="28010"/>
                  </a:lnTo>
                  <a:lnTo>
                    <a:pt x="37671" y="27536"/>
                  </a:lnTo>
                  <a:lnTo>
                    <a:pt x="37878" y="27082"/>
                  </a:lnTo>
                  <a:lnTo>
                    <a:pt x="38063" y="26607"/>
                  </a:lnTo>
                  <a:lnTo>
                    <a:pt x="38228" y="26132"/>
                  </a:lnTo>
                  <a:lnTo>
                    <a:pt x="38394" y="25657"/>
                  </a:lnTo>
                  <a:lnTo>
                    <a:pt x="38538" y="25183"/>
                  </a:lnTo>
                  <a:lnTo>
                    <a:pt x="38683" y="24708"/>
                  </a:lnTo>
                  <a:lnTo>
                    <a:pt x="38806" y="24233"/>
                  </a:lnTo>
                  <a:lnTo>
                    <a:pt x="38910" y="23738"/>
                  </a:lnTo>
                  <a:lnTo>
                    <a:pt x="39013" y="23263"/>
                  </a:lnTo>
                  <a:lnTo>
                    <a:pt x="39157" y="22313"/>
                  </a:lnTo>
                  <a:lnTo>
                    <a:pt x="39261" y="21343"/>
                  </a:lnTo>
                  <a:lnTo>
                    <a:pt x="39322" y="20373"/>
                  </a:lnTo>
                  <a:lnTo>
                    <a:pt x="39343" y="19424"/>
                  </a:lnTo>
                  <a:lnTo>
                    <a:pt x="39302" y="18474"/>
                  </a:lnTo>
                  <a:lnTo>
                    <a:pt x="39219" y="17525"/>
                  </a:lnTo>
                  <a:lnTo>
                    <a:pt x="39095" y="16575"/>
                  </a:lnTo>
                  <a:lnTo>
                    <a:pt x="38930" y="15646"/>
                  </a:lnTo>
                  <a:lnTo>
                    <a:pt x="38703" y="14738"/>
                  </a:lnTo>
                  <a:lnTo>
                    <a:pt x="38456" y="13830"/>
                  </a:lnTo>
                  <a:lnTo>
                    <a:pt x="38146" y="12922"/>
                  </a:lnTo>
                  <a:lnTo>
                    <a:pt x="37795" y="12055"/>
                  </a:lnTo>
                  <a:lnTo>
                    <a:pt x="37423" y="11188"/>
                  </a:lnTo>
                  <a:lnTo>
                    <a:pt x="36990" y="10341"/>
                  </a:lnTo>
                  <a:lnTo>
                    <a:pt x="36515" y="9536"/>
                  </a:lnTo>
                  <a:lnTo>
                    <a:pt x="36020" y="8731"/>
                  </a:lnTo>
                  <a:lnTo>
                    <a:pt x="35463" y="7968"/>
                  </a:lnTo>
                  <a:lnTo>
                    <a:pt x="34885" y="7204"/>
                  </a:lnTo>
                  <a:lnTo>
                    <a:pt x="34265" y="6482"/>
                  </a:lnTo>
                  <a:lnTo>
                    <a:pt x="33605" y="5800"/>
                  </a:lnTo>
                  <a:lnTo>
                    <a:pt x="32903" y="5119"/>
                  </a:lnTo>
                  <a:lnTo>
                    <a:pt x="32181" y="4500"/>
                  </a:lnTo>
                  <a:lnTo>
                    <a:pt x="31417" y="3901"/>
                  </a:lnTo>
                  <a:lnTo>
                    <a:pt x="30612" y="3344"/>
                  </a:lnTo>
                  <a:lnTo>
                    <a:pt x="29786" y="2807"/>
                  </a:lnTo>
                  <a:lnTo>
                    <a:pt x="29353" y="2560"/>
                  </a:lnTo>
                  <a:lnTo>
                    <a:pt x="28919" y="2312"/>
                  </a:lnTo>
                  <a:lnTo>
                    <a:pt x="28486" y="2085"/>
                  </a:lnTo>
                  <a:lnTo>
                    <a:pt x="28032" y="1879"/>
                  </a:lnTo>
                  <a:lnTo>
                    <a:pt x="27578" y="1672"/>
                  </a:lnTo>
                  <a:lnTo>
                    <a:pt x="27103" y="1466"/>
                  </a:lnTo>
                  <a:lnTo>
                    <a:pt x="26628" y="1280"/>
                  </a:lnTo>
                  <a:lnTo>
                    <a:pt x="26153" y="1115"/>
                  </a:lnTo>
                  <a:lnTo>
                    <a:pt x="25679" y="950"/>
                  </a:lnTo>
                  <a:lnTo>
                    <a:pt x="25204" y="805"/>
                  </a:lnTo>
                  <a:lnTo>
                    <a:pt x="24729" y="661"/>
                  </a:lnTo>
                  <a:lnTo>
                    <a:pt x="24254" y="537"/>
                  </a:lnTo>
                  <a:lnTo>
                    <a:pt x="23284" y="330"/>
                  </a:lnTo>
                  <a:lnTo>
                    <a:pt x="22314" y="186"/>
                  </a:lnTo>
                  <a:lnTo>
                    <a:pt x="21365" y="62"/>
                  </a:lnTo>
                  <a:lnTo>
                    <a:pt x="203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2" name="Google Shape;742;p27"/>
            <p:cNvSpPr/>
            <p:nvPr/>
          </p:nvSpPr>
          <p:spPr>
            <a:xfrm>
              <a:off x="2746425" y="978625"/>
              <a:ext cx="983600" cy="981500"/>
            </a:xfrm>
            <a:custGeom>
              <a:avLst/>
              <a:gdLst/>
              <a:ahLst/>
              <a:cxnLst/>
              <a:rect l="l" t="t" r="r" b="b"/>
              <a:pathLst>
                <a:path w="39344" h="39260" fill="none" extrusionOk="0">
                  <a:moveTo>
                    <a:pt x="37878" y="27082"/>
                  </a:moveTo>
                  <a:lnTo>
                    <a:pt x="37878" y="27082"/>
                  </a:lnTo>
                  <a:lnTo>
                    <a:pt x="37671" y="27536"/>
                  </a:lnTo>
                  <a:lnTo>
                    <a:pt x="37465" y="28010"/>
                  </a:lnTo>
                  <a:lnTo>
                    <a:pt x="37258" y="28444"/>
                  </a:lnTo>
                  <a:lnTo>
                    <a:pt x="37031" y="28898"/>
                  </a:lnTo>
                  <a:lnTo>
                    <a:pt x="36784" y="29331"/>
                  </a:lnTo>
                  <a:lnTo>
                    <a:pt x="36536" y="29765"/>
                  </a:lnTo>
                  <a:lnTo>
                    <a:pt x="36288" y="30178"/>
                  </a:lnTo>
                  <a:lnTo>
                    <a:pt x="36020" y="30591"/>
                  </a:lnTo>
                  <a:lnTo>
                    <a:pt x="35442" y="31375"/>
                  </a:lnTo>
                  <a:lnTo>
                    <a:pt x="34843" y="32139"/>
                  </a:lnTo>
                  <a:lnTo>
                    <a:pt x="34224" y="32861"/>
                  </a:lnTo>
                  <a:lnTo>
                    <a:pt x="33564" y="33563"/>
                  </a:lnTo>
                  <a:lnTo>
                    <a:pt x="32862" y="34223"/>
                  </a:lnTo>
                  <a:lnTo>
                    <a:pt x="32139" y="34843"/>
                  </a:lnTo>
                  <a:lnTo>
                    <a:pt x="31396" y="35421"/>
                  </a:lnTo>
                  <a:lnTo>
                    <a:pt x="30612" y="35957"/>
                  </a:lnTo>
                  <a:lnTo>
                    <a:pt x="29807" y="36473"/>
                  </a:lnTo>
                  <a:lnTo>
                    <a:pt x="29002" y="36927"/>
                  </a:lnTo>
                  <a:lnTo>
                    <a:pt x="28156" y="37361"/>
                  </a:lnTo>
                  <a:lnTo>
                    <a:pt x="27289" y="37732"/>
                  </a:lnTo>
                  <a:lnTo>
                    <a:pt x="26422" y="38083"/>
                  </a:lnTo>
                  <a:lnTo>
                    <a:pt x="25513" y="38393"/>
                  </a:lnTo>
                  <a:lnTo>
                    <a:pt x="24605" y="38641"/>
                  </a:lnTo>
                  <a:lnTo>
                    <a:pt x="23697" y="38847"/>
                  </a:lnTo>
                  <a:lnTo>
                    <a:pt x="22768" y="39033"/>
                  </a:lnTo>
                  <a:lnTo>
                    <a:pt x="21819" y="39157"/>
                  </a:lnTo>
                  <a:lnTo>
                    <a:pt x="20869" y="39239"/>
                  </a:lnTo>
                  <a:lnTo>
                    <a:pt x="19920" y="39260"/>
                  </a:lnTo>
                  <a:lnTo>
                    <a:pt x="18950" y="39260"/>
                  </a:lnTo>
                  <a:lnTo>
                    <a:pt x="17979" y="39198"/>
                  </a:lnTo>
                  <a:lnTo>
                    <a:pt x="17030" y="39074"/>
                  </a:lnTo>
                  <a:lnTo>
                    <a:pt x="16060" y="38930"/>
                  </a:lnTo>
                  <a:lnTo>
                    <a:pt x="15090" y="38723"/>
                  </a:lnTo>
                  <a:lnTo>
                    <a:pt x="14615" y="38599"/>
                  </a:lnTo>
                  <a:lnTo>
                    <a:pt x="14140" y="38455"/>
                  </a:lnTo>
                  <a:lnTo>
                    <a:pt x="13665" y="38310"/>
                  </a:lnTo>
                  <a:lnTo>
                    <a:pt x="13191" y="38145"/>
                  </a:lnTo>
                  <a:lnTo>
                    <a:pt x="12716" y="37980"/>
                  </a:lnTo>
                  <a:lnTo>
                    <a:pt x="12241" y="37794"/>
                  </a:lnTo>
                  <a:lnTo>
                    <a:pt x="12241" y="37794"/>
                  </a:lnTo>
                  <a:lnTo>
                    <a:pt x="11766" y="37588"/>
                  </a:lnTo>
                  <a:lnTo>
                    <a:pt x="11312" y="37382"/>
                  </a:lnTo>
                  <a:lnTo>
                    <a:pt x="10858" y="37175"/>
                  </a:lnTo>
                  <a:lnTo>
                    <a:pt x="10425" y="36927"/>
                  </a:lnTo>
                  <a:lnTo>
                    <a:pt x="9991" y="36700"/>
                  </a:lnTo>
                  <a:lnTo>
                    <a:pt x="9558" y="36453"/>
                  </a:lnTo>
                  <a:lnTo>
                    <a:pt x="8732" y="35916"/>
                  </a:lnTo>
                  <a:lnTo>
                    <a:pt x="7927" y="35359"/>
                  </a:lnTo>
                  <a:lnTo>
                    <a:pt x="7163" y="34760"/>
                  </a:lnTo>
                  <a:lnTo>
                    <a:pt x="6441" y="34120"/>
                  </a:lnTo>
                  <a:lnTo>
                    <a:pt x="5739" y="33460"/>
                  </a:lnTo>
                  <a:lnTo>
                    <a:pt x="5079" y="32779"/>
                  </a:lnTo>
                  <a:lnTo>
                    <a:pt x="4459" y="32056"/>
                  </a:lnTo>
                  <a:lnTo>
                    <a:pt x="3881" y="31292"/>
                  </a:lnTo>
                  <a:lnTo>
                    <a:pt x="3324" y="30529"/>
                  </a:lnTo>
                  <a:lnTo>
                    <a:pt x="2829" y="29724"/>
                  </a:lnTo>
                  <a:lnTo>
                    <a:pt x="2354" y="28898"/>
                  </a:lnTo>
                  <a:lnTo>
                    <a:pt x="1941" y="28072"/>
                  </a:lnTo>
                  <a:lnTo>
                    <a:pt x="1549" y="27205"/>
                  </a:lnTo>
                  <a:lnTo>
                    <a:pt x="1198" y="26338"/>
                  </a:lnTo>
                  <a:lnTo>
                    <a:pt x="888" y="25430"/>
                  </a:lnTo>
                  <a:lnTo>
                    <a:pt x="641" y="24522"/>
                  </a:lnTo>
                  <a:lnTo>
                    <a:pt x="414" y="23614"/>
                  </a:lnTo>
                  <a:lnTo>
                    <a:pt x="249" y="22685"/>
                  </a:lnTo>
                  <a:lnTo>
                    <a:pt x="125" y="21735"/>
                  </a:lnTo>
                  <a:lnTo>
                    <a:pt x="42" y="20786"/>
                  </a:lnTo>
                  <a:lnTo>
                    <a:pt x="1" y="19836"/>
                  </a:lnTo>
                  <a:lnTo>
                    <a:pt x="22" y="18887"/>
                  </a:lnTo>
                  <a:lnTo>
                    <a:pt x="83" y="17917"/>
                  </a:lnTo>
                  <a:lnTo>
                    <a:pt x="187" y="16947"/>
                  </a:lnTo>
                  <a:lnTo>
                    <a:pt x="331" y="15997"/>
                  </a:lnTo>
                  <a:lnTo>
                    <a:pt x="434" y="15522"/>
                  </a:lnTo>
                  <a:lnTo>
                    <a:pt x="538" y="15027"/>
                  </a:lnTo>
                  <a:lnTo>
                    <a:pt x="661" y="14552"/>
                  </a:lnTo>
                  <a:lnTo>
                    <a:pt x="806" y="14078"/>
                  </a:lnTo>
                  <a:lnTo>
                    <a:pt x="950" y="13603"/>
                  </a:lnTo>
                  <a:lnTo>
                    <a:pt x="1116" y="13128"/>
                  </a:lnTo>
                  <a:lnTo>
                    <a:pt x="1281" y="12653"/>
                  </a:lnTo>
                  <a:lnTo>
                    <a:pt x="1466" y="12179"/>
                  </a:lnTo>
                  <a:lnTo>
                    <a:pt x="1466" y="12179"/>
                  </a:lnTo>
                  <a:lnTo>
                    <a:pt x="1673" y="11724"/>
                  </a:lnTo>
                  <a:lnTo>
                    <a:pt x="1879" y="11250"/>
                  </a:lnTo>
                  <a:lnTo>
                    <a:pt x="2086" y="10796"/>
                  </a:lnTo>
                  <a:lnTo>
                    <a:pt x="2313" y="10362"/>
                  </a:lnTo>
                  <a:lnTo>
                    <a:pt x="2560" y="9929"/>
                  </a:lnTo>
                  <a:lnTo>
                    <a:pt x="2808" y="9495"/>
                  </a:lnTo>
                  <a:lnTo>
                    <a:pt x="3076" y="9082"/>
                  </a:lnTo>
                  <a:lnTo>
                    <a:pt x="3345" y="8670"/>
                  </a:lnTo>
                  <a:lnTo>
                    <a:pt x="3902" y="7885"/>
                  </a:lnTo>
                  <a:lnTo>
                    <a:pt x="4501" y="7121"/>
                  </a:lnTo>
                  <a:lnTo>
                    <a:pt x="5120" y="6378"/>
                  </a:lnTo>
                  <a:lnTo>
                    <a:pt x="5780" y="5697"/>
                  </a:lnTo>
                  <a:lnTo>
                    <a:pt x="6482" y="5037"/>
                  </a:lnTo>
                  <a:lnTo>
                    <a:pt x="7205" y="4417"/>
                  </a:lnTo>
                  <a:lnTo>
                    <a:pt x="7948" y="3839"/>
                  </a:lnTo>
                  <a:lnTo>
                    <a:pt x="8732" y="3303"/>
                  </a:lnTo>
                  <a:lnTo>
                    <a:pt x="9537" y="2787"/>
                  </a:lnTo>
                  <a:lnTo>
                    <a:pt x="10342" y="2333"/>
                  </a:lnTo>
                  <a:lnTo>
                    <a:pt x="11188" y="1899"/>
                  </a:lnTo>
                  <a:lnTo>
                    <a:pt x="12055" y="1528"/>
                  </a:lnTo>
                  <a:lnTo>
                    <a:pt x="12943" y="1177"/>
                  </a:lnTo>
                  <a:lnTo>
                    <a:pt x="13831" y="867"/>
                  </a:lnTo>
                  <a:lnTo>
                    <a:pt x="14739" y="619"/>
                  </a:lnTo>
                  <a:lnTo>
                    <a:pt x="15647" y="413"/>
                  </a:lnTo>
                  <a:lnTo>
                    <a:pt x="16596" y="227"/>
                  </a:lnTo>
                  <a:lnTo>
                    <a:pt x="17525" y="103"/>
                  </a:lnTo>
                  <a:lnTo>
                    <a:pt x="18475" y="21"/>
                  </a:lnTo>
                  <a:lnTo>
                    <a:pt x="19424" y="0"/>
                  </a:lnTo>
                  <a:lnTo>
                    <a:pt x="20394" y="0"/>
                  </a:lnTo>
                  <a:lnTo>
                    <a:pt x="21365" y="62"/>
                  </a:lnTo>
                  <a:lnTo>
                    <a:pt x="22314" y="186"/>
                  </a:lnTo>
                  <a:lnTo>
                    <a:pt x="23284" y="330"/>
                  </a:lnTo>
                  <a:lnTo>
                    <a:pt x="24254" y="537"/>
                  </a:lnTo>
                  <a:lnTo>
                    <a:pt x="24729" y="661"/>
                  </a:lnTo>
                  <a:lnTo>
                    <a:pt x="25204" y="805"/>
                  </a:lnTo>
                  <a:lnTo>
                    <a:pt x="25679" y="950"/>
                  </a:lnTo>
                  <a:lnTo>
                    <a:pt x="26153" y="1115"/>
                  </a:lnTo>
                  <a:lnTo>
                    <a:pt x="26628" y="1280"/>
                  </a:lnTo>
                  <a:lnTo>
                    <a:pt x="27103" y="1466"/>
                  </a:lnTo>
                  <a:lnTo>
                    <a:pt x="27103" y="1466"/>
                  </a:lnTo>
                  <a:lnTo>
                    <a:pt x="27578" y="1672"/>
                  </a:lnTo>
                  <a:lnTo>
                    <a:pt x="28032" y="1879"/>
                  </a:lnTo>
                  <a:lnTo>
                    <a:pt x="28486" y="2085"/>
                  </a:lnTo>
                  <a:lnTo>
                    <a:pt x="28919" y="2312"/>
                  </a:lnTo>
                  <a:lnTo>
                    <a:pt x="29353" y="2560"/>
                  </a:lnTo>
                  <a:lnTo>
                    <a:pt x="29786" y="2807"/>
                  </a:lnTo>
                  <a:lnTo>
                    <a:pt x="30612" y="3344"/>
                  </a:lnTo>
                  <a:lnTo>
                    <a:pt x="31417" y="3901"/>
                  </a:lnTo>
                  <a:lnTo>
                    <a:pt x="32181" y="4500"/>
                  </a:lnTo>
                  <a:lnTo>
                    <a:pt x="32903" y="5119"/>
                  </a:lnTo>
                  <a:lnTo>
                    <a:pt x="33605" y="5800"/>
                  </a:lnTo>
                  <a:lnTo>
                    <a:pt x="34265" y="6482"/>
                  </a:lnTo>
                  <a:lnTo>
                    <a:pt x="34885" y="7204"/>
                  </a:lnTo>
                  <a:lnTo>
                    <a:pt x="35463" y="7968"/>
                  </a:lnTo>
                  <a:lnTo>
                    <a:pt x="36020" y="8731"/>
                  </a:lnTo>
                  <a:lnTo>
                    <a:pt x="36515" y="9536"/>
                  </a:lnTo>
                  <a:lnTo>
                    <a:pt x="36990" y="10341"/>
                  </a:lnTo>
                  <a:lnTo>
                    <a:pt x="37423" y="11188"/>
                  </a:lnTo>
                  <a:lnTo>
                    <a:pt x="37795" y="12055"/>
                  </a:lnTo>
                  <a:lnTo>
                    <a:pt x="38146" y="12922"/>
                  </a:lnTo>
                  <a:lnTo>
                    <a:pt x="38456" y="13830"/>
                  </a:lnTo>
                  <a:lnTo>
                    <a:pt x="38703" y="14738"/>
                  </a:lnTo>
                  <a:lnTo>
                    <a:pt x="38930" y="15646"/>
                  </a:lnTo>
                  <a:lnTo>
                    <a:pt x="39095" y="16575"/>
                  </a:lnTo>
                  <a:lnTo>
                    <a:pt x="39219" y="17525"/>
                  </a:lnTo>
                  <a:lnTo>
                    <a:pt x="39302" y="18474"/>
                  </a:lnTo>
                  <a:lnTo>
                    <a:pt x="39343" y="19424"/>
                  </a:lnTo>
                  <a:lnTo>
                    <a:pt x="39322" y="20373"/>
                  </a:lnTo>
                  <a:lnTo>
                    <a:pt x="39261" y="21343"/>
                  </a:lnTo>
                  <a:lnTo>
                    <a:pt x="39157" y="22313"/>
                  </a:lnTo>
                  <a:lnTo>
                    <a:pt x="39013" y="23263"/>
                  </a:lnTo>
                  <a:lnTo>
                    <a:pt x="38910" y="23738"/>
                  </a:lnTo>
                  <a:lnTo>
                    <a:pt x="38806" y="24233"/>
                  </a:lnTo>
                  <a:lnTo>
                    <a:pt x="38683" y="24708"/>
                  </a:lnTo>
                  <a:lnTo>
                    <a:pt x="38538" y="25183"/>
                  </a:lnTo>
                  <a:lnTo>
                    <a:pt x="38394" y="25657"/>
                  </a:lnTo>
                  <a:lnTo>
                    <a:pt x="38228" y="26132"/>
                  </a:lnTo>
                  <a:lnTo>
                    <a:pt x="38063" y="26607"/>
                  </a:lnTo>
                  <a:lnTo>
                    <a:pt x="37878" y="2708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3" name="Google Shape;743;p27"/>
            <p:cNvSpPr/>
            <p:nvPr/>
          </p:nvSpPr>
          <p:spPr>
            <a:xfrm>
              <a:off x="2741275" y="973975"/>
              <a:ext cx="990800" cy="989775"/>
            </a:xfrm>
            <a:custGeom>
              <a:avLst/>
              <a:gdLst/>
              <a:ahLst/>
              <a:cxnLst/>
              <a:rect l="l" t="t" r="r" b="b"/>
              <a:pathLst>
                <a:path w="39632" h="39591" extrusionOk="0">
                  <a:moveTo>
                    <a:pt x="19981" y="0"/>
                  </a:moveTo>
                  <a:lnTo>
                    <a:pt x="19259" y="21"/>
                  </a:lnTo>
                  <a:lnTo>
                    <a:pt x="17855" y="104"/>
                  </a:lnTo>
                  <a:lnTo>
                    <a:pt x="17133" y="186"/>
                  </a:lnTo>
                  <a:lnTo>
                    <a:pt x="16431" y="310"/>
                  </a:lnTo>
                  <a:lnTo>
                    <a:pt x="16059" y="351"/>
                  </a:lnTo>
                  <a:lnTo>
                    <a:pt x="15708" y="434"/>
                  </a:lnTo>
                  <a:lnTo>
                    <a:pt x="15007" y="599"/>
                  </a:lnTo>
                  <a:lnTo>
                    <a:pt x="14635" y="702"/>
                  </a:lnTo>
                  <a:lnTo>
                    <a:pt x="14284" y="785"/>
                  </a:lnTo>
                  <a:lnTo>
                    <a:pt x="13582" y="1012"/>
                  </a:lnTo>
                  <a:lnTo>
                    <a:pt x="12199" y="1528"/>
                  </a:lnTo>
                  <a:lnTo>
                    <a:pt x="11518" y="1838"/>
                  </a:lnTo>
                  <a:lnTo>
                    <a:pt x="10837" y="2168"/>
                  </a:lnTo>
                  <a:lnTo>
                    <a:pt x="10156" y="2519"/>
                  </a:lnTo>
                  <a:lnTo>
                    <a:pt x="9846" y="2704"/>
                  </a:lnTo>
                  <a:lnTo>
                    <a:pt x="9516" y="2911"/>
                  </a:lnTo>
                  <a:lnTo>
                    <a:pt x="8876" y="3324"/>
                  </a:lnTo>
                  <a:lnTo>
                    <a:pt x="8236" y="3736"/>
                  </a:lnTo>
                  <a:lnTo>
                    <a:pt x="7617" y="4211"/>
                  </a:lnTo>
                  <a:lnTo>
                    <a:pt x="7019" y="4686"/>
                  </a:lnTo>
                  <a:lnTo>
                    <a:pt x="6441" y="5202"/>
                  </a:lnTo>
                  <a:lnTo>
                    <a:pt x="5863" y="5718"/>
                  </a:lnTo>
                  <a:lnTo>
                    <a:pt x="5326" y="6296"/>
                  </a:lnTo>
                  <a:lnTo>
                    <a:pt x="4810" y="6874"/>
                  </a:lnTo>
                  <a:lnTo>
                    <a:pt x="4315" y="7493"/>
                  </a:lnTo>
                  <a:lnTo>
                    <a:pt x="3840" y="8112"/>
                  </a:lnTo>
                  <a:lnTo>
                    <a:pt x="3386" y="8773"/>
                  </a:lnTo>
                  <a:lnTo>
                    <a:pt x="2952" y="9433"/>
                  </a:lnTo>
                  <a:lnTo>
                    <a:pt x="2539" y="10135"/>
                  </a:lnTo>
                  <a:lnTo>
                    <a:pt x="2168" y="10837"/>
                  </a:lnTo>
                  <a:lnTo>
                    <a:pt x="1817" y="11560"/>
                  </a:lnTo>
                  <a:lnTo>
                    <a:pt x="1487" y="12282"/>
                  </a:lnTo>
                  <a:lnTo>
                    <a:pt x="1198" y="13046"/>
                  </a:lnTo>
                  <a:lnTo>
                    <a:pt x="950" y="13809"/>
                  </a:lnTo>
                  <a:lnTo>
                    <a:pt x="723" y="14573"/>
                  </a:lnTo>
                  <a:lnTo>
                    <a:pt x="537" y="15358"/>
                  </a:lnTo>
                  <a:lnTo>
                    <a:pt x="372" y="16121"/>
                  </a:lnTo>
                  <a:lnTo>
                    <a:pt x="228" y="16906"/>
                  </a:lnTo>
                  <a:lnTo>
                    <a:pt x="145" y="17690"/>
                  </a:lnTo>
                  <a:lnTo>
                    <a:pt x="62" y="18474"/>
                  </a:lnTo>
                  <a:lnTo>
                    <a:pt x="21" y="19259"/>
                  </a:lnTo>
                  <a:lnTo>
                    <a:pt x="0" y="20043"/>
                  </a:lnTo>
                  <a:lnTo>
                    <a:pt x="42" y="20827"/>
                  </a:lnTo>
                  <a:lnTo>
                    <a:pt x="104" y="21591"/>
                  </a:lnTo>
                  <a:lnTo>
                    <a:pt x="186" y="22355"/>
                  </a:lnTo>
                  <a:lnTo>
                    <a:pt x="310" y="23119"/>
                  </a:lnTo>
                  <a:lnTo>
                    <a:pt x="455" y="23862"/>
                  </a:lnTo>
                  <a:lnTo>
                    <a:pt x="640" y="24605"/>
                  </a:lnTo>
                  <a:lnTo>
                    <a:pt x="723" y="24976"/>
                  </a:lnTo>
                  <a:lnTo>
                    <a:pt x="826" y="25348"/>
                  </a:lnTo>
                  <a:lnTo>
                    <a:pt x="1053" y="26070"/>
                  </a:lnTo>
                  <a:lnTo>
                    <a:pt x="1301" y="26772"/>
                  </a:lnTo>
                  <a:lnTo>
                    <a:pt x="1569" y="27474"/>
                  </a:lnTo>
                  <a:lnTo>
                    <a:pt x="2209" y="28816"/>
                  </a:lnTo>
                  <a:lnTo>
                    <a:pt x="2560" y="29476"/>
                  </a:lnTo>
                  <a:lnTo>
                    <a:pt x="2746" y="29786"/>
                  </a:lnTo>
                  <a:lnTo>
                    <a:pt x="2932" y="30095"/>
                  </a:lnTo>
                  <a:lnTo>
                    <a:pt x="3117" y="30405"/>
                  </a:lnTo>
                  <a:lnTo>
                    <a:pt x="3324" y="30715"/>
                  </a:lnTo>
                  <a:lnTo>
                    <a:pt x="3737" y="31313"/>
                  </a:lnTo>
                  <a:lnTo>
                    <a:pt x="4603" y="32448"/>
                  </a:lnTo>
                  <a:lnTo>
                    <a:pt x="5553" y="33501"/>
                  </a:lnTo>
                  <a:lnTo>
                    <a:pt x="6048" y="34017"/>
                  </a:lnTo>
                  <a:lnTo>
                    <a:pt x="6317" y="34244"/>
                  </a:lnTo>
                  <a:lnTo>
                    <a:pt x="6585" y="34492"/>
                  </a:lnTo>
                  <a:lnTo>
                    <a:pt x="7101" y="34946"/>
                  </a:lnTo>
                  <a:lnTo>
                    <a:pt x="7638" y="35380"/>
                  </a:lnTo>
                  <a:lnTo>
                    <a:pt x="8174" y="35813"/>
                  </a:lnTo>
                  <a:lnTo>
                    <a:pt x="8732" y="36205"/>
                  </a:lnTo>
                  <a:lnTo>
                    <a:pt x="9310" y="36556"/>
                  </a:lnTo>
                  <a:lnTo>
                    <a:pt x="9888" y="36907"/>
                  </a:lnTo>
                  <a:lnTo>
                    <a:pt x="10466" y="37237"/>
                  </a:lnTo>
                  <a:lnTo>
                    <a:pt x="11064" y="37526"/>
                  </a:lnTo>
                  <a:lnTo>
                    <a:pt x="11663" y="37815"/>
                  </a:lnTo>
                  <a:lnTo>
                    <a:pt x="12261" y="38063"/>
                  </a:lnTo>
                  <a:lnTo>
                    <a:pt x="12860" y="38311"/>
                  </a:lnTo>
                  <a:lnTo>
                    <a:pt x="13479" y="38517"/>
                  </a:lnTo>
                  <a:lnTo>
                    <a:pt x="14078" y="38723"/>
                  </a:lnTo>
                  <a:lnTo>
                    <a:pt x="14697" y="38909"/>
                  </a:lnTo>
                  <a:lnTo>
                    <a:pt x="15296" y="39054"/>
                  </a:lnTo>
                  <a:lnTo>
                    <a:pt x="15894" y="39198"/>
                  </a:lnTo>
                  <a:lnTo>
                    <a:pt x="16513" y="39322"/>
                  </a:lnTo>
                  <a:lnTo>
                    <a:pt x="17112" y="39405"/>
                  </a:lnTo>
                  <a:lnTo>
                    <a:pt x="17711" y="39487"/>
                  </a:lnTo>
                  <a:lnTo>
                    <a:pt x="18309" y="39549"/>
                  </a:lnTo>
                  <a:lnTo>
                    <a:pt x="18908" y="39590"/>
                  </a:lnTo>
                  <a:lnTo>
                    <a:pt x="20662" y="39590"/>
                  </a:lnTo>
                  <a:lnTo>
                    <a:pt x="21240" y="39549"/>
                  </a:lnTo>
                  <a:lnTo>
                    <a:pt x="21798" y="39487"/>
                  </a:lnTo>
                  <a:lnTo>
                    <a:pt x="22355" y="39425"/>
                  </a:lnTo>
                  <a:lnTo>
                    <a:pt x="22912" y="39343"/>
                  </a:lnTo>
                  <a:lnTo>
                    <a:pt x="23449" y="39260"/>
                  </a:lnTo>
                  <a:lnTo>
                    <a:pt x="23986" y="39157"/>
                  </a:lnTo>
                  <a:lnTo>
                    <a:pt x="24502" y="39033"/>
                  </a:lnTo>
                  <a:lnTo>
                    <a:pt x="25018" y="38909"/>
                  </a:lnTo>
                  <a:lnTo>
                    <a:pt x="25513" y="38765"/>
                  </a:lnTo>
                  <a:lnTo>
                    <a:pt x="26008" y="38600"/>
                  </a:lnTo>
                  <a:lnTo>
                    <a:pt x="26504" y="38434"/>
                  </a:lnTo>
                  <a:lnTo>
                    <a:pt x="26979" y="38269"/>
                  </a:lnTo>
                  <a:lnTo>
                    <a:pt x="27433" y="38084"/>
                  </a:lnTo>
                  <a:lnTo>
                    <a:pt x="27887" y="37877"/>
                  </a:lnTo>
                  <a:lnTo>
                    <a:pt x="28754" y="37464"/>
                  </a:lnTo>
                  <a:lnTo>
                    <a:pt x="29579" y="37031"/>
                  </a:lnTo>
                  <a:lnTo>
                    <a:pt x="30364" y="36577"/>
                  </a:lnTo>
                  <a:lnTo>
                    <a:pt x="31086" y="36081"/>
                  </a:lnTo>
                  <a:lnTo>
                    <a:pt x="31788" y="35586"/>
                  </a:lnTo>
                  <a:lnTo>
                    <a:pt x="32428" y="35070"/>
                  </a:lnTo>
                  <a:lnTo>
                    <a:pt x="33026" y="34554"/>
                  </a:lnTo>
                  <a:lnTo>
                    <a:pt x="33584" y="34038"/>
                  </a:lnTo>
                  <a:lnTo>
                    <a:pt x="34100" y="33522"/>
                  </a:lnTo>
                  <a:lnTo>
                    <a:pt x="34575" y="33006"/>
                  </a:lnTo>
                  <a:lnTo>
                    <a:pt x="35008" y="32510"/>
                  </a:lnTo>
                  <a:lnTo>
                    <a:pt x="35400" y="32015"/>
                  </a:lnTo>
                  <a:lnTo>
                    <a:pt x="35772" y="31520"/>
                  </a:lnTo>
                  <a:lnTo>
                    <a:pt x="36102" y="31066"/>
                  </a:lnTo>
                  <a:lnTo>
                    <a:pt x="36391" y="30611"/>
                  </a:lnTo>
                  <a:lnTo>
                    <a:pt x="36886" y="29765"/>
                  </a:lnTo>
                  <a:lnTo>
                    <a:pt x="37113" y="29394"/>
                  </a:lnTo>
                  <a:lnTo>
                    <a:pt x="37299" y="29043"/>
                  </a:lnTo>
                  <a:lnTo>
                    <a:pt x="37588" y="28423"/>
                  </a:lnTo>
                  <a:lnTo>
                    <a:pt x="37960" y="27557"/>
                  </a:lnTo>
                  <a:lnTo>
                    <a:pt x="38084" y="27268"/>
                  </a:lnTo>
                  <a:lnTo>
                    <a:pt x="37939" y="27536"/>
                  </a:lnTo>
                  <a:lnTo>
                    <a:pt x="37506" y="28382"/>
                  </a:lnTo>
                  <a:lnTo>
                    <a:pt x="37217" y="29001"/>
                  </a:lnTo>
                  <a:lnTo>
                    <a:pt x="37010" y="29332"/>
                  </a:lnTo>
                  <a:lnTo>
                    <a:pt x="36783" y="29703"/>
                  </a:lnTo>
                  <a:lnTo>
                    <a:pt x="36267" y="30529"/>
                  </a:lnTo>
                  <a:lnTo>
                    <a:pt x="35978" y="30962"/>
                  </a:lnTo>
                  <a:lnTo>
                    <a:pt x="35627" y="31416"/>
                  </a:lnTo>
                  <a:lnTo>
                    <a:pt x="35276" y="31912"/>
                  </a:lnTo>
                  <a:lnTo>
                    <a:pt x="34884" y="32387"/>
                  </a:lnTo>
                  <a:lnTo>
                    <a:pt x="34430" y="32882"/>
                  </a:lnTo>
                  <a:lnTo>
                    <a:pt x="33955" y="33398"/>
                  </a:lnTo>
                  <a:lnTo>
                    <a:pt x="33439" y="33893"/>
                  </a:lnTo>
                  <a:lnTo>
                    <a:pt x="32882" y="34389"/>
                  </a:lnTo>
                  <a:lnTo>
                    <a:pt x="32283" y="34905"/>
                  </a:lnTo>
                  <a:lnTo>
                    <a:pt x="31644" y="35400"/>
                  </a:lnTo>
                  <a:lnTo>
                    <a:pt x="30962" y="35896"/>
                  </a:lnTo>
                  <a:lnTo>
                    <a:pt x="30219" y="36350"/>
                  </a:lnTo>
                  <a:lnTo>
                    <a:pt x="29456" y="36804"/>
                  </a:lnTo>
                  <a:lnTo>
                    <a:pt x="28630" y="37237"/>
                  </a:lnTo>
                  <a:lnTo>
                    <a:pt x="27784" y="37629"/>
                  </a:lnTo>
                  <a:lnTo>
                    <a:pt x="26875" y="38001"/>
                  </a:lnTo>
                  <a:lnTo>
                    <a:pt x="26401" y="38166"/>
                  </a:lnTo>
                  <a:lnTo>
                    <a:pt x="25926" y="38331"/>
                  </a:lnTo>
                  <a:lnTo>
                    <a:pt x="25431" y="38476"/>
                  </a:lnTo>
                  <a:lnTo>
                    <a:pt x="24935" y="38620"/>
                  </a:lnTo>
                  <a:lnTo>
                    <a:pt x="24440" y="38744"/>
                  </a:lnTo>
                  <a:lnTo>
                    <a:pt x="23924" y="38868"/>
                  </a:lnTo>
                  <a:lnTo>
                    <a:pt x="23387" y="38950"/>
                  </a:lnTo>
                  <a:lnTo>
                    <a:pt x="22850" y="39054"/>
                  </a:lnTo>
                  <a:lnTo>
                    <a:pt x="22314" y="39116"/>
                  </a:lnTo>
                  <a:lnTo>
                    <a:pt x="21777" y="39178"/>
                  </a:lnTo>
                  <a:lnTo>
                    <a:pt x="21220" y="39239"/>
                  </a:lnTo>
                  <a:lnTo>
                    <a:pt x="20642" y="39260"/>
                  </a:lnTo>
                  <a:lnTo>
                    <a:pt x="20084" y="39281"/>
                  </a:lnTo>
                  <a:lnTo>
                    <a:pt x="19506" y="39281"/>
                  </a:lnTo>
                  <a:lnTo>
                    <a:pt x="18929" y="39260"/>
                  </a:lnTo>
                  <a:lnTo>
                    <a:pt x="18351" y="39219"/>
                  </a:lnTo>
                  <a:lnTo>
                    <a:pt x="17752" y="39157"/>
                  </a:lnTo>
                  <a:lnTo>
                    <a:pt x="17153" y="39074"/>
                  </a:lnTo>
                  <a:lnTo>
                    <a:pt x="16575" y="38992"/>
                  </a:lnTo>
                  <a:lnTo>
                    <a:pt x="15977" y="38868"/>
                  </a:lnTo>
                  <a:lnTo>
                    <a:pt x="15378" y="38723"/>
                  </a:lnTo>
                  <a:lnTo>
                    <a:pt x="14780" y="38558"/>
                  </a:lnTo>
                  <a:lnTo>
                    <a:pt x="14181" y="38393"/>
                  </a:lnTo>
                  <a:lnTo>
                    <a:pt x="13582" y="38187"/>
                  </a:lnTo>
                  <a:lnTo>
                    <a:pt x="12984" y="37980"/>
                  </a:lnTo>
                  <a:lnTo>
                    <a:pt x="12406" y="37733"/>
                  </a:lnTo>
                  <a:lnTo>
                    <a:pt x="11807" y="37485"/>
                  </a:lnTo>
                  <a:lnTo>
                    <a:pt x="11229" y="37217"/>
                  </a:lnTo>
                  <a:lnTo>
                    <a:pt x="10651" y="36907"/>
                  </a:lnTo>
                  <a:lnTo>
                    <a:pt x="10073" y="36597"/>
                  </a:lnTo>
                  <a:lnTo>
                    <a:pt x="9495" y="36246"/>
                  </a:lnTo>
                  <a:lnTo>
                    <a:pt x="8938" y="35896"/>
                  </a:lnTo>
                  <a:lnTo>
                    <a:pt x="8401" y="35503"/>
                  </a:lnTo>
                  <a:lnTo>
                    <a:pt x="7865" y="35091"/>
                  </a:lnTo>
                  <a:lnTo>
                    <a:pt x="7349" y="34657"/>
                  </a:lnTo>
                  <a:lnTo>
                    <a:pt x="6833" y="34203"/>
                  </a:lnTo>
                  <a:lnTo>
                    <a:pt x="6564" y="33976"/>
                  </a:lnTo>
                  <a:lnTo>
                    <a:pt x="6317" y="33749"/>
                  </a:lnTo>
                  <a:lnTo>
                    <a:pt x="5842" y="33253"/>
                  </a:lnTo>
                  <a:lnTo>
                    <a:pt x="4913" y="32201"/>
                  </a:lnTo>
                  <a:lnTo>
                    <a:pt x="4046" y="31086"/>
                  </a:lnTo>
                  <a:lnTo>
                    <a:pt x="3633" y="30508"/>
                  </a:lnTo>
                  <a:lnTo>
                    <a:pt x="3448" y="30199"/>
                  </a:lnTo>
                  <a:lnTo>
                    <a:pt x="3282" y="29889"/>
                  </a:lnTo>
                  <a:lnTo>
                    <a:pt x="3076" y="29579"/>
                  </a:lnTo>
                  <a:lnTo>
                    <a:pt x="2911" y="29270"/>
                  </a:lnTo>
                  <a:lnTo>
                    <a:pt x="2560" y="28630"/>
                  </a:lnTo>
                  <a:lnTo>
                    <a:pt x="1941" y="27329"/>
                  </a:lnTo>
                  <a:lnTo>
                    <a:pt x="1445" y="25946"/>
                  </a:lnTo>
                  <a:lnTo>
                    <a:pt x="1218" y="25224"/>
                  </a:lnTo>
                  <a:lnTo>
                    <a:pt x="1115" y="24873"/>
                  </a:lnTo>
                  <a:lnTo>
                    <a:pt x="1033" y="24522"/>
                  </a:lnTo>
                  <a:lnTo>
                    <a:pt x="867" y="23779"/>
                  </a:lnTo>
                  <a:lnTo>
                    <a:pt x="723" y="23057"/>
                  </a:lnTo>
                  <a:lnTo>
                    <a:pt x="599" y="22314"/>
                  </a:lnTo>
                  <a:lnTo>
                    <a:pt x="517" y="21550"/>
                  </a:lnTo>
                  <a:lnTo>
                    <a:pt x="455" y="20807"/>
                  </a:lnTo>
                  <a:lnTo>
                    <a:pt x="413" y="20043"/>
                  </a:lnTo>
                  <a:lnTo>
                    <a:pt x="434" y="19279"/>
                  </a:lnTo>
                  <a:lnTo>
                    <a:pt x="475" y="18495"/>
                  </a:lnTo>
                  <a:lnTo>
                    <a:pt x="537" y="17731"/>
                  </a:lnTo>
                  <a:lnTo>
                    <a:pt x="640" y="16968"/>
                  </a:lnTo>
                  <a:lnTo>
                    <a:pt x="785" y="16204"/>
                  </a:lnTo>
                  <a:lnTo>
                    <a:pt x="929" y="15440"/>
                  </a:lnTo>
                  <a:lnTo>
                    <a:pt x="1115" y="14676"/>
                  </a:lnTo>
                  <a:lnTo>
                    <a:pt x="1342" y="13933"/>
                  </a:lnTo>
                  <a:lnTo>
                    <a:pt x="1590" y="13190"/>
                  </a:lnTo>
                  <a:lnTo>
                    <a:pt x="1858" y="12447"/>
                  </a:lnTo>
                  <a:lnTo>
                    <a:pt x="2188" y="11725"/>
                  </a:lnTo>
                  <a:lnTo>
                    <a:pt x="2539" y="11023"/>
                  </a:lnTo>
                  <a:lnTo>
                    <a:pt x="2911" y="10321"/>
                  </a:lnTo>
                  <a:lnTo>
                    <a:pt x="3303" y="9661"/>
                  </a:lnTo>
                  <a:lnTo>
                    <a:pt x="3716" y="9000"/>
                  </a:lnTo>
                  <a:lnTo>
                    <a:pt x="4170" y="8360"/>
                  </a:lnTo>
                  <a:lnTo>
                    <a:pt x="4624" y="7741"/>
                  </a:lnTo>
                  <a:lnTo>
                    <a:pt x="5120" y="7142"/>
                  </a:lnTo>
                  <a:lnTo>
                    <a:pt x="5615" y="6564"/>
                  </a:lnTo>
                  <a:lnTo>
                    <a:pt x="6152" y="6007"/>
                  </a:lnTo>
                  <a:lnTo>
                    <a:pt x="6709" y="5491"/>
                  </a:lnTo>
                  <a:lnTo>
                    <a:pt x="7287" y="4996"/>
                  </a:lnTo>
                  <a:lnTo>
                    <a:pt x="7865" y="4521"/>
                  </a:lnTo>
                  <a:lnTo>
                    <a:pt x="8484" y="4067"/>
                  </a:lnTo>
                  <a:lnTo>
                    <a:pt x="9103" y="3654"/>
                  </a:lnTo>
                  <a:lnTo>
                    <a:pt x="9723" y="3241"/>
                  </a:lnTo>
                  <a:lnTo>
                    <a:pt x="10032" y="3055"/>
                  </a:lnTo>
                  <a:lnTo>
                    <a:pt x="10362" y="2870"/>
                  </a:lnTo>
                  <a:lnTo>
                    <a:pt x="11023" y="2519"/>
                  </a:lnTo>
                  <a:lnTo>
                    <a:pt x="12344" y="1879"/>
                  </a:lnTo>
                  <a:lnTo>
                    <a:pt x="13706" y="1383"/>
                  </a:lnTo>
                  <a:lnTo>
                    <a:pt x="14408" y="1177"/>
                  </a:lnTo>
                  <a:lnTo>
                    <a:pt x="14738" y="1074"/>
                  </a:lnTo>
                  <a:lnTo>
                    <a:pt x="15089" y="991"/>
                  </a:lnTo>
                  <a:lnTo>
                    <a:pt x="15791" y="805"/>
                  </a:lnTo>
                  <a:lnTo>
                    <a:pt x="16142" y="744"/>
                  </a:lnTo>
                  <a:lnTo>
                    <a:pt x="16493" y="682"/>
                  </a:lnTo>
                  <a:lnTo>
                    <a:pt x="17195" y="578"/>
                  </a:lnTo>
                  <a:lnTo>
                    <a:pt x="17876" y="475"/>
                  </a:lnTo>
                  <a:lnTo>
                    <a:pt x="19279" y="393"/>
                  </a:lnTo>
                  <a:lnTo>
                    <a:pt x="19961" y="372"/>
                  </a:lnTo>
                  <a:lnTo>
                    <a:pt x="20311" y="393"/>
                  </a:lnTo>
                  <a:lnTo>
                    <a:pt x="20662" y="413"/>
                  </a:lnTo>
                  <a:lnTo>
                    <a:pt x="21344" y="434"/>
                  </a:lnTo>
                  <a:lnTo>
                    <a:pt x="22025" y="496"/>
                  </a:lnTo>
                  <a:lnTo>
                    <a:pt x="22685" y="578"/>
                  </a:lnTo>
                  <a:lnTo>
                    <a:pt x="23346" y="682"/>
                  </a:lnTo>
                  <a:lnTo>
                    <a:pt x="24006" y="826"/>
                  </a:lnTo>
                  <a:lnTo>
                    <a:pt x="24646" y="971"/>
                  </a:lnTo>
                  <a:lnTo>
                    <a:pt x="25265" y="1156"/>
                  </a:lnTo>
                  <a:lnTo>
                    <a:pt x="25885" y="1342"/>
                  </a:lnTo>
                  <a:lnTo>
                    <a:pt x="26504" y="1549"/>
                  </a:lnTo>
                  <a:lnTo>
                    <a:pt x="27102" y="1796"/>
                  </a:lnTo>
                  <a:lnTo>
                    <a:pt x="27701" y="2044"/>
                  </a:lnTo>
                  <a:lnTo>
                    <a:pt x="28279" y="2292"/>
                  </a:lnTo>
                  <a:lnTo>
                    <a:pt x="28836" y="2581"/>
                  </a:lnTo>
                  <a:lnTo>
                    <a:pt x="29373" y="2870"/>
                  </a:lnTo>
                  <a:lnTo>
                    <a:pt x="29910" y="3179"/>
                  </a:lnTo>
                  <a:lnTo>
                    <a:pt x="30446" y="3489"/>
                  </a:lnTo>
                  <a:lnTo>
                    <a:pt x="30942" y="3819"/>
                  </a:lnTo>
                  <a:lnTo>
                    <a:pt x="31437" y="4170"/>
                  </a:lnTo>
                  <a:lnTo>
                    <a:pt x="31912" y="4521"/>
                  </a:lnTo>
                  <a:lnTo>
                    <a:pt x="32387" y="4892"/>
                  </a:lnTo>
                  <a:lnTo>
                    <a:pt x="32820" y="5285"/>
                  </a:lnTo>
                  <a:lnTo>
                    <a:pt x="33254" y="5677"/>
                  </a:lnTo>
                  <a:lnTo>
                    <a:pt x="33666" y="6069"/>
                  </a:lnTo>
                  <a:lnTo>
                    <a:pt x="34059" y="6482"/>
                  </a:lnTo>
                  <a:lnTo>
                    <a:pt x="34430" y="6895"/>
                  </a:lnTo>
                  <a:lnTo>
                    <a:pt x="34802" y="7328"/>
                  </a:lnTo>
                  <a:lnTo>
                    <a:pt x="35153" y="7762"/>
                  </a:lnTo>
                  <a:lnTo>
                    <a:pt x="35483" y="8195"/>
                  </a:lnTo>
                  <a:lnTo>
                    <a:pt x="35813" y="8628"/>
                  </a:lnTo>
                  <a:lnTo>
                    <a:pt x="36102" y="9062"/>
                  </a:lnTo>
                  <a:lnTo>
                    <a:pt x="36391" y="9516"/>
                  </a:lnTo>
                  <a:lnTo>
                    <a:pt x="36659" y="9950"/>
                  </a:lnTo>
                  <a:lnTo>
                    <a:pt x="36928" y="10404"/>
                  </a:lnTo>
                  <a:lnTo>
                    <a:pt x="37175" y="10837"/>
                  </a:lnTo>
                  <a:lnTo>
                    <a:pt x="37402" y="11291"/>
                  </a:lnTo>
                  <a:lnTo>
                    <a:pt x="37609" y="11745"/>
                  </a:lnTo>
                  <a:lnTo>
                    <a:pt x="38001" y="12633"/>
                  </a:lnTo>
                  <a:lnTo>
                    <a:pt x="38331" y="13520"/>
                  </a:lnTo>
                  <a:lnTo>
                    <a:pt x="38620" y="14408"/>
                  </a:lnTo>
                  <a:lnTo>
                    <a:pt x="38847" y="15275"/>
                  </a:lnTo>
                  <a:lnTo>
                    <a:pt x="39054" y="16121"/>
                  </a:lnTo>
                  <a:lnTo>
                    <a:pt x="39198" y="16947"/>
                  </a:lnTo>
                  <a:lnTo>
                    <a:pt x="39301" y="17752"/>
                  </a:lnTo>
                  <a:lnTo>
                    <a:pt x="39363" y="18536"/>
                  </a:lnTo>
                  <a:lnTo>
                    <a:pt x="39425" y="19279"/>
                  </a:lnTo>
                  <a:lnTo>
                    <a:pt x="39425" y="20002"/>
                  </a:lnTo>
                  <a:lnTo>
                    <a:pt x="39425" y="20704"/>
                  </a:lnTo>
                  <a:lnTo>
                    <a:pt x="39384" y="21364"/>
                  </a:lnTo>
                  <a:lnTo>
                    <a:pt x="39343" y="21983"/>
                  </a:lnTo>
                  <a:lnTo>
                    <a:pt x="39260" y="22582"/>
                  </a:lnTo>
                  <a:lnTo>
                    <a:pt x="39178" y="23139"/>
                  </a:lnTo>
                  <a:lnTo>
                    <a:pt x="39095" y="23676"/>
                  </a:lnTo>
                  <a:lnTo>
                    <a:pt x="38868" y="24605"/>
                  </a:lnTo>
                  <a:lnTo>
                    <a:pt x="38765" y="25038"/>
                  </a:lnTo>
                  <a:lnTo>
                    <a:pt x="38682" y="25410"/>
                  </a:lnTo>
                  <a:lnTo>
                    <a:pt x="38455" y="26070"/>
                  </a:lnTo>
                  <a:lnTo>
                    <a:pt x="38166" y="26958"/>
                  </a:lnTo>
                  <a:lnTo>
                    <a:pt x="38084" y="27268"/>
                  </a:lnTo>
                  <a:lnTo>
                    <a:pt x="38207" y="26979"/>
                  </a:lnTo>
                  <a:lnTo>
                    <a:pt x="38538" y="26091"/>
                  </a:lnTo>
                  <a:lnTo>
                    <a:pt x="38785" y="25451"/>
                  </a:lnTo>
                  <a:lnTo>
                    <a:pt x="38889" y="25059"/>
                  </a:lnTo>
                  <a:lnTo>
                    <a:pt x="38992" y="24646"/>
                  </a:lnTo>
                  <a:lnTo>
                    <a:pt x="39219" y="23697"/>
                  </a:lnTo>
                  <a:lnTo>
                    <a:pt x="39322" y="23160"/>
                  </a:lnTo>
                  <a:lnTo>
                    <a:pt x="39405" y="22603"/>
                  </a:lnTo>
                  <a:lnTo>
                    <a:pt x="39508" y="22004"/>
                  </a:lnTo>
                  <a:lnTo>
                    <a:pt x="39570" y="21364"/>
                  </a:lnTo>
                  <a:lnTo>
                    <a:pt x="39611" y="20704"/>
                  </a:lnTo>
                  <a:lnTo>
                    <a:pt x="39632" y="20002"/>
                  </a:lnTo>
                  <a:lnTo>
                    <a:pt x="39632" y="19279"/>
                  </a:lnTo>
                  <a:lnTo>
                    <a:pt x="39590" y="18516"/>
                  </a:lnTo>
                  <a:lnTo>
                    <a:pt x="39508" y="17731"/>
                  </a:lnTo>
                  <a:lnTo>
                    <a:pt x="39425" y="16906"/>
                  </a:lnTo>
                  <a:lnTo>
                    <a:pt x="39281" y="16080"/>
                  </a:lnTo>
                  <a:lnTo>
                    <a:pt x="39095" y="15213"/>
                  </a:lnTo>
                  <a:lnTo>
                    <a:pt x="38868" y="14325"/>
                  </a:lnTo>
                  <a:lnTo>
                    <a:pt x="38579" y="13438"/>
                  </a:lnTo>
                  <a:lnTo>
                    <a:pt x="38249" y="12530"/>
                  </a:lnTo>
                  <a:lnTo>
                    <a:pt x="38063" y="12076"/>
                  </a:lnTo>
                  <a:lnTo>
                    <a:pt x="37877" y="11621"/>
                  </a:lnTo>
                  <a:lnTo>
                    <a:pt x="37650" y="11167"/>
                  </a:lnTo>
                  <a:lnTo>
                    <a:pt x="37423" y="10713"/>
                  </a:lnTo>
                  <a:lnTo>
                    <a:pt x="37175" y="10259"/>
                  </a:lnTo>
                  <a:lnTo>
                    <a:pt x="36928" y="9805"/>
                  </a:lnTo>
                  <a:lnTo>
                    <a:pt x="36639" y="9351"/>
                  </a:lnTo>
                  <a:lnTo>
                    <a:pt x="36350" y="8897"/>
                  </a:lnTo>
                  <a:lnTo>
                    <a:pt x="36061" y="8443"/>
                  </a:lnTo>
                  <a:lnTo>
                    <a:pt x="35730" y="8009"/>
                  </a:lnTo>
                  <a:lnTo>
                    <a:pt x="35400" y="7555"/>
                  </a:lnTo>
                  <a:lnTo>
                    <a:pt x="35049" y="7122"/>
                  </a:lnTo>
                  <a:lnTo>
                    <a:pt x="34678" y="6688"/>
                  </a:lnTo>
                  <a:lnTo>
                    <a:pt x="34286" y="6275"/>
                  </a:lnTo>
                  <a:lnTo>
                    <a:pt x="33893" y="5842"/>
                  </a:lnTo>
                  <a:lnTo>
                    <a:pt x="33481" y="5429"/>
                  </a:lnTo>
                  <a:lnTo>
                    <a:pt x="33047" y="5037"/>
                  </a:lnTo>
                  <a:lnTo>
                    <a:pt x="32593" y="4645"/>
                  </a:lnTo>
                  <a:lnTo>
                    <a:pt x="32118" y="4273"/>
                  </a:lnTo>
                  <a:lnTo>
                    <a:pt x="31644" y="3902"/>
                  </a:lnTo>
                  <a:lnTo>
                    <a:pt x="31148" y="3551"/>
                  </a:lnTo>
                  <a:lnTo>
                    <a:pt x="30632" y="3200"/>
                  </a:lnTo>
                  <a:lnTo>
                    <a:pt x="30095" y="2870"/>
                  </a:lnTo>
                  <a:lnTo>
                    <a:pt x="29559" y="2560"/>
                  </a:lnTo>
                  <a:lnTo>
                    <a:pt x="29001" y="2271"/>
                  </a:lnTo>
                  <a:lnTo>
                    <a:pt x="28423" y="1982"/>
                  </a:lnTo>
                  <a:lnTo>
                    <a:pt x="27846" y="1714"/>
                  </a:lnTo>
                  <a:lnTo>
                    <a:pt x="27247" y="1445"/>
                  </a:lnTo>
                  <a:lnTo>
                    <a:pt x="26628" y="1218"/>
                  </a:lnTo>
                  <a:lnTo>
                    <a:pt x="26008" y="991"/>
                  </a:lnTo>
                  <a:lnTo>
                    <a:pt x="25369" y="805"/>
                  </a:lnTo>
                  <a:lnTo>
                    <a:pt x="24729" y="620"/>
                  </a:lnTo>
                  <a:lnTo>
                    <a:pt x="24068" y="455"/>
                  </a:lnTo>
                  <a:lnTo>
                    <a:pt x="23408" y="331"/>
                  </a:lnTo>
                  <a:lnTo>
                    <a:pt x="22747" y="207"/>
                  </a:lnTo>
                  <a:lnTo>
                    <a:pt x="22066" y="124"/>
                  </a:lnTo>
                  <a:lnTo>
                    <a:pt x="21364" y="62"/>
                  </a:lnTo>
                  <a:lnTo>
                    <a:pt x="20662" y="21"/>
                  </a:lnTo>
                  <a:lnTo>
                    <a:pt x="20332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4" name="Google Shape;744;p27"/>
            <p:cNvSpPr/>
            <p:nvPr/>
          </p:nvSpPr>
          <p:spPr>
            <a:xfrm>
              <a:off x="2741275" y="973975"/>
              <a:ext cx="990800" cy="989775"/>
            </a:xfrm>
            <a:custGeom>
              <a:avLst/>
              <a:gdLst/>
              <a:ahLst/>
              <a:cxnLst/>
              <a:rect l="l" t="t" r="r" b="b"/>
              <a:pathLst>
                <a:path w="39632" h="39591" fill="none" extrusionOk="0">
                  <a:moveTo>
                    <a:pt x="38084" y="27268"/>
                  </a:moveTo>
                  <a:lnTo>
                    <a:pt x="38084" y="27268"/>
                  </a:lnTo>
                  <a:lnTo>
                    <a:pt x="38166" y="26958"/>
                  </a:lnTo>
                  <a:lnTo>
                    <a:pt x="38166" y="26958"/>
                  </a:lnTo>
                  <a:lnTo>
                    <a:pt x="38455" y="26070"/>
                  </a:lnTo>
                  <a:lnTo>
                    <a:pt x="38455" y="26070"/>
                  </a:lnTo>
                  <a:lnTo>
                    <a:pt x="38682" y="25410"/>
                  </a:lnTo>
                  <a:lnTo>
                    <a:pt x="38682" y="25410"/>
                  </a:lnTo>
                  <a:lnTo>
                    <a:pt x="38765" y="25038"/>
                  </a:lnTo>
                  <a:lnTo>
                    <a:pt x="38868" y="24605"/>
                  </a:lnTo>
                  <a:lnTo>
                    <a:pt x="38868" y="24605"/>
                  </a:lnTo>
                  <a:lnTo>
                    <a:pt x="39095" y="23676"/>
                  </a:lnTo>
                  <a:lnTo>
                    <a:pt x="39178" y="23139"/>
                  </a:lnTo>
                  <a:lnTo>
                    <a:pt x="39260" y="22582"/>
                  </a:lnTo>
                  <a:lnTo>
                    <a:pt x="39260" y="22582"/>
                  </a:lnTo>
                  <a:lnTo>
                    <a:pt x="39343" y="21983"/>
                  </a:lnTo>
                  <a:lnTo>
                    <a:pt x="39384" y="21364"/>
                  </a:lnTo>
                  <a:lnTo>
                    <a:pt x="39425" y="20704"/>
                  </a:lnTo>
                  <a:lnTo>
                    <a:pt x="39425" y="20002"/>
                  </a:lnTo>
                  <a:lnTo>
                    <a:pt x="39425" y="19279"/>
                  </a:lnTo>
                  <a:lnTo>
                    <a:pt x="39363" y="18536"/>
                  </a:lnTo>
                  <a:lnTo>
                    <a:pt x="39301" y="17752"/>
                  </a:lnTo>
                  <a:lnTo>
                    <a:pt x="39198" y="16947"/>
                  </a:lnTo>
                  <a:lnTo>
                    <a:pt x="39198" y="16947"/>
                  </a:lnTo>
                  <a:lnTo>
                    <a:pt x="39054" y="16121"/>
                  </a:lnTo>
                  <a:lnTo>
                    <a:pt x="38847" y="15275"/>
                  </a:lnTo>
                  <a:lnTo>
                    <a:pt x="38620" y="14408"/>
                  </a:lnTo>
                  <a:lnTo>
                    <a:pt x="38331" y="13520"/>
                  </a:lnTo>
                  <a:lnTo>
                    <a:pt x="38001" y="12633"/>
                  </a:lnTo>
                  <a:lnTo>
                    <a:pt x="37609" y="11745"/>
                  </a:lnTo>
                  <a:lnTo>
                    <a:pt x="37402" y="11291"/>
                  </a:lnTo>
                  <a:lnTo>
                    <a:pt x="37175" y="10837"/>
                  </a:lnTo>
                  <a:lnTo>
                    <a:pt x="36928" y="10404"/>
                  </a:lnTo>
                  <a:lnTo>
                    <a:pt x="36659" y="9950"/>
                  </a:lnTo>
                  <a:lnTo>
                    <a:pt x="36659" y="9950"/>
                  </a:lnTo>
                  <a:lnTo>
                    <a:pt x="36391" y="9516"/>
                  </a:lnTo>
                  <a:lnTo>
                    <a:pt x="36102" y="9062"/>
                  </a:lnTo>
                  <a:lnTo>
                    <a:pt x="35813" y="8628"/>
                  </a:lnTo>
                  <a:lnTo>
                    <a:pt x="35483" y="8195"/>
                  </a:lnTo>
                  <a:lnTo>
                    <a:pt x="35153" y="7762"/>
                  </a:lnTo>
                  <a:lnTo>
                    <a:pt x="34802" y="7328"/>
                  </a:lnTo>
                  <a:lnTo>
                    <a:pt x="34430" y="6895"/>
                  </a:lnTo>
                  <a:lnTo>
                    <a:pt x="34059" y="6482"/>
                  </a:lnTo>
                  <a:lnTo>
                    <a:pt x="33666" y="6069"/>
                  </a:lnTo>
                  <a:lnTo>
                    <a:pt x="33254" y="5677"/>
                  </a:lnTo>
                  <a:lnTo>
                    <a:pt x="32820" y="5285"/>
                  </a:lnTo>
                  <a:lnTo>
                    <a:pt x="32387" y="4892"/>
                  </a:lnTo>
                  <a:lnTo>
                    <a:pt x="31912" y="4521"/>
                  </a:lnTo>
                  <a:lnTo>
                    <a:pt x="31437" y="4170"/>
                  </a:lnTo>
                  <a:lnTo>
                    <a:pt x="30942" y="3819"/>
                  </a:lnTo>
                  <a:lnTo>
                    <a:pt x="30446" y="3489"/>
                  </a:lnTo>
                  <a:lnTo>
                    <a:pt x="30446" y="3489"/>
                  </a:lnTo>
                  <a:lnTo>
                    <a:pt x="29910" y="3179"/>
                  </a:lnTo>
                  <a:lnTo>
                    <a:pt x="29373" y="2870"/>
                  </a:lnTo>
                  <a:lnTo>
                    <a:pt x="28836" y="2581"/>
                  </a:lnTo>
                  <a:lnTo>
                    <a:pt x="28279" y="2292"/>
                  </a:lnTo>
                  <a:lnTo>
                    <a:pt x="27701" y="2044"/>
                  </a:lnTo>
                  <a:lnTo>
                    <a:pt x="27102" y="1796"/>
                  </a:lnTo>
                  <a:lnTo>
                    <a:pt x="26504" y="1549"/>
                  </a:lnTo>
                  <a:lnTo>
                    <a:pt x="25885" y="1342"/>
                  </a:lnTo>
                  <a:lnTo>
                    <a:pt x="25265" y="1156"/>
                  </a:lnTo>
                  <a:lnTo>
                    <a:pt x="24646" y="971"/>
                  </a:lnTo>
                  <a:lnTo>
                    <a:pt x="24006" y="826"/>
                  </a:lnTo>
                  <a:lnTo>
                    <a:pt x="23346" y="682"/>
                  </a:lnTo>
                  <a:lnTo>
                    <a:pt x="22685" y="578"/>
                  </a:lnTo>
                  <a:lnTo>
                    <a:pt x="22025" y="496"/>
                  </a:lnTo>
                  <a:lnTo>
                    <a:pt x="21344" y="434"/>
                  </a:lnTo>
                  <a:lnTo>
                    <a:pt x="20662" y="413"/>
                  </a:lnTo>
                  <a:lnTo>
                    <a:pt x="20662" y="413"/>
                  </a:lnTo>
                  <a:lnTo>
                    <a:pt x="20311" y="393"/>
                  </a:lnTo>
                  <a:lnTo>
                    <a:pt x="19961" y="372"/>
                  </a:lnTo>
                  <a:lnTo>
                    <a:pt x="19279" y="393"/>
                  </a:lnTo>
                  <a:lnTo>
                    <a:pt x="17876" y="475"/>
                  </a:lnTo>
                  <a:lnTo>
                    <a:pt x="17876" y="475"/>
                  </a:lnTo>
                  <a:lnTo>
                    <a:pt x="17195" y="578"/>
                  </a:lnTo>
                  <a:lnTo>
                    <a:pt x="16493" y="682"/>
                  </a:lnTo>
                  <a:lnTo>
                    <a:pt x="16493" y="682"/>
                  </a:lnTo>
                  <a:lnTo>
                    <a:pt x="16142" y="744"/>
                  </a:lnTo>
                  <a:lnTo>
                    <a:pt x="15791" y="805"/>
                  </a:lnTo>
                  <a:lnTo>
                    <a:pt x="15089" y="991"/>
                  </a:lnTo>
                  <a:lnTo>
                    <a:pt x="15089" y="991"/>
                  </a:lnTo>
                  <a:lnTo>
                    <a:pt x="14738" y="1074"/>
                  </a:lnTo>
                  <a:lnTo>
                    <a:pt x="14408" y="1177"/>
                  </a:lnTo>
                  <a:lnTo>
                    <a:pt x="13706" y="1383"/>
                  </a:lnTo>
                  <a:lnTo>
                    <a:pt x="12344" y="1879"/>
                  </a:lnTo>
                  <a:lnTo>
                    <a:pt x="12344" y="1879"/>
                  </a:lnTo>
                  <a:lnTo>
                    <a:pt x="11023" y="2519"/>
                  </a:lnTo>
                  <a:lnTo>
                    <a:pt x="10362" y="2870"/>
                  </a:lnTo>
                  <a:lnTo>
                    <a:pt x="10032" y="3055"/>
                  </a:lnTo>
                  <a:lnTo>
                    <a:pt x="9723" y="3241"/>
                  </a:lnTo>
                  <a:lnTo>
                    <a:pt x="9723" y="3241"/>
                  </a:lnTo>
                  <a:lnTo>
                    <a:pt x="9103" y="3654"/>
                  </a:lnTo>
                  <a:lnTo>
                    <a:pt x="8484" y="4067"/>
                  </a:lnTo>
                  <a:lnTo>
                    <a:pt x="7865" y="4521"/>
                  </a:lnTo>
                  <a:lnTo>
                    <a:pt x="7287" y="4996"/>
                  </a:lnTo>
                  <a:lnTo>
                    <a:pt x="6709" y="5491"/>
                  </a:lnTo>
                  <a:lnTo>
                    <a:pt x="6152" y="6007"/>
                  </a:lnTo>
                  <a:lnTo>
                    <a:pt x="5615" y="6564"/>
                  </a:lnTo>
                  <a:lnTo>
                    <a:pt x="5120" y="7142"/>
                  </a:lnTo>
                  <a:lnTo>
                    <a:pt x="5120" y="7142"/>
                  </a:lnTo>
                  <a:lnTo>
                    <a:pt x="4624" y="7741"/>
                  </a:lnTo>
                  <a:lnTo>
                    <a:pt x="4170" y="8360"/>
                  </a:lnTo>
                  <a:lnTo>
                    <a:pt x="3716" y="9000"/>
                  </a:lnTo>
                  <a:lnTo>
                    <a:pt x="3303" y="9661"/>
                  </a:lnTo>
                  <a:lnTo>
                    <a:pt x="2911" y="10321"/>
                  </a:lnTo>
                  <a:lnTo>
                    <a:pt x="2539" y="11023"/>
                  </a:lnTo>
                  <a:lnTo>
                    <a:pt x="2188" y="11725"/>
                  </a:lnTo>
                  <a:lnTo>
                    <a:pt x="1858" y="12447"/>
                  </a:lnTo>
                  <a:lnTo>
                    <a:pt x="1858" y="12447"/>
                  </a:lnTo>
                  <a:lnTo>
                    <a:pt x="1590" y="13190"/>
                  </a:lnTo>
                  <a:lnTo>
                    <a:pt x="1342" y="13933"/>
                  </a:lnTo>
                  <a:lnTo>
                    <a:pt x="1115" y="14676"/>
                  </a:lnTo>
                  <a:lnTo>
                    <a:pt x="929" y="15440"/>
                  </a:lnTo>
                  <a:lnTo>
                    <a:pt x="785" y="16204"/>
                  </a:lnTo>
                  <a:lnTo>
                    <a:pt x="640" y="16968"/>
                  </a:lnTo>
                  <a:lnTo>
                    <a:pt x="537" y="17731"/>
                  </a:lnTo>
                  <a:lnTo>
                    <a:pt x="475" y="18495"/>
                  </a:lnTo>
                  <a:lnTo>
                    <a:pt x="475" y="18495"/>
                  </a:lnTo>
                  <a:lnTo>
                    <a:pt x="434" y="19279"/>
                  </a:lnTo>
                  <a:lnTo>
                    <a:pt x="413" y="20043"/>
                  </a:lnTo>
                  <a:lnTo>
                    <a:pt x="455" y="20807"/>
                  </a:lnTo>
                  <a:lnTo>
                    <a:pt x="517" y="21550"/>
                  </a:lnTo>
                  <a:lnTo>
                    <a:pt x="599" y="22314"/>
                  </a:lnTo>
                  <a:lnTo>
                    <a:pt x="723" y="23057"/>
                  </a:lnTo>
                  <a:lnTo>
                    <a:pt x="867" y="23779"/>
                  </a:lnTo>
                  <a:lnTo>
                    <a:pt x="1033" y="24522"/>
                  </a:lnTo>
                  <a:lnTo>
                    <a:pt x="1033" y="24522"/>
                  </a:lnTo>
                  <a:lnTo>
                    <a:pt x="1115" y="24873"/>
                  </a:lnTo>
                  <a:lnTo>
                    <a:pt x="1218" y="25224"/>
                  </a:lnTo>
                  <a:lnTo>
                    <a:pt x="1445" y="25946"/>
                  </a:lnTo>
                  <a:lnTo>
                    <a:pt x="1941" y="27329"/>
                  </a:lnTo>
                  <a:lnTo>
                    <a:pt x="1941" y="27329"/>
                  </a:lnTo>
                  <a:lnTo>
                    <a:pt x="2560" y="28630"/>
                  </a:lnTo>
                  <a:lnTo>
                    <a:pt x="2911" y="29270"/>
                  </a:lnTo>
                  <a:lnTo>
                    <a:pt x="3076" y="29579"/>
                  </a:lnTo>
                  <a:lnTo>
                    <a:pt x="3282" y="29889"/>
                  </a:lnTo>
                  <a:lnTo>
                    <a:pt x="3282" y="29889"/>
                  </a:lnTo>
                  <a:lnTo>
                    <a:pt x="3448" y="30199"/>
                  </a:lnTo>
                  <a:lnTo>
                    <a:pt x="3633" y="30508"/>
                  </a:lnTo>
                  <a:lnTo>
                    <a:pt x="4046" y="31086"/>
                  </a:lnTo>
                  <a:lnTo>
                    <a:pt x="4913" y="32201"/>
                  </a:lnTo>
                  <a:lnTo>
                    <a:pt x="4913" y="32201"/>
                  </a:lnTo>
                  <a:lnTo>
                    <a:pt x="5842" y="33253"/>
                  </a:lnTo>
                  <a:lnTo>
                    <a:pt x="6317" y="33749"/>
                  </a:lnTo>
                  <a:lnTo>
                    <a:pt x="6564" y="33976"/>
                  </a:lnTo>
                  <a:lnTo>
                    <a:pt x="6833" y="34203"/>
                  </a:lnTo>
                  <a:lnTo>
                    <a:pt x="6833" y="34203"/>
                  </a:lnTo>
                  <a:lnTo>
                    <a:pt x="7349" y="34657"/>
                  </a:lnTo>
                  <a:lnTo>
                    <a:pt x="7865" y="35091"/>
                  </a:lnTo>
                  <a:lnTo>
                    <a:pt x="8401" y="35503"/>
                  </a:lnTo>
                  <a:lnTo>
                    <a:pt x="8938" y="35896"/>
                  </a:lnTo>
                  <a:lnTo>
                    <a:pt x="9495" y="36246"/>
                  </a:lnTo>
                  <a:lnTo>
                    <a:pt x="10073" y="36597"/>
                  </a:lnTo>
                  <a:lnTo>
                    <a:pt x="10651" y="36907"/>
                  </a:lnTo>
                  <a:lnTo>
                    <a:pt x="11229" y="37217"/>
                  </a:lnTo>
                  <a:lnTo>
                    <a:pt x="11807" y="37485"/>
                  </a:lnTo>
                  <a:lnTo>
                    <a:pt x="12406" y="37733"/>
                  </a:lnTo>
                  <a:lnTo>
                    <a:pt x="12984" y="37980"/>
                  </a:lnTo>
                  <a:lnTo>
                    <a:pt x="13582" y="38187"/>
                  </a:lnTo>
                  <a:lnTo>
                    <a:pt x="14181" y="38393"/>
                  </a:lnTo>
                  <a:lnTo>
                    <a:pt x="14780" y="38558"/>
                  </a:lnTo>
                  <a:lnTo>
                    <a:pt x="15378" y="38723"/>
                  </a:lnTo>
                  <a:lnTo>
                    <a:pt x="15977" y="38868"/>
                  </a:lnTo>
                  <a:lnTo>
                    <a:pt x="15977" y="38868"/>
                  </a:lnTo>
                  <a:lnTo>
                    <a:pt x="16575" y="38992"/>
                  </a:lnTo>
                  <a:lnTo>
                    <a:pt x="17153" y="39074"/>
                  </a:lnTo>
                  <a:lnTo>
                    <a:pt x="17752" y="39157"/>
                  </a:lnTo>
                  <a:lnTo>
                    <a:pt x="18351" y="39219"/>
                  </a:lnTo>
                  <a:lnTo>
                    <a:pt x="18929" y="39260"/>
                  </a:lnTo>
                  <a:lnTo>
                    <a:pt x="19506" y="39281"/>
                  </a:lnTo>
                  <a:lnTo>
                    <a:pt x="20084" y="39281"/>
                  </a:lnTo>
                  <a:lnTo>
                    <a:pt x="20642" y="39260"/>
                  </a:lnTo>
                  <a:lnTo>
                    <a:pt x="21220" y="39239"/>
                  </a:lnTo>
                  <a:lnTo>
                    <a:pt x="21777" y="39178"/>
                  </a:lnTo>
                  <a:lnTo>
                    <a:pt x="22314" y="39116"/>
                  </a:lnTo>
                  <a:lnTo>
                    <a:pt x="22850" y="39054"/>
                  </a:lnTo>
                  <a:lnTo>
                    <a:pt x="23387" y="38950"/>
                  </a:lnTo>
                  <a:lnTo>
                    <a:pt x="23924" y="38868"/>
                  </a:lnTo>
                  <a:lnTo>
                    <a:pt x="24440" y="38744"/>
                  </a:lnTo>
                  <a:lnTo>
                    <a:pt x="24935" y="38620"/>
                  </a:lnTo>
                  <a:lnTo>
                    <a:pt x="24935" y="38620"/>
                  </a:lnTo>
                  <a:lnTo>
                    <a:pt x="25431" y="38476"/>
                  </a:lnTo>
                  <a:lnTo>
                    <a:pt x="25926" y="38331"/>
                  </a:lnTo>
                  <a:lnTo>
                    <a:pt x="26401" y="38166"/>
                  </a:lnTo>
                  <a:lnTo>
                    <a:pt x="26875" y="38001"/>
                  </a:lnTo>
                  <a:lnTo>
                    <a:pt x="27784" y="37629"/>
                  </a:lnTo>
                  <a:lnTo>
                    <a:pt x="28630" y="37237"/>
                  </a:lnTo>
                  <a:lnTo>
                    <a:pt x="29456" y="36804"/>
                  </a:lnTo>
                  <a:lnTo>
                    <a:pt x="30219" y="36350"/>
                  </a:lnTo>
                  <a:lnTo>
                    <a:pt x="30962" y="35896"/>
                  </a:lnTo>
                  <a:lnTo>
                    <a:pt x="31644" y="35400"/>
                  </a:lnTo>
                  <a:lnTo>
                    <a:pt x="31644" y="35400"/>
                  </a:lnTo>
                  <a:lnTo>
                    <a:pt x="32283" y="34905"/>
                  </a:lnTo>
                  <a:lnTo>
                    <a:pt x="32882" y="34389"/>
                  </a:lnTo>
                  <a:lnTo>
                    <a:pt x="33439" y="33893"/>
                  </a:lnTo>
                  <a:lnTo>
                    <a:pt x="33955" y="33398"/>
                  </a:lnTo>
                  <a:lnTo>
                    <a:pt x="34430" y="32882"/>
                  </a:lnTo>
                  <a:lnTo>
                    <a:pt x="34884" y="32387"/>
                  </a:lnTo>
                  <a:lnTo>
                    <a:pt x="35276" y="31912"/>
                  </a:lnTo>
                  <a:lnTo>
                    <a:pt x="35627" y="31416"/>
                  </a:lnTo>
                  <a:lnTo>
                    <a:pt x="35627" y="31416"/>
                  </a:lnTo>
                  <a:lnTo>
                    <a:pt x="35978" y="30962"/>
                  </a:lnTo>
                  <a:lnTo>
                    <a:pt x="36267" y="30529"/>
                  </a:lnTo>
                  <a:lnTo>
                    <a:pt x="36783" y="29703"/>
                  </a:lnTo>
                  <a:lnTo>
                    <a:pt x="36783" y="29703"/>
                  </a:lnTo>
                  <a:lnTo>
                    <a:pt x="37010" y="29332"/>
                  </a:lnTo>
                  <a:lnTo>
                    <a:pt x="37217" y="29001"/>
                  </a:lnTo>
                  <a:lnTo>
                    <a:pt x="37217" y="29001"/>
                  </a:lnTo>
                  <a:lnTo>
                    <a:pt x="37506" y="28382"/>
                  </a:lnTo>
                  <a:lnTo>
                    <a:pt x="37506" y="28382"/>
                  </a:lnTo>
                  <a:lnTo>
                    <a:pt x="37939" y="27536"/>
                  </a:lnTo>
                  <a:lnTo>
                    <a:pt x="37939" y="27536"/>
                  </a:lnTo>
                  <a:lnTo>
                    <a:pt x="38084" y="27268"/>
                  </a:lnTo>
                  <a:lnTo>
                    <a:pt x="38084" y="27268"/>
                  </a:lnTo>
                  <a:lnTo>
                    <a:pt x="37960" y="27557"/>
                  </a:lnTo>
                  <a:lnTo>
                    <a:pt x="37960" y="27557"/>
                  </a:lnTo>
                  <a:lnTo>
                    <a:pt x="37588" y="28423"/>
                  </a:lnTo>
                  <a:lnTo>
                    <a:pt x="37588" y="28423"/>
                  </a:lnTo>
                  <a:lnTo>
                    <a:pt x="37299" y="29043"/>
                  </a:lnTo>
                  <a:lnTo>
                    <a:pt x="37299" y="29043"/>
                  </a:lnTo>
                  <a:lnTo>
                    <a:pt x="37113" y="29394"/>
                  </a:lnTo>
                  <a:lnTo>
                    <a:pt x="36886" y="29765"/>
                  </a:lnTo>
                  <a:lnTo>
                    <a:pt x="36886" y="29765"/>
                  </a:lnTo>
                  <a:lnTo>
                    <a:pt x="36391" y="30611"/>
                  </a:lnTo>
                  <a:lnTo>
                    <a:pt x="36102" y="31066"/>
                  </a:lnTo>
                  <a:lnTo>
                    <a:pt x="35772" y="31520"/>
                  </a:lnTo>
                  <a:lnTo>
                    <a:pt x="35772" y="31520"/>
                  </a:lnTo>
                  <a:lnTo>
                    <a:pt x="35400" y="32015"/>
                  </a:lnTo>
                  <a:lnTo>
                    <a:pt x="35008" y="32510"/>
                  </a:lnTo>
                  <a:lnTo>
                    <a:pt x="34575" y="33006"/>
                  </a:lnTo>
                  <a:lnTo>
                    <a:pt x="34100" y="33522"/>
                  </a:lnTo>
                  <a:lnTo>
                    <a:pt x="33584" y="34038"/>
                  </a:lnTo>
                  <a:lnTo>
                    <a:pt x="33026" y="34554"/>
                  </a:lnTo>
                  <a:lnTo>
                    <a:pt x="32428" y="35070"/>
                  </a:lnTo>
                  <a:lnTo>
                    <a:pt x="31788" y="35586"/>
                  </a:lnTo>
                  <a:lnTo>
                    <a:pt x="31788" y="35586"/>
                  </a:lnTo>
                  <a:lnTo>
                    <a:pt x="31086" y="36081"/>
                  </a:lnTo>
                  <a:lnTo>
                    <a:pt x="30364" y="36577"/>
                  </a:lnTo>
                  <a:lnTo>
                    <a:pt x="29579" y="37031"/>
                  </a:lnTo>
                  <a:lnTo>
                    <a:pt x="28754" y="37464"/>
                  </a:lnTo>
                  <a:lnTo>
                    <a:pt x="27887" y="37877"/>
                  </a:lnTo>
                  <a:lnTo>
                    <a:pt x="27433" y="38084"/>
                  </a:lnTo>
                  <a:lnTo>
                    <a:pt x="26979" y="38269"/>
                  </a:lnTo>
                  <a:lnTo>
                    <a:pt x="26504" y="38434"/>
                  </a:lnTo>
                  <a:lnTo>
                    <a:pt x="26008" y="38600"/>
                  </a:lnTo>
                  <a:lnTo>
                    <a:pt x="25513" y="38765"/>
                  </a:lnTo>
                  <a:lnTo>
                    <a:pt x="25018" y="38909"/>
                  </a:lnTo>
                  <a:lnTo>
                    <a:pt x="25018" y="38909"/>
                  </a:lnTo>
                  <a:lnTo>
                    <a:pt x="24502" y="39033"/>
                  </a:lnTo>
                  <a:lnTo>
                    <a:pt x="23986" y="39157"/>
                  </a:lnTo>
                  <a:lnTo>
                    <a:pt x="23449" y="39260"/>
                  </a:lnTo>
                  <a:lnTo>
                    <a:pt x="22912" y="39343"/>
                  </a:lnTo>
                  <a:lnTo>
                    <a:pt x="22355" y="39425"/>
                  </a:lnTo>
                  <a:lnTo>
                    <a:pt x="21798" y="39487"/>
                  </a:lnTo>
                  <a:lnTo>
                    <a:pt x="21240" y="39549"/>
                  </a:lnTo>
                  <a:lnTo>
                    <a:pt x="20662" y="39590"/>
                  </a:lnTo>
                  <a:lnTo>
                    <a:pt x="20084" y="39590"/>
                  </a:lnTo>
                  <a:lnTo>
                    <a:pt x="19506" y="39590"/>
                  </a:lnTo>
                  <a:lnTo>
                    <a:pt x="18908" y="39590"/>
                  </a:lnTo>
                  <a:lnTo>
                    <a:pt x="18309" y="39549"/>
                  </a:lnTo>
                  <a:lnTo>
                    <a:pt x="17711" y="39487"/>
                  </a:lnTo>
                  <a:lnTo>
                    <a:pt x="17112" y="39405"/>
                  </a:lnTo>
                  <a:lnTo>
                    <a:pt x="16513" y="39322"/>
                  </a:lnTo>
                  <a:lnTo>
                    <a:pt x="15894" y="39198"/>
                  </a:lnTo>
                  <a:lnTo>
                    <a:pt x="15894" y="39198"/>
                  </a:lnTo>
                  <a:lnTo>
                    <a:pt x="15296" y="39054"/>
                  </a:lnTo>
                  <a:lnTo>
                    <a:pt x="14697" y="38909"/>
                  </a:lnTo>
                  <a:lnTo>
                    <a:pt x="14078" y="38723"/>
                  </a:lnTo>
                  <a:lnTo>
                    <a:pt x="13479" y="38517"/>
                  </a:lnTo>
                  <a:lnTo>
                    <a:pt x="12860" y="38311"/>
                  </a:lnTo>
                  <a:lnTo>
                    <a:pt x="12261" y="38063"/>
                  </a:lnTo>
                  <a:lnTo>
                    <a:pt x="11663" y="37815"/>
                  </a:lnTo>
                  <a:lnTo>
                    <a:pt x="11064" y="37526"/>
                  </a:lnTo>
                  <a:lnTo>
                    <a:pt x="10466" y="37237"/>
                  </a:lnTo>
                  <a:lnTo>
                    <a:pt x="9888" y="36907"/>
                  </a:lnTo>
                  <a:lnTo>
                    <a:pt x="9310" y="36556"/>
                  </a:lnTo>
                  <a:lnTo>
                    <a:pt x="8732" y="36205"/>
                  </a:lnTo>
                  <a:lnTo>
                    <a:pt x="8174" y="35813"/>
                  </a:lnTo>
                  <a:lnTo>
                    <a:pt x="7638" y="35380"/>
                  </a:lnTo>
                  <a:lnTo>
                    <a:pt x="7101" y="34946"/>
                  </a:lnTo>
                  <a:lnTo>
                    <a:pt x="6585" y="34492"/>
                  </a:lnTo>
                  <a:lnTo>
                    <a:pt x="6585" y="34492"/>
                  </a:lnTo>
                  <a:lnTo>
                    <a:pt x="6317" y="34244"/>
                  </a:lnTo>
                  <a:lnTo>
                    <a:pt x="6048" y="34017"/>
                  </a:lnTo>
                  <a:lnTo>
                    <a:pt x="5553" y="33501"/>
                  </a:lnTo>
                  <a:lnTo>
                    <a:pt x="4603" y="32448"/>
                  </a:lnTo>
                  <a:lnTo>
                    <a:pt x="4603" y="32448"/>
                  </a:lnTo>
                  <a:lnTo>
                    <a:pt x="3737" y="31313"/>
                  </a:lnTo>
                  <a:lnTo>
                    <a:pt x="3324" y="30715"/>
                  </a:lnTo>
                  <a:lnTo>
                    <a:pt x="3117" y="30405"/>
                  </a:lnTo>
                  <a:lnTo>
                    <a:pt x="2932" y="30095"/>
                  </a:lnTo>
                  <a:lnTo>
                    <a:pt x="2932" y="30095"/>
                  </a:lnTo>
                  <a:lnTo>
                    <a:pt x="2746" y="29786"/>
                  </a:lnTo>
                  <a:lnTo>
                    <a:pt x="2560" y="29476"/>
                  </a:lnTo>
                  <a:lnTo>
                    <a:pt x="2209" y="28816"/>
                  </a:lnTo>
                  <a:lnTo>
                    <a:pt x="1569" y="27474"/>
                  </a:lnTo>
                  <a:lnTo>
                    <a:pt x="1569" y="27474"/>
                  </a:lnTo>
                  <a:lnTo>
                    <a:pt x="1301" y="26772"/>
                  </a:lnTo>
                  <a:lnTo>
                    <a:pt x="1053" y="26070"/>
                  </a:lnTo>
                  <a:lnTo>
                    <a:pt x="826" y="25348"/>
                  </a:lnTo>
                  <a:lnTo>
                    <a:pt x="723" y="24976"/>
                  </a:lnTo>
                  <a:lnTo>
                    <a:pt x="640" y="24605"/>
                  </a:lnTo>
                  <a:lnTo>
                    <a:pt x="640" y="24605"/>
                  </a:lnTo>
                  <a:lnTo>
                    <a:pt x="455" y="23862"/>
                  </a:lnTo>
                  <a:lnTo>
                    <a:pt x="310" y="23119"/>
                  </a:lnTo>
                  <a:lnTo>
                    <a:pt x="186" y="22355"/>
                  </a:lnTo>
                  <a:lnTo>
                    <a:pt x="104" y="21591"/>
                  </a:lnTo>
                  <a:lnTo>
                    <a:pt x="42" y="20827"/>
                  </a:lnTo>
                  <a:lnTo>
                    <a:pt x="0" y="20043"/>
                  </a:lnTo>
                  <a:lnTo>
                    <a:pt x="21" y="19259"/>
                  </a:lnTo>
                  <a:lnTo>
                    <a:pt x="62" y="18474"/>
                  </a:lnTo>
                  <a:lnTo>
                    <a:pt x="62" y="18474"/>
                  </a:lnTo>
                  <a:lnTo>
                    <a:pt x="145" y="17690"/>
                  </a:lnTo>
                  <a:lnTo>
                    <a:pt x="228" y="16906"/>
                  </a:lnTo>
                  <a:lnTo>
                    <a:pt x="372" y="16121"/>
                  </a:lnTo>
                  <a:lnTo>
                    <a:pt x="537" y="15358"/>
                  </a:lnTo>
                  <a:lnTo>
                    <a:pt x="723" y="14573"/>
                  </a:lnTo>
                  <a:lnTo>
                    <a:pt x="950" y="13809"/>
                  </a:lnTo>
                  <a:lnTo>
                    <a:pt x="1198" y="13046"/>
                  </a:lnTo>
                  <a:lnTo>
                    <a:pt x="1487" y="12282"/>
                  </a:lnTo>
                  <a:lnTo>
                    <a:pt x="1487" y="12282"/>
                  </a:lnTo>
                  <a:lnTo>
                    <a:pt x="1817" y="11560"/>
                  </a:lnTo>
                  <a:lnTo>
                    <a:pt x="2168" y="10837"/>
                  </a:lnTo>
                  <a:lnTo>
                    <a:pt x="2539" y="10135"/>
                  </a:lnTo>
                  <a:lnTo>
                    <a:pt x="2952" y="9433"/>
                  </a:lnTo>
                  <a:lnTo>
                    <a:pt x="3386" y="8773"/>
                  </a:lnTo>
                  <a:lnTo>
                    <a:pt x="3840" y="8112"/>
                  </a:lnTo>
                  <a:lnTo>
                    <a:pt x="4315" y="7493"/>
                  </a:lnTo>
                  <a:lnTo>
                    <a:pt x="4810" y="6874"/>
                  </a:lnTo>
                  <a:lnTo>
                    <a:pt x="4810" y="6874"/>
                  </a:lnTo>
                  <a:lnTo>
                    <a:pt x="5326" y="6296"/>
                  </a:lnTo>
                  <a:lnTo>
                    <a:pt x="5863" y="5718"/>
                  </a:lnTo>
                  <a:lnTo>
                    <a:pt x="6441" y="5202"/>
                  </a:lnTo>
                  <a:lnTo>
                    <a:pt x="7019" y="4686"/>
                  </a:lnTo>
                  <a:lnTo>
                    <a:pt x="7617" y="4211"/>
                  </a:lnTo>
                  <a:lnTo>
                    <a:pt x="8236" y="3736"/>
                  </a:lnTo>
                  <a:lnTo>
                    <a:pt x="8876" y="3324"/>
                  </a:lnTo>
                  <a:lnTo>
                    <a:pt x="9516" y="2911"/>
                  </a:lnTo>
                  <a:lnTo>
                    <a:pt x="9516" y="2911"/>
                  </a:lnTo>
                  <a:lnTo>
                    <a:pt x="9846" y="2704"/>
                  </a:lnTo>
                  <a:lnTo>
                    <a:pt x="10156" y="2519"/>
                  </a:lnTo>
                  <a:lnTo>
                    <a:pt x="10837" y="2168"/>
                  </a:lnTo>
                  <a:lnTo>
                    <a:pt x="11518" y="1838"/>
                  </a:lnTo>
                  <a:lnTo>
                    <a:pt x="12199" y="1528"/>
                  </a:lnTo>
                  <a:lnTo>
                    <a:pt x="12199" y="1528"/>
                  </a:lnTo>
                  <a:lnTo>
                    <a:pt x="13582" y="1012"/>
                  </a:lnTo>
                  <a:lnTo>
                    <a:pt x="14284" y="785"/>
                  </a:lnTo>
                  <a:lnTo>
                    <a:pt x="14635" y="702"/>
                  </a:lnTo>
                  <a:lnTo>
                    <a:pt x="15007" y="599"/>
                  </a:lnTo>
                  <a:lnTo>
                    <a:pt x="15007" y="599"/>
                  </a:lnTo>
                  <a:lnTo>
                    <a:pt x="15708" y="434"/>
                  </a:lnTo>
                  <a:lnTo>
                    <a:pt x="16059" y="351"/>
                  </a:lnTo>
                  <a:lnTo>
                    <a:pt x="16431" y="310"/>
                  </a:lnTo>
                  <a:lnTo>
                    <a:pt x="16431" y="310"/>
                  </a:lnTo>
                  <a:lnTo>
                    <a:pt x="17133" y="186"/>
                  </a:lnTo>
                  <a:lnTo>
                    <a:pt x="17855" y="104"/>
                  </a:lnTo>
                  <a:lnTo>
                    <a:pt x="17855" y="104"/>
                  </a:lnTo>
                  <a:lnTo>
                    <a:pt x="19259" y="21"/>
                  </a:lnTo>
                  <a:lnTo>
                    <a:pt x="19981" y="0"/>
                  </a:lnTo>
                  <a:lnTo>
                    <a:pt x="20332" y="0"/>
                  </a:lnTo>
                  <a:lnTo>
                    <a:pt x="20662" y="21"/>
                  </a:lnTo>
                  <a:lnTo>
                    <a:pt x="20662" y="21"/>
                  </a:lnTo>
                  <a:lnTo>
                    <a:pt x="21364" y="62"/>
                  </a:lnTo>
                  <a:lnTo>
                    <a:pt x="22066" y="124"/>
                  </a:lnTo>
                  <a:lnTo>
                    <a:pt x="22747" y="207"/>
                  </a:lnTo>
                  <a:lnTo>
                    <a:pt x="23408" y="331"/>
                  </a:lnTo>
                  <a:lnTo>
                    <a:pt x="24068" y="455"/>
                  </a:lnTo>
                  <a:lnTo>
                    <a:pt x="24729" y="620"/>
                  </a:lnTo>
                  <a:lnTo>
                    <a:pt x="25369" y="805"/>
                  </a:lnTo>
                  <a:lnTo>
                    <a:pt x="26008" y="991"/>
                  </a:lnTo>
                  <a:lnTo>
                    <a:pt x="26628" y="1218"/>
                  </a:lnTo>
                  <a:lnTo>
                    <a:pt x="27247" y="1445"/>
                  </a:lnTo>
                  <a:lnTo>
                    <a:pt x="27846" y="1714"/>
                  </a:lnTo>
                  <a:lnTo>
                    <a:pt x="28423" y="1982"/>
                  </a:lnTo>
                  <a:lnTo>
                    <a:pt x="29001" y="2271"/>
                  </a:lnTo>
                  <a:lnTo>
                    <a:pt x="29559" y="2560"/>
                  </a:lnTo>
                  <a:lnTo>
                    <a:pt x="30095" y="2870"/>
                  </a:lnTo>
                  <a:lnTo>
                    <a:pt x="30632" y="3200"/>
                  </a:lnTo>
                  <a:lnTo>
                    <a:pt x="30632" y="3200"/>
                  </a:lnTo>
                  <a:lnTo>
                    <a:pt x="31148" y="3551"/>
                  </a:lnTo>
                  <a:lnTo>
                    <a:pt x="31644" y="3902"/>
                  </a:lnTo>
                  <a:lnTo>
                    <a:pt x="32118" y="4273"/>
                  </a:lnTo>
                  <a:lnTo>
                    <a:pt x="32593" y="4645"/>
                  </a:lnTo>
                  <a:lnTo>
                    <a:pt x="33047" y="5037"/>
                  </a:lnTo>
                  <a:lnTo>
                    <a:pt x="33481" y="5429"/>
                  </a:lnTo>
                  <a:lnTo>
                    <a:pt x="33893" y="5842"/>
                  </a:lnTo>
                  <a:lnTo>
                    <a:pt x="34286" y="6275"/>
                  </a:lnTo>
                  <a:lnTo>
                    <a:pt x="34678" y="6688"/>
                  </a:lnTo>
                  <a:lnTo>
                    <a:pt x="35049" y="7122"/>
                  </a:lnTo>
                  <a:lnTo>
                    <a:pt x="35400" y="7555"/>
                  </a:lnTo>
                  <a:lnTo>
                    <a:pt x="35730" y="8009"/>
                  </a:lnTo>
                  <a:lnTo>
                    <a:pt x="36061" y="8443"/>
                  </a:lnTo>
                  <a:lnTo>
                    <a:pt x="36350" y="8897"/>
                  </a:lnTo>
                  <a:lnTo>
                    <a:pt x="36639" y="9351"/>
                  </a:lnTo>
                  <a:lnTo>
                    <a:pt x="36928" y="9805"/>
                  </a:lnTo>
                  <a:lnTo>
                    <a:pt x="36928" y="9805"/>
                  </a:lnTo>
                  <a:lnTo>
                    <a:pt x="37175" y="10259"/>
                  </a:lnTo>
                  <a:lnTo>
                    <a:pt x="37423" y="10713"/>
                  </a:lnTo>
                  <a:lnTo>
                    <a:pt x="37650" y="11167"/>
                  </a:lnTo>
                  <a:lnTo>
                    <a:pt x="37877" y="11621"/>
                  </a:lnTo>
                  <a:lnTo>
                    <a:pt x="38063" y="12076"/>
                  </a:lnTo>
                  <a:lnTo>
                    <a:pt x="38249" y="12530"/>
                  </a:lnTo>
                  <a:lnTo>
                    <a:pt x="38579" y="13438"/>
                  </a:lnTo>
                  <a:lnTo>
                    <a:pt x="38868" y="14325"/>
                  </a:lnTo>
                  <a:lnTo>
                    <a:pt x="39095" y="15213"/>
                  </a:lnTo>
                  <a:lnTo>
                    <a:pt x="39281" y="16080"/>
                  </a:lnTo>
                  <a:lnTo>
                    <a:pt x="39425" y="16906"/>
                  </a:lnTo>
                  <a:lnTo>
                    <a:pt x="39425" y="16906"/>
                  </a:lnTo>
                  <a:lnTo>
                    <a:pt x="39508" y="17731"/>
                  </a:lnTo>
                  <a:lnTo>
                    <a:pt x="39590" y="18516"/>
                  </a:lnTo>
                  <a:lnTo>
                    <a:pt x="39632" y="19279"/>
                  </a:lnTo>
                  <a:lnTo>
                    <a:pt x="39632" y="20002"/>
                  </a:lnTo>
                  <a:lnTo>
                    <a:pt x="39611" y="20704"/>
                  </a:lnTo>
                  <a:lnTo>
                    <a:pt x="39570" y="21364"/>
                  </a:lnTo>
                  <a:lnTo>
                    <a:pt x="39508" y="22004"/>
                  </a:lnTo>
                  <a:lnTo>
                    <a:pt x="39405" y="22603"/>
                  </a:lnTo>
                  <a:lnTo>
                    <a:pt x="39405" y="22603"/>
                  </a:lnTo>
                  <a:lnTo>
                    <a:pt x="39322" y="23160"/>
                  </a:lnTo>
                  <a:lnTo>
                    <a:pt x="39219" y="23697"/>
                  </a:lnTo>
                  <a:lnTo>
                    <a:pt x="38992" y="24646"/>
                  </a:lnTo>
                  <a:lnTo>
                    <a:pt x="38992" y="24646"/>
                  </a:lnTo>
                  <a:lnTo>
                    <a:pt x="38889" y="25059"/>
                  </a:lnTo>
                  <a:lnTo>
                    <a:pt x="38785" y="25451"/>
                  </a:lnTo>
                  <a:lnTo>
                    <a:pt x="38785" y="25451"/>
                  </a:lnTo>
                  <a:lnTo>
                    <a:pt x="38538" y="26091"/>
                  </a:lnTo>
                  <a:lnTo>
                    <a:pt x="38538" y="26091"/>
                  </a:lnTo>
                  <a:lnTo>
                    <a:pt x="38207" y="26979"/>
                  </a:lnTo>
                  <a:lnTo>
                    <a:pt x="38207" y="26979"/>
                  </a:lnTo>
                  <a:lnTo>
                    <a:pt x="38084" y="272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3714500" y="1576175"/>
              <a:ext cx="5200" cy="19125"/>
            </a:xfrm>
            <a:custGeom>
              <a:avLst/>
              <a:gdLst/>
              <a:ahLst/>
              <a:cxnLst/>
              <a:rect l="l" t="t" r="r" b="b"/>
              <a:pathLst>
                <a:path w="208" h="765" extrusionOk="0">
                  <a:moveTo>
                    <a:pt x="207" y="1"/>
                  </a:moveTo>
                  <a:lnTo>
                    <a:pt x="1" y="764"/>
                  </a:lnTo>
                  <a:lnTo>
                    <a:pt x="63" y="558"/>
                  </a:lnTo>
                  <a:lnTo>
                    <a:pt x="207" y="1"/>
                  </a:lnTo>
                  <a:close/>
                </a:path>
              </a:pathLst>
            </a:custGeom>
            <a:solidFill>
              <a:srgbClr val="B250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6" name="Google Shape;746;p27"/>
            <p:cNvSpPr/>
            <p:nvPr/>
          </p:nvSpPr>
          <p:spPr>
            <a:xfrm>
              <a:off x="3714500" y="1576175"/>
              <a:ext cx="5200" cy="19125"/>
            </a:xfrm>
            <a:custGeom>
              <a:avLst/>
              <a:gdLst/>
              <a:ahLst/>
              <a:cxnLst/>
              <a:rect l="l" t="t" r="r" b="b"/>
              <a:pathLst>
                <a:path w="208" h="765" fill="none" extrusionOk="0">
                  <a:moveTo>
                    <a:pt x="207" y="1"/>
                  </a:moveTo>
                  <a:lnTo>
                    <a:pt x="207" y="1"/>
                  </a:lnTo>
                  <a:lnTo>
                    <a:pt x="63" y="558"/>
                  </a:lnTo>
                  <a:lnTo>
                    <a:pt x="63" y="558"/>
                  </a:lnTo>
                  <a:lnTo>
                    <a:pt x="1" y="764"/>
                  </a:lnTo>
                  <a:lnTo>
                    <a:pt x="1" y="764"/>
                  </a:lnTo>
                  <a:lnTo>
                    <a:pt x="20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7" name="Google Shape;747;p27"/>
            <p:cNvSpPr/>
            <p:nvPr/>
          </p:nvSpPr>
          <p:spPr>
            <a:xfrm>
              <a:off x="2775850" y="983250"/>
              <a:ext cx="951075" cy="675525"/>
            </a:xfrm>
            <a:custGeom>
              <a:avLst/>
              <a:gdLst/>
              <a:ahLst/>
              <a:cxnLst/>
              <a:rect l="l" t="t" r="r" b="b"/>
              <a:pathLst>
                <a:path w="38043" h="27021" extrusionOk="0">
                  <a:moveTo>
                    <a:pt x="18536" y="1"/>
                  </a:moveTo>
                  <a:lnTo>
                    <a:pt x="18020" y="22"/>
                  </a:lnTo>
                  <a:lnTo>
                    <a:pt x="17525" y="42"/>
                  </a:lnTo>
                  <a:lnTo>
                    <a:pt x="16493" y="104"/>
                  </a:lnTo>
                  <a:lnTo>
                    <a:pt x="15812" y="207"/>
                  </a:lnTo>
                  <a:lnTo>
                    <a:pt x="15110" y="311"/>
                  </a:lnTo>
                  <a:lnTo>
                    <a:pt x="14759" y="373"/>
                  </a:lnTo>
                  <a:lnTo>
                    <a:pt x="14408" y="434"/>
                  </a:lnTo>
                  <a:lnTo>
                    <a:pt x="13706" y="620"/>
                  </a:lnTo>
                  <a:lnTo>
                    <a:pt x="13355" y="703"/>
                  </a:lnTo>
                  <a:lnTo>
                    <a:pt x="13025" y="806"/>
                  </a:lnTo>
                  <a:lnTo>
                    <a:pt x="12323" y="1012"/>
                  </a:lnTo>
                  <a:lnTo>
                    <a:pt x="10961" y="1508"/>
                  </a:lnTo>
                  <a:lnTo>
                    <a:pt x="9640" y="2148"/>
                  </a:lnTo>
                  <a:lnTo>
                    <a:pt x="8979" y="2499"/>
                  </a:lnTo>
                  <a:lnTo>
                    <a:pt x="8649" y="2684"/>
                  </a:lnTo>
                  <a:lnTo>
                    <a:pt x="8340" y="2870"/>
                  </a:lnTo>
                  <a:lnTo>
                    <a:pt x="7720" y="3283"/>
                  </a:lnTo>
                  <a:lnTo>
                    <a:pt x="7101" y="3696"/>
                  </a:lnTo>
                  <a:lnTo>
                    <a:pt x="6482" y="4150"/>
                  </a:lnTo>
                  <a:lnTo>
                    <a:pt x="5904" y="4625"/>
                  </a:lnTo>
                  <a:lnTo>
                    <a:pt x="5326" y="5120"/>
                  </a:lnTo>
                  <a:lnTo>
                    <a:pt x="4769" y="5636"/>
                  </a:lnTo>
                  <a:lnTo>
                    <a:pt x="4232" y="6193"/>
                  </a:lnTo>
                  <a:lnTo>
                    <a:pt x="3737" y="6771"/>
                  </a:lnTo>
                  <a:lnTo>
                    <a:pt x="3241" y="7370"/>
                  </a:lnTo>
                  <a:lnTo>
                    <a:pt x="2787" y="7989"/>
                  </a:lnTo>
                  <a:lnTo>
                    <a:pt x="2333" y="8629"/>
                  </a:lnTo>
                  <a:lnTo>
                    <a:pt x="1920" y="9290"/>
                  </a:lnTo>
                  <a:lnTo>
                    <a:pt x="1528" y="9950"/>
                  </a:lnTo>
                  <a:lnTo>
                    <a:pt x="1156" y="10652"/>
                  </a:lnTo>
                  <a:lnTo>
                    <a:pt x="805" y="11354"/>
                  </a:lnTo>
                  <a:lnTo>
                    <a:pt x="475" y="12076"/>
                  </a:lnTo>
                  <a:lnTo>
                    <a:pt x="228" y="12737"/>
                  </a:lnTo>
                  <a:lnTo>
                    <a:pt x="0" y="13418"/>
                  </a:lnTo>
                  <a:lnTo>
                    <a:pt x="62" y="13356"/>
                  </a:lnTo>
                  <a:lnTo>
                    <a:pt x="145" y="13232"/>
                  </a:lnTo>
                  <a:lnTo>
                    <a:pt x="393" y="12819"/>
                  </a:lnTo>
                  <a:lnTo>
                    <a:pt x="744" y="12179"/>
                  </a:lnTo>
                  <a:lnTo>
                    <a:pt x="1218" y="11354"/>
                  </a:lnTo>
                  <a:lnTo>
                    <a:pt x="1528" y="10838"/>
                  </a:lnTo>
                  <a:lnTo>
                    <a:pt x="1899" y="10260"/>
                  </a:lnTo>
                  <a:lnTo>
                    <a:pt x="2312" y="9661"/>
                  </a:lnTo>
                  <a:lnTo>
                    <a:pt x="2787" y="9042"/>
                  </a:lnTo>
                  <a:lnTo>
                    <a:pt x="3303" y="8381"/>
                  </a:lnTo>
                  <a:lnTo>
                    <a:pt x="3902" y="7721"/>
                  </a:lnTo>
                  <a:lnTo>
                    <a:pt x="4562" y="7040"/>
                  </a:lnTo>
                  <a:lnTo>
                    <a:pt x="4913" y="6689"/>
                  </a:lnTo>
                  <a:lnTo>
                    <a:pt x="5285" y="6358"/>
                  </a:lnTo>
                  <a:lnTo>
                    <a:pt x="5656" y="6008"/>
                  </a:lnTo>
                  <a:lnTo>
                    <a:pt x="6069" y="5677"/>
                  </a:lnTo>
                  <a:lnTo>
                    <a:pt x="6502" y="5347"/>
                  </a:lnTo>
                  <a:lnTo>
                    <a:pt x="6936" y="5017"/>
                  </a:lnTo>
                  <a:lnTo>
                    <a:pt x="7390" y="4707"/>
                  </a:lnTo>
                  <a:lnTo>
                    <a:pt x="7865" y="4398"/>
                  </a:lnTo>
                  <a:lnTo>
                    <a:pt x="8360" y="4088"/>
                  </a:lnTo>
                  <a:lnTo>
                    <a:pt x="8876" y="3799"/>
                  </a:lnTo>
                  <a:lnTo>
                    <a:pt x="9392" y="3510"/>
                  </a:lnTo>
                  <a:lnTo>
                    <a:pt x="9950" y="3242"/>
                  </a:lnTo>
                  <a:lnTo>
                    <a:pt x="10507" y="2973"/>
                  </a:lnTo>
                  <a:lnTo>
                    <a:pt x="11085" y="2746"/>
                  </a:lnTo>
                  <a:lnTo>
                    <a:pt x="11663" y="2519"/>
                  </a:lnTo>
                  <a:lnTo>
                    <a:pt x="12282" y="2292"/>
                  </a:lnTo>
                  <a:lnTo>
                    <a:pt x="12901" y="2106"/>
                  </a:lnTo>
                  <a:lnTo>
                    <a:pt x="13541" y="1941"/>
                  </a:lnTo>
                  <a:lnTo>
                    <a:pt x="14181" y="1776"/>
                  </a:lnTo>
                  <a:lnTo>
                    <a:pt x="14862" y="1652"/>
                  </a:lnTo>
                  <a:lnTo>
                    <a:pt x="15523" y="1549"/>
                  </a:lnTo>
                  <a:lnTo>
                    <a:pt x="16204" y="1467"/>
                  </a:lnTo>
                  <a:lnTo>
                    <a:pt x="17215" y="1384"/>
                  </a:lnTo>
                  <a:lnTo>
                    <a:pt x="17711" y="1363"/>
                  </a:lnTo>
                  <a:lnTo>
                    <a:pt x="18227" y="1343"/>
                  </a:lnTo>
                  <a:lnTo>
                    <a:pt x="19032" y="1363"/>
                  </a:lnTo>
                  <a:lnTo>
                    <a:pt x="19754" y="1425"/>
                  </a:lnTo>
                  <a:lnTo>
                    <a:pt x="20477" y="1487"/>
                  </a:lnTo>
                  <a:lnTo>
                    <a:pt x="21199" y="1590"/>
                  </a:lnTo>
                  <a:lnTo>
                    <a:pt x="21942" y="1714"/>
                  </a:lnTo>
                  <a:lnTo>
                    <a:pt x="22665" y="1879"/>
                  </a:lnTo>
                  <a:lnTo>
                    <a:pt x="23387" y="2086"/>
                  </a:lnTo>
                  <a:lnTo>
                    <a:pt x="24109" y="2292"/>
                  </a:lnTo>
                  <a:lnTo>
                    <a:pt x="24832" y="2540"/>
                  </a:lnTo>
                  <a:lnTo>
                    <a:pt x="25534" y="2829"/>
                  </a:lnTo>
                  <a:lnTo>
                    <a:pt x="26215" y="3138"/>
                  </a:lnTo>
                  <a:lnTo>
                    <a:pt x="26896" y="3469"/>
                  </a:lnTo>
                  <a:lnTo>
                    <a:pt x="27557" y="3820"/>
                  </a:lnTo>
                  <a:lnTo>
                    <a:pt x="28196" y="4191"/>
                  </a:lnTo>
                  <a:lnTo>
                    <a:pt x="28795" y="4583"/>
                  </a:lnTo>
                  <a:lnTo>
                    <a:pt x="29394" y="5017"/>
                  </a:lnTo>
                  <a:lnTo>
                    <a:pt x="29972" y="5450"/>
                  </a:lnTo>
                  <a:lnTo>
                    <a:pt x="30529" y="5904"/>
                  </a:lnTo>
                  <a:lnTo>
                    <a:pt x="31066" y="6379"/>
                  </a:lnTo>
                  <a:lnTo>
                    <a:pt x="31561" y="6854"/>
                  </a:lnTo>
                  <a:lnTo>
                    <a:pt x="32056" y="7349"/>
                  </a:lnTo>
                  <a:lnTo>
                    <a:pt x="32510" y="7865"/>
                  </a:lnTo>
                  <a:lnTo>
                    <a:pt x="32944" y="8402"/>
                  </a:lnTo>
                  <a:lnTo>
                    <a:pt x="33357" y="8918"/>
                  </a:lnTo>
                  <a:lnTo>
                    <a:pt x="33749" y="9475"/>
                  </a:lnTo>
                  <a:lnTo>
                    <a:pt x="34120" y="10012"/>
                  </a:lnTo>
                  <a:lnTo>
                    <a:pt x="34471" y="10569"/>
                  </a:lnTo>
                  <a:lnTo>
                    <a:pt x="34781" y="11127"/>
                  </a:lnTo>
                  <a:lnTo>
                    <a:pt x="35091" y="11684"/>
                  </a:lnTo>
                  <a:lnTo>
                    <a:pt x="35359" y="12241"/>
                  </a:lnTo>
                  <a:lnTo>
                    <a:pt x="35627" y="12799"/>
                  </a:lnTo>
                  <a:lnTo>
                    <a:pt x="35854" y="13377"/>
                  </a:lnTo>
                  <a:lnTo>
                    <a:pt x="36061" y="13934"/>
                  </a:lnTo>
                  <a:lnTo>
                    <a:pt x="36267" y="14491"/>
                  </a:lnTo>
                  <a:lnTo>
                    <a:pt x="36432" y="15028"/>
                  </a:lnTo>
                  <a:lnTo>
                    <a:pt x="36597" y="15585"/>
                  </a:lnTo>
                  <a:lnTo>
                    <a:pt x="36721" y="16122"/>
                  </a:lnTo>
                  <a:lnTo>
                    <a:pt x="36845" y="16658"/>
                  </a:lnTo>
                  <a:lnTo>
                    <a:pt x="36948" y="17174"/>
                  </a:lnTo>
                  <a:lnTo>
                    <a:pt x="37031" y="17711"/>
                  </a:lnTo>
                  <a:lnTo>
                    <a:pt x="37113" y="18207"/>
                  </a:lnTo>
                  <a:lnTo>
                    <a:pt x="37155" y="18702"/>
                  </a:lnTo>
                  <a:lnTo>
                    <a:pt x="37196" y="19197"/>
                  </a:lnTo>
                  <a:lnTo>
                    <a:pt x="37258" y="20147"/>
                  </a:lnTo>
                  <a:lnTo>
                    <a:pt x="37258" y="21034"/>
                  </a:lnTo>
                  <a:lnTo>
                    <a:pt x="37237" y="21881"/>
                  </a:lnTo>
                  <a:lnTo>
                    <a:pt x="37175" y="22644"/>
                  </a:lnTo>
                  <a:lnTo>
                    <a:pt x="37093" y="23388"/>
                  </a:lnTo>
                  <a:lnTo>
                    <a:pt x="37010" y="24048"/>
                  </a:lnTo>
                  <a:lnTo>
                    <a:pt x="36907" y="24647"/>
                  </a:lnTo>
                  <a:lnTo>
                    <a:pt x="36701" y="25637"/>
                  </a:lnTo>
                  <a:lnTo>
                    <a:pt x="36535" y="26380"/>
                  </a:lnTo>
                  <a:lnTo>
                    <a:pt x="36453" y="26855"/>
                  </a:lnTo>
                  <a:lnTo>
                    <a:pt x="36453" y="26979"/>
                  </a:lnTo>
                  <a:lnTo>
                    <a:pt x="36474" y="27000"/>
                  </a:lnTo>
                  <a:lnTo>
                    <a:pt x="36474" y="27020"/>
                  </a:lnTo>
                  <a:lnTo>
                    <a:pt x="36494" y="27020"/>
                  </a:lnTo>
                  <a:lnTo>
                    <a:pt x="36535" y="27000"/>
                  </a:lnTo>
                  <a:lnTo>
                    <a:pt x="36597" y="26897"/>
                  </a:lnTo>
                  <a:lnTo>
                    <a:pt x="36701" y="26752"/>
                  </a:lnTo>
                  <a:lnTo>
                    <a:pt x="36804" y="26546"/>
                  </a:lnTo>
                  <a:lnTo>
                    <a:pt x="37072" y="25699"/>
                  </a:lnTo>
                  <a:lnTo>
                    <a:pt x="37299" y="25039"/>
                  </a:lnTo>
                  <a:lnTo>
                    <a:pt x="37382" y="24667"/>
                  </a:lnTo>
                  <a:lnTo>
                    <a:pt x="37485" y="24234"/>
                  </a:lnTo>
                  <a:lnTo>
                    <a:pt x="37712" y="23305"/>
                  </a:lnTo>
                  <a:lnTo>
                    <a:pt x="37795" y="22768"/>
                  </a:lnTo>
                  <a:lnTo>
                    <a:pt x="37877" y="22211"/>
                  </a:lnTo>
                  <a:lnTo>
                    <a:pt x="37960" y="21612"/>
                  </a:lnTo>
                  <a:lnTo>
                    <a:pt x="38001" y="20993"/>
                  </a:lnTo>
                  <a:lnTo>
                    <a:pt x="38042" y="20333"/>
                  </a:lnTo>
                  <a:lnTo>
                    <a:pt x="38042" y="19631"/>
                  </a:lnTo>
                  <a:lnTo>
                    <a:pt x="38042" y="18908"/>
                  </a:lnTo>
                  <a:lnTo>
                    <a:pt x="37980" y="18165"/>
                  </a:lnTo>
                  <a:lnTo>
                    <a:pt x="37918" y="17381"/>
                  </a:lnTo>
                  <a:lnTo>
                    <a:pt x="37815" y="16576"/>
                  </a:lnTo>
                  <a:lnTo>
                    <a:pt x="37671" y="15750"/>
                  </a:lnTo>
                  <a:lnTo>
                    <a:pt x="37464" y="14904"/>
                  </a:lnTo>
                  <a:lnTo>
                    <a:pt x="37237" y="14037"/>
                  </a:lnTo>
                  <a:lnTo>
                    <a:pt x="36948" y="13149"/>
                  </a:lnTo>
                  <a:lnTo>
                    <a:pt x="36618" y="12262"/>
                  </a:lnTo>
                  <a:lnTo>
                    <a:pt x="36226" y="11374"/>
                  </a:lnTo>
                  <a:lnTo>
                    <a:pt x="36019" y="10920"/>
                  </a:lnTo>
                  <a:lnTo>
                    <a:pt x="35792" y="10466"/>
                  </a:lnTo>
                  <a:lnTo>
                    <a:pt x="35545" y="10033"/>
                  </a:lnTo>
                  <a:lnTo>
                    <a:pt x="35276" y="9579"/>
                  </a:lnTo>
                  <a:lnTo>
                    <a:pt x="35008" y="9145"/>
                  </a:lnTo>
                  <a:lnTo>
                    <a:pt x="34719" y="8691"/>
                  </a:lnTo>
                  <a:lnTo>
                    <a:pt x="34430" y="8257"/>
                  </a:lnTo>
                  <a:lnTo>
                    <a:pt x="34100" y="7824"/>
                  </a:lnTo>
                  <a:lnTo>
                    <a:pt x="33770" y="7391"/>
                  </a:lnTo>
                  <a:lnTo>
                    <a:pt x="33419" y="6957"/>
                  </a:lnTo>
                  <a:lnTo>
                    <a:pt x="33047" y="6524"/>
                  </a:lnTo>
                  <a:lnTo>
                    <a:pt x="32676" y="6111"/>
                  </a:lnTo>
                  <a:lnTo>
                    <a:pt x="32283" y="5698"/>
                  </a:lnTo>
                  <a:lnTo>
                    <a:pt x="31871" y="5306"/>
                  </a:lnTo>
                  <a:lnTo>
                    <a:pt x="31437" y="4914"/>
                  </a:lnTo>
                  <a:lnTo>
                    <a:pt x="31004" y="4521"/>
                  </a:lnTo>
                  <a:lnTo>
                    <a:pt x="30529" y="4150"/>
                  </a:lnTo>
                  <a:lnTo>
                    <a:pt x="30054" y="3799"/>
                  </a:lnTo>
                  <a:lnTo>
                    <a:pt x="29559" y="3448"/>
                  </a:lnTo>
                  <a:lnTo>
                    <a:pt x="29063" y="3118"/>
                  </a:lnTo>
                  <a:lnTo>
                    <a:pt x="28527" y="2808"/>
                  </a:lnTo>
                  <a:lnTo>
                    <a:pt x="27990" y="2499"/>
                  </a:lnTo>
                  <a:lnTo>
                    <a:pt x="27453" y="2210"/>
                  </a:lnTo>
                  <a:lnTo>
                    <a:pt x="26896" y="1921"/>
                  </a:lnTo>
                  <a:lnTo>
                    <a:pt x="26318" y="1673"/>
                  </a:lnTo>
                  <a:lnTo>
                    <a:pt x="25719" y="1425"/>
                  </a:lnTo>
                  <a:lnTo>
                    <a:pt x="25121" y="1178"/>
                  </a:lnTo>
                  <a:lnTo>
                    <a:pt x="24502" y="971"/>
                  </a:lnTo>
                  <a:lnTo>
                    <a:pt x="23882" y="785"/>
                  </a:lnTo>
                  <a:lnTo>
                    <a:pt x="23263" y="600"/>
                  </a:lnTo>
                  <a:lnTo>
                    <a:pt x="22623" y="455"/>
                  </a:lnTo>
                  <a:lnTo>
                    <a:pt x="21963" y="311"/>
                  </a:lnTo>
                  <a:lnTo>
                    <a:pt x="21302" y="207"/>
                  </a:lnTo>
                  <a:lnTo>
                    <a:pt x="20642" y="125"/>
                  </a:lnTo>
                  <a:lnTo>
                    <a:pt x="19961" y="63"/>
                  </a:lnTo>
                  <a:lnTo>
                    <a:pt x="19279" y="42"/>
                  </a:lnTo>
                  <a:lnTo>
                    <a:pt x="18908" y="22"/>
                  </a:lnTo>
                  <a:lnTo>
                    <a:pt x="18536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8" name="Google Shape;748;p27"/>
            <p:cNvSpPr/>
            <p:nvPr/>
          </p:nvSpPr>
          <p:spPr>
            <a:xfrm>
              <a:off x="2774825" y="980175"/>
              <a:ext cx="956225" cy="666725"/>
            </a:xfrm>
            <a:custGeom>
              <a:avLst/>
              <a:gdLst/>
              <a:ahLst/>
              <a:cxnLst/>
              <a:rect l="l" t="t" r="r" b="b"/>
              <a:pathLst>
                <a:path w="38249" h="26669" extrusionOk="0">
                  <a:moveTo>
                    <a:pt x="18453" y="0"/>
                  </a:moveTo>
                  <a:lnTo>
                    <a:pt x="17855" y="21"/>
                  </a:lnTo>
                  <a:lnTo>
                    <a:pt x="17277" y="41"/>
                  </a:lnTo>
                  <a:lnTo>
                    <a:pt x="16678" y="103"/>
                  </a:lnTo>
                  <a:lnTo>
                    <a:pt x="16100" y="165"/>
                  </a:lnTo>
                  <a:lnTo>
                    <a:pt x="15357" y="248"/>
                  </a:lnTo>
                  <a:lnTo>
                    <a:pt x="14635" y="392"/>
                  </a:lnTo>
                  <a:lnTo>
                    <a:pt x="13933" y="537"/>
                  </a:lnTo>
                  <a:lnTo>
                    <a:pt x="13231" y="723"/>
                  </a:lnTo>
                  <a:lnTo>
                    <a:pt x="12550" y="929"/>
                  </a:lnTo>
                  <a:lnTo>
                    <a:pt x="11890" y="1135"/>
                  </a:lnTo>
                  <a:lnTo>
                    <a:pt x="11250" y="1383"/>
                  </a:lnTo>
                  <a:lnTo>
                    <a:pt x="10630" y="1651"/>
                  </a:lnTo>
                  <a:lnTo>
                    <a:pt x="10011" y="1920"/>
                  </a:lnTo>
                  <a:lnTo>
                    <a:pt x="9413" y="2209"/>
                  </a:lnTo>
                  <a:lnTo>
                    <a:pt x="8855" y="2518"/>
                  </a:lnTo>
                  <a:lnTo>
                    <a:pt x="8298" y="2828"/>
                  </a:lnTo>
                  <a:lnTo>
                    <a:pt x="7761" y="3158"/>
                  </a:lnTo>
                  <a:lnTo>
                    <a:pt x="7245" y="3509"/>
                  </a:lnTo>
                  <a:lnTo>
                    <a:pt x="6750" y="3860"/>
                  </a:lnTo>
                  <a:lnTo>
                    <a:pt x="6296" y="4211"/>
                  </a:lnTo>
                  <a:lnTo>
                    <a:pt x="5842" y="4582"/>
                  </a:lnTo>
                  <a:lnTo>
                    <a:pt x="5408" y="4954"/>
                  </a:lnTo>
                  <a:lnTo>
                    <a:pt x="4995" y="5326"/>
                  </a:lnTo>
                  <a:lnTo>
                    <a:pt x="4603" y="5697"/>
                  </a:lnTo>
                  <a:lnTo>
                    <a:pt x="4232" y="6089"/>
                  </a:lnTo>
                  <a:lnTo>
                    <a:pt x="3881" y="6461"/>
                  </a:lnTo>
                  <a:lnTo>
                    <a:pt x="3550" y="6832"/>
                  </a:lnTo>
                  <a:lnTo>
                    <a:pt x="3220" y="7204"/>
                  </a:lnTo>
                  <a:lnTo>
                    <a:pt x="2663" y="7947"/>
                  </a:lnTo>
                  <a:lnTo>
                    <a:pt x="2147" y="8669"/>
                  </a:lnTo>
                  <a:lnTo>
                    <a:pt x="1713" y="9371"/>
                  </a:lnTo>
                  <a:lnTo>
                    <a:pt x="1342" y="10011"/>
                  </a:lnTo>
                  <a:lnTo>
                    <a:pt x="1012" y="10630"/>
                  </a:lnTo>
                  <a:lnTo>
                    <a:pt x="743" y="11208"/>
                  </a:lnTo>
                  <a:lnTo>
                    <a:pt x="537" y="11724"/>
                  </a:lnTo>
                  <a:lnTo>
                    <a:pt x="351" y="12178"/>
                  </a:lnTo>
                  <a:lnTo>
                    <a:pt x="207" y="12571"/>
                  </a:lnTo>
                  <a:lnTo>
                    <a:pt x="103" y="12901"/>
                  </a:lnTo>
                  <a:lnTo>
                    <a:pt x="41" y="13169"/>
                  </a:lnTo>
                  <a:lnTo>
                    <a:pt x="0" y="13376"/>
                  </a:lnTo>
                  <a:lnTo>
                    <a:pt x="0" y="13500"/>
                  </a:lnTo>
                  <a:lnTo>
                    <a:pt x="0" y="13520"/>
                  </a:lnTo>
                  <a:lnTo>
                    <a:pt x="21" y="13541"/>
                  </a:lnTo>
                  <a:lnTo>
                    <a:pt x="41" y="13541"/>
                  </a:lnTo>
                  <a:lnTo>
                    <a:pt x="269" y="12860"/>
                  </a:lnTo>
                  <a:lnTo>
                    <a:pt x="516" y="12199"/>
                  </a:lnTo>
                  <a:lnTo>
                    <a:pt x="846" y="11477"/>
                  </a:lnTo>
                  <a:lnTo>
                    <a:pt x="1197" y="10775"/>
                  </a:lnTo>
                  <a:lnTo>
                    <a:pt x="1569" y="10073"/>
                  </a:lnTo>
                  <a:lnTo>
                    <a:pt x="1961" y="9413"/>
                  </a:lnTo>
                  <a:lnTo>
                    <a:pt x="2374" y="8752"/>
                  </a:lnTo>
                  <a:lnTo>
                    <a:pt x="2828" y="8112"/>
                  </a:lnTo>
                  <a:lnTo>
                    <a:pt x="3282" y="7493"/>
                  </a:lnTo>
                  <a:lnTo>
                    <a:pt x="3778" y="6894"/>
                  </a:lnTo>
                  <a:lnTo>
                    <a:pt x="4273" y="6316"/>
                  </a:lnTo>
                  <a:lnTo>
                    <a:pt x="4810" y="5759"/>
                  </a:lnTo>
                  <a:lnTo>
                    <a:pt x="5367" y="5243"/>
                  </a:lnTo>
                  <a:lnTo>
                    <a:pt x="5945" y="4748"/>
                  </a:lnTo>
                  <a:lnTo>
                    <a:pt x="6523" y="4273"/>
                  </a:lnTo>
                  <a:lnTo>
                    <a:pt x="7142" y="3819"/>
                  </a:lnTo>
                  <a:lnTo>
                    <a:pt x="7761" y="3406"/>
                  </a:lnTo>
                  <a:lnTo>
                    <a:pt x="8381" y="2993"/>
                  </a:lnTo>
                  <a:lnTo>
                    <a:pt x="8690" y="2807"/>
                  </a:lnTo>
                  <a:lnTo>
                    <a:pt x="9020" y="2622"/>
                  </a:lnTo>
                  <a:lnTo>
                    <a:pt x="9681" y="2271"/>
                  </a:lnTo>
                  <a:lnTo>
                    <a:pt x="11002" y="1631"/>
                  </a:lnTo>
                  <a:lnTo>
                    <a:pt x="12364" y="1135"/>
                  </a:lnTo>
                  <a:lnTo>
                    <a:pt x="13066" y="929"/>
                  </a:lnTo>
                  <a:lnTo>
                    <a:pt x="13396" y="826"/>
                  </a:lnTo>
                  <a:lnTo>
                    <a:pt x="13747" y="743"/>
                  </a:lnTo>
                  <a:lnTo>
                    <a:pt x="14449" y="557"/>
                  </a:lnTo>
                  <a:lnTo>
                    <a:pt x="14800" y="496"/>
                  </a:lnTo>
                  <a:lnTo>
                    <a:pt x="15151" y="434"/>
                  </a:lnTo>
                  <a:lnTo>
                    <a:pt x="15853" y="330"/>
                  </a:lnTo>
                  <a:lnTo>
                    <a:pt x="16534" y="227"/>
                  </a:lnTo>
                  <a:lnTo>
                    <a:pt x="17566" y="165"/>
                  </a:lnTo>
                  <a:lnTo>
                    <a:pt x="18061" y="145"/>
                  </a:lnTo>
                  <a:lnTo>
                    <a:pt x="18577" y="124"/>
                  </a:lnTo>
                  <a:lnTo>
                    <a:pt x="18949" y="145"/>
                  </a:lnTo>
                  <a:lnTo>
                    <a:pt x="19320" y="165"/>
                  </a:lnTo>
                  <a:lnTo>
                    <a:pt x="20002" y="186"/>
                  </a:lnTo>
                  <a:lnTo>
                    <a:pt x="20683" y="248"/>
                  </a:lnTo>
                  <a:lnTo>
                    <a:pt x="21343" y="330"/>
                  </a:lnTo>
                  <a:lnTo>
                    <a:pt x="22004" y="434"/>
                  </a:lnTo>
                  <a:lnTo>
                    <a:pt x="22664" y="578"/>
                  </a:lnTo>
                  <a:lnTo>
                    <a:pt x="23304" y="723"/>
                  </a:lnTo>
                  <a:lnTo>
                    <a:pt x="23923" y="908"/>
                  </a:lnTo>
                  <a:lnTo>
                    <a:pt x="24543" y="1094"/>
                  </a:lnTo>
                  <a:lnTo>
                    <a:pt x="25162" y="1301"/>
                  </a:lnTo>
                  <a:lnTo>
                    <a:pt x="25760" y="1548"/>
                  </a:lnTo>
                  <a:lnTo>
                    <a:pt x="26359" y="1796"/>
                  </a:lnTo>
                  <a:lnTo>
                    <a:pt x="26937" y="2044"/>
                  </a:lnTo>
                  <a:lnTo>
                    <a:pt x="27494" y="2333"/>
                  </a:lnTo>
                  <a:lnTo>
                    <a:pt x="28031" y="2622"/>
                  </a:lnTo>
                  <a:lnTo>
                    <a:pt x="28568" y="2931"/>
                  </a:lnTo>
                  <a:lnTo>
                    <a:pt x="29104" y="3241"/>
                  </a:lnTo>
                  <a:lnTo>
                    <a:pt x="29600" y="3571"/>
                  </a:lnTo>
                  <a:lnTo>
                    <a:pt x="30095" y="3922"/>
                  </a:lnTo>
                  <a:lnTo>
                    <a:pt x="30570" y="4273"/>
                  </a:lnTo>
                  <a:lnTo>
                    <a:pt x="31045" y="4644"/>
                  </a:lnTo>
                  <a:lnTo>
                    <a:pt x="31478" y="5037"/>
                  </a:lnTo>
                  <a:lnTo>
                    <a:pt x="31912" y="5429"/>
                  </a:lnTo>
                  <a:lnTo>
                    <a:pt x="32324" y="5821"/>
                  </a:lnTo>
                  <a:lnTo>
                    <a:pt x="32717" y="6234"/>
                  </a:lnTo>
                  <a:lnTo>
                    <a:pt x="33088" y="6647"/>
                  </a:lnTo>
                  <a:lnTo>
                    <a:pt x="33460" y="7080"/>
                  </a:lnTo>
                  <a:lnTo>
                    <a:pt x="33811" y="7514"/>
                  </a:lnTo>
                  <a:lnTo>
                    <a:pt x="34141" y="7947"/>
                  </a:lnTo>
                  <a:lnTo>
                    <a:pt x="34471" y="8380"/>
                  </a:lnTo>
                  <a:lnTo>
                    <a:pt x="34760" y="8814"/>
                  </a:lnTo>
                  <a:lnTo>
                    <a:pt x="35049" y="9268"/>
                  </a:lnTo>
                  <a:lnTo>
                    <a:pt x="35317" y="9702"/>
                  </a:lnTo>
                  <a:lnTo>
                    <a:pt x="35586" y="10156"/>
                  </a:lnTo>
                  <a:lnTo>
                    <a:pt x="35833" y="10589"/>
                  </a:lnTo>
                  <a:lnTo>
                    <a:pt x="36060" y="11043"/>
                  </a:lnTo>
                  <a:lnTo>
                    <a:pt x="36267" y="11497"/>
                  </a:lnTo>
                  <a:lnTo>
                    <a:pt x="36659" y="12385"/>
                  </a:lnTo>
                  <a:lnTo>
                    <a:pt x="36989" y="13272"/>
                  </a:lnTo>
                  <a:lnTo>
                    <a:pt x="37278" y="14160"/>
                  </a:lnTo>
                  <a:lnTo>
                    <a:pt x="37505" y="15027"/>
                  </a:lnTo>
                  <a:lnTo>
                    <a:pt x="37712" y="15873"/>
                  </a:lnTo>
                  <a:lnTo>
                    <a:pt x="37856" y="16699"/>
                  </a:lnTo>
                  <a:lnTo>
                    <a:pt x="37959" y="17504"/>
                  </a:lnTo>
                  <a:lnTo>
                    <a:pt x="38021" y="18288"/>
                  </a:lnTo>
                  <a:lnTo>
                    <a:pt x="38083" y="19031"/>
                  </a:lnTo>
                  <a:lnTo>
                    <a:pt x="38083" y="19754"/>
                  </a:lnTo>
                  <a:lnTo>
                    <a:pt x="38083" y="20456"/>
                  </a:lnTo>
                  <a:lnTo>
                    <a:pt x="38042" y="21116"/>
                  </a:lnTo>
                  <a:lnTo>
                    <a:pt x="38001" y="21735"/>
                  </a:lnTo>
                  <a:lnTo>
                    <a:pt x="37918" y="22334"/>
                  </a:lnTo>
                  <a:lnTo>
                    <a:pt x="37836" y="22891"/>
                  </a:lnTo>
                  <a:lnTo>
                    <a:pt x="37753" y="23428"/>
                  </a:lnTo>
                  <a:lnTo>
                    <a:pt x="37526" y="24357"/>
                  </a:lnTo>
                  <a:lnTo>
                    <a:pt x="37423" y="24790"/>
                  </a:lnTo>
                  <a:lnTo>
                    <a:pt x="37340" y="25162"/>
                  </a:lnTo>
                  <a:lnTo>
                    <a:pt x="37113" y="25822"/>
                  </a:lnTo>
                  <a:lnTo>
                    <a:pt x="36845" y="26669"/>
                  </a:lnTo>
                  <a:lnTo>
                    <a:pt x="36989" y="26338"/>
                  </a:lnTo>
                  <a:lnTo>
                    <a:pt x="37154" y="25946"/>
                  </a:lnTo>
                  <a:lnTo>
                    <a:pt x="37320" y="25451"/>
                  </a:lnTo>
                  <a:lnTo>
                    <a:pt x="37505" y="24893"/>
                  </a:lnTo>
                  <a:lnTo>
                    <a:pt x="37588" y="24604"/>
                  </a:lnTo>
                  <a:lnTo>
                    <a:pt x="37650" y="24398"/>
                  </a:lnTo>
                  <a:lnTo>
                    <a:pt x="37794" y="23841"/>
                  </a:lnTo>
                  <a:lnTo>
                    <a:pt x="37897" y="23283"/>
                  </a:lnTo>
                  <a:lnTo>
                    <a:pt x="38021" y="22685"/>
                  </a:lnTo>
                  <a:lnTo>
                    <a:pt x="38104" y="22024"/>
                  </a:lnTo>
                  <a:lnTo>
                    <a:pt x="38186" y="21343"/>
                  </a:lnTo>
                  <a:lnTo>
                    <a:pt x="38228" y="20621"/>
                  </a:lnTo>
                  <a:lnTo>
                    <a:pt x="38248" y="19857"/>
                  </a:lnTo>
                  <a:lnTo>
                    <a:pt x="38248" y="19052"/>
                  </a:lnTo>
                  <a:lnTo>
                    <a:pt x="38207" y="18226"/>
                  </a:lnTo>
                  <a:lnTo>
                    <a:pt x="38145" y="17690"/>
                  </a:lnTo>
                  <a:lnTo>
                    <a:pt x="38083" y="17132"/>
                  </a:lnTo>
                  <a:lnTo>
                    <a:pt x="38001" y="16575"/>
                  </a:lnTo>
                  <a:lnTo>
                    <a:pt x="37897" y="15997"/>
                  </a:lnTo>
                  <a:lnTo>
                    <a:pt x="37774" y="15419"/>
                  </a:lnTo>
                  <a:lnTo>
                    <a:pt x="37629" y="14821"/>
                  </a:lnTo>
                  <a:lnTo>
                    <a:pt x="37464" y="14243"/>
                  </a:lnTo>
                  <a:lnTo>
                    <a:pt x="37278" y="13644"/>
                  </a:lnTo>
                  <a:lnTo>
                    <a:pt x="37072" y="13025"/>
                  </a:lnTo>
                  <a:lnTo>
                    <a:pt x="36845" y="12426"/>
                  </a:lnTo>
                  <a:lnTo>
                    <a:pt x="36576" y="11828"/>
                  </a:lnTo>
                  <a:lnTo>
                    <a:pt x="36308" y="11208"/>
                  </a:lnTo>
                  <a:lnTo>
                    <a:pt x="35999" y="10610"/>
                  </a:lnTo>
                  <a:lnTo>
                    <a:pt x="35668" y="9990"/>
                  </a:lnTo>
                  <a:lnTo>
                    <a:pt x="35317" y="9392"/>
                  </a:lnTo>
                  <a:lnTo>
                    <a:pt x="34925" y="8814"/>
                  </a:lnTo>
                  <a:lnTo>
                    <a:pt x="34533" y="8215"/>
                  </a:lnTo>
                  <a:lnTo>
                    <a:pt x="34100" y="7637"/>
                  </a:lnTo>
                  <a:lnTo>
                    <a:pt x="33625" y="7059"/>
                  </a:lnTo>
                  <a:lnTo>
                    <a:pt x="33129" y="6502"/>
                  </a:lnTo>
                  <a:lnTo>
                    <a:pt x="32634" y="5965"/>
                  </a:lnTo>
                  <a:lnTo>
                    <a:pt x="32097" y="5429"/>
                  </a:lnTo>
                  <a:lnTo>
                    <a:pt x="31519" y="4913"/>
                  </a:lnTo>
                  <a:lnTo>
                    <a:pt x="30921" y="4417"/>
                  </a:lnTo>
                  <a:lnTo>
                    <a:pt x="30322" y="3943"/>
                  </a:lnTo>
                  <a:lnTo>
                    <a:pt x="29682" y="3488"/>
                  </a:lnTo>
                  <a:lnTo>
                    <a:pt x="29022" y="3034"/>
                  </a:lnTo>
                  <a:lnTo>
                    <a:pt x="28320" y="2642"/>
                  </a:lnTo>
                  <a:lnTo>
                    <a:pt x="27618" y="2250"/>
                  </a:lnTo>
                  <a:lnTo>
                    <a:pt x="26896" y="1899"/>
                  </a:lnTo>
                  <a:lnTo>
                    <a:pt x="26153" y="1569"/>
                  </a:lnTo>
                  <a:lnTo>
                    <a:pt x="25389" y="1259"/>
                  </a:lnTo>
                  <a:lnTo>
                    <a:pt x="24625" y="991"/>
                  </a:lnTo>
                  <a:lnTo>
                    <a:pt x="23841" y="764"/>
                  </a:lnTo>
                  <a:lnTo>
                    <a:pt x="23056" y="557"/>
                  </a:lnTo>
                  <a:lnTo>
                    <a:pt x="22272" y="372"/>
                  </a:lnTo>
                  <a:lnTo>
                    <a:pt x="21488" y="227"/>
                  </a:lnTo>
                  <a:lnTo>
                    <a:pt x="20703" y="145"/>
                  </a:lnTo>
                  <a:lnTo>
                    <a:pt x="19919" y="62"/>
                  </a:lnTo>
                  <a:lnTo>
                    <a:pt x="19135" y="21"/>
                  </a:lnTo>
                  <a:lnTo>
                    <a:pt x="1845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9" name="Google Shape;749;p27"/>
            <p:cNvSpPr/>
            <p:nvPr/>
          </p:nvSpPr>
          <p:spPr>
            <a:xfrm>
              <a:off x="2774825" y="980175"/>
              <a:ext cx="956225" cy="666725"/>
            </a:xfrm>
            <a:custGeom>
              <a:avLst/>
              <a:gdLst/>
              <a:ahLst/>
              <a:cxnLst/>
              <a:rect l="l" t="t" r="r" b="b"/>
              <a:pathLst>
                <a:path w="38249" h="26669" fill="none" extrusionOk="0">
                  <a:moveTo>
                    <a:pt x="18453" y="0"/>
                  </a:moveTo>
                  <a:lnTo>
                    <a:pt x="18453" y="0"/>
                  </a:lnTo>
                  <a:lnTo>
                    <a:pt x="17855" y="21"/>
                  </a:lnTo>
                  <a:lnTo>
                    <a:pt x="17277" y="41"/>
                  </a:lnTo>
                  <a:lnTo>
                    <a:pt x="16678" y="103"/>
                  </a:lnTo>
                  <a:lnTo>
                    <a:pt x="16100" y="165"/>
                  </a:lnTo>
                  <a:lnTo>
                    <a:pt x="16100" y="165"/>
                  </a:lnTo>
                  <a:lnTo>
                    <a:pt x="15357" y="248"/>
                  </a:lnTo>
                  <a:lnTo>
                    <a:pt x="14635" y="392"/>
                  </a:lnTo>
                  <a:lnTo>
                    <a:pt x="13933" y="537"/>
                  </a:lnTo>
                  <a:lnTo>
                    <a:pt x="13231" y="723"/>
                  </a:lnTo>
                  <a:lnTo>
                    <a:pt x="13231" y="723"/>
                  </a:lnTo>
                  <a:lnTo>
                    <a:pt x="12550" y="929"/>
                  </a:lnTo>
                  <a:lnTo>
                    <a:pt x="11890" y="1135"/>
                  </a:lnTo>
                  <a:lnTo>
                    <a:pt x="11250" y="1383"/>
                  </a:lnTo>
                  <a:lnTo>
                    <a:pt x="10630" y="1651"/>
                  </a:lnTo>
                  <a:lnTo>
                    <a:pt x="10011" y="1920"/>
                  </a:lnTo>
                  <a:lnTo>
                    <a:pt x="9413" y="2209"/>
                  </a:lnTo>
                  <a:lnTo>
                    <a:pt x="8855" y="2518"/>
                  </a:lnTo>
                  <a:lnTo>
                    <a:pt x="8298" y="2828"/>
                  </a:lnTo>
                  <a:lnTo>
                    <a:pt x="8298" y="2828"/>
                  </a:lnTo>
                  <a:lnTo>
                    <a:pt x="7761" y="3158"/>
                  </a:lnTo>
                  <a:lnTo>
                    <a:pt x="7245" y="3509"/>
                  </a:lnTo>
                  <a:lnTo>
                    <a:pt x="6750" y="3860"/>
                  </a:lnTo>
                  <a:lnTo>
                    <a:pt x="6296" y="4211"/>
                  </a:lnTo>
                  <a:lnTo>
                    <a:pt x="5842" y="4582"/>
                  </a:lnTo>
                  <a:lnTo>
                    <a:pt x="5408" y="4954"/>
                  </a:lnTo>
                  <a:lnTo>
                    <a:pt x="4995" y="5326"/>
                  </a:lnTo>
                  <a:lnTo>
                    <a:pt x="4603" y="5697"/>
                  </a:lnTo>
                  <a:lnTo>
                    <a:pt x="4603" y="5697"/>
                  </a:lnTo>
                  <a:lnTo>
                    <a:pt x="4232" y="6089"/>
                  </a:lnTo>
                  <a:lnTo>
                    <a:pt x="3881" y="6461"/>
                  </a:lnTo>
                  <a:lnTo>
                    <a:pt x="3550" y="6832"/>
                  </a:lnTo>
                  <a:lnTo>
                    <a:pt x="3220" y="7204"/>
                  </a:lnTo>
                  <a:lnTo>
                    <a:pt x="2663" y="7947"/>
                  </a:lnTo>
                  <a:lnTo>
                    <a:pt x="2147" y="8669"/>
                  </a:lnTo>
                  <a:lnTo>
                    <a:pt x="1713" y="9371"/>
                  </a:lnTo>
                  <a:lnTo>
                    <a:pt x="1342" y="10011"/>
                  </a:lnTo>
                  <a:lnTo>
                    <a:pt x="1012" y="10630"/>
                  </a:lnTo>
                  <a:lnTo>
                    <a:pt x="743" y="11208"/>
                  </a:lnTo>
                  <a:lnTo>
                    <a:pt x="743" y="11208"/>
                  </a:lnTo>
                  <a:lnTo>
                    <a:pt x="537" y="11724"/>
                  </a:lnTo>
                  <a:lnTo>
                    <a:pt x="351" y="12178"/>
                  </a:lnTo>
                  <a:lnTo>
                    <a:pt x="207" y="12571"/>
                  </a:lnTo>
                  <a:lnTo>
                    <a:pt x="103" y="12901"/>
                  </a:lnTo>
                  <a:lnTo>
                    <a:pt x="41" y="13169"/>
                  </a:lnTo>
                  <a:lnTo>
                    <a:pt x="0" y="13376"/>
                  </a:lnTo>
                  <a:lnTo>
                    <a:pt x="0" y="13500"/>
                  </a:lnTo>
                  <a:lnTo>
                    <a:pt x="0" y="13520"/>
                  </a:lnTo>
                  <a:lnTo>
                    <a:pt x="21" y="13541"/>
                  </a:lnTo>
                  <a:lnTo>
                    <a:pt x="21" y="13541"/>
                  </a:lnTo>
                  <a:lnTo>
                    <a:pt x="21" y="13541"/>
                  </a:lnTo>
                  <a:lnTo>
                    <a:pt x="21" y="13541"/>
                  </a:lnTo>
                  <a:lnTo>
                    <a:pt x="41" y="13541"/>
                  </a:lnTo>
                  <a:lnTo>
                    <a:pt x="41" y="13541"/>
                  </a:lnTo>
                  <a:lnTo>
                    <a:pt x="269" y="12860"/>
                  </a:lnTo>
                  <a:lnTo>
                    <a:pt x="516" y="12199"/>
                  </a:lnTo>
                  <a:lnTo>
                    <a:pt x="516" y="12199"/>
                  </a:lnTo>
                  <a:lnTo>
                    <a:pt x="846" y="11477"/>
                  </a:lnTo>
                  <a:lnTo>
                    <a:pt x="1197" y="10775"/>
                  </a:lnTo>
                  <a:lnTo>
                    <a:pt x="1569" y="10073"/>
                  </a:lnTo>
                  <a:lnTo>
                    <a:pt x="1961" y="9413"/>
                  </a:lnTo>
                  <a:lnTo>
                    <a:pt x="2374" y="8752"/>
                  </a:lnTo>
                  <a:lnTo>
                    <a:pt x="2828" y="8112"/>
                  </a:lnTo>
                  <a:lnTo>
                    <a:pt x="3282" y="7493"/>
                  </a:lnTo>
                  <a:lnTo>
                    <a:pt x="3778" y="6894"/>
                  </a:lnTo>
                  <a:lnTo>
                    <a:pt x="3778" y="6894"/>
                  </a:lnTo>
                  <a:lnTo>
                    <a:pt x="4273" y="6316"/>
                  </a:lnTo>
                  <a:lnTo>
                    <a:pt x="4810" y="5759"/>
                  </a:lnTo>
                  <a:lnTo>
                    <a:pt x="5367" y="5243"/>
                  </a:lnTo>
                  <a:lnTo>
                    <a:pt x="5945" y="4748"/>
                  </a:lnTo>
                  <a:lnTo>
                    <a:pt x="6523" y="4273"/>
                  </a:lnTo>
                  <a:lnTo>
                    <a:pt x="7142" y="3819"/>
                  </a:lnTo>
                  <a:lnTo>
                    <a:pt x="7761" y="3406"/>
                  </a:lnTo>
                  <a:lnTo>
                    <a:pt x="8381" y="2993"/>
                  </a:lnTo>
                  <a:lnTo>
                    <a:pt x="8381" y="2993"/>
                  </a:lnTo>
                  <a:lnTo>
                    <a:pt x="8690" y="2807"/>
                  </a:lnTo>
                  <a:lnTo>
                    <a:pt x="9020" y="2622"/>
                  </a:lnTo>
                  <a:lnTo>
                    <a:pt x="9681" y="2271"/>
                  </a:lnTo>
                  <a:lnTo>
                    <a:pt x="11002" y="1631"/>
                  </a:lnTo>
                  <a:lnTo>
                    <a:pt x="11002" y="1631"/>
                  </a:lnTo>
                  <a:lnTo>
                    <a:pt x="12364" y="1135"/>
                  </a:lnTo>
                  <a:lnTo>
                    <a:pt x="13066" y="929"/>
                  </a:lnTo>
                  <a:lnTo>
                    <a:pt x="13396" y="826"/>
                  </a:lnTo>
                  <a:lnTo>
                    <a:pt x="13747" y="743"/>
                  </a:lnTo>
                  <a:lnTo>
                    <a:pt x="13747" y="743"/>
                  </a:lnTo>
                  <a:lnTo>
                    <a:pt x="14449" y="557"/>
                  </a:lnTo>
                  <a:lnTo>
                    <a:pt x="14800" y="496"/>
                  </a:lnTo>
                  <a:lnTo>
                    <a:pt x="15151" y="434"/>
                  </a:lnTo>
                  <a:lnTo>
                    <a:pt x="15151" y="434"/>
                  </a:lnTo>
                  <a:lnTo>
                    <a:pt x="15853" y="330"/>
                  </a:lnTo>
                  <a:lnTo>
                    <a:pt x="16534" y="227"/>
                  </a:lnTo>
                  <a:lnTo>
                    <a:pt x="16534" y="227"/>
                  </a:lnTo>
                  <a:lnTo>
                    <a:pt x="17566" y="165"/>
                  </a:lnTo>
                  <a:lnTo>
                    <a:pt x="18061" y="145"/>
                  </a:lnTo>
                  <a:lnTo>
                    <a:pt x="18577" y="124"/>
                  </a:lnTo>
                  <a:lnTo>
                    <a:pt x="18577" y="124"/>
                  </a:lnTo>
                  <a:lnTo>
                    <a:pt x="18949" y="145"/>
                  </a:lnTo>
                  <a:lnTo>
                    <a:pt x="19320" y="165"/>
                  </a:lnTo>
                  <a:lnTo>
                    <a:pt x="19320" y="165"/>
                  </a:lnTo>
                  <a:lnTo>
                    <a:pt x="20002" y="186"/>
                  </a:lnTo>
                  <a:lnTo>
                    <a:pt x="20683" y="248"/>
                  </a:lnTo>
                  <a:lnTo>
                    <a:pt x="21343" y="330"/>
                  </a:lnTo>
                  <a:lnTo>
                    <a:pt x="22004" y="434"/>
                  </a:lnTo>
                  <a:lnTo>
                    <a:pt x="22664" y="578"/>
                  </a:lnTo>
                  <a:lnTo>
                    <a:pt x="23304" y="723"/>
                  </a:lnTo>
                  <a:lnTo>
                    <a:pt x="23923" y="908"/>
                  </a:lnTo>
                  <a:lnTo>
                    <a:pt x="24543" y="1094"/>
                  </a:lnTo>
                  <a:lnTo>
                    <a:pt x="25162" y="1301"/>
                  </a:lnTo>
                  <a:lnTo>
                    <a:pt x="25760" y="1548"/>
                  </a:lnTo>
                  <a:lnTo>
                    <a:pt x="26359" y="1796"/>
                  </a:lnTo>
                  <a:lnTo>
                    <a:pt x="26937" y="2044"/>
                  </a:lnTo>
                  <a:lnTo>
                    <a:pt x="27494" y="2333"/>
                  </a:lnTo>
                  <a:lnTo>
                    <a:pt x="28031" y="2622"/>
                  </a:lnTo>
                  <a:lnTo>
                    <a:pt x="28568" y="2931"/>
                  </a:lnTo>
                  <a:lnTo>
                    <a:pt x="29104" y="3241"/>
                  </a:lnTo>
                  <a:lnTo>
                    <a:pt x="29104" y="3241"/>
                  </a:lnTo>
                  <a:lnTo>
                    <a:pt x="29600" y="3571"/>
                  </a:lnTo>
                  <a:lnTo>
                    <a:pt x="30095" y="3922"/>
                  </a:lnTo>
                  <a:lnTo>
                    <a:pt x="30570" y="4273"/>
                  </a:lnTo>
                  <a:lnTo>
                    <a:pt x="31045" y="4644"/>
                  </a:lnTo>
                  <a:lnTo>
                    <a:pt x="31478" y="5037"/>
                  </a:lnTo>
                  <a:lnTo>
                    <a:pt x="31912" y="5429"/>
                  </a:lnTo>
                  <a:lnTo>
                    <a:pt x="32324" y="5821"/>
                  </a:lnTo>
                  <a:lnTo>
                    <a:pt x="32717" y="6234"/>
                  </a:lnTo>
                  <a:lnTo>
                    <a:pt x="33088" y="6647"/>
                  </a:lnTo>
                  <a:lnTo>
                    <a:pt x="33460" y="7080"/>
                  </a:lnTo>
                  <a:lnTo>
                    <a:pt x="33811" y="7514"/>
                  </a:lnTo>
                  <a:lnTo>
                    <a:pt x="34141" y="7947"/>
                  </a:lnTo>
                  <a:lnTo>
                    <a:pt x="34471" y="8380"/>
                  </a:lnTo>
                  <a:lnTo>
                    <a:pt x="34760" y="8814"/>
                  </a:lnTo>
                  <a:lnTo>
                    <a:pt x="35049" y="9268"/>
                  </a:lnTo>
                  <a:lnTo>
                    <a:pt x="35317" y="9702"/>
                  </a:lnTo>
                  <a:lnTo>
                    <a:pt x="35317" y="9702"/>
                  </a:lnTo>
                  <a:lnTo>
                    <a:pt x="35586" y="10156"/>
                  </a:lnTo>
                  <a:lnTo>
                    <a:pt x="35833" y="10589"/>
                  </a:lnTo>
                  <a:lnTo>
                    <a:pt x="36060" y="11043"/>
                  </a:lnTo>
                  <a:lnTo>
                    <a:pt x="36267" y="11497"/>
                  </a:lnTo>
                  <a:lnTo>
                    <a:pt x="36659" y="12385"/>
                  </a:lnTo>
                  <a:lnTo>
                    <a:pt x="36989" y="13272"/>
                  </a:lnTo>
                  <a:lnTo>
                    <a:pt x="37278" y="14160"/>
                  </a:lnTo>
                  <a:lnTo>
                    <a:pt x="37505" y="15027"/>
                  </a:lnTo>
                  <a:lnTo>
                    <a:pt x="37712" y="15873"/>
                  </a:lnTo>
                  <a:lnTo>
                    <a:pt x="37856" y="16699"/>
                  </a:lnTo>
                  <a:lnTo>
                    <a:pt x="37856" y="16699"/>
                  </a:lnTo>
                  <a:lnTo>
                    <a:pt x="37959" y="17504"/>
                  </a:lnTo>
                  <a:lnTo>
                    <a:pt x="38021" y="18288"/>
                  </a:lnTo>
                  <a:lnTo>
                    <a:pt x="38083" y="19031"/>
                  </a:lnTo>
                  <a:lnTo>
                    <a:pt x="38083" y="19754"/>
                  </a:lnTo>
                  <a:lnTo>
                    <a:pt x="38083" y="20456"/>
                  </a:lnTo>
                  <a:lnTo>
                    <a:pt x="38042" y="21116"/>
                  </a:lnTo>
                  <a:lnTo>
                    <a:pt x="38001" y="21735"/>
                  </a:lnTo>
                  <a:lnTo>
                    <a:pt x="37918" y="22334"/>
                  </a:lnTo>
                  <a:lnTo>
                    <a:pt x="37918" y="22334"/>
                  </a:lnTo>
                  <a:lnTo>
                    <a:pt x="37836" y="22891"/>
                  </a:lnTo>
                  <a:lnTo>
                    <a:pt x="37753" y="23428"/>
                  </a:lnTo>
                  <a:lnTo>
                    <a:pt x="37526" y="24357"/>
                  </a:lnTo>
                  <a:lnTo>
                    <a:pt x="37526" y="24357"/>
                  </a:lnTo>
                  <a:lnTo>
                    <a:pt x="37423" y="24790"/>
                  </a:lnTo>
                  <a:lnTo>
                    <a:pt x="37340" y="25162"/>
                  </a:lnTo>
                  <a:lnTo>
                    <a:pt x="37340" y="25162"/>
                  </a:lnTo>
                  <a:lnTo>
                    <a:pt x="37113" y="25822"/>
                  </a:lnTo>
                  <a:lnTo>
                    <a:pt x="37113" y="25822"/>
                  </a:lnTo>
                  <a:lnTo>
                    <a:pt x="36845" y="26669"/>
                  </a:lnTo>
                  <a:lnTo>
                    <a:pt x="36845" y="26669"/>
                  </a:lnTo>
                  <a:lnTo>
                    <a:pt x="36989" y="26338"/>
                  </a:lnTo>
                  <a:lnTo>
                    <a:pt x="37154" y="25946"/>
                  </a:lnTo>
                  <a:lnTo>
                    <a:pt x="37320" y="25451"/>
                  </a:lnTo>
                  <a:lnTo>
                    <a:pt x="37505" y="24893"/>
                  </a:lnTo>
                  <a:lnTo>
                    <a:pt x="37505" y="24893"/>
                  </a:lnTo>
                  <a:lnTo>
                    <a:pt x="37588" y="24604"/>
                  </a:lnTo>
                  <a:lnTo>
                    <a:pt x="37588" y="24604"/>
                  </a:lnTo>
                  <a:lnTo>
                    <a:pt x="37650" y="24398"/>
                  </a:lnTo>
                  <a:lnTo>
                    <a:pt x="37650" y="24398"/>
                  </a:lnTo>
                  <a:lnTo>
                    <a:pt x="37794" y="23841"/>
                  </a:lnTo>
                  <a:lnTo>
                    <a:pt x="37794" y="23841"/>
                  </a:lnTo>
                  <a:lnTo>
                    <a:pt x="37897" y="23283"/>
                  </a:lnTo>
                  <a:lnTo>
                    <a:pt x="38021" y="22685"/>
                  </a:lnTo>
                  <a:lnTo>
                    <a:pt x="38104" y="22024"/>
                  </a:lnTo>
                  <a:lnTo>
                    <a:pt x="38186" y="21343"/>
                  </a:lnTo>
                  <a:lnTo>
                    <a:pt x="38228" y="20621"/>
                  </a:lnTo>
                  <a:lnTo>
                    <a:pt x="38248" y="19857"/>
                  </a:lnTo>
                  <a:lnTo>
                    <a:pt x="38248" y="19052"/>
                  </a:lnTo>
                  <a:lnTo>
                    <a:pt x="38207" y="18226"/>
                  </a:lnTo>
                  <a:lnTo>
                    <a:pt x="38207" y="18226"/>
                  </a:lnTo>
                  <a:lnTo>
                    <a:pt x="38145" y="17690"/>
                  </a:lnTo>
                  <a:lnTo>
                    <a:pt x="38083" y="17132"/>
                  </a:lnTo>
                  <a:lnTo>
                    <a:pt x="38001" y="16575"/>
                  </a:lnTo>
                  <a:lnTo>
                    <a:pt x="37897" y="15997"/>
                  </a:lnTo>
                  <a:lnTo>
                    <a:pt x="37774" y="15419"/>
                  </a:lnTo>
                  <a:lnTo>
                    <a:pt x="37629" y="14821"/>
                  </a:lnTo>
                  <a:lnTo>
                    <a:pt x="37464" y="14243"/>
                  </a:lnTo>
                  <a:lnTo>
                    <a:pt x="37278" y="13644"/>
                  </a:lnTo>
                  <a:lnTo>
                    <a:pt x="37278" y="13644"/>
                  </a:lnTo>
                  <a:lnTo>
                    <a:pt x="37072" y="13025"/>
                  </a:lnTo>
                  <a:lnTo>
                    <a:pt x="36845" y="12426"/>
                  </a:lnTo>
                  <a:lnTo>
                    <a:pt x="36576" y="11828"/>
                  </a:lnTo>
                  <a:lnTo>
                    <a:pt x="36308" y="11208"/>
                  </a:lnTo>
                  <a:lnTo>
                    <a:pt x="35999" y="10610"/>
                  </a:lnTo>
                  <a:lnTo>
                    <a:pt x="35668" y="9990"/>
                  </a:lnTo>
                  <a:lnTo>
                    <a:pt x="35317" y="9392"/>
                  </a:lnTo>
                  <a:lnTo>
                    <a:pt x="34925" y="8814"/>
                  </a:lnTo>
                  <a:lnTo>
                    <a:pt x="34925" y="8814"/>
                  </a:lnTo>
                  <a:lnTo>
                    <a:pt x="34533" y="8215"/>
                  </a:lnTo>
                  <a:lnTo>
                    <a:pt x="34100" y="7637"/>
                  </a:lnTo>
                  <a:lnTo>
                    <a:pt x="33625" y="7059"/>
                  </a:lnTo>
                  <a:lnTo>
                    <a:pt x="33129" y="6502"/>
                  </a:lnTo>
                  <a:lnTo>
                    <a:pt x="33129" y="6502"/>
                  </a:lnTo>
                  <a:lnTo>
                    <a:pt x="32634" y="5965"/>
                  </a:lnTo>
                  <a:lnTo>
                    <a:pt x="32097" y="5429"/>
                  </a:lnTo>
                  <a:lnTo>
                    <a:pt x="31519" y="4913"/>
                  </a:lnTo>
                  <a:lnTo>
                    <a:pt x="30921" y="4417"/>
                  </a:lnTo>
                  <a:lnTo>
                    <a:pt x="30921" y="4417"/>
                  </a:lnTo>
                  <a:lnTo>
                    <a:pt x="30322" y="3943"/>
                  </a:lnTo>
                  <a:lnTo>
                    <a:pt x="29682" y="3488"/>
                  </a:lnTo>
                  <a:lnTo>
                    <a:pt x="29022" y="3034"/>
                  </a:lnTo>
                  <a:lnTo>
                    <a:pt x="28320" y="2642"/>
                  </a:lnTo>
                  <a:lnTo>
                    <a:pt x="28320" y="2642"/>
                  </a:lnTo>
                  <a:lnTo>
                    <a:pt x="27618" y="2250"/>
                  </a:lnTo>
                  <a:lnTo>
                    <a:pt x="26896" y="1899"/>
                  </a:lnTo>
                  <a:lnTo>
                    <a:pt x="26153" y="1569"/>
                  </a:lnTo>
                  <a:lnTo>
                    <a:pt x="25389" y="1259"/>
                  </a:lnTo>
                  <a:lnTo>
                    <a:pt x="25389" y="1259"/>
                  </a:lnTo>
                  <a:lnTo>
                    <a:pt x="24625" y="991"/>
                  </a:lnTo>
                  <a:lnTo>
                    <a:pt x="23841" y="764"/>
                  </a:lnTo>
                  <a:lnTo>
                    <a:pt x="23056" y="557"/>
                  </a:lnTo>
                  <a:lnTo>
                    <a:pt x="22272" y="372"/>
                  </a:lnTo>
                  <a:lnTo>
                    <a:pt x="22272" y="372"/>
                  </a:lnTo>
                  <a:lnTo>
                    <a:pt x="21488" y="227"/>
                  </a:lnTo>
                  <a:lnTo>
                    <a:pt x="20703" y="145"/>
                  </a:lnTo>
                  <a:lnTo>
                    <a:pt x="19919" y="62"/>
                  </a:lnTo>
                  <a:lnTo>
                    <a:pt x="19135" y="21"/>
                  </a:lnTo>
                  <a:lnTo>
                    <a:pt x="19135" y="21"/>
                  </a:lnTo>
                  <a:lnTo>
                    <a:pt x="1845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0" name="Google Shape;750;p27"/>
            <p:cNvSpPr/>
            <p:nvPr/>
          </p:nvSpPr>
          <p:spPr>
            <a:xfrm>
              <a:off x="2951825" y="1144275"/>
              <a:ext cx="555275" cy="697175"/>
            </a:xfrm>
            <a:custGeom>
              <a:avLst/>
              <a:gdLst/>
              <a:ahLst/>
              <a:cxnLst/>
              <a:rect l="l" t="t" r="r" b="b"/>
              <a:pathLst>
                <a:path w="22211" h="27887" extrusionOk="0">
                  <a:moveTo>
                    <a:pt x="12034" y="6894"/>
                  </a:moveTo>
                  <a:lnTo>
                    <a:pt x="12385" y="6915"/>
                  </a:lnTo>
                  <a:lnTo>
                    <a:pt x="12756" y="6956"/>
                  </a:lnTo>
                  <a:lnTo>
                    <a:pt x="11167" y="11002"/>
                  </a:lnTo>
                  <a:lnTo>
                    <a:pt x="10775" y="10672"/>
                  </a:lnTo>
                  <a:lnTo>
                    <a:pt x="10445" y="10341"/>
                  </a:lnTo>
                  <a:lnTo>
                    <a:pt x="10156" y="9990"/>
                  </a:lnTo>
                  <a:lnTo>
                    <a:pt x="10032" y="9825"/>
                  </a:lnTo>
                  <a:lnTo>
                    <a:pt x="9929" y="9660"/>
                  </a:lnTo>
                  <a:lnTo>
                    <a:pt x="9846" y="9495"/>
                  </a:lnTo>
                  <a:lnTo>
                    <a:pt x="9784" y="9309"/>
                  </a:lnTo>
                  <a:lnTo>
                    <a:pt x="9743" y="9144"/>
                  </a:lnTo>
                  <a:lnTo>
                    <a:pt x="9702" y="8958"/>
                  </a:lnTo>
                  <a:lnTo>
                    <a:pt x="9702" y="8793"/>
                  </a:lnTo>
                  <a:lnTo>
                    <a:pt x="9722" y="8607"/>
                  </a:lnTo>
                  <a:lnTo>
                    <a:pt x="9763" y="8422"/>
                  </a:lnTo>
                  <a:lnTo>
                    <a:pt x="9825" y="8236"/>
                  </a:lnTo>
                  <a:lnTo>
                    <a:pt x="9949" y="7947"/>
                  </a:lnTo>
                  <a:lnTo>
                    <a:pt x="10135" y="7699"/>
                  </a:lnTo>
                  <a:lnTo>
                    <a:pt x="10218" y="7575"/>
                  </a:lnTo>
                  <a:lnTo>
                    <a:pt x="10341" y="7472"/>
                  </a:lnTo>
                  <a:lnTo>
                    <a:pt x="10465" y="7369"/>
                  </a:lnTo>
                  <a:lnTo>
                    <a:pt x="10589" y="7266"/>
                  </a:lnTo>
                  <a:lnTo>
                    <a:pt x="10734" y="7183"/>
                  </a:lnTo>
                  <a:lnTo>
                    <a:pt x="10878" y="7121"/>
                  </a:lnTo>
                  <a:lnTo>
                    <a:pt x="11043" y="7059"/>
                  </a:lnTo>
                  <a:lnTo>
                    <a:pt x="11229" y="6997"/>
                  </a:lnTo>
                  <a:lnTo>
                    <a:pt x="11415" y="6956"/>
                  </a:lnTo>
                  <a:lnTo>
                    <a:pt x="11600" y="6915"/>
                  </a:lnTo>
                  <a:lnTo>
                    <a:pt x="11807" y="6915"/>
                  </a:lnTo>
                  <a:lnTo>
                    <a:pt x="12034" y="6894"/>
                  </a:lnTo>
                  <a:close/>
                  <a:moveTo>
                    <a:pt x="12096" y="17008"/>
                  </a:moveTo>
                  <a:lnTo>
                    <a:pt x="12467" y="17359"/>
                  </a:lnTo>
                  <a:lnTo>
                    <a:pt x="12798" y="17690"/>
                  </a:lnTo>
                  <a:lnTo>
                    <a:pt x="13066" y="18020"/>
                  </a:lnTo>
                  <a:lnTo>
                    <a:pt x="13169" y="18206"/>
                  </a:lnTo>
                  <a:lnTo>
                    <a:pt x="13272" y="18371"/>
                  </a:lnTo>
                  <a:lnTo>
                    <a:pt x="13355" y="18536"/>
                  </a:lnTo>
                  <a:lnTo>
                    <a:pt x="13417" y="18701"/>
                  </a:lnTo>
                  <a:lnTo>
                    <a:pt x="13458" y="18887"/>
                  </a:lnTo>
                  <a:lnTo>
                    <a:pt x="13479" y="19052"/>
                  </a:lnTo>
                  <a:lnTo>
                    <a:pt x="13479" y="19238"/>
                  </a:lnTo>
                  <a:lnTo>
                    <a:pt x="13479" y="19423"/>
                  </a:lnTo>
                  <a:lnTo>
                    <a:pt x="13438" y="19609"/>
                  </a:lnTo>
                  <a:lnTo>
                    <a:pt x="13376" y="19795"/>
                  </a:lnTo>
                  <a:lnTo>
                    <a:pt x="13252" y="20063"/>
                  </a:lnTo>
                  <a:lnTo>
                    <a:pt x="13087" y="20290"/>
                  </a:lnTo>
                  <a:lnTo>
                    <a:pt x="12880" y="20497"/>
                  </a:lnTo>
                  <a:lnTo>
                    <a:pt x="12756" y="20600"/>
                  </a:lnTo>
                  <a:lnTo>
                    <a:pt x="12633" y="20683"/>
                  </a:lnTo>
                  <a:lnTo>
                    <a:pt x="12509" y="20765"/>
                  </a:lnTo>
                  <a:lnTo>
                    <a:pt x="12364" y="20827"/>
                  </a:lnTo>
                  <a:lnTo>
                    <a:pt x="12034" y="20930"/>
                  </a:lnTo>
                  <a:lnTo>
                    <a:pt x="11683" y="20992"/>
                  </a:lnTo>
                  <a:lnTo>
                    <a:pt x="11291" y="21013"/>
                  </a:lnTo>
                  <a:lnTo>
                    <a:pt x="10940" y="20992"/>
                  </a:lnTo>
                  <a:lnTo>
                    <a:pt x="10548" y="20951"/>
                  </a:lnTo>
                  <a:lnTo>
                    <a:pt x="12096" y="17008"/>
                  </a:lnTo>
                  <a:close/>
                  <a:moveTo>
                    <a:pt x="15481" y="0"/>
                  </a:moveTo>
                  <a:lnTo>
                    <a:pt x="14243" y="3179"/>
                  </a:lnTo>
                  <a:lnTo>
                    <a:pt x="13458" y="2993"/>
                  </a:lnTo>
                  <a:lnTo>
                    <a:pt x="12715" y="2849"/>
                  </a:lnTo>
                  <a:lnTo>
                    <a:pt x="11993" y="2787"/>
                  </a:lnTo>
                  <a:lnTo>
                    <a:pt x="11312" y="2766"/>
                  </a:lnTo>
                  <a:lnTo>
                    <a:pt x="10734" y="2766"/>
                  </a:lnTo>
                  <a:lnTo>
                    <a:pt x="10197" y="2828"/>
                  </a:lnTo>
                  <a:lnTo>
                    <a:pt x="9660" y="2910"/>
                  </a:lnTo>
                  <a:lnTo>
                    <a:pt x="9165" y="3034"/>
                  </a:lnTo>
                  <a:lnTo>
                    <a:pt x="8690" y="3199"/>
                  </a:lnTo>
                  <a:lnTo>
                    <a:pt x="8236" y="3385"/>
                  </a:lnTo>
                  <a:lnTo>
                    <a:pt x="7803" y="3592"/>
                  </a:lnTo>
                  <a:lnTo>
                    <a:pt x="7410" y="3839"/>
                  </a:lnTo>
                  <a:lnTo>
                    <a:pt x="7018" y="4108"/>
                  </a:lnTo>
                  <a:lnTo>
                    <a:pt x="6688" y="4397"/>
                  </a:lnTo>
                  <a:lnTo>
                    <a:pt x="6358" y="4727"/>
                  </a:lnTo>
                  <a:lnTo>
                    <a:pt x="6048" y="5057"/>
                  </a:lnTo>
                  <a:lnTo>
                    <a:pt x="5780" y="5429"/>
                  </a:lnTo>
                  <a:lnTo>
                    <a:pt x="5553" y="5821"/>
                  </a:lnTo>
                  <a:lnTo>
                    <a:pt x="5326" y="6234"/>
                  </a:lnTo>
                  <a:lnTo>
                    <a:pt x="5140" y="6667"/>
                  </a:lnTo>
                  <a:lnTo>
                    <a:pt x="5016" y="7039"/>
                  </a:lnTo>
                  <a:lnTo>
                    <a:pt x="4892" y="7410"/>
                  </a:lnTo>
                  <a:lnTo>
                    <a:pt x="4810" y="7761"/>
                  </a:lnTo>
                  <a:lnTo>
                    <a:pt x="4748" y="8112"/>
                  </a:lnTo>
                  <a:lnTo>
                    <a:pt x="4727" y="8463"/>
                  </a:lnTo>
                  <a:lnTo>
                    <a:pt x="4706" y="8793"/>
                  </a:lnTo>
                  <a:lnTo>
                    <a:pt x="4727" y="9123"/>
                  </a:lnTo>
                  <a:lnTo>
                    <a:pt x="4748" y="9433"/>
                  </a:lnTo>
                  <a:lnTo>
                    <a:pt x="4810" y="9743"/>
                  </a:lnTo>
                  <a:lnTo>
                    <a:pt x="4871" y="10032"/>
                  </a:lnTo>
                  <a:lnTo>
                    <a:pt x="4975" y="10341"/>
                  </a:lnTo>
                  <a:lnTo>
                    <a:pt x="5078" y="10630"/>
                  </a:lnTo>
                  <a:lnTo>
                    <a:pt x="5202" y="10899"/>
                  </a:lnTo>
                  <a:lnTo>
                    <a:pt x="5346" y="11167"/>
                  </a:lnTo>
                  <a:lnTo>
                    <a:pt x="5491" y="11435"/>
                  </a:lnTo>
                  <a:lnTo>
                    <a:pt x="5656" y="11704"/>
                  </a:lnTo>
                  <a:lnTo>
                    <a:pt x="5842" y="11951"/>
                  </a:lnTo>
                  <a:lnTo>
                    <a:pt x="6027" y="12199"/>
                  </a:lnTo>
                  <a:lnTo>
                    <a:pt x="6461" y="12674"/>
                  </a:lnTo>
                  <a:lnTo>
                    <a:pt x="6915" y="13149"/>
                  </a:lnTo>
                  <a:lnTo>
                    <a:pt x="7410" y="13582"/>
                  </a:lnTo>
                  <a:lnTo>
                    <a:pt x="7926" y="13995"/>
                  </a:lnTo>
                  <a:lnTo>
                    <a:pt x="8442" y="14408"/>
                  </a:lnTo>
                  <a:lnTo>
                    <a:pt x="9516" y="15192"/>
                  </a:lnTo>
                  <a:lnTo>
                    <a:pt x="7658" y="19939"/>
                  </a:lnTo>
                  <a:lnTo>
                    <a:pt x="7286" y="19754"/>
                  </a:lnTo>
                  <a:lnTo>
                    <a:pt x="6936" y="19547"/>
                  </a:lnTo>
                  <a:lnTo>
                    <a:pt x="6564" y="19320"/>
                  </a:lnTo>
                  <a:lnTo>
                    <a:pt x="6234" y="19093"/>
                  </a:lnTo>
                  <a:lnTo>
                    <a:pt x="5883" y="18846"/>
                  </a:lnTo>
                  <a:lnTo>
                    <a:pt x="5553" y="18598"/>
                  </a:lnTo>
                  <a:lnTo>
                    <a:pt x="5243" y="18350"/>
                  </a:lnTo>
                  <a:lnTo>
                    <a:pt x="4933" y="18082"/>
                  </a:lnTo>
                  <a:lnTo>
                    <a:pt x="4624" y="17793"/>
                  </a:lnTo>
                  <a:lnTo>
                    <a:pt x="4355" y="17524"/>
                  </a:lnTo>
                  <a:lnTo>
                    <a:pt x="4066" y="17235"/>
                  </a:lnTo>
                  <a:lnTo>
                    <a:pt x="3819" y="16947"/>
                  </a:lnTo>
                  <a:lnTo>
                    <a:pt x="3571" y="16658"/>
                  </a:lnTo>
                  <a:lnTo>
                    <a:pt x="3344" y="16348"/>
                  </a:lnTo>
                  <a:lnTo>
                    <a:pt x="3117" y="16059"/>
                  </a:lnTo>
                  <a:lnTo>
                    <a:pt x="2931" y="15749"/>
                  </a:lnTo>
                  <a:lnTo>
                    <a:pt x="0" y="18618"/>
                  </a:lnTo>
                  <a:lnTo>
                    <a:pt x="207" y="18969"/>
                  </a:lnTo>
                  <a:lnTo>
                    <a:pt x="454" y="19300"/>
                  </a:lnTo>
                  <a:lnTo>
                    <a:pt x="743" y="19651"/>
                  </a:lnTo>
                  <a:lnTo>
                    <a:pt x="1032" y="20001"/>
                  </a:lnTo>
                  <a:lnTo>
                    <a:pt x="1362" y="20352"/>
                  </a:lnTo>
                  <a:lnTo>
                    <a:pt x="1713" y="20683"/>
                  </a:lnTo>
                  <a:lnTo>
                    <a:pt x="2085" y="21013"/>
                  </a:lnTo>
                  <a:lnTo>
                    <a:pt x="2477" y="21364"/>
                  </a:lnTo>
                  <a:lnTo>
                    <a:pt x="2890" y="21673"/>
                  </a:lnTo>
                  <a:lnTo>
                    <a:pt x="3303" y="22004"/>
                  </a:lnTo>
                  <a:lnTo>
                    <a:pt x="3757" y="22313"/>
                  </a:lnTo>
                  <a:lnTo>
                    <a:pt x="4211" y="22602"/>
                  </a:lnTo>
                  <a:lnTo>
                    <a:pt x="4686" y="22891"/>
                  </a:lnTo>
                  <a:lnTo>
                    <a:pt x="5181" y="23160"/>
                  </a:lnTo>
                  <a:lnTo>
                    <a:pt x="5676" y="23428"/>
                  </a:lnTo>
                  <a:lnTo>
                    <a:pt x="6192" y="23676"/>
                  </a:lnTo>
                  <a:lnTo>
                    <a:pt x="4975" y="26772"/>
                  </a:lnTo>
                  <a:lnTo>
                    <a:pt x="7823" y="27886"/>
                  </a:lnTo>
                  <a:lnTo>
                    <a:pt x="9082" y="24708"/>
                  </a:lnTo>
                  <a:lnTo>
                    <a:pt x="9846" y="24873"/>
                  </a:lnTo>
                  <a:lnTo>
                    <a:pt x="10568" y="24997"/>
                  </a:lnTo>
                  <a:lnTo>
                    <a:pt x="11270" y="25079"/>
                  </a:lnTo>
                  <a:lnTo>
                    <a:pt x="11951" y="25100"/>
                  </a:lnTo>
                  <a:lnTo>
                    <a:pt x="12529" y="25079"/>
                  </a:lnTo>
                  <a:lnTo>
                    <a:pt x="13066" y="25038"/>
                  </a:lnTo>
                  <a:lnTo>
                    <a:pt x="13603" y="24935"/>
                  </a:lnTo>
                  <a:lnTo>
                    <a:pt x="14098" y="24811"/>
                  </a:lnTo>
                  <a:lnTo>
                    <a:pt x="14573" y="24666"/>
                  </a:lnTo>
                  <a:lnTo>
                    <a:pt x="15027" y="24481"/>
                  </a:lnTo>
                  <a:lnTo>
                    <a:pt x="15440" y="24274"/>
                  </a:lnTo>
                  <a:lnTo>
                    <a:pt x="15853" y="24026"/>
                  </a:lnTo>
                  <a:lnTo>
                    <a:pt x="16224" y="23779"/>
                  </a:lnTo>
                  <a:lnTo>
                    <a:pt x="16575" y="23469"/>
                  </a:lnTo>
                  <a:lnTo>
                    <a:pt x="16885" y="23160"/>
                  </a:lnTo>
                  <a:lnTo>
                    <a:pt x="17194" y="22809"/>
                  </a:lnTo>
                  <a:lnTo>
                    <a:pt x="17463" y="22458"/>
                  </a:lnTo>
                  <a:lnTo>
                    <a:pt x="17690" y="22066"/>
                  </a:lnTo>
                  <a:lnTo>
                    <a:pt x="17896" y="21673"/>
                  </a:lnTo>
                  <a:lnTo>
                    <a:pt x="18082" y="21240"/>
                  </a:lnTo>
                  <a:lnTo>
                    <a:pt x="18226" y="20868"/>
                  </a:lnTo>
                  <a:lnTo>
                    <a:pt x="18330" y="20517"/>
                  </a:lnTo>
                  <a:lnTo>
                    <a:pt x="18412" y="20146"/>
                  </a:lnTo>
                  <a:lnTo>
                    <a:pt x="18474" y="19816"/>
                  </a:lnTo>
                  <a:lnTo>
                    <a:pt x="18515" y="19465"/>
                  </a:lnTo>
                  <a:lnTo>
                    <a:pt x="18515" y="19155"/>
                  </a:lnTo>
                  <a:lnTo>
                    <a:pt x="18515" y="18825"/>
                  </a:lnTo>
                  <a:lnTo>
                    <a:pt x="18474" y="18515"/>
                  </a:lnTo>
                  <a:lnTo>
                    <a:pt x="18433" y="18206"/>
                  </a:lnTo>
                  <a:lnTo>
                    <a:pt x="18350" y="17917"/>
                  </a:lnTo>
                  <a:lnTo>
                    <a:pt x="18268" y="17628"/>
                  </a:lnTo>
                  <a:lnTo>
                    <a:pt x="18164" y="17339"/>
                  </a:lnTo>
                  <a:lnTo>
                    <a:pt x="18041" y="17070"/>
                  </a:lnTo>
                  <a:lnTo>
                    <a:pt x="17896" y="16802"/>
                  </a:lnTo>
                  <a:lnTo>
                    <a:pt x="17752" y="16534"/>
                  </a:lnTo>
                  <a:lnTo>
                    <a:pt x="17586" y="16265"/>
                  </a:lnTo>
                  <a:lnTo>
                    <a:pt x="17401" y="16018"/>
                  </a:lnTo>
                  <a:lnTo>
                    <a:pt x="17215" y="15770"/>
                  </a:lnTo>
                  <a:lnTo>
                    <a:pt x="16781" y="15295"/>
                  </a:lnTo>
                  <a:lnTo>
                    <a:pt x="16327" y="14841"/>
                  </a:lnTo>
                  <a:lnTo>
                    <a:pt x="15853" y="14408"/>
                  </a:lnTo>
                  <a:lnTo>
                    <a:pt x="15337" y="13995"/>
                  </a:lnTo>
                  <a:lnTo>
                    <a:pt x="14800" y="13603"/>
                  </a:lnTo>
                  <a:lnTo>
                    <a:pt x="14263" y="13210"/>
                  </a:lnTo>
                  <a:lnTo>
                    <a:pt x="13727" y="12839"/>
                  </a:lnTo>
                  <a:lnTo>
                    <a:pt x="15626" y="7988"/>
                  </a:lnTo>
                  <a:lnTo>
                    <a:pt x="16142" y="8277"/>
                  </a:lnTo>
                  <a:lnTo>
                    <a:pt x="16637" y="8607"/>
                  </a:lnTo>
                  <a:lnTo>
                    <a:pt x="17132" y="8958"/>
                  </a:lnTo>
                  <a:lnTo>
                    <a:pt x="17607" y="9330"/>
                  </a:lnTo>
                  <a:lnTo>
                    <a:pt x="18082" y="9743"/>
                  </a:lnTo>
                  <a:lnTo>
                    <a:pt x="18536" y="10197"/>
                  </a:lnTo>
                  <a:lnTo>
                    <a:pt x="18969" y="10672"/>
                  </a:lnTo>
                  <a:lnTo>
                    <a:pt x="19403" y="11188"/>
                  </a:lnTo>
                  <a:lnTo>
                    <a:pt x="22210" y="8236"/>
                  </a:lnTo>
                  <a:lnTo>
                    <a:pt x="21983" y="7926"/>
                  </a:lnTo>
                  <a:lnTo>
                    <a:pt x="21735" y="7637"/>
                  </a:lnTo>
                  <a:lnTo>
                    <a:pt x="21488" y="7348"/>
                  </a:lnTo>
                  <a:lnTo>
                    <a:pt x="21199" y="7080"/>
                  </a:lnTo>
                  <a:lnTo>
                    <a:pt x="20930" y="6791"/>
                  </a:lnTo>
                  <a:lnTo>
                    <a:pt x="20621" y="6523"/>
                  </a:lnTo>
                  <a:lnTo>
                    <a:pt x="20311" y="6254"/>
                  </a:lnTo>
                  <a:lnTo>
                    <a:pt x="20001" y="6007"/>
                  </a:lnTo>
                  <a:lnTo>
                    <a:pt x="19320" y="5511"/>
                  </a:lnTo>
                  <a:lnTo>
                    <a:pt x="18619" y="5057"/>
                  </a:lnTo>
                  <a:lnTo>
                    <a:pt x="17875" y="4624"/>
                  </a:lnTo>
                  <a:lnTo>
                    <a:pt x="17112" y="4231"/>
                  </a:lnTo>
                  <a:lnTo>
                    <a:pt x="18330" y="1115"/>
                  </a:lnTo>
                  <a:lnTo>
                    <a:pt x="15481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1" name="Google Shape;751;p27"/>
            <p:cNvSpPr/>
            <p:nvPr/>
          </p:nvSpPr>
          <p:spPr>
            <a:xfrm>
              <a:off x="3215500" y="1569475"/>
              <a:ext cx="73300" cy="100125"/>
            </a:xfrm>
            <a:custGeom>
              <a:avLst/>
              <a:gdLst/>
              <a:ahLst/>
              <a:cxnLst/>
              <a:rect l="l" t="t" r="r" b="b"/>
              <a:pathLst>
                <a:path w="2932" h="4005" fill="none" extrusionOk="0">
                  <a:moveTo>
                    <a:pt x="744" y="4005"/>
                  </a:moveTo>
                  <a:lnTo>
                    <a:pt x="744" y="4005"/>
                  </a:lnTo>
                  <a:lnTo>
                    <a:pt x="393" y="3984"/>
                  </a:lnTo>
                  <a:lnTo>
                    <a:pt x="1" y="3943"/>
                  </a:lnTo>
                  <a:lnTo>
                    <a:pt x="1549" y="0"/>
                  </a:lnTo>
                  <a:lnTo>
                    <a:pt x="1549" y="0"/>
                  </a:lnTo>
                  <a:lnTo>
                    <a:pt x="1920" y="351"/>
                  </a:lnTo>
                  <a:lnTo>
                    <a:pt x="2251" y="682"/>
                  </a:lnTo>
                  <a:lnTo>
                    <a:pt x="2519" y="1012"/>
                  </a:lnTo>
                  <a:lnTo>
                    <a:pt x="2622" y="1198"/>
                  </a:lnTo>
                  <a:lnTo>
                    <a:pt x="2725" y="1363"/>
                  </a:lnTo>
                  <a:lnTo>
                    <a:pt x="2808" y="1528"/>
                  </a:lnTo>
                  <a:lnTo>
                    <a:pt x="2870" y="1693"/>
                  </a:lnTo>
                  <a:lnTo>
                    <a:pt x="2911" y="1879"/>
                  </a:lnTo>
                  <a:lnTo>
                    <a:pt x="2932" y="2044"/>
                  </a:lnTo>
                  <a:lnTo>
                    <a:pt x="2932" y="2230"/>
                  </a:lnTo>
                  <a:lnTo>
                    <a:pt x="2932" y="2415"/>
                  </a:lnTo>
                  <a:lnTo>
                    <a:pt x="2891" y="2601"/>
                  </a:lnTo>
                  <a:lnTo>
                    <a:pt x="2829" y="2787"/>
                  </a:lnTo>
                  <a:lnTo>
                    <a:pt x="2829" y="2787"/>
                  </a:lnTo>
                  <a:lnTo>
                    <a:pt x="2705" y="3055"/>
                  </a:lnTo>
                  <a:lnTo>
                    <a:pt x="2540" y="3282"/>
                  </a:lnTo>
                  <a:lnTo>
                    <a:pt x="2333" y="3489"/>
                  </a:lnTo>
                  <a:lnTo>
                    <a:pt x="2209" y="3592"/>
                  </a:lnTo>
                  <a:lnTo>
                    <a:pt x="2086" y="3675"/>
                  </a:lnTo>
                  <a:lnTo>
                    <a:pt x="1962" y="3757"/>
                  </a:lnTo>
                  <a:lnTo>
                    <a:pt x="1817" y="3819"/>
                  </a:lnTo>
                  <a:lnTo>
                    <a:pt x="1487" y="3922"/>
                  </a:lnTo>
                  <a:lnTo>
                    <a:pt x="1136" y="3984"/>
                  </a:lnTo>
                  <a:lnTo>
                    <a:pt x="744" y="400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2" name="Google Shape;752;p27"/>
            <p:cNvSpPr/>
            <p:nvPr/>
          </p:nvSpPr>
          <p:spPr>
            <a:xfrm>
              <a:off x="3194350" y="1316625"/>
              <a:ext cx="76400" cy="102700"/>
            </a:xfrm>
            <a:custGeom>
              <a:avLst/>
              <a:gdLst/>
              <a:ahLst/>
              <a:cxnLst/>
              <a:rect l="l" t="t" r="r" b="b"/>
              <a:pathLst>
                <a:path w="3056" h="4108" fill="none" extrusionOk="0">
                  <a:moveTo>
                    <a:pt x="1466" y="4108"/>
                  </a:moveTo>
                  <a:lnTo>
                    <a:pt x="1466" y="4108"/>
                  </a:lnTo>
                  <a:lnTo>
                    <a:pt x="1074" y="3778"/>
                  </a:lnTo>
                  <a:lnTo>
                    <a:pt x="744" y="3447"/>
                  </a:lnTo>
                  <a:lnTo>
                    <a:pt x="455" y="3096"/>
                  </a:lnTo>
                  <a:lnTo>
                    <a:pt x="331" y="2931"/>
                  </a:lnTo>
                  <a:lnTo>
                    <a:pt x="228" y="2766"/>
                  </a:lnTo>
                  <a:lnTo>
                    <a:pt x="145" y="2601"/>
                  </a:lnTo>
                  <a:lnTo>
                    <a:pt x="83" y="2415"/>
                  </a:lnTo>
                  <a:lnTo>
                    <a:pt x="42" y="2250"/>
                  </a:lnTo>
                  <a:lnTo>
                    <a:pt x="1" y="2064"/>
                  </a:lnTo>
                  <a:lnTo>
                    <a:pt x="1" y="1899"/>
                  </a:lnTo>
                  <a:lnTo>
                    <a:pt x="21" y="1713"/>
                  </a:lnTo>
                  <a:lnTo>
                    <a:pt x="62" y="1528"/>
                  </a:lnTo>
                  <a:lnTo>
                    <a:pt x="124" y="1342"/>
                  </a:lnTo>
                  <a:lnTo>
                    <a:pt x="124" y="1342"/>
                  </a:lnTo>
                  <a:lnTo>
                    <a:pt x="248" y="1053"/>
                  </a:lnTo>
                  <a:lnTo>
                    <a:pt x="434" y="805"/>
                  </a:lnTo>
                  <a:lnTo>
                    <a:pt x="517" y="681"/>
                  </a:lnTo>
                  <a:lnTo>
                    <a:pt x="640" y="578"/>
                  </a:lnTo>
                  <a:lnTo>
                    <a:pt x="764" y="475"/>
                  </a:lnTo>
                  <a:lnTo>
                    <a:pt x="888" y="372"/>
                  </a:lnTo>
                  <a:lnTo>
                    <a:pt x="1033" y="289"/>
                  </a:lnTo>
                  <a:lnTo>
                    <a:pt x="1177" y="227"/>
                  </a:lnTo>
                  <a:lnTo>
                    <a:pt x="1342" y="165"/>
                  </a:lnTo>
                  <a:lnTo>
                    <a:pt x="1528" y="103"/>
                  </a:lnTo>
                  <a:lnTo>
                    <a:pt x="1714" y="62"/>
                  </a:lnTo>
                  <a:lnTo>
                    <a:pt x="1899" y="21"/>
                  </a:lnTo>
                  <a:lnTo>
                    <a:pt x="2106" y="21"/>
                  </a:lnTo>
                  <a:lnTo>
                    <a:pt x="2333" y="0"/>
                  </a:lnTo>
                  <a:lnTo>
                    <a:pt x="2333" y="0"/>
                  </a:lnTo>
                  <a:lnTo>
                    <a:pt x="2684" y="21"/>
                  </a:lnTo>
                  <a:lnTo>
                    <a:pt x="3055" y="62"/>
                  </a:lnTo>
                  <a:lnTo>
                    <a:pt x="1466" y="410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3" name="Google Shape;753;p27"/>
            <p:cNvSpPr/>
            <p:nvPr/>
          </p:nvSpPr>
          <p:spPr>
            <a:xfrm>
              <a:off x="2951825" y="1144275"/>
              <a:ext cx="555275" cy="697175"/>
            </a:xfrm>
            <a:custGeom>
              <a:avLst/>
              <a:gdLst/>
              <a:ahLst/>
              <a:cxnLst/>
              <a:rect l="l" t="t" r="r" b="b"/>
              <a:pathLst>
                <a:path w="22211" h="27887" fill="none" extrusionOk="0">
                  <a:moveTo>
                    <a:pt x="15481" y="0"/>
                  </a:moveTo>
                  <a:lnTo>
                    <a:pt x="14243" y="3179"/>
                  </a:lnTo>
                  <a:lnTo>
                    <a:pt x="14243" y="3179"/>
                  </a:lnTo>
                  <a:lnTo>
                    <a:pt x="13458" y="2993"/>
                  </a:lnTo>
                  <a:lnTo>
                    <a:pt x="12715" y="2849"/>
                  </a:lnTo>
                  <a:lnTo>
                    <a:pt x="11993" y="2787"/>
                  </a:lnTo>
                  <a:lnTo>
                    <a:pt x="11312" y="2766"/>
                  </a:lnTo>
                  <a:lnTo>
                    <a:pt x="11312" y="2766"/>
                  </a:lnTo>
                  <a:lnTo>
                    <a:pt x="10734" y="2766"/>
                  </a:lnTo>
                  <a:lnTo>
                    <a:pt x="10197" y="2828"/>
                  </a:lnTo>
                  <a:lnTo>
                    <a:pt x="9660" y="2910"/>
                  </a:lnTo>
                  <a:lnTo>
                    <a:pt x="9165" y="3034"/>
                  </a:lnTo>
                  <a:lnTo>
                    <a:pt x="8690" y="3199"/>
                  </a:lnTo>
                  <a:lnTo>
                    <a:pt x="8236" y="3385"/>
                  </a:lnTo>
                  <a:lnTo>
                    <a:pt x="7803" y="3592"/>
                  </a:lnTo>
                  <a:lnTo>
                    <a:pt x="7410" y="3839"/>
                  </a:lnTo>
                  <a:lnTo>
                    <a:pt x="7018" y="4108"/>
                  </a:lnTo>
                  <a:lnTo>
                    <a:pt x="6688" y="4397"/>
                  </a:lnTo>
                  <a:lnTo>
                    <a:pt x="6358" y="4727"/>
                  </a:lnTo>
                  <a:lnTo>
                    <a:pt x="6048" y="5057"/>
                  </a:lnTo>
                  <a:lnTo>
                    <a:pt x="5780" y="5429"/>
                  </a:lnTo>
                  <a:lnTo>
                    <a:pt x="5553" y="5821"/>
                  </a:lnTo>
                  <a:lnTo>
                    <a:pt x="5326" y="6234"/>
                  </a:lnTo>
                  <a:lnTo>
                    <a:pt x="5140" y="6667"/>
                  </a:lnTo>
                  <a:lnTo>
                    <a:pt x="5140" y="6667"/>
                  </a:lnTo>
                  <a:lnTo>
                    <a:pt x="5016" y="7039"/>
                  </a:lnTo>
                  <a:lnTo>
                    <a:pt x="4892" y="7410"/>
                  </a:lnTo>
                  <a:lnTo>
                    <a:pt x="4810" y="7761"/>
                  </a:lnTo>
                  <a:lnTo>
                    <a:pt x="4748" y="8112"/>
                  </a:lnTo>
                  <a:lnTo>
                    <a:pt x="4727" y="8463"/>
                  </a:lnTo>
                  <a:lnTo>
                    <a:pt x="4706" y="8793"/>
                  </a:lnTo>
                  <a:lnTo>
                    <a:pt x="4727" y="9123"/>
                  </a:lnTo>
                  <a:lnTo>
                    <a:pt x="4748" y="9433"/>
                  </a:lnTo>
                  <a:lnTo>
                    <a:pt x="4810" y="9743"/>
                  </a:lnTo>
                  <a:lnTo>
                    <a:pt x="4871" y="10032"/>
                  </a:lnTo>
                  <a:lnTo>
                    <a:pt x="4975" y="10341"/>
                  </a:lnTo>
                  <a:lnTo>
                    <a:pt x="5078" y="10630"/>
                  </a:lnTo>
                  <a:lnTo>
                    <a:pt x="5202" y="10899"/>
                  </a:lnTo>
                  <a:lnTo>
                    <a:pt x="5346" y="11167"/>
                  </a:lnTo>
                  <a:lnTo>
                    <a:pt x="5491" y="11435"/>
                  </a:lnTo>
                  <a:lnTo>
                    <a:pt x="5656" y="11704"/>
                  </a:lnTo>
                  <a:lnTo>
                    <a:pt x="5842" y="11951"/>
                  </a:lnTo>
                  <a:lnTo>
                    <a:pt x="6027" y="12199"/>
                  </a:lnTo>
                  <a:lnTo>
                    <a:pt x="6461" y="12674"/>
                  </a:lnTo>
                  <a:lnTo>
                    <a:pt x="6915" y="13149"/>
                  </a:lnTo>
                  <a:lnTo>
                    <a:pt x="7410" y="13582"/>
                  </a:lnTo>
                  <a:lnTo>
                    <a:pt x="7926" y="13995"/>
                  </a:lnTo>
                  <a:lnTo>
                    <a:pt x="8442" y="14408"/>
                  </a:lnTo>
                  <a:lnTo>
                    <a:pt x="9516" y="15192"/>
                  </a:lnTo>
                  <a:lnTo>
                    <a:pt x="7658" y="19939"/>
                  </a:lnTo>
                  <a:lnTo>
                    <a:pt x="7658" y="19939"/>
                  </a:lnTo>
                  <a:lnTo>
                    <a:pt x="7286" y="19754"/>
                  </a:lnTo>
                  <a:lnTo>
                    <a:pt x="6936" y="19547"/>
                  </a:lnTo>
                  <a:lnTo>
                    <a:pt x="6564" y="19320"/>
                  </a:lnTo>
                  <a:lnTo>
                    <a:pt x="6234" y="19093"/>
                  </a:lnTo>
                  <a:lnTo>
                    <a:pt x="5883" y="18846"/>
                  </a:lnTo>
                  <a:lnTo>
                    <a:pt x="5553" y="18598"/>
                  </a:lnTo>
                  <a:lnTo>
                    <a:pt x="5243" y="18350"/>
                  </a:lnTo>
                  <a:lnTo>
                    <a:pt x="4933" y="18082"/>
                  </a:lnTo>
                  <a:lnTo>
                    <a:pt x="4624" y="17793"/>
                  </a:lnTo>
                  <a:lnTo>
                    <a:pt x="4355" y="17524"/>
                  </a:lnTo>
                  <a:lnTo>
                    <a:pt x="4066" y="17235"/>
                  </a:lnTo>
                  <a:lnTo>
                    <a:pt x="3819" y="16947"/>
                  </a:lnTo>
                  <a:lnTo>
                    <a:pt x="3571" y="16658"/>
                  </a:lnTo>
                  <a:lnTo>
                    <a:pt x="3344" y="16348"/>
                  </a:lnTo>
                  <a:lnTo>
                    <a:pt x="3117" y="16059"/>
                  </a:lnTo>
                  <a:lnTo>
                    <a:pt x="2931" y="15749"/>
                  </a:lnTo>
                  <a:lnTo>
                    <a:pt x="0" y="18618"/>
                  </a:lnTo>
                  <a:lnTo>
                    <a:pt x="0" y="18618"/>
                  </a:lnTo>
                  <a:lnTo>
                    <a:pt x="207" y="18969"/>
                  </a:lnTo>
                  <a:lnTo>
                    <a:pt x="454" y="19300"/>
                  </a:lnTo>
                  <a:lnTo>
                    <a:pt x="743" y="19651"/>
                  </a:lnTo>
                  <a:lnTo>
                    <a:pt x="1032" y="20001"/>
                  </a:lnTo>
                  <a:lnTo>
                    <a:pt x="1362" y="20352"/>
                  </a:lnTo>
                  <a:lnTo>
                    <a:pt x="1713" y="20683"/>
                  </a:lnTo>
                  <a:lnTo>
                    <a:pt x="2085" y="21013"/>
                  </a:lnTo>
                  <a:lnTo>
                    <a:pt x="2477" y="21364"/>
                  </a:lnTo>
                  <a:lnTo>
                    <a:pt x="2890" y="21673"/>
                  </a:lnTo>
                  <a:lnTo>
                    <a:pt x="3303" y="22004"/>
                  </a:lnTo>
                  <a:lnTo>
                    <a:pt x="3757" y="22313"/>
                  </a:lnTo>
                  <a:lnTo>
                    <a:pt x="4211" y="22602"/>
                  </a:lnTo>
                  <a:lnTo>
                    <a:pt x="4686" y="22891"/>
                  </a:lnTo>
                  <a:lnTo>
                    <a:pt x="5181" y="23160"/>
                  </a:lnTo>
                  <a:lnTo>
                    <a:pt x="5676" y="23428"/>
                  </a:lnTo>
                  <a:lnTo>
                    <a:pt x="6192" y="23676"/>
                  </a:lnTo>
                  <a:lnTo>
                    <a:pt x="4975" y="26772"/>
                  </a:lnTo>
                  <a:lnTo>
                    <a:pt x="7823" y="27886"/>
                  </a:lnTo>
                  <a:lnTo>
                    <a:pt x="9082" y="24708"/>
                  </a:lnTo>
                  <a:lnTo>
                    <a:pt x="9082" y="24708"/>
                  </a:lnTo>
                  <a:lnTo>
                    <a:pt x="9846" y="24873"/>
                  </a:lnTo>
                  <a:lnTo>
                    <a:pt x="10568" y="24997"/>
                  </a:lnTo>
                  <a:lnTo>
                    <a:pt x="11270" y="25079"/>
                  </a:lnTo>
                  <a:lnTo>
                    <a:pt x="11951" y="25100"/>
                  </a:lnTo>
                  <a:lnTo>
                    <a:pt x="11951" y="25100"/>
                  </a:lnTo>
                  <a:lnTo>
                    <a:pt x="12529" y="25079"/>
                  </a:lnTo>
                  <a:lnTo>
                    <a:pt x="13066" y="25038"/>
                  </a:lnTo>
                  <a:lnTo>
                    <a:pt x="13603" y="24935"/>
                  </a:lnTo>
                  <a:lnTo>
                    <a:pt x="14098" y="24811"/>
                  </a:lnTo>
                  <a:lnTo>
                    <a:pt x="14573" y="24666"/>
                  </a:lnTo>
                  <a:lnTo>
                    <a:pt x="15027" y="24481"/>
                  </a:lnTo>
                  <a:lnTo>
                    <a:pt x="15440" y="24274"/>
                  </a:lnTo>
                  <a:lnTo>
                    <a:pt x="15853" y="24026"/>
                  </a:lnTo>
                  <a:lnTo>
                    <a:pt x="16224" y="23779"/>
                  </a:lnTo>
                  <a:lnTo>
                    <a:pt x="16575" y="23469"/>
                  </a:lnTo>
                  <a:lnTo>
                    <a:pt x="16885" y="23160"/>
                  </a:lnTo>
                  <a:lnTo>
                    <a:pt x="17194" y="22809"/>
                  </a:lnTo>
                  <a:lnTo>
                    <a:pt x="17463" y="22458"/>
                  </a:lnTo>
                  <a:lnTo>
                    <a:pt x="17690" y="22066"/>
                  </a:lnTo>
                  <a:lnTo>
                    <a:pt x="17896" y="21673"/>
                  </a:lnTo>
                  <a:lnTo>
                    <a:pt x="18082" y="21240"/>
                  </a:lnTo>
                  <a:lnTo>
                    <a:pt x="18082" y="21240"/>
                  </a:lnTo>
                  <a:lnTo>
                    <a:pt x="18226" y="20868"/>
                  </a:lnTo>
                  <a:lnTo>
                    <a:pt x="18330" y="20517"/>
                  </a:lnTo>
                  <a:lnTo>
                    <a:pt x="18412" y="20146"/>
                  </a:lnTo>
                  <a:lnTo>
                    <a:pt x="18474" y="19816"/>
                  </a:lnTo>
                  <a:lnTo>
                    <a:pt x="18515" y="19465"/>
                  </a:lnTo>
                  <a:lnTo>
                    <a:pt x="18515" y="19155"/>
                  </a:lnTo>
                  <a:lnTo>
                    <a:pt x="18515" y="18825"/>
                  </a:lnTo>
                  <a:lnTo>
                    <a:pt x="18474" y="18515"/>
                  </a:lnTo>
                  <a:lnTo>
                    <a:pt x="18433" y="18206"/>
                  </a:lnTo>
                  <a:lnTo>
                    <a:pt x="18350" y="17917"/>
                  </a:lnTo>
                  <a:lnTo>
                    <a:pt x="18268" y="17628"/>
                  </a:lnTo>
                  <a:lnTo>
                    <a:pt x="18164" y="17339"/>
                  </a:lnTo>
                  <a:lnTo>
                    <a:pt x="18041" y="17070"/>
                  </a:lnTo>
                  <a:lnTo>
                    <a:pt x="17896" y="16802"/>
                  </a:lnTo>
                  <a:lnTo>
                    <a:pt x="17752" y="16534"/>
                  </a:lnTo>
                  <a:lnTo>
                    <a:pt x="17586" y="16265"/>
                  </a:lnTo>
                  <a:lnTo>
                    <a:pt x="17401" y="16018"/>
                  </a:lnTo>
                  <a:lnTo>
                    <a:pt x="17215" y="15770"/>
                  </a:lnTo>
                  <a:lnTo>
                    <a:pt x="16781" y="15295"/>
                  </a:lnTo>
                  <a:lnTo>
                    <a:pt x="16327" y="14841"/>
                  </a:lnTo>
                  <a:lnTo>
                    <a:pt x="15853" y="14408"/>
                  </a:lnTo>
                  <a:lnTo>
                    <a:pt x="15337" y="13995"/>
                  </a:lnTo>
                  <a:lnTo>
                    <a:pt x="14800" y="13603"/>
                  </a:lnTo>
                  <a:lnTo>
                    <a:pt x="14263" y="13210"/>
                  </a:lnTo>
                  <a:lnTo>
                    <a:pt x="13727" y="12839"/>
                  </a:lnTo>
                  <a:lnTo>
                    <a:pt x="15626" y="7988"/>
                  </a:lnTo>
                  <a:lnTo>
                    <a:pt x="15626" y="7988"/>
                  </a:lnTo>
                  <a:lnTo>
                    <a:pt x="16142" y="8277"/>
                  </a:lnTo>
                  <a:lnTo>
                    <a:pt x="16637" y="8607"/>
                  </a:lnTo>
                  <a:lnTo>
                    <a:pt x="17132" y="8958"/>
                  </a:lnTo>
                  <a:lnTo>
                    <a:pt x="17607" y="9330"/>
                  </a:lnTo>
                  <a:lnTo>
                    <a:pt x="18082" y="9743"/>
                  </a:lnTo>
                  <a:lnTo>
                    <a:pt x="18536" y="10197"/>
                  </a:lnTo>
                  <a:lnTo>
                    <a:pt x="18969" y="10672"/>
                  </a:lnTo>
                  <a:lnTo>
                    <a:pt x="19403" y="11188"/>
                  </a:lnTo>
                  <a:lnTo>
                    <a:pt x="22210" y="8236"/>
                  </a:lnTo>
                  <a:lnTo>
                    <a:pt x="22210" y="8236"/>
                  </a:lnTo>
                  <a:lnTo>
                    <a:pt x="21983" y="7926"/>
                  </a:lnTo>
                  <a:lnTo>
                    <a:pt x="21735" y="7637"/>
                  </a:lnTo>
                  <a:lnTo>
                    <a:pt x="21488" y="7348"/>
                  </a:lnTo>
                  <a:lnTo>
                    <a:pt x="21199" y="7080"/>
                  </a:lnTo>
                  <a:lnTo>
                    <a:pt x="20930" y="6791"/>
                  </a:lnTo>
                  <a:lnTo>
                    <a:pt x="20621" y="6523"/>
                  </a:lnTo>
                  <a:lnTo>
                    <a:pt x="20311" y="6254"/>
                  </a:lnTo>
                  <a:lnTo>
                    <a:pt x="20001" y="6007"/>
                  </a:lnTo>
                  <a:lnTo>
                    <a:pt x="19320" y="5511"/>
                  </a:lnTo>
                  <a:lnTo>
                    <a:pt x="18619" y="5057"/>
                  </a:lnTo>
                  <a:lnTo>
                    <a:pt x="17875" y="4624"/>
                  </a:lnTo>
                  <a:lnTo>
                    <a:pt x="17112" y="4231"/>
                  </a:lnTo>
                  <a:lnTo>
                    <a:pt x="18330" y="1115"/>
                  </a:lnTo>
                  <a:lnTo>
                    <a:pt x="1548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4" name="Google Shape;754;p27"/>
            <p:cNvSpPr/>
            <p:nvPr/>
          </p:nvSpPr>
          <p:spPr>
            <a:xfrm>
              <a:off x="1588450" y="854775"/>
              <a:ext cx="492325" cy="1008350"/>
            </a:xfrm>
            <a:custGeom>
              <a:avLst/>
              <a:gdLst/>
              <a:ahLst/>
              <a:cxnLst/>
              <a:rect l="l" t="t" r="r" b="b"/>
              <a:pathLst>
                <a:path w="19693" h="40334" extrusionOk="0">
                  <a:moveTo>
                    <a:pt x="8134" y="0"/>
                  </a:moveTo>
                  <a:lnTo>
                    <a:pt x="7618" y="21"/>
                  </a:lnTo>
                  <a:lnTo>
                    <a:pt x="7102" y="83"/>
                  </a:lnTo>
                  <a:lnTo>
                    <a:pt x="6606" y="165"/>
                  </a:lnTo>
                  <a:lnTo>
                    <a:pt x="6131" y="289"/>
                  </a:lnTo>
                  <a:lnTo>
                    <a:pt x="5677" y="434"/>
                  </a:lnTo>
                  <a:lnTo>
                    <a:pt x="5223" y="599"/>
                  </a:lnTo>
                  <a:lnTo>
                    <a:pt x="4790" y="785"/>
                  </a:lnTo>
                  <a:lnTo>
                    <a:pt x="4398" y="991"/>
                  </a:lnTo>
                  <a:lnTo>
                    <a:pt x="4005" y="1218"/>
                  </a:lnTo>
                  <a:lnTo>
                    <a:pt x="3634" y="1466"/>
                  </a:lnTo>
                  <a:lnTo>
                    <a:pt x="3262" y="1734"/>
                  </a:lnTo>
                  <a:lnTo>
                    <a:pt x="2932" y="2023"/>
                  </a:lnTo>
                  <a:lnTo>
                    <a:pt x="2602" y="2312"/>
                  </a:lnTo>
                  <a:lnTo>
                    <a:pt x="2313" y="2642"/>
                  </a:lnTo>
                  <a:lnTo>
                    <a:pt x="2024" y="2993"/>
                  </a:lnTo>
                  <a:lnTo>
                    <a:pt x="1755" y="3344"/>
                  </a:lnTo>
                  <a:lnTo>
                    <a:pt x="1508" y="3716"/>
                  </a:lnTo>
                  <a:lnTo>
                    <a:pt x="1281" y="4087"/>
                  </a:lnTo>
                  <a:lnTo>
                    <a:pt x="1074" y="4500"/>
                  </a:lnTo>
                  <a:lnTo>
                    <a:pt x="889" y="4913"/>
                  </a:lnTo>
                  <a:lnTo>
                    <a:pt x="703" y="5326"/>
                  </a:lnTo>
                  <a:lnTo>
                    <a:pt x="558" y="5780"/>
                  </a:lnTo>
                  <a:lnTo>
                    <a:pt x="414" y="6213"/>
                  </a:lnTo>
                  <a:lnTo>
                    <a:pt x="311" y="6688"/>
                  </a:lnTo>
                  <a:lnTo>
                    <a:pt x="207" y="7142"/>
                  </a:lnTo>
                  <a:lnTo>
                    <a:pt x="125" y="7617"/>
                  </a:lnTo>
                  <a:lnTo>
                    <a:pt x="63" y="8112"/>
                  </a:lnTo>
                  <a:lnTo>
                    <a:pt x="22" y="8608"/>
                  </a:lnTo>
                  <a:lnTo>
                    <a:pt x="1" y="9103"/>
                  </a:lnTo>
                  <a:lnTo>
                    <a:pt x="1" y="9598"/>
                  </a:lnTo>
                  <a:lnTo>
                    <a:pt x="22" y="10115"/>
                  </a:lnTo>
                  <a:lnTo>
                    <a:pt x="63" y="10631"/>
                  </a:lnTo>
                  <a:lnTo>
                    <a:pt x="104" y="11147"/>
                  </a:lnTo>
                  <a:lnTo>
                    <a:pt x="2251" y="32283"/>
                  </a:lnTo>
                  <a:lnTo>
                    <a:pt x="2313" y="32985"/>
                  </a:lnTo>
                  <a:lnTo>
                    <a:pt x="2437" y="33687"/>
                  </a:lnTo>
                  <a:lnTo>
                    <a:pt x="2560" y="34430"/>
                  </a:lnTo>
                  <a:lnTo>
                    <a:pt x="2746" y="35173"/>
                  </a:lnTo>
                  <a:lnTo>
                    <a:pt x="2953" y="35895"/>
                  </a:lnTo>
                  <a:lnTo>
                    <a:pt x="3077" y="36246"/>
                  </a:lnTo>
                  <a:lnTo>
                    <a:pt x="3221" y="36597"/>
                  </a:lnTo>
                  <a:lnTo>
                    <a:pt x="3365" y="36948"/>
                  </a:lnTo>
                  <a:lnTo>
                    <a:pt x="3531" y="37299"/>
                  </a:lnTo>
                  <a:lnTo>
                    <a:pt x="3716" y="37609"/>
                  </a:lnTo>
                  <a:lnTo>
                    <a:pt x="3902" y="37939"/>
                  </a:lnTo>
                  <a:lnTo>
                    <a:pt x="4109" y="38228"/>
                  </a:lnTo>
                  <a:lnTo>
                    <a:pt x="4336" y="38517"/>
                  </a:lnTo>
                  <a:lnTo>
                    <a:pt x="4583" y="38785"/>
                  </a:lnTo>
                  <a:lnTo>
                    <a:pt x="4831" y="39054"/>
                  </a:lnTo>
                  <a:lnTo>
                    <a:pt x="5120" y="39281"/>
                  </a:lnTo>
                  <a:lnTo>
                    <a:pt x="5409" y="39508"/>
                  </a:lnTo>
                  <a:lnTo>
                    <a:pt x="5719" y="39693"/>
                  </a:lnTo>
                  <a:lnTo>
                    <a:pt x="6049" y="39859"/>
                  </a:lnTo>
                  <a:lnTo>
                    <a:pt x="6420" y="40024"/>
                  </a:lnTo>
                  <a:lnTo>
                    <a:pt x="6792" y="40127"/>
                  </a:lnTo>
                  <a:lnTo>
                    <a:pt x="7184" y="40230"/>
                  </a:lnTo>
                  <a:lnTo>
                    <a:pt x="7597" y="40292"/>
                  </a:lnTo>
                  <a:lnTo>
                    <a:pt x="8051" y="40333"/>
                  </a:lnTo>
                  <a:lnTo>
                    <a:pt x="8526" y="40333"/>
                  </a:lnTo>
                  <a:lnTo>
                    <a:pt x="9021" y="40313"/>
                  </a:lnTo>
                  <a:lnTo>
                    <a:pt x="9537" y="40251"/>
                  </a:lnTo>
                  <a:lnTo>
                    <a:pt x="9971" y="40148"/>
                  </a:lnTo>
                  <a:lnTo>
                    <a:pt x="10384" y="40003"/>
                  </a:lnTo>
                  <a:lnTo>
                    <a:pt x="10796" y="39859"/>
                  </a:lnTo>
                  <a:lnTo>
                    <a:pt x="11168" y="39673"/>
                  </a:lnTo>
                  <a:lnTo>
                    <a:pt x="11519" y="39487"/>
                  </a:lnTo>
                  <a:lnTo>
                    <a:pt x="11849" y="39281"/>
                  </a:lnTo>
                  <a:lnTo>
                    <a:pt x="12159" y="39054"/>
                  </a:lnTo>
                  <a:lnTo>
                    <a:pt x="12448" y="38826"/>
                  </a:lnTo>
                  <a:lnTo>
                    <a:pt x="12716" y="38558"/>
                  </a:lnTo>
                  <a:lnTo>
                    <a:pt x="12984" y="38310"/>
                  </a:lnTo>
                  <a:lnTo>
                    <a:pt x="13211" y="38021"/>
                  </a:lnTo>
                  <a:lnTo>
                    <a:pt x="13418" y="37733"/>
                  </a:lnTo>
                  <a:lnTo>
                    <a:pt x="13624" y="37444"/>
                  </a:lnTo>
                  <a:lnTo>
                    <a:pt x="13810" y="37134"/>
                  </a:lnTo>
                  <a:lnTo>
                    <a:pt x="13975" y="36804"/>
                  </a:lnTo>
                  <a:lnTo>
                    <a:pt x="14120" y="36473"/>
                  </a:lnTo>
                  <a:lnTo>
                    <a:pt x="14264" y="36143"/>
                  </a:lnTo>
                  <a:lnTo>
                    <a:pt x="14367" y="35813"/>
                  </a:lnTo>
                  <a:lnTo>
                    <a:pt x="14491" y="35462"/>
                  </a:lnTo>
                  <a:lnTo>
                    <a:pt x="14574" y="35111"/>
                  </a:lnTo>
                  <a:lnTo>
                    <a:pt x="14656" y="34781"/>
                  </a:lnTo>
                  <a:lnTo>
                    <a:pt x="14718" y="34430"/>
                  </a:lnTo>
                  <a:lnTo>
                    <a:pt x="14821" y="33707"/>
                  </a:lnTo>
                  <a:lnTo>
                    <a:pt x="14863" y="33006"/>
                  </a:lnTo>
                  <a:lnTo>
                    <a:pt x="14883" y="32325"/>
                  </a:lnTo>
                  <a:lnTo>
                    <a:pt x="14863" y="31643"/>
                  </a:lnTo>
                  <a:lnTo>
                    <a:pt x="14821" y="31003"/>
                  </a:lnTo>
                  <a:lnTo>
                    <a:pt x="14615" y="28939"/>
                  </a:lnTo>
                  <a:lnTo>
                    <a:pt x="14512" y="27928"/>
                  </a:lnTo>
                  <a:lnTo>
                    <a:pt x="14739" y="27866"/>
                  </a:lnTo>
                  <a:lnTo>
                    <a:pt x="15007" y="27804"/>
                  </a:lnTo>
                  <a:lnTo>
                    <a:pt x="15337" y="27680"/>
                  </a:lnTo>
                  <a:lnTo>
                    <a:pt x="15750" y="27515"/>
                  </a:lnTo>
                  <a:lnTo>
                    <a:pt x="16204" y="27309"/>
                  </a:lnTo>
                  <a:lnTo>
                    <a:pt x="16679" y="27061"/>
                  </a:lnTo>
                  <a:lnTo>
                    <a:pt x="17154" y="26731"/>
                  </a:lnTo>
                  <a:lnTo>
                    <a:pt x="17402" y="26545"/>
                  </a:lnTo>
                  <a:lnTo>
                    <a:pt x="17649" y="26359"/>
                  </a:lnTo>
                  <a:lnTo>
                    <a:pt x="17897" y="26132"/>
                  </a:lnTo>
                  <a:lnTo>
                    <a:pt x="18124" y="25905"/>
                  </a:lnTo>
                  <a:lnTo>
                    <a:pt x="18351" y="25657"/>
                  </a:lnTo>
                  <a:lnTo>
                    <a:pt x="18557" y="25368"/>
                  </a:lnTo>
                  <a:lnTo>
                    <a:pt x="18764" y="25079"/>
                  </a:lnTo>
                  <a:lnTo>
                    <a:pt x="18950" y="24770"/>
                  </a:lnTo>
                  <a:lnTo>
                    <a:pt x="19115" y="24440"/>
                  </a:lnTo>
                  <a:lnTo>
                    <a:pt x="19280" y="24089"/>
                  </a:lnTo>
                  <a:lnTo>
                    <a:pt x="19404" y="23717"/>
                  </a:lnTo>
                  <a:lnTo>
                    <a:pt x="19528" y="23325"/>
                  </a:lnTo>
                  <a:lnTo>
                    <a:pt x="19610" y="22912"/>
                  </a:lnTo>
                  <a:lnTo>
                    <a:pt x="19672" y="22479"/>
                  </a:lnTo>
                  <a:lnTo>
                    <a:pt x="19693" y="22004"/>
                  </a:lnTo>
                  <a:lnTo>
                    <a:pt x="19693" y="21508"/>
                  </a:lnTo>
                  <a:lnTo>
                    <a:pt x="19651" y="20414"/>
                  </a:lnTo>
                  <a:lnTo>
                    <a:pt x="19548" y="19114"/>
                  </a:lnTo>
                  <a:lnTo>
                    <a:pt x="19424" y="17607"/>
                  </a:lnTo>
                  <a:lnTo>
                    <a:pt x="19280" y="15977"/>
                  </a:lnTo>
                  <a:lnTo>
                    <a:pt x="18888" y="12426"/>
                  </a:lnTo>
                  <a:lnTo>
                    <a:pt x="18454" y="8773"/>
                  </a:lnTo>
                  <a:lnTo>
                    <a:pt x="18392" y="8298"/>
                  </a:lnTo>
                  <a:lnTo>
                    <a:pt x="18289" y="7823"/>
                  </a:lnTo>
                  <a:lnTo>
                    <a:pt x="18186" y="7369"/>
                  </a:lnTo>
                  <a:lnTo>
                    <a:pt x="18041" y="6915"/>
                  </a:lnTo>
                  <a:lnTo>
                    <a:pt x="17897" y="6461"/>
                  </a:lnTo>
                  <a:lnTo>
                    <a:pt x="17711" y="6028"/>
                  </a:lnTo>
                  <a:lnTo>
                    <a:pt x="17525" y="5615"/>
                  </a:lnTo>
                  <a:lnTo>
                    <a:pt x="17319" y="5202"/>
                  </a:lnTo>
                  <a:lnTo>
                    <a:pt x="17092" y="4789"/>
                  </a:lnTo>
                  <a:lnTo>
                    <a:pt x="16844" y="4418"/>
                  </a:lnTo>
                  <a:lnTo>
                    <a:pt x="16576" y="4046"/>
                  </a:lnTo>
                  <a:lnTo>
                    <a:pt x="16287" y="3674"/>
                  </a:lnTo>
                  <a:lnTo>
                    <a:pt x="15998" y="3324"/>
                  </a:lnTo>
                  <a:lnTo>
                    <a:pt x="15688" y="2993"/>
                  </a:lnTo>
                  <a:lnTo>
                    <a:pt x="15358" y="2684"/>
                  </a:lnTo>
                  <a:lnTo>
                    <a:pt x="15007" y="2374"/>
                  </a:lnTo>
                  <a:lnTo>
                    <a:pt x="14656" y="2085"/>
                  </a:lnTo>
                  <a:lnTo>
                    <a:pt x="14285" y="1817"/>
                  </a:lnTo>
                  <a:lnTo>
                    <a:pt x="13913" y="1569"/>
                  </a:lnTo>
                  <a:lnTo>
                    <a:pt x="13521" y="1321"/>
                  </a:lnTo>
                  <a:lnTo>
                    <a:pt x="13129" y="1094"/>
                  </a:lnTo>
                  <a:lnTo>
                    <a:pt x="12716" y="909"/>
                  </a:lnTo>
                  <a:lnTo>
                    <a:pt x="12283" y="723"/>
                  </a:lnTo>
                  <a:lnTo>
                    <a:pt x="11849" y="558"/>
                  </a:lnTo>
                  <a:lnTo>
                    <a:pt x="11416" y="413"/>
                  </a:lnTo>
                  <a:lnTo>
                    <a:pt x="10961" y="289"/>
                  </a:lnTo>
                  <a:lnTo>
                    <a:pt x="10507" y="186"/>
                  </a:lnTo>
                  <a:lnTo>
                    <a:pt x="10053" y="104"/>
                  </a:lnTo>
                  <a:lnTo>
                    <a:pt x="9579" y="42"/>
                  </a:lnTo>
                  <a:lnTo>
                    <a:pt x="9104" y="0"/>
                  </a:lnTo>
                  <a:close/>
                </a:path>
              </a:pathLst>
            </a:custGeom>
            <a:solidFill>
              <a:srgbClr val="FFBF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5" name="Google Shape;755;p27"/>
            <p:cNvSpPr/>
            <p:nvPr/>
          </p:nvSpPr>
          <p:spPr>
            <a:xfrm>
              <a:off x="1774750" y="1508075"/>
              <a:ext cx="179600" cy="81025"/>
            </a:xfrm>
            <a:custGeom>
              <a:avLst/>
              <a:gdLst/>
              <a:ahLst/>
              <a:cxnLst/>
              <a:rect l="l" t="t" r="r" b="b"/>
              <a:pathLst>
                <a:path w="7184" h="3241" extrusionOk="0">
                  <a:moveTo>
                    <a:pt x="0" y="0"/>
                  </a:moveTo>
                  <a:lnTo>
                    <a:pt x="83" y="165"/>
                  </a:lnTo>
                  <a:lnTo>
                    <a:pt x="207" y="351"/>
                  </a:lnTo>
                  <a:lnTo>
                    <a:pt x="372" y="599"/>
                  </a:lnTo>
                  <a:lnTo>
                    <a:pt x="599" y="888"/>
                  </a:lnTo>
                  <a:lnTo>
                    <a:pt x="867" y="1197"/>
                  </a:lnTo>
                  <a:lnTo>
                    <a:pt x="1198" y="1507"/>
                  </a:lnTo>
                  <a:lnTo>
                    <a:pt x="1590" y="1837"/>
                  </a:lnTo>
                  <a:lnTo>
                    <a:pt x="1817" y="2002"/>
                  </a:lnTo>
                  <a:lnTo>
                    <a:pt x="2044" y="2167"/>
                  </a:lnTo>
                  <a:lnTo>
                    <a:pt x="2312" y="2333"/>
                  </a:lnTo>
                  <a:lnTo>
                    <a:pt x="2581" y="2477"/>
                  </a:lnTo>
                  <a:lnTo>
                    <a:pt x="2870" y="2601"/>
                  </a:lnTo>
                  <a:lnTo>
                    <a:pt x="3159" y="2745"/>
                  </a:lnTo>
                  <a:lnTo>
                    <a:pt x="3489" y="2849"/>
                  </a:lnTo>
                  <a:lnTo>
                    <a:pt x="3819" y="2972"/>
                  </a:lnTo>
                  <a:lnTo>
                    <a:pt x="4170" y="3055"/>
                  </a:lnTo>
                  <a:lnTo>
                    <a:pt x="4542" y="3138"/>
                  </a:lnTo>
                  <a:lnTo>
                    <a:pt x="4934" y="3179"/>
                  </a:lnTo>
                  <a:lnTo>
                    <a:pt x="5347" y="3220"/>
                  </a:lnTo>
                  <a:lnTo>
                    <a:pt x="5780" y="3241"/>
                  </a:lnTo>
                  <a:lnTo>
                    <a:pt x="6234" y="3241"/>
                  </a:lnTo>
                  <a:lnTo>
                    <a:pt x="6709" y="3220"/>
                  </a:lnTo>
                  <a:lnTo>
                    <a:pt x="7184" y="3158"/>
                  </a:lnTo>
                  <a:lnTo>
                    <a:pt x="7060" y="1796"/>
                  </a:lnTo>
                  <a:lnTo>
                    <a:pt x="6915" y="1796"/>
                  </a:lnTo>
                  <a:lnTo>
                    <a:pt x="6482" y="1817"/>
                  </a:lnTo>
                  <a:lnTo>
                    <a:pt x="5801" y="1796"/>
                  </a:lnTo>
                  <a:lnTo>
                    <a:pt x="5388" y="1755"/>
                  </a:lnTo>
                  <a:lnTo>
                    <a:pt x="4913" y="1693"/>
                  </a:lnTo>
                  <a:lnTo>
                    <a:pt x="4418" y="1610"/>
                  </a:lnTo>
                  <a:lnTo>
                    <a:pt x="3860" y="1507"/>
                  </a:lnTo>
                  <a:lnTo>
                    <a:pt x="3282" y="1362"/>
                  </a:lnTo>
                  <a:lnTo>
                    <a:pt x="2663" y="1177"/>
                  </a:lnTo>
                  <a:lnTo>
                    <a:pt x="2023" y="970"/>
                  </a:lnTo>
                  <a:lnTo>
                    <a:pt x="1363" y="702"/>
                  </a:lnTo>
                  <a:lnTo>
                    <a:pt x="682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6" name="Google Shape;756;p27"/>
            <p:cNvSpPr/>
            <p:nvPr/>
          </p:nvSpPr>
          <p:spPr>
            <a:xfrm>
              <a:off x="1746875" y="1135500"/>
              <a:ext cx="82600" cy="25825"/>
            </a:xfrm>
            <a:custGeom>
              <a:avLst/>
              <a:gdLst/>
              <a:ahLst/>
              <a:cxnLst/>
              <a:rect l="l" t="t" r="r" b="b"/>
              <a:pathLst>
                <a:path w="3304" h="1033" extrusionOk="0">
                  <a:moveTo>
                    <a:pt x="1611" y="0"/>
                  </a:moveTo>
                  <a:lnTo>
                    <a:pt x="1404" y="21"/>
                  </a:lnTo>
                  <a:lnTo>
                    <a:pt x="1198" y="62"/>
                  </a:lnTo>
                  <a:lnTo>
                    <a:pt x="1012" y="124"/>
                  </a:lnTo>
                  <a:lnTo>
                    <a:pt x="847" y="186"/>
                  </a:lnTo>
                  <a:lnTo>
                    <a:pt x="703" y="268"/>
                  </a:lnTo>
                  <a:lnTo>
                    <a:pt x="558" y="351"/>
                  </a:lnTo>
                  <a:lnTo>
                    <a:pt x="310" y="516"/>
                  </a:lnTo>
                  <a:lnTo>
                    <a:pt x="145" y="702"/>
                  </a:lnTo>
                  <a:lnTo>
                    <a:pt x="42" y="846"/>
                  </a:lnTo>
                  <a:lnTo>
                    <a:pt x="1" y="950"/>
                  </a:lnTo>
                  <a:lnTo>
                    <a:pt x="1" y="991"/>
                  </a:lnTo>
                  <a:lnTo>
                    <a:pt x="21" y="1012"/>
                  </a:lnTo>
                  <a:lnTo>
                    <a:pt x="42" y="1032"/>
                  </a:lnTo>
                  <a:lnTo>
                    <a:pt x="83" y="1032"/>
                  </a:lnTo>
                  <a:lnTo>
                    <a:pt x="187" y="991"/>
                  </a:lnTo>
                  <a:lnTo>
                    <a:pt x="538" y="826"/>
                  </a:lnTo>
                  <a:lnTo>
                    <a:pt x="765" y="743"/>
                  </a:lnTo>
                  <a:lnTo>
                    <a:pt x="1012" y="640"/>
                  </a:lnTo>
                  <a:lnTo>
                    <a:pt x="1301" y="578"/>
                  </a:lnTo>
                  <a:lnTo>
                    <a:pt x="1631" y="537"/>
                  </a:lnTo>
                  <a:lnTo>
                    <a:pt x="1962" y="516"/>
                  </a:lnTo>
                  <a:lnTo>
                    <a:pt x="2251" y="557"/>
                  </a:lnTo>
                  <a:lnTo>
                    <a:pt x="2519" y="599"/>
                  </a:lnTo>
                  <a:lnTo>
                    <a:pt x="2767" y="661"/>
                  </a:lnTo>
                  <a:lnTo>
                    <a:pt x="3118" y="764"/>
                  </a:lnTo>
                  <a:lnTo>
                    <a:pt x="3221" y="785"/>
                  </a:lnTo>
                  <a:lnTo>
                    <a:pt x="3262" y="785"/>
                  </a:lnTo>
                  <a:lnTo>
                    <a:pt x="3283" y="764"/>
                  </a:lnTo>
                  <a:lnTo>
                    <a:pt x="3303" y="723"/>
                  </a:lnTo>
                  <a:lnTo>
                    <a:pt x="3283" y="702"/>
                  </a:lnTo>
                  <a:lnTo>
                    <a:pt x="3242" y="599"/>
                  </a:lnTo>
                  <a:lnTo>
                    <a:pt x="3118" y="454"/>
                  </a:lnTo>
                  <a:lnTo>
                    <a:pt x="2932" y="310"/>
                  </a:lnTo>
                  <a:lnTo>
                    <a:pt x="2808" y="248"/>
                  </a:lnTo>
                  <a:lnTo>
                    <a:pt x="2684" y="186"/>
                  </a:lnTo>
                  <a:lnTo>
                    <a:pt x="2540" y="124"/>
                  </a:lnTo>
                  <a:lnTo>
                    <a:pt x="2375" y="62"/>
                  </a:lnTo>
                  <a:lnTo>
                    <a:pt x="2189" y="21"/>
                  </a:lnTo>
                  <a:lnTo>
                    <a:pt x="2003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7" name="Google Shape;757;p27"/>
            <p:cNvSpPr/>
            <p:nvPr/>
          </p:nvSpPr>
          <p:spPr>
            <a:xfrm>
              <a:off x="1797450" y="1194325"/>
              <a:ext cx="36150" cy="34600"/>
            </a:xfrm>
            <a:custGeom>
              <a:avLst/>
              <a:gdLst/>
              <a:ahLst/>
              <a:cxnLst/>
              <a:rect l="l" t="t" r="r" b="b"/>
              <a:pathLst>
                <a:path w="1446" h="1384" extrusionOk="0">
                  <a:moveTo>
                    <a:pt x="682" y="0"/>
                  </a:moveTo>
                  <a:lnTo>
                    <a:pt x="537" y="21"/>
                  </a:lnTo>
                  <a:lnTo>
                    <a:pt x="393" y="83"/>
                  </a:lnTo>
                  <a:lnTo>
                    <a:pt x="290" y="145"/>
                  </a:lnTo>
                  <a:lnTo>
                    <a:pt x="186" y="248"/>
                  </a:lnTo>
                  <a:lnTo>
                    <a:pt x="104" y="351"/>
                  </a:lnTo>
                  <a:lnTo>
                    <a:pt x="42" y="475"/>
                  </a:lnTo>
                  <a:lnTo>
                    <a:pt x="1" y="619"/>
                  </a:lnTo>
                  <a:lnTo>
                    <a:pt x="1" y="764"/>
                  </a:lnTo>
                  <a:lnTo>
                    <a:pt x="21" y="888"/>
                  </a:lnTo>
                  <a:lnTo>
                    <a:pt x="83" y="1012"/>
                  </a:lnTo>
                  <a:lnTo>
                    <a:pt x="166" y="1136"/>
                  </a:lnTo>
                  <a:lnTo>
                    <a:pt x="248" y="1218"/>
                  </a:lnTo>
                  <a:lnTo>
                    <a:pt x="372" y="1301"/>
                  </a:lnTo>
                  <a:lnTo>
                    <a:pt x="496" y="1342"/>
                  </a:lnTo>
                  <a:lnTo>
                    <a:pt x="641" y="1383"/>
                  </a:lnTo>
                  <a:lnTo>
                    <a:pt x="785" y="1383"/>
                  </a:lnTo>
                  <a:lnTo>
                    <a:pt x="930" y="1342"/>
                  </a:lnTo>
                  <a:lnTo>
                    <a:pt x="1053" y="1301"/>
                  </a:lnTo>
                  <a:lnTo>
                    <a:pt x="1177" y="1218"/>
                  </a:lnTo>
                  <a:lnTo>
                    <a:pt x="1280" y="1136"/>
                  </a:lnTo>
                  <a:lnTo>
                    <a:pt x="1363" y="1012"/>
                  </a:lnTo>
                  <a:lnTo>
                    <a:pt x="1404" y="888"/>
                  </a:lnTo>
                  <a:lnTo>
                    <a:pt x="1446" y="764"/>
                  </a:lnTo>
                  <a:lnTo>
                    <a:pt x="1446" y="619"/>
                  </a:lnTo>
                  <a:lnTo>
                    <a:pt x="1425" y="475"/>
                  </a:lnTo>
                  <a:lnTo>
                    <a:pt x="1363" y="351"/>
                  </a:lnTo>
                  <a:lnTo>
                    <a:pt x="1301" y="248"/>
                  </a:lnTo>
                  <a:lnTo>
                    <a:pt x="1198" y="145"/>
                  </a:lnTo>
                  <a:lnTo>
                    <a:pt x="1095" y="83"/>
                  </a:lnTo>
                  <a:lnTo>
                    <a:pt x="950" y="21"/>
                  </a:lnTo>
                  <a:lnTo>
                    <a:pt x="826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8" name="Google Shape;758;p27"/>
            <p:cNvSpPr/>
            <p:nvPr/>
          </p:nvSpPr>
          <p:spPr>
            <a:xfrm>
              <a:off x="1885700" y="1131875"/>
              <a:ext cx="68650" cy="171875"/>
            </a:xfrm>
            <a:custGeom>
              <a:avLst/>
              <a:gdLst/>
              <a:ahLst/>
              <a:cxnLst/>
              <a:rect l="l" t="t" r="r" b="b"/>
              <a:pathLst>
                <a:path w="2746" h="6875" extrusionOk="0">
                  <a:moveTo>
                    <a:pt x="21" y="1"/>
                  </a:moveTo>
                  <a:lnTo>
                    <a:pt x="0" y="21"/>
                  </a:lnTo>
                  <a:lnTo>
                    <a:pt x="21" y="83"/>
                  </a:lnTo>
                  <a:lnTo>
                    <a:pt x="83" y="331"/>
                  </a:lnTo>
                  <a:lnTo>
                    <a:pt x="413" y="1239"/>
                  </a:lnTo>
                  <a:lnTo>
                    <a:pt x="929" y="2540"/>
                  </a:lnTo>
                  <a:lnTo>
                    <a:pt x="1590" y="4129"/>
                  </a:lnTo>
                  <a:lnTo>
                    <a:pt x="2271" y="5698"/>
                  </a:lnTo>
                  <a:lnTo>
                    <a:pt x="2353" y="5883"/>
                  </a:lnTo>
                  <a:lnTo>
                    <a:pt x="2415" y="6049"/>
                  </a:lnTo>
                  <a:lnTo>
                    <a:pt x="2436" y="6193"/>
                  </a:lnTo>
                  <a:lnTo>
                    <a:pt x="2436" y="6255"/>
                  </a:lnTo>
                  <a:lnTo>
                    <a:pt x="2436" y="6317"/>
                  </a:lnTo>
                  <a:lnTo>
                    <a:pt x="2415" y="6379"/>
                  </a:lnTo>
                  <a:lnTo>
                    <a:pt x="2374" y="6420"/>
                  </a:lnTo>
                  <a:lnTo>
                    <a:pt x="2271" y="6482"/>
                  </a:lnTo>
                  <a:lnTo>
                    <a:pt x="2147" y="6523"/>
                  </a:lnTo>
                  <a:lnTo>
                    <a:pt x="2003" y="6544"/>
                  </a:lnTo>
                  <a:lnTo>
                    <a:pt x="1012" y="6730"/>
                  </a:lnTo>
                  <a:lnTo>
                    <a:pt x="764" y="6792"/>
                  </a:lnTo>
                  <a:lnTo>
                    <a:pt x="681" y="6812"/>
                  </a:lnTo>
                  <a:lnTo>
                    <a:pt x="661" y="6833"/>
                  </a:lnTo>
                  <a:lnTo>
                    <a:pt x="702" y="6854"/>
                  </a:lnTo>
                  <a:lnTo>
                    <a:pt x="764" y="6874"/>
                  </a:lnTo>
                  <a:lnTo>
                    <a:pt x="1032" y="6854"/>
                  </a:lnTo>
                  <a:lnTo>
                    <a:pt x="2023" y="6792"/>
                  </a:lnTo>
                  <a:lnTo>
                    <a:pt x="2188" y="6771"/>
                  </a:lnTo>
                  <a:lnTo>
                    <a:pt x="2374" y="6730"/>
                  </a:lnTo>
                  <a:lnTo>
                    <a:pt x="2477" y="6668"/>
                  </a:lnTo>
                  <a:lnTo>
                    <a:pt x="2580" y="6606"/>
                  </a:lnTo>
                  <a:lnTo>
                    <a:pt x="2663" y="6503"/>
                  </a:lnTo>
                  <a:lnTo>
                    <a:pt x="2704" y="6399"/>
                  </a:lnTo>
                  <a:lnTo>
                    <a:pt x="2746" y="6276"/>
                  </a:lnTo>
                  <a:lnTo>
                    <a:pt x="2746" y="6172"/>
                  </a:lnTo>
                  <a:lnTo>
                    <a:pt x="2725" y="6069"/>
                  </a:lnTo>
                  <a:lnTo>
                    <a:pt x="2704" y="5966"/>
                  </a:lnTo>
                  <a:lnTo>
                    <a:pt x="2642" y="5760"/>
                  </a:lnTo>
                  <a:lnTo>
                    <a:pt x="2560" y="5574"/>
                  </a:lnTo>
                  <a:lnTo>
                    <a:pt x="1899" y="3984"/>
                  </a:lnTo>
                  <a:lnTo>
                    <a:pt x="1218" y="2416"/>
                  </a:lnTo>
                  <a:lnTo>
                    <a:pt x="640" y="1136"/>
                  </a:lnTo>
                  <a:lnTo>
                    <a:pt x="207" y="290"/>
                  </a:lnTo>
                  <a:lnTo>
                    <a:pt x="83" y="63"/>
                  </a:lnTo>
                  <a:lnTo>
                    <a:pt x="42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9" name="Google Shape;759;p27"/>
            <p:cNvSpPr/>
            <p:nvPr/>
          </p:nvSpPr>
          <p:spPr>
            <a:xfrm>
              <a:off x="1727275" y="1059125"/>
              <a:ext cx="83100" cy="26850"/>
            </a:xfrm>
            <a:custGeom>
              <a:avLst/>
              <a:gdLst/>
              <a:ahLst/>
              <a:cxnLst/>
              <a:rect l="l" t="t" r="r" b="b"/>
              <a:pathLst>
                <a:path w="3324" h="1074" extrusionOk="0">
                  <a:moveTo>
                    <a:pt x="1941" y="0"/>
                  </a:moveTo>
                  <a:lnTo>
                    <a:pt x="1569" y="42"/>
                  </a:lnTo>
                  <a:lnTo>
                    <a:pt x="1198" y="124"/>
                  </a:lnTo>
                  <a:lnTo>
                    <a:pt x="867" y="227"/>
                  </a:lnTo>
                  <a:lnTo>
                    <a:pt x="578" y="372"/>
                  </a:lnTo>
                  <a:lnTo>
                    <a:pt x="351" y="537"/>
                  </a:lnTo>
                  <a:lnTo>
                    <a:pt x="186" y="681"/>
                  </a:lnTo>
                  <a:lnTo>
                    <a:pt x="62" y="826"/>
                  </a:lnTo>
                  <a:lnTo>
                    <a:pt x="21" y="929"/>
                  </a:lnTo>
                  <a:lnTo>
                    <a:pt x="0" y="991"/>
                  </a:lnTo>
                  <a:lnTo>
                    <a:pt x="21" y="1012"/>
                  </a:lnTo>
                  <a:lnTo>
                    <a:pt x="42" y="1053"/>
                  </a:lnTo>
                  <a:lnTo>
                    <a:pt x="83" y="1074"/>
                  </a:lnTo>
                  <a:lnTo>
                    <a:pt x="207" y="1074"/>
                  </a:lnTo>
                  <a:lnTo>
                    <a:pt x="372" y="1053"/>
                  </a:lnTo>
                  <a:lnTo>
                    <a:pt x="578" y="1012"/>
                  </a:lnTo>
                  <a:lnTo>
                    <a:pt x="1074" y="908"/>
                  </a:lnTo>
                  <a:lnTo>
                    <a:pt x="1363" y="847"/>
                  </a:lnTo>
                  <a:lnTo>
                    <a:pt x="1672" y="785"/>
                  </a:lnTo>
                  <a:lnTo>
                    <a:pt x="1982" y="743"/>
                  </a:lnTo>
                  <a:lnTo>
                    <a:pt x="2271" y="723"/>
                  </a:lnTo>
                  <a:lnTo>
                    <a:pt x="2787" y="681"/>
                  </a:lnTo>
                  <a:lnTo>
                    <a:pt x="2993" y="661"/>
                  </a:lnTo>
                  <a:lnTo>
                    <a:pt x="3159" y="619"/>
                  </a:lnTo>
                  <a:lnTo>
                    <a:pt x="3262" y="578"/>
                  </a:lnTo>
                  <a:lnTo>
                    <a:pt x="3303" y="537"/>
                  </a:lnTo>
                  <a:lnTo>
                    <a:pt x="3303" y="516"/>
                  </a:lnTo>
                  <a:lnTo>
                    <a:pt x="3324" y="475"/>
                  </a:lnTo>
                  <a:lnTo>
                    <a:pt x="3303" y="434"/>
                  </a:lnTo>
                  <a:lnTo>
                    <a:pt x="3220" y="330"/>
                  </a:lnTo>
                  <a:lnTo>
                    <a:pt x="3076" y="227"/>
                  </a:lnTo>
                  <a:lnTo>
                    <a:pt x="2849" y="145"/>
                  </a:lnTo>
                  <a:lnTo>
                    <a:pt x="2601" y="62"/>
                  </a:lnTo>
                  <a:lnTo>
                    <a:pt x="2292" y="21"/>
                  </a:lnTo>
                  <a:lnTo>
                    <a:pt x="1941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0" name="Google Shape;760;p27"/>
            <p:cNvSpPr/>
            <p:nvPr/>
          </p:nvSpPr>
          <p:spPr>
            <a:xfrm>
              <a:off x="1944000" y="1076150"/>
              <a:ext cx="82075" cy="20675"/>
            </a:xfrm>
            <a:custGeom>
              <a:avLst/>
              <a:gdLst/>
              <a:ahLst/>
              <a:cxnLst/>
              <a:rect l="l" t="t" r="r" b="b"/>
              <a:pathLst>
                <a:path w="3283" h="827" extrusionOk="0">
                  <a:moveTo>
                    <a:pt x="1962" y="0"/>
                  </a:moveTo>
                  <a:lnTo>
                    <a:pt x="1590" y="21"/>
                  </a:lnTo>
                  <a:lnTo>
                    <a:pt x="1219" y="62"/>
                  </a:lnTo>
                  <a:lnTo>
                    <a:pt x="888" y="145"/>
                  </a:lnTo>
                  <a:lnTo>
                    <a:pt x="599" y="248"/>
                  </a:lnTo>
                  <a:lnTo>
                    <a:pt x="372" y="372"/>
                  </a:lnTo>
                  <a:lnTo>
                    <a:pt x="187" y="475"/>
                  </a:lnTo>
                  <a:lnTo>
                    <a:pt x="63" y="599"/>
                  </a:lnTo>
                  <a:lnTo>
                    <a:pt x="1" y="682"/>
                  </a:lnTo>
                  <a:lnTo>
                    <a:pt x="1" y="723"/>
                  </a:lnTo>
                  <a:lnTo>
                    <a:pt x="21" y="764"/>
                  </a:lnTo>
                  <a:lnTo>
                    <a:pt x="42" y="785"/>
                  </a:lnTo>
                  <a:lnTo>
                    <a:pt x="83" y="805"/>
                  </a:lnTo>
                  <a:lnTo>
                    <a:pt x="187" y="826"/>
                  </a:lnTo>
                  <a:lnTo>
                    <a:pt x="352" y="805"/>
                  </a:lnTo>
                  <a:lnTo>
                    <a:pt x="558" y="785"/>
                  </a:lnTo>
                  <a:lnTo>
                    <a:pt x="1053" y="723"/>
                  </a:lnTo>
                  <a:lnTo>
                    <a:pt x="1652" y="661"/>
                  </a:lnTo>
                  <a:lnTo>
                    <a:pt x="2251" y="640"/>
                  </a:lnTo>
                  <a:lnTo>
                    <a:pt x="2746" y="620"/>
                  </a:lnTo>
                  <a:lnTo>
                    <a:pt x="2952" y="620"/>
                  </a:lnTo>
                  <a:lnTo>
                    <a:pt x="3118" y="599"/>
                  </a:lnTo>
                  <a:lnTo>
                    <a:pt x="3221" y="578"/>
                  </a:lnTo>
                  <a:lnTo>
                    <a:pt x="3262" y="558"/>
                  </a:lnTo>
                  <a:lnTo>
                    <a:pt x="3283" y="516"/>
                  </a:lnTo>
                  <a:lnTo>
                    <a:pt x="3283" y="496"/>
                  </a:lnTo>
                  <a:lnTo>
                    <a:pt x="3283" y="455"/>
                  </a:lnTo>
                  <a:lnTo>
                    <a:pt x="3200" y="372"/>
                  </a:lnTo>
                  <a:lnTo>
                    <a:pt x="3056" y="269"/>
                  </a:lnTo>
                  <a:lnTo>
                    <a:pt x="2849" y="186"/>
                  </a:lnTo>
                  <a:lnTo>
                    <a:pt x="2602" y="104"/>
                  </a:lnTo>
                  <a:lnTo>
                    <a:pt x="2292" y="42"/>
                  </a:lnTo>
                  <a:lnTo>
                    <a:pt x="1962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1" name="Google Shape;761;p27"/>
            <p:cNvSpPr/>
            <p:nvPr/>
          </p:nvSpPr>
          <p:spPr>
            <a:xfrm>
              <a:off x="1519325" y="1229400"/>
              <a:ext cx="97550" cy="139350"/>
            </a:xfrm>
            <a:custGeom>
              <a:avLst/>
              <a:gdLst/>
              <a:ahLst/>
              <a:cxnLst/>
              <a:rect l="l" t="t" r="r" b="b"/>
              <a:pathLst>
                <a:path w="3902" h="5574" extrusionOk="0">
                  <a:moveTo>
                    <a:pt x="2271" y="1"/>
                  </a:moveTo>
                  <a:lnTo>
                    <a:pt x="1940" y="21"/>
                  </a:lnTo>
                  <a:lnTo>
                    <a:pt x="1610" y="83"/>
                  </a:lnTo>
                  <a:lnTo>
                    <a:pt x="1445" y="145"/>
                  </a:lnTo>
                  <a:lnTo>
                    <a:pt x="1280" y="207"/>
                  </a:lnTo>
                  <a:lnTo>
                    <a:pt x="1115" y="269"/>
                  </a:lnTo>
                  <a:lnTo>
                    <a:pt x="970" y="352"/>
                  </a:lnTo>
                  <a:lnTo>
                    <a:pt x="826" y="455"/>
                  </a:lnTo>
                  <a:lnTo>
                    <a:pt x="681" y="579"/>
                  </a:lnTo>
                  <a:lnTo>
                    <a:pt x="557" y="703"/>
                  </a:lnTo>
                  <a:lnTo>
                    <a:pt x="434" y="868"/>
                  </a:lnTo>
                  <a:lnTo>
                    <a:pt x="310" y="1033"/>
                  </a:lnTo>
                  <a:lnTo>
                    <a:pt x="227" y="1219"/>
                  </a:lnTo>
                  <a:lnTo>
                    <a:pt x="145" y="1446"/>
                  </a:lnTo>
                  <a:lnTo>
                    <a:pt x="83" y="1673"/>
                  </a:lnTo>
                  <a:lnTo>
                    <a:pt x="41" y="1920"/>
                  </a:lnTo>
                  <a:lnTo>
                    <a:pt x="0" y="2209"/>
                  </a:lnTo>
                  <a:lnTo>
                    <a:pt x="0" y="2498"/>
                  </a:lnTo>
                  <a:lnTo>
                    <a:pt x="0" y="2829"/>
                  </a:lnTo>
                  <a:lnTo>
                    <a:pt x="41" y="3159"/>
                  </a:lnTo>
                  <a:lnTo>
                    <a:pt x="103" y="3469"/>
                  </a:lnTo>
                  <a:lnTo>
                    <a:pt x="165" y="3758"/>
                  </a:lnTo>
                  <a:lnTo>
                    <a:pt x="248" y="4005"/>
                  </a:lnTo>
                  <a:lnTo>
                    <a:pt x="351" y="4232"/>
                  </a:lnTo>
                  <a:lnTo>
                    <a:pt x="475" y="4439"/>
                  </a:lnTo>
                  <a:lnTo>
                    <a:pt x="599" y="4624"/>
                  </a:lnTo>
                  <a:lnTo>
                    <a:pt x="722" y="4790"/>
                  </a:lnTo>
                  <a:lnTo>
                    <a:pt x="867" y="4934"/>
                  </a:lnTo>
                  <a:lnTo>
                    <a:pt x="1032" y="5079"/>
                  </a:lnTo>
                  <a:lnTo>
                    <a:pt x="1197" y="5182"/>
                  </a:lnTo>
                  <a:lnTo>
                    <a:pt x="1362" y="5285"/>
                  </a:lnTo>
                  <a:lnTo>
                    <a:pt x="1527" y="5347"/>
                  </a:lnTo>
                  <a:lnTo>
                    <a:pt x="1693" y="5429"/>
                  </a:lnTo>
                  <a:lnTo>
                    <a:pt x="2044" y="5512"/>
                  </a:lnTo>
                  <a:lnTo>
                    <a:pt x="2394" y="5574"/>
                  </a:lnTo>
                  <a:lnTo>
                    <a:pt x="3055" y="5574"/>
                  </a:lnTo>
                  <a:lnTo>
                    <a:pt x="3323" y="5533"/>
                  </a:lnTo>
                  <a:lnTo>
                    <a:pt x="3550" y="5491"/>
                  </a:lnTo>
                  <a:lnTo>
                    <a:pt x="3736" y="5450"/>
                  </a:lnTo>
                  <a:lnTo>
                    <a:pt x="3860" y="5409"/>
                  </a:lnTo>
                  <a:lnTo>
                    <a:pt x="3901" y="5368"/>
                  </a:lnTo>
                  <a:lnTo>
                    <a:pt x="3468" y="125"/>
                  </a:lnTo>
                  <a:lnTo>
                    <a:pt x="3282" y="83"/>
                  </a:lnTo>
                  <a:lnTo>
                    <a:pt x="3096" y="42"/>
                  </a:lnTo>
                  <a:lnTo>
                    <a:pt x="2849" y="21"/>
                  </a:lnTo>
                  <a:lnTo>
                    <a:pt x="2580" y="1"/>
                  </a:lnTo>
                  <a:close/>
                </a:path>
              </a:pathLst>
            </a:custGeom>
            <a:solidFill>
              <a:srgbClr val="FFBF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2" name="Google Shape;762;p27"/>
            <p:cNvSpPr/>
            <p:nvPr/>
          </p:nvSpPr>
          <p:spPr>
            <a:xfrm>
              <a:off x="1542525" y="1259850"/>
              <a:ext cx="43900" cy="79500"/>
            </a:xfrm>
            <a:custGeom>
              <a:avLst/>
              <a:gdLst/>
              <a:ahLst/>
              <a:cxnLst/>
              <a:rect l="l" t="t" r="r" b="b"/>
              <a:pathLst>
                <a:path w="1756" h="3180" extrusionOk="0">
                  <a:moveTo>
                    <a:pt x="785" y="1"/>
                  </a:moveTo>
                  <a:lnTo>
                    <a:pt x="682" y="42"/>
                  </a:lnTo>
                  <a:lnTo>
                    <a:pt x="599" y="83"/>
                  </a:lnTo>
                  <a:lnTo>
                    <a:pt x="496" y="145"/>
                  </a:lnTo>
                  <a:lnTo>
                    <a:pt x="414" y="228"/>
                  </a:lnTo>
                  <a:lnTo>
                    <a:pt x="331" y="310"/>
                  </a:lnTo>
                  <a:lnTo>
                    <a:pt x="269" y="414"/>
                  </a:lnTo>
                  <a:lnTo>
                    <a:pt x="166" y="620"/>
                  </a:lnTo>
                  <a:lnTo>
                    <a:pt x="83" y="868"/>
                  </a:lnTo>
                  <a:lnTo>
                    <a:pt x="42" y="1115"/>
                  </a:lnTo>
                  <a:lnTo>
                    <a:pt x="1" y="1384"/>
                  </a:lnTo>
                  <a:lnTo>
                    <a:pt x="22" y="1652"/>
                  </a:lnTo>
                  <a:lnTo>
                    <a:pt x="63" y="1941"/>
                  </a:lnTo>
                  <a:lnTo>
                    <a:pt x="145" y="2189"/>
                  </a:lnTo>
                  <a:lnTo>
                    <a:pt x="249" y="2436"/>
                  </a:lnTo>
                  <a:lnTo>
                    <a:pt x="372" y="2643"/>
                  </a:lnTo>
                  <a:lnTo>
                    <a:pt x="517" y="2849"/>
                  </a:lnTo>
                  <a:lnTo>
                    <a:pt x="682" y="2994"/>
                  </a:lnTo>
                  <a:lnTo>
                    <a:pt x="868" y="3118"/>
                  </a:lnTo>
                  <a:lnTo>
                    <a:pt x="971" y="3138"/>
                  </a:lnTo>
                  <a:lnTo>
                    <a:pt x="1074" y="3179"/>
                  </a:lnTo>
                  <a:lnTo>
                    <a:pt x="1260" y="3179"/>
                  </a:lnTo>
                  <a:lnTo>
                    <a:pt x="1405" y="3159"/>
                  </a:lnTo>
                  <a:lnTo>
                    <a:pt x="1549" y="3097"/>
                  </a:lnTo>
                  <a:lnTo>
                    <a:pt x="1632" y="3035"/>
                  </a:lnTo>
                  <a:lnTo>
                    <a:pt x="1714" y="2973"/>
                  </a:lnTo>
                  <a:lnTo>
                    <a:pt x="1735" y="2911"/>
                  </a:lnTo>
                  <a:lnTo>
                    <a:pt x="1755" y="2870"/>
                  </a:lnTo>
                  <a:lnTo>
                    <a:pt x="1755" y="2849"/>
                  </a:lnTo>
                  <a:lnTo>
                    <a:pt x="1735" y="2849"/>
                  </a:lnTo>
                  <a:lnTo>
                    <a:pt x="1693" y="2870"/>
                  </a:lnTo>
                  <a:lnTo>
                    <a:pt x="1590" y="2952"/>
                  </a:lnTo>
                  <a:lnTo>
                    <a:pt x="1487" y="2994"/>
                  </a:lnTo>
                  <a:lnTo>
                    <a:pt x="1384" y="3014"/>
                  </a:lnTo>
                  <a:lnTo>
                    <a:pt x="1239" y="3035"/>
                  </a:lnTo>
                  <a:lnTo>
                    <a:pt x="1116" y="2994"/>
                  </a:lnTo>
                  <a:lnTo>
                    <a:pt x="950" y="2932"/>
                  </a:lnTo>
                  <a:lnTo>
                    <a:pt x="827" y="2829"/>
                  </a:lnTo>
                  <a:lnTo>
                    <a:pt x="682" y="2684"/>
                  </a:lnTo>
                  <a:lnTo>
                    <a:pt x="558" y="2519"/>
                  </a:lnTo>
                  <a:lnTo>
                    <a:pt x="455" y="2333"/>
                  </a:lnTo>
                  <a:lnTo>
                    <a:pt x="372" y="2106"/>
                  </a:lnTo>
                  <a:lnTo>
                    <a:pt x="311" y="1879"/>
                  </a:lnTo>
                  <a:lnTo>
                    <a:pt x="269" y="1631"/>
                  </a:lnTo>
                  <a:lnTo>
                    <a:pt x="269" y="1384"/>
                  </a:lnTo>
                  <a:lnTo>
                    <a:pt x="290" y="1157"/>
                  </a:lnTo>
                  <a:lnTo>
                    <a:pt x="331" y="930"/>
                  </a:lnTo>
                  <a:lnTo>
                    <a:pt x="393" y="702"/>
                  </a:lnTo>
                  <a:lnTo>
                    <a:pt x="476" y="517"/>
                  </a:lnTo>
                  <a:lnTo>
                    <a:pt x="579" y="372"/>
                  </a:lnTo>
                  <a:lnTo>
                    <a:pt x="703" y="248"/>
                  </a:lnTo>
                  <a:lnTo>
                    <a:pt x="765" y="207"/>
                  </a:lnTo>
                  <a:lnTo>
                    <a:pt x="827" y="186"/>
                  </a:lnTo>
                  <a:lnTo>
                    <a:pt x="909" y="166"/>
                  </a:lnTo>
                  <a:lnTo>
                    <a:pt x="971" y="166"/>
                  </a:lnTo>
                  <a:lnTo>
                    <a:pt x="1074" y="207"/>
                  </a:lnTo>
                  <a:lnTo>
                    <a:pt x="1157" y="269"/>
                  </a:lnTo>
                  <a:lnTo>
                    <a:pt x="1219" y="331"/>
                  </a:lnTo>
                  <a:lnTo>
                    <a:pt x="1260" y="393"/>
                  </a:lnTo>
                  <a:lnTo>
                    <a:pt x="1260" y="455"/>
                  </a:lnTo>
                  <a:lnTo>
                    <a:pt x="1260" y="496"/>
                  </a:lnTo>
                  <a:lnTo>
                    <a:pt x="1281" y="517"/>
                  </a:lnTo>
                  <a:lnTo>
                    <a:pt x="1301" y="496"/>
                  </a:lnTo>
                  <a:lnTo>
                    <a:pt x="1322" y="455"/>
                  </a:lnTo>
                  <a:lnTo>
                    <a:pt x="1322" y="393"/>
                  </a:lnTo>
                  <a:lnTo>
                    <a:pt x="1322" y="290"/>
                  </a:lnTo>
                  <a:lnTo>
                    <a:pt x="1260" y="186"/>
                  </a:lnTo>
                  <a:lnTo>
                    <a:pt x="1219" y="125"/>
                  </a:lnTo>
                  <a:lnTo>
                    <a:pt x="1157" y="83"/>
                  </a:lnTo>
                  <a:lnTo>
                    <a:pt x="1074" y="42"/>
                  </a:lnTo>
                  <a:lnTo>
                    <a:pt x="992" y="1"/>
                  </a:lnTo>
                  <a:close/>
                </a:path>
              </a:pathLst>
            </a:custGeom>
            <a:solidFill>
              <a:srgbClr val="FF9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3" name="Google Shape;763;p27"/>
            <p:cNvSpPr/>
            <p:nvPr/>
          </p:nvSpPr>
          <p:spPr>
            <a:xfrm>
              <a:off x="1833575" y="1315075"/>
              <a:ext cx="54200" cy="54200"/>
            </a:xfrm>
            <a:custGeom>
              <a:avLst/>
              <a:gdLst/>
              <a:ahLst/>
              <a:cxnLst/>
              <a:rect l="l" t="t" r="r" b="b"/>
              <a:pathLst>
                <a:path w="2168" h="2168" extrusionOk="0">
                  <a:moveTo>
                    <a:pt x="1" y="0"/>
                  </a:moveTo>
                  <a:lnTo>
                    <a:pt x="1" y="42"/>
                  </a:lnTo>
                  <a:lnTo>
                    <a:pt x="1" y="145"/>
                  </a:lnTo>
                  <a:lnTo>
                    <a:pt x="83" y="475"/>
                  </a:lnTo>
                  <a:lnTo>
                    <a:pt x="166" y="702"/>
                  </a:lnTo>
                  <a:lnTo>
                    <a:pt x="290" y="970"/>
                  </a:lnTo>
                  <a:lnTo>
                    <a:pt x="455" y="1239"/>
                  </a:lnTo>
                  <a:lnTo>
                    <a:pt x="558" y="1363"/>
                  </a:lnTo>
                  <a:lnTo>
                    <a:pt x="682" y="1486"/>
                  </a:lnTo>
                  <a:lnTo>
                    <a:pt x="806" y="1610"/>
                  </a:lnTo>
                  <a:lnTo>
                    <a:pt x="929" y="1714"/>
                  </a:lnTo>
                  <a:lnTo>
                    <a:pt x="1198" y="1899"/>
                  </a:lnTo>
                  <a:lnTo>
                    <a:pt x="1466" y="2023"/>
                  </a:lnTo>
                  <a:lnTo>
                    <a:pt x="1693" y="2106"/>
                  </a:lnTo>
                  <a:lnTo>
                    <a:pt x="1900" y="2147"/>
                  </a:lnTo>
                  <a:lnTo>
                    <a:pt x="2044" y="2168"/>
                  </a:lnTo>
                  <a:lnTo>
                    <a:pt x="2147" y="2147"/>
                  </a:lnTo>
                  <a:lnTo>
                    <a:pt x="2168" y="2126"/>
                  </a:lnTo>
                  <a:lnTo>
                    <a:pt x="2147" y="2106"/>
                  </a:lnTo>
                  <a:lnTo>
                    <a:pt x="2065" y="2044"/>
                  </a:lnTo>
                  <a:lnTo>
                    <a:pt x="1755" y="1899"/>
                  </a:lnTo>
                  <a:lnTo>
                    <a:pt x="1569" y="1796"/>
                  </a:lnTo>
                  <a:lnTo>
                    <a:pt x="1342" y="1672"/>
                  </a:lnTo>
                  <a:lnTo>
                    <a:pt x="1115" y="1507"/>
                  </a:lnTo>
                  <a:lnTo>
                    <a:pt x="888" y="1301"/>
                  </a:lnTo>
                  <a:lnTo>
                    <a:pt x="702" y="1053"/>
                  </a:lnTo>
                  <a:lnTo>
                    <a:pt x="537" y="826"/>
                  </a:lnTo>
                  <a:lnTo>
                    <a:pt x="269" y="392"/>
                  </a:lnTo>
                  <a:lnTo>
                    <a:pt x="104" y="104"/>
                  </a:lnTo>
                  <a:lnTo>
                    <a:pt x="42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4" name="Google Shape;764;p27"/>
            <p:cNvSpPr/>
            <p:nvPr/>
          </p:nvSpPr>
          <p:spPr>
            <a:xfrm>
              <a:off x="1950725" y="1120525"/>
              <a:ext cx="82575" cy="25825"/>
            </a:xfrm>
            <a:custGeom>
              <a:avLst/>
              <a:gdLst/>
              <a:ahLst/>
              <a:cxnLst/>
              <a:rect l="l" t="t" r="r" b="b"/>
              <a:pathLst>
                <a:path w="3303" h="1033" extrusionOk="0">
                  <a:moveTo>
                    <a:pt x="1796" y="1"/>
                  </a:moveTo>
                  <a:lnTo>
                    <a:pt x="1589" y="21"/>
                  </a:lnTo>
                  <a:lnTo>
                    <a:pt x="1404" y="42"/>
                  </a:lnTo>
                  <a:lnTo>
                    <a:pt x="1197" y="83"/>
                  </a:lnTo>
                  <a:lnTo>
                    <a:pt x="1012" y="145"/>
                  </a:lnTo>
                  <a:lnTo>
                    <a:pt x="846" y="207"/>
                  </a:lnTo>
                  <a:lnTo>
                    <a:pt x="702" y="290"/>
                  </a:lnTo>
                  <a:lnTo>
                    <a:pt x="557" y="372"/>
                  </a:lnTo>
                  <a:lnTo>
                    <a:pt x="310" y="537"/>
                  </a:lnTo>
                  <a:lnTo>
                    <a:pt x="145" y="702"/>
                  </a:lnTo>
                  <a:lnTo>
                    <a:pt x="41" y="847"/>
                  </a:lnTo>
                  <a:lnTo>
                    <a:pt x="0" y="971"/>
                  </a:lnTo>
                  <a:lnTo>
                    <a:pt x="0" y="1012"/>
                  </a:lnTo>
                  <a:lnTo>
                    <a:pt x="21" y="1033"/>
                  </a:lnTo>
                  <a:lnTo>
                    <a:pt x="83" y="1033"/>
                  </a:lnTo>
                  <a:lnTo>
                    <a:pt x="186" y="1012"/>
                  </a:lnTo>
                  <a:lnTo>
                    <a:pt x="537" y="847"/>
                  </a:lnTo>
                  <a:lnTo>
                    <a:pt x="764" y="744"/>
                  </a:lnTo>
                  <a:lnTo>
                    <a:pt x="1012" y="661"/>
                  </a:lnTo>
                  <a:lnTo>
                    <a:pt x="1301" y="578"/>
                  </a:lnTo>
                  <a:lnTo>
                    <a:pt x="1631" y="537"/>
                  </a:lnTo>
                  <a:lnTo>
                    <a:pt x="1961" y="537"/>
                  </a:lnTo>
                  <a:lnTo>
                    <a:pt x="2250" y="558"/>
                  </a:lnTo>
                  <a:lnTo>
                    <a:pt x="2518" y="620"/>
                  </a:lnTo>
                  <a:lnTo>
                    <a:pt x="2766" y="682"/>
                  </a:lnTo>
                  <a:lnTo>
                    <a:pt x="3117" y="785"/>
                  </a:lnTo>
                  <a:lnTo>
                    <a:pt x="3261" y="785"/>
                  </a:lnTo>
                  <a:lnTo>
                    <a:pt x="3282" y="764"/>
                  </a:lnTo>
                  <a:lnTo>
                    <a:pt x="3303" y="744"/>
                  </a:lnTo>
                  <a:lnTo>
                    <a:pt x="3282" y="702"/>
                  </a:lnTo>
                  <a:lnTo>
                    <a:pt x="3241" y="599"/>
                  </a:lnTo>
                  <a:lnTo>
                    <a:pt x="3117" y="475"/>
                  </a:lnTo>
                  <a:lnTo>
                    <a:pt x="2931" y="331"/>
                  </a:lnTo>
                  <a:lnTo>
                    <a:pt x="2807" y="269"/>
                  </a:lnTo>
                  <a:lnTo>
                    <a:pt x="2683" y="186"/>
                  </a:lnTo>
                  <a:lnTo>
                    <a:pt x="2539" y="145"/>
                  </a:lnTo>
                  <a:lnTo>
                    <a:pt x="2374" y="83"/>
                  </a:lnTo>
                  <a:lnTo>
                    <a:pt x="2188" y="42"/>
                  </a:lnTo>
                  <a:lnTo>
                    <a:pt x="2002" y="21"/>
                  </a:lnTo>
                  <a:lnTo>
                    <a:pt x="1796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5" name="Google Shape;765;p27"/>
            <p:cNvSpPr/>
            <p:nvPr/>
          </p:nvSpPr>
          <p:spPr>
            <a:xfrm>
              <a:off x="1985300" y="1182975"/>
              <a:ext cx="36125" cy="34600"/>
            </a:xfrm>
            <a:custGeom>
              <a:avLst/>
              <a:gdLst/>
              <a:ahLst/>
              <a:cxnLst/>
              <a:rect l="l" t="t" r="r" b="b"/>
              <a:pathLst>
                <a:path w="1445" h="1384" extrusionOk="0">
                  <a:moveTo>
                    <a:pt x="661" y="0"/>
                  </a:moveTo>
                  <a:lnTo>
                    <a:pt x="516" y="21"/>
                  </a:lnTo>
                  <a:lnTo>
                    <a:pt x="392" y="83"/>
                  </a:lnTo>
                  <a:lnTo>
                    <a:pt x="268" y="165"/>
                  </a:lnTo>
                  <a:lnTo>
                    <a:pt x="165" y="248"/>
                  </a:lnTo>
                  <a:lnTo>
                    <a:pt x="83" y="351"/>
                  </a:lnTo>
                  <a:lnTo>
                    <a:pt x="41" y="475"/>
                  </a:lnTo>
                  <a:lnTo>
                    <a:pt x="0" y="619"/>
                  </a:lnTo>
                  <a:lnTo>
                    <a:pt x="0" y="764"/>
                  </a:lnTo>
                  <a:lnTo>
                    <a:pt x="21" y="888"/>
                  </a:lnTo>
                  <a:lnTo>
                    <a:pt x="62" y="1032"/>
                  </a:lnTo>
                  <a:lnTo>
                    <a:pt x="145" y="1135"/>
                  </a:lnTo>
                  <a:lnTo>
                    <a:pt x="248" y="1218"/>
                  </a:lnTo>
                  <a:lnTo>
                    <a:pt x="351" y="1301"/>
                  </a:lnTo>
                  <a:lnTo>
                    <a:pt x="475" y="1362"/>
                  </a:lnTo>
                  <a:lnTo>
                    <a:pt x="619" y="1383"/>
                  </a:lnTo>
                  <a:lnTo>
                    <a:pt x="764" y="1383"/>
                  </a:lnTo>
                  <a:lnTo>
                    <a:pt x="908" y="1362"/>
                  </a:lnTo>
                  <a:lnTo>
                    <a:pt x="1053" y="1301"/>
                  </a:lnTo>
                  <a:lnTo>
                    <a:pt x="1156" y="1218"/>
                  </a:lnTo>
                  <a:lnTo>
                    <a:pt x="1259" y="1135"/>
                  </a:lnTo>
                  <a:lnTo>
                    <a:pt x="1342" y="1012"/>
                  </a:lnTo>
                  <a:lnTo>
                    <a:pt x="1404" y="888"/>
                  </a:lnTo>
                  <a:lnTo>
                    <a:pt x="1424" y="764"/>
                  </a:lnTo>
                  <a:lnTo>
                    <a:pt x="1445" y="619"/>
                  </a:lnTo>
                  <a:lnTo>
                    <a:pt x="1404" y="475"/>
                  </a:lnTo>
                  <a:lnTo>
                    <a:pt x="1362" y="351"/>
                  </a:lnTo>
                  <a:lnTo>
                    <a:pt x="1280" y="248"/>
                  </a:lnTo>
                  <a:lnTo>
                    <a:pt x="1197" y="145"/>
                  </a:lnTo>
                  <a:lnTo>
                    <a:pt x="1073" y="83"/>
                  </a:lnTo>
                  <a:lnTo>
                    <a:pt x="950" y="21"/>
                  </a:lnTo>
                  <a:lnTo>
                    <a:pt x="80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6" name="Google Shape;766;p27"/>
            <p:cNvSpPr/>
            <p:nvPr/>
          </p:nvSpPr>
          <p:spPr>
            <a:xfrm>
              <a:off x="1496100" y="762400"/>
              <a:ext cx="639375" cy="495925"/>
            </a:xfrm>
            <a:custGeom>
              <a:avLst/>
              <a:gdLst/>
              <a:ahLst/>
              <a:cxnLst/>
              <a:rect l="l" t="t" r="r" b="b"/>
              <a:pathLst>
                <a:path w="25575" h="19837" extrusionOk="0">
                  <a:moveTo>
                    <a:pt x="17504" y="1"/>
                  </a:moveTo>
                  <a:lnTo>
                    <a:pt x="17194" y="21"/>
                  </a:lnTo>
                  <a:lnTo>
                    <a:pt x="16864" y="42"/>
                  </a:lnTo>
                  <a:lnTo>
                    <a:pt x="16554" y="104"/>
                  </a:lnTo>
                  <a:lnTo>
                    <a:pt x="16245" y="186"/>
                  </a:lnTo>
                  <a:lnTo>
                    <a:pt x="15935" y="289"/>
                  </a:lnTo>
                  <a:lnTo>
                    <a:pt x="15646" y="434"/>
                  </a:lnTo>
                  <a:lnTo>
                    <a:pt x="15357" y="578"/>
                  </a:lnTo>
                  <a:lnTo>
                    <a:pt x="15089" y="744"/>
                  </a:lnTo>
                  <a:lnTo>
                    <a:pt x="14841" y="950"/>
                  </a:lnTo>
                  <a:lnTo>
                    <a:pt x="14594" y="1156"/>
                  </a:lnTo>
                  <a:lnTo>
                    <a:pt x="14387" y="1383"/>
                  </a:lnTo>
                  <a:lnTo>
                    <a:pt x="14181" y="1631"/>
                  </a:lnTo>
                  <a:lnTo>
                    <a:pt x="14119" y="1487"/>
                  </a:lnTo>
                  <a:lnTo>
                    <a:pt x="14057" y="1322"/>
                  </a:lnTo>
                  <a:lnTo>
                    <a:pt x="13954" y="1177"/>
                  </a:lnTo>
                  <a:lnTo>
                    <a:pt x="13830" y="1053"/>
                  </a:lnTo>
                  <a:lnTo>
                    <a:pt x="13706" y="929"/>
                  </a:lnTo>
                  <a:lnTo>
                    <a:pt x="13582" y="826"/>
                  </a:lnTo>
                  <a:lnTo>
                    <a:pt x="13438" y="723"/>
                  </a:lnTo>
                  <a:lnTo>
                    <a:pt x="13273" y="661"/>
                  </a:lnTo>
                  <a:lnTo>
                    <a:pt x="13107" y="578"/>
                  </a:lnTo>
                  <a:lnTo>
                    <a:pt x="12942" y="537"/>
                  </a:lnTo>
                  <a:lnTo>
                    <a:pt x="12612" y="455"/>
                  </a:lnTo>
                  <a:lnTo>
                    <a:pt x="12261" y="413"/>
                  </a:lnTo>
                  <a:lnTo>
                    <a:pt x="11931" y="413"/>
                  </a:lnTo>
                  <a:lnTo>
                    <a:pt x="11394" y="434"/>
                  </a:lnTo>
                  <a:lnTo>
                    <a:pt x="10857" y="517"/>
                  </a:lnTo>
                  <a:lnTo>
                    <a:pt x="10321" y="620"/>
                  </a:lnTo>
                  <a:lnTo>
                    <a:pt x="9805" y="785"/>
                  </a:lnTo>
                  <a:lnTo>
                    <a:pt x="9309" y="991"/>
                  </a:lnTo>
                  <a:lnTo>
                    <a:pt x="8835" y="1239"/>
                  </a:lnTo>
                  <a:lnTo>
                    <a:pt x="8381" y="1507"/>
                  </a:lnTo>
                  <a:lnTo>
                    <a:pt x="7947" y="1838"/>
                  </a:lnTo>
                  <a:lnTo>
                    <a:pt x="7741" y="2023"/>
                  </a:lnTo>
                  <a:lnTo>
                    <a:pt x="7534" y="2209"/>
                  </a:lnTo>
                  <a:lnTo>
                    <a:pt x="7328" y="2416"/>
                  </a:lnTo>
                  <a:lnTo>
                    <a:pt x="7142" y="2622"/>
                  </a:lnTo>
                  <a:lnTo>
                    <a:pt x="6956" y="2849"/>
                  </a:lnTo>
                  <a:lnTo>
                    <a:pt x="6791" y="3076"/>
                  </a:lnTo>
                  <a:lnTo>
                    <a:pt x="6482" y="3551"/>
                  </a:lnTo>
                  <a:lnTo>
                    <a:pt x="6089" y="3551"/>
                  </a:lnTo>
                  <a:lnTo>
                    <a:pt x="5697" y="3592"/>
                  </a:lnTo>
                  <a:lnTo>
                    <a:pt x="5305" y="3654"/>
                  </a:lnTo>
                  <a:lnTo>
                    <a:pt x="4892" y="3737"/>
                  </a:lnTo>
                  <a:lnTo>
                    <a:pt x="4521" y="3840"/>
                  </a:lnTo>
                  <a:lnTo>
                    <a:pt x="4128" y="3964"/>
                  </a:lnTo>
                  <a:lnTo>
                    <a:pt x="3757" y="4108"/>
                  </a:lnTo>
                  <a:lnTo>
                    <a:pt x="3385" y="4273"/>
                  </a:lnTo>
                  <a:lnTo>
                    <a:pt x="3034" y="4459"/>
                  </a:lnTo>
                  <a:lnTo>
                    <a:pt x="2704" y="4665"/>
                  </a:lnTo>
                  <a:lnTo>
                    <a:pt x="2374" y="4892"/>
                  </a:lnTo>
                  <a:lnTo>
                    <a:pt x="2044" y="5140"/>
                  </a:lnTo>
                  <a:lnTo>
                    <a:pt x="1755" y="5409"/>
                  </a:lnTo>
                  <a:lnTo>
                    <a:pt x="1466" y="5698"/>
                  </a:lnTo>
                  <a:lnTo>
                    <a:pt x="1197" y="5986"/>
                  </a:lnTo>
                  <a:lnTo>
                    <a:pt x="950" y="6317"/>
                  </a:lnTo>
                  <a:lnTo>
                    <a:pt x="826" y="6503"/>
                  </a:lnTo>
                  <a:lnTo>
                    <a:pt x="702" y="6730"/>
                  </a:lnTo>
                  <a:lnTo>
                    <a:pt x="578" y="6957"/>
                  </a:lnTo>
                  <a:lnTo>
                    <a:pt x="475" y="7204"/>
                  </a:lnTo>
                  <a:lnTo>
                    <a:pt x="392" y="7452"/>
                  </a:lnTo>
                  <a:lnTo>
                    <a:pt x="289" y="7720"/>
                  </a:lnTo>
                  <a:lnTo>
                    <a:pt x="227" y="7989"/>
                  </a:lnTo>
                  <a:lnTo>
                    <a:pt x="165" y="8257"/>
                  </a:lnTo>
                  <a:lnTo>
                    <a:pt x="62" y="8856"/>
                  </a:lnTo>
                  <a:lnTo>
                    <a:pt x="0" y="9475"/>
                  </a:lnTo>
                  <a:lnTo>
                    <a:pt x="0" y="10135"/>
                  </a:lnTo>
                  <a:lnTo>
                    <a:pt x="21" y="10796"/>
                  </a:lnTo>
                  <a:lnTo>
                    <a:pt x="103" y="11498"/>
                  </a:lnTo>
                  <a:lnTo>
                    <a:pt x="227" y="12199"/>
                  </a:lnTo>
                  <a:lnTo>
                    <a:pt x="392" y="12901"/>
                  </a:lnTo>
                  <a:lnTo>
                    <a:pt x="599" y="13624"/>
                  </a:lnTo>
                  <a:lnTo>
                    <a:pt x="867" y="14326"/>
                  </a:lnTo>
                  <a:lnTo>
                    <a:pt x="1177" y="15027"/>
                  </a:lnTo>
                  <a:lnTo>
                    <a:pt x="1342" y="15378"/>
                  </a:lnTo>
                  <a:lnTo>
                    <a:pt x="1528" y="15729"/>
                  </a:lnTo>
                  <a:lnTo>
                    <a:pt x="1734" y="16080"/>
                  </a:lnTo>
                  <a:lnTo>
                    <a:pt x="1940" y="16410"/>
                  </a:lnTo>
                  <a:lnTo>
                    <a:pt x="2663" y="18743"/>
                  </a:lnTo>
                  <a:lnTo>
                    <a:pt x="3096" y="18701"/>
                  </a:lnTo>
                  <a:lnTo>
                    <a:pt x="3489" y="18701"/>
                  </a:lnTo>
                  <a:lnTo>
                    <a:pt x="3674" y="18743"/>
                  </a:lnTo>
                  <a:lnTo>
                    <a:pt x="3860" y="18784"/>
                  </a:lnTo>
                  <a:lnTo>
                    <a:pt x="4025" y="18846"/>
                  </a:lnTo>
                  <a:lnTo>
                    <a:pt x="4190" y="18949"/>
                  </a:lnTo>
                  <a:lnTo>
                    <a:pt x="4376" y="19094"/>
                  </a:lnTo>
                  <a:lnTo>
                    <a:pt x="4562" y="19279"/>
                  </a:lnTo>
                  <a:lnTo>
                    <a:pt x="4727" y="19465"/>
                  </a:lnTo>
                  <a:lnTo>
                    <a:pt x="4913" y="19630"/>
                  </a:lnTo>
                  <a:lnTo>
                    <a:pt x="5016" y="19713"/>
                  </a:lnTo>
                  <a:lnTo>
                    <a:pt x="5099" y="19754"/>
                  </a:lnTo>
                  <a:lnTo>
                    <a:pt x="5202" y="19795"/>
                  </a:lnTo>
                  <a:lnTo>
                    <a:pt x="5326" y="19837"/>
                  </a:lnTo>
                  <a:lnTo>
                    <a:pt x="5553" y="19837"/>
                  </a:lnTo>
                  <a:lnTo>
                    <a:pt x="5677" y="19795"/>
                  </a:lnTo>
                  <a:lnTo>
                    <a:pt x="5821" y="19734"/>
                  </a:lnTo>
                  <a:lnTo>
                    <a:pt x="5904" y="19672"/>
                  </a:lnTo>
                  <a:lnTo>
                    <a:pt x="5966" y="19610"/>
                  </a:lnTo>
                  <a:lnTo>
                    <a:pt x="6110" y="19465"/>
                  </a:lnTo>
                  <a:lnTo>
                    <a:pt x="6213" y="19259"/>
                  </a:lnTo>
                  <a:lnTo>
                    <a:pt x="6316" y="19032"/>
                  </a:lnTo>
                  <a:lnTo>
                    <a:pt x="6420" y="18805"/>
                  </a:lnTo>
                  <a:lnTo>
                    <a:pt x="6502" y="18557"/>
                  </a:lnTo>
                  <a:lnTo>
                    <a:pt x="6605" y="18165"/>
                  </a:lnTo>
                  <a:lnTo>
                    <a:pt x="6709" y="17608"/>
                  </a:lnTo>
                  <a:lnTo>
                    <a:pt x="6791" y="17071"/>
                  </a:lnTo>
                  <a:lnTo>
                    <a:pt x="6874" y="16514"/>
                  </a:lnTo>
                  <a:lnTo>
                    <a:pt x="6936" y="15956"/>
                  </a:lnTo>
                  <a:lnTo>
                    <a:pt x="6977" y="15399"/>
                  </a:lnTo>
                  <a:lnTo>
                    <a:pt x="6998" y="14842"/>
                  </a:lnTo>
                  <a:lnTo>
                    <a:pt x="7018" y="14284"/>
                  </a:lnTo>
                  <a:lnTo>
                    <a:pt x="7018" y="13727"/>
                  </a:lnTo>
                  <a:lnTo>
                    <a:pt x="7018" y="13149"/>
                  </a:lnTo>
                  <a:lnTo>
                    <a:pt x="6977" y="12592"/>
                  </a:lnTo>
                  <a:lnTo>
                    <a:pt x="6936" y="12034"/>
                  </a:lnTo>
                  <a:lnTo>
                    <a:pt x="6874" y="11477"/>
                  </a:lnTo>
                  <a:lnTo>
                    <a:pt x="6812" y="10940"/>
                  </a:lnTo>
                  <a:lnTo>
                    <a:pt x="6729" y="10383"/>
                  </a:lnTo>
                  <a:lnTo>
                    <a:pt x="6626" y="9826"/>
                  </a:lnTo>
                  <a:lnTo>
                    <a:pt x="6502" y="9289"/>
                  </a:lnTo>
                  <a:lnTo>
                    <a:pt x="6688" y="9021"/>
                  </a:lnTo>
                  <a:lnTo>
                    <a:pt x="6915" y="8794"/>
                  </a:lnTo>
                  <a:lnTo>
                    <a:pt x="7121" y="8546"/>
                  </a:lnTo>
                  <a:lnTo>
                    <a:pt x="7369" y="8340"/>
                  </a:lnTo>
                  <a:lnTo>
                    <a:pt x="7596" y="8133"/>
                  </a:lnTo>
                  <a:lnTo>
                    <a:pt x="7864" y="7927"/>
                  </a:lnTo>
                  <a:lnTo>
                    <a:pt x="8112" y="7741"/>
                  </a:lnTo>
                  <a:lnTo>
                    <a:pt x="8381" y="7555"/>
                  </a:lnTo>
                  <a:lnTo>
                    <a:pt x="8381" y="7555"/>
                  </a:lnTo>
                  <a:lnTo>
                    <a:pt x="8339" y="7638"/>
                  </a:lnTo>
                  <a:lnTo>
                    <a:pt x="8876" y="7369"/>
                  </a:lnTo>
                  <a:lnTo>
                    <a:pt x="9433" y="7142"/>
                  </a:lnTo>
                  <a:lnTo>
                    <a:pt x="10011" y="6915"/>
                  </a:lnTo>
                  <a:lnTo>
                    <a:pt x="10280" y="6833"/>
                  </a:lnTo>
                  <a:lnTo>
                    <a:pt x="10569" y="6750"/>
                  </a:lnTo>
                  <a:lnTo>
                    <a:pt x="10857" y="6688"/>
                  </a:lnTo>
                  <a:lnTo>
                    <a:pt x="11146" y="6626"/>
                  </a:lnTo>
                  <a:lnTo>
                    <a:pt x="11435" y="6606"/>
                  </a:lnTo>
                  <a:lnTo>
                    <a:pt x="11724" y="6585"/>
                  </a:lnTo>
                  <a:lnTo>
                    <a:pt x="12013" y="6606"/>
                  </a:lnTo>
                  <a:lnTo>
                    <a:pt x="12302" y="6647"/>
                  </a:lnTo>
                  <a:lnTo>
                    <a:pt x="12591" y="6688"/>
                  </a:lnTo>
                  <a:lnTo>
                    <a:pt x="12860" y="6791"/>
                  </a:lnTo>
                  <a:lnTo>
                    <a:pt x="13087" y="6874"/>
                  </a:lnTo>
                  <a:lnTo>
                    <a:pt x="13293" y="6977"/>
                  </a:lnTo>
                  <a:lnTo>
                    <a:pt x="13479" y="7080"/>
                  </a:lnTo>
                  <a:lnTo>
                    <a:pt x="13665" y="7204"/>
                  </a:lnTo>
                  <a:lnTo>
                    <a:pt x="14036" y="7473"/>
                  </a:lnTo>
                  <a:lnTo>
                    <a:pt x="14387" y="7782"/>
                  </a:lnTo>
                  <a:lnTo>
                    <a:pt x="14717" y="8113"/>
                  </a:lnTo>
                  <a:lnTo>
                    <a:pt x="15048" y="8422"/>
                  </a:lnTo>
                  <a:lnTo>
                    <a:pt x="15378" y="8752"/>
                  </a:lnTo>
                  <a:lnTo>
                    <a:pt x="15708" y="9083"/>
                  </a:lnTo>
                  <a:lnTo>
                    <a:pt x="16038" y="9351"/>
                  </a:lnTo>
                  <a:lnTo>
                    <a:pt x="16389" y="9619"/>
                  </a:lnTo>
                  <a:lnTo>
                    <a:pt x="16740" y="9846"/>
                  </a:lnTo>
                  <a:lnTo>
                    <a:pt x="17091" y="10073"/>
                  </a:lnTo>
                  <a:lnTo>
                    <a:pt x="17463" y="10280"/>
                  </a:lnTo>
                  <a:lnTo>
                    <a:pt x="17855" y="10445"/>
                  </a:lnTo>
                  <a:lnTo>
                    <a:pt x="18226" y="10610"/>
                  </a:lnTo>
                  <a:lnTo>
                    <a:pt x="18619" y="10755"/>
                  </a:lnTo>
                  <a:lnTo>
                    <a:pt x="19031" y="10858"/>
                  </a:lnTo>
                  <a:lnTo>
                    <a:pt x="19424" y="10961"/>
                  </a:lnTo>
                  <a:lnTo>
                    <a:pt x="19836" y="11044"/>
                  </a:lnTo>
                  <a:lnTo>
                    <a:pt x="20249" y="11106"/>
                  </a:lnTo>
                  <a:lnTo>
                    <a:pt x="20683" y="11147"/>
                  </a:lnTo>
                  <a:lnTo>
                    <a:pt x="21116" y="11167"/>
                  </a:lnTo>
                  <a:lnTo>
                    <a:pt x="21529" y="11167"/>
                  </a:lnTo>
                  <a:lnTo>
                    <a:pt x="21962" y="11147"/>
                  </a:lnTo>
                  <a:lnTo>
                    <a:pt x="22066" y="11725"/>
                  </a:lnTo>
                  <a:lnTo>
                    <a:pt x="22128" y="12365"/>
                  </a:lnTo>
                  <a:lnTo>
                    <a:pt x="22272" y="13706"/>
                  </a:lnTo>
                  <a:lnTo>
                    <a:pt x="22417" y="15027"/>
                  </a:lnTo>
                  <a:lnTo>
                    <a:pt x="22499" y="15667"/>
                  </a:lnTo>
                  <a:lnTo>
                    <a:pt x="22582" y="16245"/>
                  </a:lnTo>
                  <a:lnTo>
                    <a:pt x="23572" y="13706"/>
                  </a:lnTo>
                  <a:lnTo>
                    <a:pt x="23572" y="13727"/>
                  </a:lnTo>
                  <a:lnTo>
                    <a:pt x="23676" y="13438"/>
                  </a:lnTo>
                  <a:lnTo>
                    <a:pt x="23779" y="13170"/>
                  </a:lnTo>
                  <a:lnTo>
                    <a:pt x="23800" y="13108"/>
                  </a:lnTo>
                  <a:lnTo>
                    <a:pt x="23800" y="13087"/>
                  </a:lnTo>
                  <a:lnTo>
                    <a:pt x="23944" y="12901"/>
                  </a:lnTo>
                  <a:lnTo>
                    <a:pt x="24089" y="12674"/>
                  </a:lnTo>
                  <a:lnTo>
                    <a:pt x="24274" y="12365"/>
                  </a:lnTo>
                  <a:lnTo>
                    <a:pt x="24481" y="12034"/>
                  </a:lnTo>
                  <a:lnTo>
                    <a:pt x="24605" y="11849"/>
                  </a:lnTo>
                  <a:lnTo>
                    <a:pt x="24708" y="11663"/>
                  </a:lnTo>
                  <a:lnTo>
                    <a:pt x="24790" y="11456"/>
                  </a:lnTo>
                  <a:lnTo>
                    <a:pt x="24873" y="11271"/>
                  </a:lnTo>
                  <a:lnTo>
                    <a:pt x="24914" y="11064"/>
                  </a:lnTo>
                  <a:lnTo>
                    <a:pt x="24976" y="10837"/>
                  </a:lnTo>
                  <a:lnTo>
                    <a:pt x="24997" y="10631"/>
                  </a:lnTo>
                  <a:lnTo>
                    <a:pt x="25017" y="10424"/>
                  </a:lnTo>
                  <a:lnTo>
                    <a:pt x="25017" y="10197"/>
                  </a:lnTo>
                  <a:lnTo>
                    <a:pt x="25017" y="9991"/>
                  </a:lnTo>
                  <a:lnTo>
                    <a:pt x="24976" y="9764"/>
                  </a:lnTo>
                  <a:lnTo>
                    <a:pt x="24935" y="9557"/>
                  </a:lnTo>
                  <a:lnTo>
                    <a:pt x="24894" y="9351"/>
                  </a:lnTo>
                  <a:lnTo>
                    <a:pt x="24811" y="9145"/>
                  </a:lnTo>
                  <a:lnTo>
                    <a:pt x="24728" y="8959"/>
                  </a:lnTo>
                  <a:lnTo>
                    <a:pt x="24646" y="8752"/>
                  </a:lnTo>
                  <a:lnTo>
                    <a:pt x="24832" y="8587"/>
                  </a:lnTo>
                  <a:lnTo>
                    <a:pt x="24997" y="8381"/>
                  </a:lnTo>
                  <a:lnTo>
                    <a:pt x="25141" y="8174"/>
                  </a:lnTo>
                  <a:lnTo>
                    <a:pt x="25265" y="7947"/>
                  </a:lnTo>
                  <a:lnTo>
                    <a:pt x="25368" y="7720"/>
                  </a:lnTo>
                  <a:lnTo>
                    <a:pt x="25451" y="7473"/>
                  </a:lnTo>
                  <a:lnTo>
                    <a:pt x="25513" y="7225"/>
                  </a:lnTo>
                  <a:lnTo>
                    <a:pt x="25554" y="6957"/>
                  </a:lnTo>
                  <a:lnTo>
                    <a:pt x="25575" y="6709"/>
                  </a:lnTo>
                  <a:lnTo>
                    <a:pt x="25554" y="6441"/>
                  </a:lnTo>
                  <a:lnTo>
                    <a:pt x="25533" y="6193"/>
                  </a:lnTo>
                  <a:lnTo>
                    <a:pt x="25492" y="5925"/>
                  </a:lnTo>
                  <a:lnTo>
                    <a:pt x="25410" y="5677"/>
                  </a:lnTo>
                  <a:lnTo>
                    <a:pt x="25327" y="5450"/>
                  </a:lnTo>
                  <a:lnTo>
                    <a:pt x="25203" y="5223"/>
                  </a:lnTo>
                  <a:lnTo>
                    <a:pt x="25059" y="4996"/>
                  </a:lnTo>
                  <a:lnTo>
                    <a:pt x="24894" y="4789"/>
                  </a:lnTo>
                  <a:lnTo>
                    <a:pt x="24708" y="4624"/>
                  </a:lnTo>
                  <a:lnTo>
                    <a:pt x="24522" y="4459"/>
                  </a:lnTo>
                  <a:lnTo>
                    <a:pt x="24295" y="4315"/>
                  </a:lnTo>
                  <a:lnTo>
                    <a:pt x="24068" y="4191"/>
                  </a:lnTo>
                  <a:lnTo>
                    <a:pt x="23841" y="4087"/>
                  </a:lnTo>
                  <a:lnTo>
                    <a:pt x="23593" y="4005"/>
                  </a:lnTo>
                  <a:lnTo>
                    <a:pt x="23345" y="3943"/>
                  </a:lnTo>
                  <a:lnTo>
                    <a:pt x="23077" y="3902"/>
                  </a:lnTo>
                  <a:lnTo>
                    <a:pt x="22829" y="3881"/>
                  </a:lnTo>
                  <a:lnTo>
                    <a:pt x="22561" y="3902"/>
                  </a:lnTo>
                  <a:lnTo>
                    <a:pt x="22313" y="3922"/>
                  </a:lnTo>
                  <a:lnTo>
                    <a:pt x="22066" y="3964"/>
                  </a:lnTo>
                  <a:lnTo>
                    <a:pt x="21818" y="4046"/>
                  </a:lnTo>
                  <a:lnTo>
                    <a:pt x="21570" y="4149"/>
                  </a:lnTo>
                  <a:lnTo>
                    <a:pt x="21343" y="4273"/>
                  </a:lnTo>
                  <a:lnTo>
                    <a:pt x="21364" y="3943"/>
                  </a:lnTo>
                  <a:lnTo>
                    <a:pt x="21343" y="3633"/>
                  </a:lnTo>
                  <a:lnTo>
                    <a:pt x="21302" y="3324"/>
                  </a:lnTo>
                  <a:lnTo>
                    <a:pt x="21219" y="2993"/>
                  </a:lnTo>
                  <a:lnTo>
                    <a:pt x="21137" y="2705"/>
                  </a:lnTo>
                  <a:lnTo>
                    <a:pt x="21013" y="2395"/>
                  </a:lnTo>
                  <a:lnTo>
                    <a:pt x="20868" y="2106"/>
                  </a:lnTo>
                  <a:lnTo>
                    <a:pt x="20703" y="1838"/>
                  </a:lnTo>
                  <a:lnTo>
                    <a:pt x="20518" y="1569"/>
                  </a:lnTo>
                  <a:lnTo>
                    <a:pt x="20332" y="1322"/>
                  </a:lnTo>
                  <a:lnTo>
                    <a:pt x="20105" y="1095"/>
                  </a:lnTo>
                  <a:lnTo>
                    <a:pt x="19857" y="867"/>
                  </a:lnTo>
                  <a:lnTo>
                    <a:pt x="19609" y="682"/>
                  </a:lnTo>
                  <a:lnTo>
                    <a:pt x="19341" y="517"/>
                  </a:lnTo>
                  <a:lnTo>
                    <a:pt x="19052" y="351"/>
                  </a:lnTo>
                  <a:lnTo>
                    <a:pt x="18763" y="228"/>
                  </a:lnTo>
                  <a:lnTo>
                    <a:pt x="18453" y="145"/>
                  </a:lnTo>
                  <a:lnTo>
                    <a:pt x="18144" y="62"/>
                  </a:lnTo>
                  <a:lnTo>
                    <a:pt x="17834" y="21"/>
                  </a:lnTo>
                  <a:lnTo>
                    <a:pt x="175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7" name="Google Shape;767;p27"/>
            <p:cNvSpPr/>
            <p:nvPr/>
          </p:nvSpPr>
          <p:spPr>
            <a:xfrm>
              <a:off x="2099325" y="1067375"/>
              <a:ext cx="550" cy="550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21" y="21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1" y="2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8" name="Google Shape;768;p27"/>
            <p:cNvSpPr/>
            <p:nvPr/>
          </p:nvSpPr>
          <p:spPr>
            <a:xfrm>
              <a:off x="1918200" y="895025"/>
              <a:ext cx="152775" cy="93425"/>
            </a:xfrm>
            <a:custGeom>
              <a:avLst/>
              <a:gdLst/>
              <a:ahLst/>
              <a:cxnLst/>
              <a:rect l="l" t="t" r="r" b="b"/>
              <a:pathLst>
                <a:path w="6111" h="3737" extrusionOk="0">
                  <a:moveTo>
                    <a:pt x="6007" y="0"/>
                  </a:moveTo>
                  <a:lnTo>
                    <a:pt x="6028" y="83"/>
                  </a:lnTo>
                  <a:lnTo>
                    <a:pt x="6049" y="310"/>
                  </a:lnTo>
                  <a:lnTo>
                    <a:pt x="6069" y="475"/>
                  </a:lnTo>
                  <a:lnTo>
                    <a:pt x="6049" y="681"/>
                  </a:lnTo>
                  <a:lnTo>
                    <a:pt x="6007" y="909"/>
                  </a:lnTo>
                  <a:lnTo>
                    <a:pt x="5904" y="1156"/>
                  </a:lnTo>
                  <a:lnTo>
                    <a:pt x="5842" y="1280"/>
                  </a:lnTo>
                  <a:lnTo>
                    <a:pt x="5780" y="1404"/>
                  </a:lnTo>
                  <a:lnTo>
                    <a:pt x="5677" y="1507"/>
                  </a:lnTo>
                  <a:lnTo>
                    <a:pt x="5574" y="1631"/>
                  </a:lnTo>
                  <a:lnTo>
                    <a:pt x="5450" y="1734"/>
                  </a:lnTo>
                  <a:lnTo>
                    <a:pt x="5306" y="1817"/>
                  </a:lnTo>
                  <a:lnTo>
                    <a:pt x="5140" y="1899"/>
                  </a:lnTo>
                  <a:lnTo>
                    <a:pt x="4975" y="1961"/>
                  </a:lnTo>
                  <a:lnTo>
                    <a:pt x="4789" y="1982"/>
                  </a:lnTo>
                  <a:lnTo>
                    <a:pt x="4604" y="2003"/>
                  </a:lnTo>
                  <a:lnTo>
                    <a:pt x="4418" y="2003"/>
                  </a:lnTo>
                  <a:lnTo>
                    <a:pt x="4212" y="1961"/>
                  </a:lnTo>
                  <a:lnTo>
                    <a:pt x="4026" y="1899"/>
                  </a:lnTo>
                  <a:lnTo>
                    <a:pt x="3840" y="1817"/>
                  </a:lnTo>
                  <a:lnTo>
                    <a:pt x="3654" y="1714"/>
                  </a:lnTo>
                  <a:lnTo>
                    <a:pt x="3510" y="1569"/>
                  </a:lnTo>
                  <a:lnTo>
                    <a:pt x="3499" y="1579"/>
                  </a:lnTo>
                  <a:lnTo>
                    <a:pt x="3499" y="1579"/>
                  </a:lnTo>
                  <a:lnTo>
                    <a:pt x="3489" y="1569"/>
                  </a:lnTo>
                  <a:lnTo>
                    <a:pt x="3407" y="1652"/>
                  </a:lnTo>
                  <a:lnTo>
                    <a:pt x="3486" y="1722"/>
                  </a:lnTo>
                  <a:lnTo>
                    <a:pt x="3530" y="1775"/>
                  </a:lnTo>
                  <a:lnTo>
                    <a:pt x="3613" y="1920"/>
                  </a:lnTo>
                  <a:lnTo>
                    <a:pt x="3675" y="2085"/>
                  </a:lnTo>
                  <a:lnTo>
                    <a:pt x="3716" y="2271"/>
                  </a:lnTo>
                  <a:lnTo>
                    <a:pt x="3716" y="2498"/>
                  </a:lnTo>
                  <a:lnTo>
                    <a:pt x="3654" y="2746"/>
                  </a:lnTo>
                  <a:lnTo>
                    <a:pt x="3572" y="2952"/>
                  </a:lnTo>
                  <a:lnTo>
                    <a:pt x="3448" y="3138"/>
                  </a:lnTo>
                  <a:lnTo>
                    <a:pt x="3283" y="3303"/>
                  </a:lnTo>
                  <a:lnTo>
                    <a:pt x="3097" y="3427"/>
                  </a:lnTo>
                  <a:lnTo>
                    <a:pt x="2890" y="3509"/>
                  </a:lnTo>
                  <a:lnTo>
                    <a:pt x="2684" y="3571"/>
                  </a:lnTo>
                  <a:lnTo>
                    <a:pt x="2478" y="3613"/>
                  </a:lnTo>
                  <a:lnTo>
                    <a:pt x="2065" y="3613"/>
                  </a:lnTo>
                  <a:lnTo>
                    <a:pt x="1879" y="3592"/>
                  </a:lnTo>
                  <a:lnTo>
                    <a:pt x="1693" y="3551"/>
                  </a:lnTo>
                  <a:lnTo>
                    <a:pt x="1528" y="3489"/>
                  </a:lnTo>
                  <a:lnTo>
                    <a:pt x="1198" y="3365"/>
                  </a:lnTo>
                  <a:lnTo>
                    <a:pt x="930" y="3220"/>
                  </a:lnTo>
                  <a:lnTo>
                    <a:pt x="682" y="3076"/>
                  </a:lnTo>
                  <a:lnTo>
                    <a:pt x="310" y="2808"/>
                  </a:lnTo>
                  <a:lnTo>
                    <a:pt x="83" y="2642"/>
                  </a:lnTo>
                  <a:lnTo>
                    <a:pt x="1" y="2601"/>
                  </a:lnTo>
                  <a:lnTo>
                    <a:pt x="1" y="2601"/>
                  </a:lnTo>
                  <a:lnTo>
                    <a:pt x="63" y="2663"/>
                  </a:lnTo>
                  <a:lnTo>
                    <a:pt x="290" y="2849"/>
                  </a:lnTo>
                  <a:lnTo>
                    <a:pt x="641" y="3138"/>
                  </a:lnTo>
                  <a:lnTo>
                    <a:pt x="888" y="3282"/>
                  </a:lnTo>
                  <a:lnTo>
                    <a:pt x="1177" y="3447"/>
                  </a:lnTo>
                  <a:lnTo>
                    <a:pt x="1487" y="3592"/>
                  </a:lnTo>
                  <a:lnTo>
                    <a:pt x="1673" y="3633"/>
                  </a:lnTo>
                  <a:lnTo>
                    <a:pt x="1858" y="3695"/>
                  </a:lnTo>
                  <a:lnTo>
                    <a:pt x="2065" y="3716"/>
                  </a:lnTo>
                  <a:lnTo>
                    <a:pt x="2271" y="3736"/>
                  </a:lnTo>
                  <a:lnTo>
                    <a:pt x="2498" y="3716"/>
                  </a:lnTo>
                  <a:lnTo>
                    <a:pt x="2705" y="3674"/>
                  </a:lnTo>
                  <a:lnTo>
                    <a:pt x="2932" y="3613"/>
                  </a:lnTo>
                  <a:lnTo>
                    <a:pt x="3159" y="3530"/>
                  </a:lnTo>
                  <a:lnTo>
                    <a:pt x="3345" y="3385"/>
                  </a:lnTo>
                  <a:lnTo>
                    <a:pt x="3530" y="3220"/>
                  </a:lnTo>
                  <a:lnTo>
                    <a:pt x="3613" y="3117"/>
                  </a:lnTo>
                  <a:lnTo>
                    <a:pt x="3675" y="3014"/>
                  </a:lnTo>
                  <a:lnTo>
                    <a:pt x="3737" y="2890"/>
                  </a:lnTo>
                  <a:lnTo>
                    <a:pt x="3778" y="2766"/>
                  </a:lnTo>
                  <a:lnTo>
                    <a:pt x="3819" y="2642"/>
                  </a:lnTo>
                  <a:lnTo>
                    <a:pt x="3840" y="2519"/>
                  </a:lnTo>
                  <a:lnTo>
                    <a:pt x="3840" y="2395"/>
                  </a:lnTo>
                  <a:lnTo>
                    <a:pt x="3840" y="2250"/>
                  </a:lnTo>
                  <a:lnTo>
                    <a:pt x="3799" y="2064"/>
                  </a:lnTo>
                  <a:lnTo>
                    <a:pt x="3744" y="1901"/>
                  </a:lnTo>
                  <a:lnTo>
                    <a:pt x="3744" y="1901"/>
                  </a:lnTo>
                  <a:lnTo>
                    <a:pt x="3778" y="1920"/>
                  </a:lnTo>
                  <a:lnTo>
                    <a:pt x="3984" y="2023"/>
                  </a:lnTo>
                  <a:lnTo>
                    <a:pt x="4191" y="2085"/>
                  </a:lnTo>
                  <a:lnTo>
                    <a:pt x="4397" y="2106"/>
                  </a:lnTo>
                  <a:lnTo>
                    <a:pt x="4810" y="2106"/>
                  </a:lnTo>
                  <a:lnTo>
                    <a:pt x="4996" y="2064"/>
                  </a:lnTo>
                  <a:lnTo>
                    <a:pt x="5182" y="2003"/>
                  </a:lnTo>
                  <a:lnTo>
                    <a:pt x="5347" y="1920"/>
                  </a:lnTo>
                  <a:lnTo>
                    <a:pt x="5491" y="1817"/>
                  </a:lnTo>
                  <a:lnTo>
                    <a:pt x="5636" y="1693"/>
                  </a:lnTo>
                  <a:lnTo>
                    <a:pt x="5739" y="1569"/>
                  </a:lnTo>
                  <a:lnTo>
                    <a:pt x="5842" y="1445"/>
                  </a:lnTo>
                  <a:lnTo>
                    <a:pt x="5925" y="1321"/>
                  </a:lnTo>
                  <a:lnTo>
                    <a:pt x="5987" y="1177"/>
                  </a:lnTo>
                  <a:lnTo>
                    <a:pt x="6069" y="929"/>
                  </a:lnTo>
                  <a:lnTo>
                    <a:pt x="6111" y="681"/>
                  </a:lnTo>
                  <a:lnTo>
                    <a:pt x="6111" y="475"/>
                  </a:lnTo>
                  <a:lnTo>
                    <a:pt x="6111" y="310"/>
                  </a:lnTo>
                  <a:lnTo>
                    <a:pt x="6069" y="165"/>
                  </a:lnTo>
                  <a:lnTo>
                    <a:pt x="6049" y="62"/>
                  </a:lnTo>
                  <a:lnTo>
                    <a:pt x="6007" y="0"/>
                  </a:lnTo>
                  <a:close/>
                </a:path>
              </a:pathLst>
            </a:custGeom>
            <a:solidFill>
              <a:srgbClr val="37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9" name="Google Shape;769;p27"/>
            <p:cNvSpPr/>
            <p:nvPr/>
          </p:nvSpPr>
          <p:spPr>
            <a:xfrm>
              <a:off x="1862475" y="807800"/>
              <a:ext cx="108400" cy="99625"/>
            </a:xfrm>
            <a:custGeom>
              <a:avLst/>
              <a:gdLst/>
              <a:ahLst/>
              <a:cxnLst/>
              <a:rect l="l" t="t" r="r" b="b"/>
              <a:pathLst>
                <a:path w="4336" h="3985" extrusionOk="0">
                  <a:moveTo>
                    <a:pt x="3221" y="1"/>
                  </a:moveTo>
                  <a:lnTo>
                    <a:pt x="3303" y="63"/>
                  </a:lnTo>
                  <a:lnTo>
                    <a:pt x="3489" y="187"/>
                  </a:lnTo>
                  <a:lnTo>
                    <a:pt x="3633" y="290"/>
                  </a:lnTo>
                  <a:lnTo>
                    <a:pt x="3778" y="434"/>
                  </a:lnTo>
                  <a:lnTo>
                    <a:pt x="3943" y="620"/>
                  </a:lnTo>
                  <a:lnTo>
                    <a:pt x="4087" y="847"/>
                  </a:lnTo>
                  <a:lnTo>
                    <a:pt x="4129" y="971"/>
                  </a:lnTo>
                  <a:lnTo>
                    <a:pt x="4191" y="1116"/>
                  </a:lnTo>
                  <a:lnTo>
                    <a:pt x="4211" y="1260"/>
                  </a:lnTo>
                  <a:lnTo>
                    <a:pt x="4232" y="1425"/>
                  </a:lnTo>
                  <a:lnTo>
                    <a:pt x="4232" y="1570"/>
                  </a:lnTo>
                  <a:lnTo>
                    <a:pt x="4191" y="1755"/>
                  </a:lnTo>
                  <a:lnTo>
                    <a:pt x="4149" y="1921"/>
                  </a:lnTo>
                  <a:lnTo>
                    <a:pt x="4087" y="2065"/>
                  </a:lnTo>
                  <a:lnTo>
                    <a:pt x="3984" y="2230"/>
                  </a:lnTo>
                  <a:lnTo>
                    <a:pt x="3860" y="2354"/>
                  </a:lnTo>
                  <a:lnTo>
                    <a:pt x="3695" y="2478"/>
                  </a:lnTo>
                  <a:lnTo>
                    <a:pt x="3530" y="2540"/>
                  </a:lnTo>
                  <a:lnTo>
                    <a:pt x="3344" y="2581"/>
                  </a:lnTo>
                  <a:lnTo>
                    <a:pt x="3138" y="2602"/>
                  </a:lnTo>
                  <a:lnTo>
                    <a:pt x="2952" y="2560"/>
                  </a:lnTo>
                  <a:lnTo>
                    <a:pt x="2766" y="2478"/>
                  </a:lnTo>
                  <a:lnTo>
                    <a:pt x="2643" y="2416"/>
                  </a:lnTo>
                  <a:lnTo>
                    <a:pt x="2560" y="2333"/>
                  </a:lnTo>
                  <a:lnTo>
                    <a:pt x="2230" y="1983"/>
                  </a:lnTo>
                  <a:lnTo>
                    <a:pt x="2457" y="2395"/>
                  </a:lnTo>
                  <a:lnTo>
                    <a:pt x="2539" y="2581"/>
                  </a:lnTo>
                  <a:lnTo>
                    <a:pt x="2560" y="2767"/>
                  </a:lnTo>
                  <a:lnTo>
                    <a:pt x="2560" y="2953"/>
                  </a:lnTo>
                  <a:lnTo>
                    <a:pt x="2519" y="3118"/>
                  </a:lnTo>
                  <a:lnTo>
                    <a:pt x="2457" y="3304"/>
                  </a:lnTo>
                  <a:lnTo>
                    <a:pt x="2354" y="3448"/>
                  </a:lnTo>
                  <a:lnTo>
                    <a:pt x="2250" y="3572"/>
                  </a:lnTo>
                  <a:lnTo>
                    <a:pt x="2106" y="3675"/>
                  </a:lnTo>
                  <a:lnTo>
                    <a:pt x="1961" y="3758"/>
                  </a:lnTo>
                  <a:lnTo>
                    <a:pt x="1817" y="3820"/>
                  </a:lnTo>
                  <a:lnTo>
                    <a:pt x="1652" y="3861"/>
                  </a:lnTo>
                  <a:lnTo>
                    <a:pt x="1507" y="3882"/>
                  </a:lnTo>
                  <a:lnTo>
                    <a:pt x="1218" y="3882"/>
                  </a:lnTo>
                  <a:lnTo>
                    <a:pt x="1074" y="3861"/>
                  </a:lnTo>
                  <a:lnTo>
                    <a:pt x="950" y="3820"/>
                  </a:lnTo>
                  <a:lnTo>
                    <a:pt x="723" y="3737"/>
                  </a:lnTo>
                  <a:lnTo>
                    <a:pt x="516" y="3634"/>
                  </a:lnTo>
                  <a:lnTo>
                    <a:pt x="351" y="3531"/>
                  </a:lnTo>
                  <a:lnTo>
                    <a:pt x="228" y="3448"/>
                  </a:lnTo>
                  <a:lnTo>
                    <a:pt x="62" y="3304"/>
                  </a:lnTo>
                  <a:lnTo>
                    <a:pt x="0" y="3242"/>
                  </a:lnTo>
                  <a:lnTo>
                    <a:pt x="42" y="3304"/>
                  </a:lnTo>
                  <a:lnTo>
                    <a:pt x="207" y="3469"/>
                  </a:lnTo>
                  <a:lnTo>
                    <a:pt x="331" y="3572"/>
                  </a:lnTo>
                  <a:lnTo>
                    <a:pt x="496" y="3696"/>
                  </a:lnTo>
                  <a:lnTo>
                    <a:pt x="682" y="3799"/>
                  </a:lnTo>
                  <a:lnTo>
                    <a:pt x="929" y="3902"/>
                  </a:lnTo>
                  <a:lnTo>
                    <a:pt x="1053" y="3943"/>
                  </a:lnTo>
                  <a:lnTo>
                    <a:pt x="1198" y="3964"/>
                  </a:lnTo>
                  <a:lnTo>
                    <a:pt x="1363" y="3985"/>
                  </a:lnTo>
                  <a:lnTo>
                    <a:pt x="1507" y="3985"/>
                  </a:lnTo>
                  <a:lnTo>
                    <a:pt x="1672" y="3964"/>
                  </a:lnTo>
                  <a:lnTo>
                    <a:pt x="1838" y="3923"/>
                  </a:lnTo>
                  <a:lnTo>
                    <a:pt x="2003" y="3861"/>
                  </a:lnTo>
                  <a:lnTo>
                    <a:pt x="2168" y="3758"/>
                  </a:lnTo>
                  <a:lnTo>
                    <a:pt x="2312" y="3654"/>
                  </a:lnTo>
                  <a:lnTo>
                    <a:pt x="2457" y="3510"/>
                  </a:lnTo>
                  <a:lnTo>
                    <a:pt x="2560" y="3345"/>
                  </a:lnTo>
                  <a:lnTo>
                    <a:pt x="2643" y="3159"/>
                  </a:lnTo>
                  <a:lnTo>
                    <a:pt x="2684" y="2953"/>
                  </a:lnTo>
                  <a:lnTo>
                    <a:pt x="2684" y="2746"/>
                  </a:lnTo>
                  <a:lnTo>
                    <a:pt x="2665" y="2555"/>
                  </a:lnTo>
                  <a:lnTo>
                    <a:pt x="2665" y="2555"/>
                  </a:lnTo>
                  <a:lnTo>
                    <a:pt x="2704" y="2581"/>
                  </a:lnTo>
                  <a:lnTo>
                    <a:pt x="2808" y="2643"/>
                  </a:lnTo>
                  <a:lnTo>
                    <a:pt x="2911" y="2684"/>
                  </a:lnTo>
                  <a:lnTo>
                    <a:pt x="3138" y="2705"/>
                  </a:lnTo>
                  <a:lnTo>
                    <a:pt x="3344" y="2705"/>
                  </a:lnTo>
                  <a:lnTo>
                    <a:pt x="3571" y="2664"/>
                  </a:lnTo>
                  <a:lnTo>
                    <a:pt x="3757" y="2560"/>
                  </a:lnTo>
                  <a:lnTo>
                    <a:pt x="3922" y="2437"/>
                  </a:lnTo>
                  <a:lnTo>
                    <a:pt x="4067" y="2292"/>
                  </a:lnTo>
                  <a:lnTo>
                    <a:pt x="4170" y="2127"/>
                  </a:lnTo>
                  <a:lnTo>
                    <a:pt x="4253" y="1941"/>
                  </a:lnTo>
                  <a:lnTo>
                    <a:pt x="4314" y="1776"/>
                  </a:lnTo>
                  <a:lnTo>
                    <a:pt x="4335" y="1590"/>
                  </a:lnTo>
                  <a:lnTo>
                    <a:pt x="4335" y="1405"/>
                  </a:lnTo>
                  <a:lnTo>
                    <a:pt x="4314" y="1239"/>
                  </a:lnTo>
                  <a:lnTo>
                    <a:pt x="4273" y="1074"/>
                  </a:lnTo>
                  <a:lnTo>
                    <a:pt x="4211" y="930"/>
                  </a:lnTo>
                  <a:lnTo>
                    <a:pt x="4149" y="806"/>
                  </a:lnTo>
                  <a:lnTo>
                    <a:pt x="4005" y="579"/>
                  </a:lnTo>
                  <a:lnTo>
                    <a:pt x="3840" y="393"/>
                  </a:lnTo>
                  <a:lnTo>
                    <a:pt x="3675" y="249"/>
                  </a:lnTo>
                  <a:lnTo>
                    <a:pt x="3530" y="145"/>
                  </a:lnTo>
                  <a:lnTo>
                    <a:pt x="3303" y="42"/>
                  </a:lnTo>
                  <a:lnTo>
                    <a:pt x="3221" y="1"/>
                  </a:lnTo>
                  <a:close/>
                </a:path>
              </a:pathLst>
            </a:custGeom>
            <a:solidFill>
              <a:srgbClr val="37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0" name="Google Shape;770;p27"/>
            <p:cNvSpPr/>
            <p:nvPr/>
          </p:nvSpPr>
          <p:spPr>
            <a:xfrm>
              <a:off x="2230400" y="4992300"/>
              <a:ext cx="597600" cy="468075"/>
            </a:xfrm>
            <a:custGeom>
              <a:avLst/>
              <a:gdLst/>
              <a:ahLst/>
              <a:cxnLst/>
              <a:rect l="l" t="t" r="r" b="b"/>
              <a:pathLst>
                <a:path w="23904" h="18723" extrusionOk="0">
                  <a:moveTo>
                    <a:pt x="372" y="1"/>
                  </a:moveTo>
                  <a:lnTo>
                    <a:pt x="1" y="18165"/>
                  </a:lnTo>
                  <a:lnTo>
                    <a:pt x="23903" y="18722"/>
                  </a:lnTo>
                  <a:lnTo>
                    <a:pt x="23883" y="18619"/>
                  </a:lnTo>
                  <a:lnTo>
                    <a:pt x="23862" y="18516"/>
                  </a:lnTo>
                  <a:lnTo>
                    <a:pt x="23800" y="18413"/>
                  </a:lnTo>
                  <a:lnTo>
                    <a:pt x="23738" y="18289"/>
                  </a:lnTo>
                  <a:lnTo>
                    <a:pt x="23573" y="18062"/>
                  </a:lnTo>
                  <a:lnTo>
                    <a:pt x="23346" y="17814"/>
                  </a:lnTo>
                  <a:lnTo>
                    <a:pt x="23057" y="17567"/>
                  </a:lnTo>
                  <a:lnTo>
                    <a:pt x="22727" y="17298"/>
                  </a:lnTo>
                  <a:lnTo>
                    <a:pt x="22355" y="17030"/>
                  </a:lnTo>
                  <a:lnTo>
                    <a:pt x="21942" y="16762"/>
                  </a:lnTo>
                  <a:lnTo>
                    <a:pt x="21488" y="16473"/>
                  </a:lnTo>
                  <a:lnTo>
                    <a:pt x="20993" y="16204"/>
                  </a:lnTo>
                  <a:lnTo>
                    <a:pt x="19961" y="15626"/>
                  </a:lnTo>
                  <a:lnTo>
                    <a:pt x="18846" y="15069"/>
                  </a:lnTo>
                  <a:lnTo>
                    <a:pt x="17690" y="14532"/>
                  </a:lnTo>
                  <a:lnTo>
                    <a:pt x="16555" y="13996"/>
                  </a:lnTo>
                  <a:lnTo>
                    <a:pt x="15440" y="13521"/>
                  </a:lnTo>
                  <a:lnTo>
                    <a:pt x="13479" y="12695"/>
                  </a:lnTo>
                  <a:lnTo>
                    <a:pt x="12096" y="12138"/>
                  </a:lnTo>
                  <a:lnTo>
                    <a:pt x="11560" y="11932"/>
                  </a:lnTo>
                  <a:lnTo>
                    <a:pt x="12303" y="310"/>
                  </a:lnTo>
                  <a:lnTo>
                    <a:pt x="3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1" name="Google Shape;771;p27"/>
            <p:cNvSpPr/>
            <p:nvPr/>
          </p:nvSpPr>
          <p:spPr>
            <a:xfrm>
              <a:off x="2230400" y="4992300"/>
              <a:ext cx="597600" cy="468075"/>
            </a:xfrm>
            <a:custGeom>
              <a:avLst/>
              <a:gdLst/>
              <a:ahLst/>
              <a:cxnLst/>
              <a:rect l="l" t="t" r="r" b="b"/>
              <a:pathLst>
                <a:path w="23904" h="18723" fill="none" extrusionOk="0">
                  <a:moveTo>
                    <a:pt x="372" y="1"/>
                  </a:moveTo>
                  <a:lnTo>
                    <a:pt x="1" y="18165"/>
                  </a:lnTo>
                  <a:lnTo>
                    <a:pt x="23903" y="18722"/>
                  </a:lnTo>
                  <a:lnTo>
                    <a:pt x="23903" y="18722"/>
                  </a:lnTo>
                  <a:lnTo>
                    <a:pt x="23883" y="18619"/>
                  </a:lnTo>
                  <a:lnTo>
                    <a:pt x="23862" y="18516"/>
                  </a:lnTo>
                  <a:lnTo>
                    <a:pt x="23800" y="18413"/>
                  </a:lnTo>
                  <a:lnTo>
                    <a:pt x="23738" y="18289"/>
                  </a:lnTo>
                  <a:lnTo>
                    <a:pt x="23573" y="18062"/>
                  </a:lnTo>
                  <a:lnTo>
                    <a:pt x="23346" y="17814"/>
                  </a:lnTo>
                  <a:lnTo>
                    <a:pt x="23057" y="17567"/>
                  </a:lnTo>
                  <a:lnTo>
                    <a:pt x="22727" y="17298"/>
                  </a:lnTo>
                  <a:lnTo>
                    <a:pt x="22355" y="17030"/>
                  </a:lnTo>
                  <a:lnTo>
                    <a:pt x="21942" y="16762"/>
                  </a:lnTo>
                  <a:lnTo>
                    <a:pt x="21488" y="16473"/>
                  </a:lnTo>
                  <a:lnTo>
                    <a:pt x="20993" y="16204"/>
                  </a:lnTo>
                  <a:lnTo>
                    <a:pt x="19961" y="15626"/>
                  </a:lnTo>
                  <a:lnTo>
                    <a:pt x="18846" y="15069"/>
                  </a:lnTo>
                  <a:lnTo>
                    <a:pt x="17690" y="14532"/>
                  </a:lnTo>
                  <a:lnTo>
                    <a:pt x="16555" y="13996"/>
                  </a:lnTo>
                  <a:lnTo>
                    <a:pt x="15440" y="13521"/>
                  </a:lnTo>
                  <a:lnTo>
                    <a:pt x="13479" y="12695"/>
                  </a:lnTo>
                  <a:lnTo>
                    <a:pt x="12096" y="12138"/>
                  </a:lnTo>
                  <a:lnTo>
                    <a:pt x="11560" y="11932"/>
                  </a:lnTo>
                  <a:lnTo>
                    <a:pt x="12303" y="310"/>
                  </a:lnTo>
                  <a:lnTo>
                    <a:pt x="37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2" name="Google Shape;772;p27"/>
            <p:cNvSpPr/>
            <p:nvPr/>
          </p:nvSpPr>
          <p:spPr>
            <a:xfrm>
              <a:off x="2317100" y="5261150"/>
              <a:ext cx="46975" cy="43900"/>
            </a:xfrm>
            <a:custGeom>
              <a:avLst/>
              <a:gdLst/>
              <a:ahLst/>
              <a:cxnLst/>
              <a:rect l="l" t="t" r="r" b="b"/>
              <a:pathLst>
                <a:path w="1879" h="1756" extrusionOk="0">
                  <a:moveTo>
                    <a:pt x="909" y="1"/>
                  </a:moveTo>
                  <a:lnTo>
                    <a:pt x="764" y="22"/>
                  </a:lnTo>
                  <a:lnTo>
                    <a:pt x="640" y="63"/>
                  </a:lnTo>
                  <a:lnTo>
                    <a:pt x="496" y="125"/>
                  </a:lnTo>
                  <a:lnTo>
                    <a:pt x="351" y="228"/>
                  </a:lnTo>
                  <a:lnTo>
                    <a:pt x="227" y="331"/>
                  </a:lnTo>
                  <a:lnTo>
                    <a:pt x="145" y="455"/>
                  </a:lnTo>
                  <a:lnTo>
                    <a:pt x="62" y="600"/>
                  </a:lnTo>
                  <a:lnTo>
                    <a:pt x="21" y="765"/>
                  </a:lnTo>
                  <a:lnTo>
                    <a:pt x="0" y="909"/>
                  </a:lnTo>
                  <a:lnTo>
                    <a:pt x="21" y="1074"/>
                  </a:lnTo>
                  <a:lnTo>
                    <a:pt x="62" y="1219"/>
                  </a:lnTo>
                  <a:lnTo>
                    <a:pt x="145" y="1343"/>
                  </a:lnTo>
                  <a:lnTo>
                    <a:pt x="248" y="1466"/>
                  </a:lnTo>
                  <a:lnTo>
                    <a:pt x="351" y="1570"/>
                  </a:lnTo>
                  <a:lnTo>
                    <a:pt x="475" y="1652"/>
                  </a:lnTo>
                  <a:lnTo>
                    <a:pt x="620" y="1714"/>
                  </a:lnTo>
                  <a:lnTo>
                    <a:pt x="785" y="1735"/>
                  </a:lnTo>
                  <a:lnTo>
                    <a:pt x="929" y="1755"/>
                  </a:lnTo>
                  <a:lnTo>
                    <a:pt x="1115" y="1735"/>
                  </a:lnTo>
                  <a:lnTo>
                    <a:pt x="1280" y="1673"/>
                  </a:lnTo>
                  <a:lnTo>
                    <a:pt x="1445" y="1590"/>
                  </a:lnTo>
                  <a:lnTo>
                    <a:pt x="1590" y="1466"/>
                  </a:lnTo>
                  <a:lnTo>
                    <a:pt x="1714" y="1301"/>
                  </a:lnTo>
                  <a:lnTo>
                    <a:pt x="1796" y="1157"/>
                  </a:lnTo>
                  <a:lnTo>
                    <a:pt x="1858" y="971"/>
                  </a:lnTo>
                  <a:lnTo>
                    <a:pt x="1879" y="806"/>
                  </a:lnTo>
                  <a:lnTo>
                    <a:pt x="1858" y="723"/>
                  </a:lnTo>
                  <a:lnTo>
                    <a:pt x="1837" y="641"/>
                  </a:lnTo>
                  <a:lnTo>
                    <a:pt x="1776" y="517"/>
                  </a:lnTo>
                  <a:lnTo>
                    <a:pt x="1693" y="393"/>
                  </a:lnTo>
                  <a:lnTo>
                    <a:pt x="1590" y="290"/>
                  </a:lnTo>
                  <a:lnTo>
                    <a:pt x="1487" y="187"/>
                  </a:lnTo>
                  <a:lnTo>
                    <a:pt x="1342" y="104"/>
                  </a:lnTo>
                  <a:lnTo>
                    <a:pt x="1198" y="42"/>
                  </a:lnTo>
                  <a:lnTo>
                    <a:pt x="1053" y="22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3" name="Google Shape;773;p27"/>
            <p:cNvSpPr/>
            <p:nvPr/>
          </p:nvSpPr>
          <p:spPr>
            <a:xfrm>
              <a:off x="2335150" y="52622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2317100" y="5261150"/>
              <a:ext cx="46975" cy="43900"/>
            </a:xfrm>
            <a:custGeom>
              <a:avLst/>
              <a:gdLst/>
              <a:ahLst/>
              <a:cxnLst/>
              <a:rect l="l" t="t" r="r" b="b"/>
              <a:pathLst>
                <a:path w="1879" h="1756" fill="none" extrusionOk="0">
                  <a:moveTo>
                    <a:pt x="909" y="1"/>
                  </a:moveTo>
                  <a:lnTo>
                    <a:pt x="909" y="1"/>
                  </a:lnTo>
                  <a:lnTo>
                    <a:pt x="764" y="22"/>
                  </a:lnTo>
                  <a:lnTo>
                    <a:pt x="640" y="63"/>
                  </a:lnTo>
                  <a:lnTo>
                    <a:pt x="640" y="63"/>
                  </a:lnTo>
                  <a:lnTo>
                    <a:pt x="496" y="125"/>
                  </a:lnTo>
                  <a:lnTo>
                    <a:pt x="351" y="228"/>
                  </a:lnTo>
                  <a:lnTo>
                    <a:pt x="227" y="331"/>
                  </a:lnTo>
                  <a:lnTo>
                    <a:pt x="145" y="455"/>
                  </a:lnTo>
                  <a:lnTo>
                    <a:pt x="62" y="600"/>
                  </a:lnTo>
                  <a:lnTo>
                    <a:pt x="21" y="765"/>
                  </a:lnTo>
                  <a:lnTo>
                    <a:pt x="0" y="909"/>
                  </a:lnTo>
                  <a:lnTo>
                    <a:pt x="21" y="1074"/>
                  </a:lnTo>
                  <a:lnTo>
                    <a:pt x="21" y="1074"/>
                  </a:lnTo>
                  <a:lnTo>
                    <a:pt x="62" y="1219"/>
                  </a:lnTo>
                  <a:lnTo>
                    <a:pt x="145" y="1343"/>
                  </a:lnTo>
                  <a:lnTo>
                    <a:pt x="248" y="1466"/>
                  </a:lnTo>
                  <a:lnTo>
                    <a:pt x="351" y="1570"/>
                  </a:lnTo>
                  <a:lnTo>
                    <a:pt x="475" y="1652"/>
                  </a:lnTo>
                  <a:lnTo>
                    <a:pt x="620" y="1714"/>
                  </a:lnTo>
                  <a:lnTo>
                    <a:pt x="785" y="1735"/>
                  </a:lnTo>
                  <a:lnTo>
                    <a:pt x="929" y="1755"/>
                  </a:lnTo>
                  <a:lnTo>
                    <a:pt x="929" y="1755"/>
                  </a:lnTo>
                  <a:lnTo>
                    <a:pt x="1115" y="1735"/>
                  </a:lnTo>
                  <a:lnTo>
                    <a:pt x="1115" y="1735"/>
                  </a:lnTo>
                  <a:lnTo>
                    <a:pt x="1280" y="1673"/>
                  </a:lnTo>
                  <a:lnTo>
                    <a:pt x="1445" y="1590"/>
                  </a:lnTo>
                  <a:lnTo>
                    <a:pt x="1590" y="1466"/>
                  </a:lnTo>
                  <a:lnTo>
                    <a:pt x="1714" y="1301"/>
                  </a:lnTo>
                  <a:lnTo>
                    <a:pt x="1796" y="1157"/>
                  </a:lnTo>
                  <a:lnTo>
                    <a:pt x="1858" y="971"/>
                  </a:lnTo>
                  <a:lnTo>
                    <a:pt x="1879" y="806"/>
                  </a:lnTo>
                  <a:lnTo>
                    <a:pt x="1858" y="723"/>
                  </a:lnTo>
                  <a:lnTo>
                    <a:pt x="1837" y="641"/>
                  </a:lnTo>
                  <a:lnTo>
                    <a:pt x="1837" y="641"/>
                  </a:lnTo>
                  <a:lnTo>
                    <a:pt x="1776" y="517"/>
                  </a:lnTo>
                  <a:lnTo>
                    <a:pt x="1693" y="393"/>
                  </a:lnTo>
                  <a:lnTo>
                    <a:pt x="1590" y="290"/>
                  </a:lnTo>
                  <a:lnTo>
                    <a:pt x="1487" y="187"/>
                  </a:lnTo>
                  <a:lnTo>
                    <a:pt x="1342" y="104"/>
                  </a:lnTo>
                  <a:lnTo>
                    <a:pt x="1198" y="42"/>
                  </a:lnTo>
                  <a:lnTo>
                    <a:pt x="1053" y="22"/>
                  </a:lnTo>
                  <a:lnTo>
                    <a:pt x="90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2809900" y="5433525"/>
              <a:ext cx="18100" cy="24275"/>
            </a:xfrm>
            <a:custGeom>
              <a:avLst/>
              <a:gdLst/>
              <a:ahLst/>
              <a:cxnLst/>
              <a:rect l="l" t="t" r="r" b="b"/>
              <a:pathLst>
                <a:path w="724" h="971" extrusionOk="0">
                  <a:moveTo>
                    <a:pt x="1" y="0"/>
                  </a:moveTo>
                  <a:lnTo>
                    <a:pt x="248" y="268"/>
                  </a:lnTo>
                  <a:lnTo>
                    <a:pt x="476" y="516"/>
                  </a:lnTo>
                  <a:lnTo>
                    <a:pt x="620" y="743"/>
                  </a:lnTo>
                  <a:lnTo>
                    <a:pt x="661" y="846"/>
                  </a:lnTo>
                  <a:lnTo>
                    <a:pt x="703" y="970"/>
                  </a:lnTo>
                  <a:lnTo>
                    <a:pt x="723" y="970"/>
                  </a:lnTo>
                  <a:lnTo>
                    <a:pt x="703" y="805"/>
                  </a:lnTo>
                  <a:lnTo>
                    <a:pt x="661" y="640"/>
                  </a:lnTo>
                  <a:lnTo>
                    <a:pt x="579" y="496"/>
                  </a:lnTo>
                  <a:lnTo>
                    <a:pt x="476" y="372"/>
                  </a:lnTo>
                  <a:lnTo>
                    <a:pt x="352" y="268"/>
                  </a:lnTo>
                  <a:lnTo>
                    <a:pt x="228" y="1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2809900" y="5433525"/>
              <a:ext cx="18100" cy="24275"/>
            </a:xfrm>
            <a:custGeom>
              <a:avLst/>
              <a:gdLst/>
              <a:ahLst/>
              <a:cxnLst/>
              <a:rect l="l" t="t" r="r" b="b"/>
              <a:pathLst>
                <a:path w="724" h="9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48" y="268"/>
                  </a:lnTo>
                  <a:lnTo>
                    <a:pt x="476" y="516"/>
                  </a:lnTo>
                  <a:lnTo>
                    <a:pt x="620" y="743"/>
                  </a:lnTo>
                  <a:lnTo>
                    <a:pt x="661" y="846"/>
                  </a:lnTo>
                  <a:lnTo>
                    <a:pt x="703" y="970"/>
                  </a:lnTo>
                  <a:lnTo>
                    <a:pt x="703" y="970"/>
                  </a:lnTo>
                  <a:lnTo>
                    <a:pt x="723" y="970"/>
                  </a:lnTo>
                  <a:lnTo>
                    <a:pt x="723" y="970"/>
                  </a:lnTo>
                  <a:lnTo>
                    <a:pt x="703" y="805"/>
                  </a:lnTo>
                  <a:lnTo>
                    <a:pt x="661" y="640"/>
                  </a:lnTo>
                  <a:lnTo>
                    <a:pt x="579" y="496"/>
                  </a:lnTo>
                  <a:lnTo>
                    <a:pt x="476" y="372"/>
                  </a:lnTo>
                  <a:lnTo>
                    <a:pt x="352" y="268"/>
                  </a:lnTo>
                  <a:lnTo>
                    <a:pt x="228" y="16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2827450" y="5457775"/>
              <a:ext cx="550" cy="2600"/>
            </a:xfrm>
            <a:custGeom>
              <a:avLst/>
              <a:gdLst/>
              <a:ahLst/>
              <a:cxnLst/>
              <a:rect l="l" t="t" r="r" b="b"/>
              <a:pathLst>
                <a:path w="22" h="104" extrusionOk="0">
                  <a:moveTo>
                    <a:pt x="1" y="0"/>
                  </a:moveTo>
                  <a:lnTo>
                    <a:pt x="21" y="10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A3AB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2827450" y="5457775"/>
              <a:ext cx="550" cy="2600"/>
            </a:xfrm>
            <a:custGeom>
              <a:avLst/>
              <a:gdLst/>
              <a:ahLst/>
              <a:cxnLst/>
              <a:rect l="l" t="t" r="r" b="b"/>
              <a:pathLst>
                <a:path w="22" h="104" fill="none" extrusionOk="0">
                  <a:moveTo>
                    <a:pt x="21" y="0"/>
                  </a:moveTo>
                  <a:lnTo>
                    <a:pt x="2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1" y="103"/>
                  </a:lnTo>
                  <a:lnTo>
                    <a:pt x="21" y="103"/>
                  </a:lnTo>
                  <a:lnTo>
                    <a:pt x="21" y="103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2230400" y="5400500"/>
              <a:ext cx="597600" cy="59875"/>
            </a:xfrm>
            <a:custGeom>
              <a:avLst/>
              <a:gdLst/>
              <a:ahLst/>
              <a:cxnLst/>
              <a:rect l="l" t="t" r="r" b="b"/>
              <a:pathLst>
                <a:path w="23904" h="2395" extrusionOk="0">
                  <a:moveTo>
                    <a:pt x="104" y="0"/>
                  </a:moveTo>
                  <a:lnTo>
                    <a:pt x="1" y="1837"/>
                  </a:lnTo>
                  <a:lnTo>
                    <a:pt x="23903" y="2394"/>
                  </a:lnTo>
                  <a:lnTo>
                    <a:pt x="23883" y="2291"/>
                  </a:lnTo>
                  <a:lnTo>
                    <a:pt x="23841" y="2167"/>
                  </a:lnTo>
                  <a:lnTo>
                    <a:pt x="23800" y="2064"/>
                  </a:lnTo>
                  <a:lnTo>
                    <a:pt x="23656" y="1837"/>
                  </a:lnTo>
                  <a:lnTo>
                    <a:pt x="23428" y="1589"/>
                  </a:lnTo>
                  <a:lnTo>
                    <a:pt x="23181" y="1321"/>
                  </a:lnTo>
                  <a:lnTo>
                    <a:pt x="22974" y="1239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2473975" y="5285425"/>
              <a:ext cx="55225" cy="33550"/>
            </a:xfrm>
            <a:custGeom>
              <a:avLst/>
              <a:gdLst/>
              <a:ahLst/>
              <a:cxnLst/>
              <a:rect l="l" t="t" r="r" b="b"/>
              <a:pathLst>
                <a:path w="2209" h="1342" extrusionOk="0">
                  <a:moveTo>
                    <a:pt x="1796" y="0"/>
                  </a:moveTo>
                  <a:lnTo>
                    <a:pt x="1590" y="21"/>
                  </a:lnTo>
                  <a:lnTo>
                    <a:pt x="1342" y="62"/>
                  </a:lnTo>
                  <a:lnTo>
                    <a:pt x="1094" y="145"/>
                  </a:lnTo>
                  <a:lnTo>
                    <a:pt x="826" y="268"/>
                  </a:lnTo>
                  <a:lnTo>
                    <a:pt x="578" y="434"/>
                  </a:lnTo>
                  <a:lnTo>
                    <a:pt x="372" y="599"/>
                  </a:lnTo>
                  <a:lnTo>
                    <a:pt x="227" y="784"/>
                  </a:lnTo>
                  <a:lnTo>
                    <a:pt x="124" y="950"/>
                  </a:lnTo>
                  <a:lnTo>
                    <a:pt x="42" y="1094"/>
                  </a:lnTo>
                  <a:lnTo>
                    <a:pt x="0" y="1218"/>
                  </a:lnTo>
                  <a:lnTo>
                    <a:pt x="0" y="1321"/>
                  </a:lnTo>
                  <a:lnTo>
                    <a:pt x="0" y="1342"/>
                  </a:lnTo>
                  <a:lnTo>
                    <a:pt x="83" y="1342"/>
                  </a:lnTo>
                  <a:lnTo>
                    <a:pt x="145" y="1301"/>
                  </a:lnTo>
                  <a:lnTo>
                    <a:pt x="351" y="1115"/>
                  </a:lnTo>
                  <a:lnTo>
                    <a:pt x="640" y="867"/>
                  </a:lnTo>
                  <a:lnTo>
                    <a:pt x="826" y="723"/>
                  </a:lnTo>
                  <a:lnTo>
                    <a:pt x="1032" y="599"/>
                  </a:lnTo>
                  <a:lnTo>
                    <a:pt x="1259" y="475"/>
                  </a:lnTo>
                  <a:lnTo>
                    <a:pt x="1466" y="392"/>
                  </a:lnTo>
                  <a:lnTo>
                    <a:pt x="1837" y="268"/>
                  </a:lnTo>
                  <a:lnTo>
                    <a:pt x="2106" y="186"/>
                  </a:lnTo>
                  <a:lnTo>
                    <a:pt x="2188" y="145"/>
                  </a:lnTo>
                  <a:lnTo>
                    <a:pt x="2209" y="103"/>
                  </a:lnTo>
                  <a:lnTo>
                    <a:pt x="2209" y="83"/>
                  </a:lnTo>
                  <a:lnTo>
                    <a:pt x="2188" y="62"/>
                  </a:lnTo>
                  <a:lnTo>
                    <a:pt x="2106" y="41"/>
                  </a:lnTo>
                  <a:lnTo>
                    <a:pt x="1961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2550850" y="5312775"/>
              <a:ext cx="40275" cy="43350"/>
            </a:xfrm>
            <a:custGeom>
              <a:avLst/>
              <a:gdLst/>
              <a:ahLst/>
              <a:cxnLst/>
              <a:rect l="l" t="t" r="r" b="b"/>
              <a:pathLst>
                <a:path w="1611" h="1734" extrusionOk="0">
                  <a:moveTo>
                    <a:pt x="1508" y="0"/>
                  </a:moveTo>
                  <a:lnTo>
                    <a:pt x="1363" y="21"/>
                  </a:lnTo>
                  <a:lnTo>
                    <a:pt x="1198" y="41"/>
                  </a:lnTo>
                  <a:lnTo>
                    <a:pt x="1012" y="124"/>
                  </a:lnTo>
                  <a:lnTo>
                    <a:pt x="827" y="207"/>
                  </a:lnTo>
                  <a:lnTo>
                    <a:pt x="620" y="351"/>
                  </a:lnTo>
                  <a:lnTo>
                    <a:pt x="414" y="537"/>
                  </a:lnTo>
                  <a:lnTo>
                    <a:pt x="249" y="764"/>
                  </a:lnTo>
                  <a:lnTo>
                    <a:pt x="125" y="970"/>
                  </a:lnTo>
                  <a:lnTo>
                    <a:pt x="42" y="1177"/>
                  </a:lnTo>
                  <a:lnTo>
                    <a:pt x="1" y="1362"/>
                  </a:lnTo>
                  <a:lnTo>
                    <a:pt x="1" y="1507"/>
                  </a:lnTo>
                  <a:lnTo>
                    <a:pt x="1" y="1631"/>
                  </a:lnTo>
                  <a:lnTo>
                    <a:pt x="22" y="1713"/>
                  </a:lnTo>
                  <a:lnTo>
                    <a:pt x="42" y="1734"/>
                  </a:lnTo>
                  <a:lnTo>
                    <a:pt x="63" y="1734"/>
                  </a:lnTo>
                  <a:lnTo>
                    <a:pt x="104" y="1713"/>
                  </a:lnTo>
                  <a:lnTo>
                    <a:pt x="166" y="1651"/>
                  </a:lnTo>
                  <a:lnTo>
                    <a:pt x="269" y="1445"/>
                  </a:lnTo>
                  <a:lnTo>
                    <a:pt x="455" y="1135"/>
                  </a:lnTo>
                  <a:lnTo>
                    <a:pt x="579" y="970"/>
                  </a:lnTo>
                  <a:lnTo>
                    <a:pt x="723" y="805"/>
                  </a:lnTo>
                  <a:lnTo>
                    <a:pt x="868" y="640"/>
                  </a:lnTo>
                  <a:lnTo>
                    <a:pt x="1033" y="495"/>
                  </a:lnTo>
                  <a:lnTo>
                    <a:pt x="1322" y="289"/>
                  </a:lnTo>
                  <a:lnTo>
                    <a:pt x="1549" y="145"/>
                  </a:lnTo>
                  <a:lnTo>
                    <a:pt x="1590" y="103"/>
                  </a:lnTo>
                  <a:lnTo>
                    <a:pt x="1611" y="62"/>
                  </a:lnTo>
                  <a:lnTo>
                    <a:pt x="1611" y="41"/>
                  </a:lnTo>
                  <a:lnTo>
                    <a:pt x="1590" y="21"/>
                  </a:lnTo>
                  <a:lnTo>
                    <a:pt x="1508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2621550" y="5338575"/>
              <a:ext cx="27900" cy="47500"/>
            </a:xfrm>
            <a:custGeom>
              <a:avLst/>
              <a:gdLst/>
              <a:ahLst/>
              <a:cxnLst/>
              <a:rect l="l" t="t" r="r" b="b"/>
              <a:pathLst>
                <a:path w="1116" h="1900" extrusionOk="0">
                  <a:moveTo>
                    <a:pt x="1074" y="0"/>
                  </a:moveTo>
                  <a:lnTo>
                    <a:pt x="992" y="21"/>
                  </a:lnTo>
                  <a:lnTo>
                    <a:pt x="888" y="62"/>
                  </a:lnTo>
                  <a:lnTo>
                    <a:pt x="744" y="145"/>
                  </a:lnTo>
                  <a:lnTo>
                    <a:pt x="620" y="248"/>
                  </a:lnTo>
                  <a:lnTo>
                    <a:pt x="455" y="372"/>
                  </a:lnTo>
                  <a:lnTo>
                    <a:pt x="331" y="557"/>
                  </a:lnTo>
                  <a:lnTo>
                    <a:pt x="187" y="764"/>
                  </a:lnTo>
                  <a:lnTo>
                    <a:pt x="104" y="991"/>
                  </a:lnTo>
                  <a:lnTo>
                    <a:pt x="42" y="1197"/>
                  </a:lnTo>
                  <a:lnTo>
                    <a:pt x="1" y="1383"/>
                  </a:lnTo>
                  <a:lnTo>
                    <a:pt x="1" y="1569"/>
                  </a:lnTo>
                  <a:lnTo>
                    <a:pt x="21" y="1693"/>
                  </a:lnTo>
                  <a:lnTo>
                    <a:pt x="63" y="1817"/>
                  </a:lnTo>
                  <a:lnTo>
                    <a:pt x="104" y="1879"/>
                  </a:lnTo>
                  <a:lnTo>
                    <a:pt x="145" y="1899"/>
                  </a:lnTo>
                  <a:lnTo>
                    <a:pt x="187" y="1879"/>
                  </a:lnTo>
                  <a:lnTo>
                    <a:pt x="207" y="1817"/>
                  </a:lnTo>
                  <a:lnTo>
                    <a:pt x="290" y="1590"/>
                  </a:lnTo>
                  <a:lnTo>
                    <a:pt x="393" y="1280"/>
                  </a:lnTo>
                  <a:lnTo>
                    <a:pt x="475" y="1115"/>
                  </a:lnTo>
                  <a:lnTo>
                    <a:pt x="558" y="929"/>
                  </a:lnTo>
                  <a:lnTo>
                    <a:pt x="661" y="764"/>
                  </a:lnTo>
                  <a:lnTo>
                    <a:pt x="764" y="599"/>
                  </a:lnTo>
                  <a:lnTo>
                    <a:pt x="950" y="330"/>
                  </a:lnTo>
                  <a:lnTo>
                    <a:pt x="1095" y="145"/>
                  </a:lnTo>
                  <a:lnTo>
                    <a:pt x="1115" y="83"/>
                  </a:lnTo>
                  <a:lnTo>
                    <a:pt x="1115" y="21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2463650" y="5211100"/>
              <a:ext cx="61950" cy="12925"/>
            </a:xfrm>
            <a:custGeom>
              <a:avLst/>
              <a:gdLst/>
              <a:ahLst/>
              <a:cxnLst/>
              <a:rect l="l" t="t" r="r" b="b"/>
              <a:pathLst>
                <a:path w="2478" h="517" extrusionOk="0">
                  <a:moveTo>
                    <a:pt x="1218" y="1"/>
                  </a:moveTo>
                  <a:lnTo>
                    <a:pt x="950" y="21"/>
                  </a:lnTo>
                  <a:lnTo>
                    <a:pt x="702" y="63"/>
                  </a:lnTo>
                  <a:lnTo>
                    <a:pt x="475" y="145"/>
                  </a:lnTo>
                  <a:lnTo>
                    <a:pt x="289" y="228"/>
                  </a:lnTo>
                  <a:lnTo>
                    <a:pt x="145" y="310"/>
                  </a:lnTo>
                  <a:lnTo>
                    <a:pt x="62" y="393"/>
                  </a:lnTo>
                  <a:lnTo>
                    <a:pt x="1" y="455"/>
                  </a:lnTo>
                  <a:lnTo>
                    <a:pt x="1" y="476"/>
                  </a:lnTo>
                  <a:lnTo>
                    <a:pt x="1" y="496"/>
                  </a:lnTo>
                  <a:lnTo>
                    <a:pt x="42" y="517"/>
                  </a:lnTo>
                  <a:lnTo>
                    <a:pt x="124" y="517"/>
                  </a:lnTo>
                  <a:lnTo>
                    <a:pt x="393" y="476"/>
                  </a:lnTo>
                  <a:lnTo>
                    <a:pt x="764" y="414"/>
                  </a:lnTo>
                  <a:lnTo>
                    <a:pt x="991" y="393"/>
                  </a:lnTo>
                  <a:lnTo>
                    <a:pt x="1239" y="372"/>
                  </a:lnTo>
                  <a:lnTo>
                    <a:pt x="1487" y="372"/>
                  </a:lnTo>
                  <a:lnTo>
                    <a:pt x="1693" y="393"/>
                  </a:lnTo>
                  <a:lnTo>
                    <a:pt x="2085" y="414"/>
                  </a:lnTo>
                  <a:lnTo>
                    <a:pt x="2354" y="455"/>
                  </a:lnTo>
                  <a:lnTo>
                    <a:pt x="2436" y="434"/>
                  </a:lnTo>
                  <a:lnTo>
                    <a:pt x="2477" y="414"/>
                  </a:lnTo>
                  <a:lnTo>
                    <a:pt x="2477" y="393"/>
                  </a:lnTo>
                  <a:lnTo>
                    <a:pt x="2477" y="372"/>
                  </a:lnTo>
                  <a:lnTo>
                    <a:pt x="2416" y="310"/>
                  </a:lnTo>
                  <a:lnTo>
                    <a:pt x="2312" y="228"/>
                  </a:lnTo>
                  <a:lnTo>
                    <a:pt x="2168" y="166"/>
                  </a:lnTo>
                  <a:lnTo>
                    <a:pt x="1982" y="83"/>
                  </a:lnTo>
                  <a:lnTo>
                    <a:pt x="1755" y="42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2423400" y="5106875"/>
              <a:ext cx="89825" cy="49550"/>
            </a:xfrm>
            <a:custGeom>
              <a:avLst/>
              <a:gdLst/>
              <a:ahLst/>
              <a:cxnLst/>
              <a:rect l="l" t="t" r="r" b="b"/>
              <a:pathLst>
                <a:path w="3593" h="1982" extrusionOk="0">
                  <a:moveTo>
                    <a:pt x="764" y="392"/>
                  </a:moveTo>
                  <a:lnTo>
                    <a:pt x="950" y="434"/>
                  </a:lnTo>
                  <a:lnTo>
                    <a:pt x="1301" y="537"/>
                  </a:lnTo>
                  <a:lnTo>
                    <a:pt x="1631" y="640"/>
                  </a:lnTo>
                  <a:lnTo>
                    <a:pt x="1941" y="785"/>
                  </a:lnTo>
                  <a:lnTo>
                    <a:pt x="2209" y="929"/>
                  </a:lnTo>
                  <a:lnTo>
                    <a:pt x="2457" y="1094"/>
                  </a:lnTo>
                  <a:lnTo>
                    <a:pt x="2684" y="1239"/>
                  </a:lnTo>
                  <a:lnTo>
                    <a:pt x="3035" y="1528"/>
                  </a:lnTo>
                  <a:lnTo>
                    <a:pt x="3303" y="1775"/>
                  </a:lnTo>
                  <a:lnTo>
                    <a:pt x="3333" y="1805"/>
                  </a:lnTo>
                  <a:lnTo>
                    <a:pt x="3333" y="1805"/>
                  </a:lnTo>
                  <a:lnTo>
                    <a:pt x="3282" y="1796"/>
                  </a:lnTo>
                  <a:lnTo>
                    <a:pt x="2932" y="1713"/>
                  </a:lnTo>
                  <a:lnTo>
                    <a:pt x="2457" y="1590"/>
                  </a:lnTo>
                  <a:lnTo>
                    <a:pt x="2209" y="1507"/>
                  </a:lnTo>
                  <a:lnTo>
                    <a:pt x="1920" y="1404"/>
                  </a:lnTo>
                  <a:lnTo>
                    <a:pt x="1631" y="1280"/>
                  </a:lnTo>
                  <a:lnTo>
                    <a:pt x="1322" y="1156"/>
                  </a:lnTo>
                  <a:lnTo>
                    <a:pt x="1012" y="991"/>
                  </a:lnTo>
                  <a:lnTo>
                    <a:pt x="702" y="785"/>
                  </a:lnTo>
                  <a:lnTo>
                    <a:pt x="537" y="681"/>
                  </a:lnTo>
                  <a:lnTo>
                    <a:pt x="434" y="599"/>
                  </a:lnTo>
                  <a:lnTo>
                    <a:pt x="393" y="516"/>
                  </a:lnTo>
                  <a:lnTo>
                    <a:pt x="413" y="454"/>
                  </a:lnTo>
                  <a:lnTo>
                    <a:pt x="455" y="434"/>
                  </a:lnTo>
                  <a:lnTo>
                    <a:pt x="496" y="413"/>
                  </a:lnTo>
                  <a:lnTo>
                    <a:pt x="620" y="392"/>
                  </a:lnTo>
                  <a:close/>
                  <a:moveTo>
                    <a:pt x="599" y="0"/>
                  </a:moveTo>
                  <a:lnTo>
                    <a:pt x="455" y="21"/>
                  </a:lnTo>
                  <a:lnTo>
                    <a:pt x="331" y="62"/>
                  </a:lnTo>
                  <a:lnTo>
                    <a:pt x="186" y="124"/>
                  </a:lnTo>
                  <a:lnTo>
                    <a:pt x="83" y="248"/>
                  </a:lnTo>
                  <a:lnTo>
                    <a:pt x="42" y="310"/>
                  </a:lnTo>
                  <a:lnTo>
                    <a:pt x="0" y="392"/>
                  </a:lnTo>
                  <a:lnTo>
                    <a:pt x="0" y="475"/>
                  </a:lnTo>
                  <a:lnTo>
                    <a:pt x="0" y="558"/>
                  </a:lnTo>
                  <a:lnTo>
                    <a:pt x="21" y="640"/>
                  </a:lnTo>
                  <a:lnTo>
                    <a:pt x="42" y="702"/>
                  </a:lnTo>
                  <a:lnTo>
                    <a:pt x="83" y="785"/>
                  </a:lnTo>
                  <a:lnTo>
                    <a:pt x="124" y="826"/>
                  </a:lnTo>
                  <a:lnTo>
                    <a:pt x="207" y="908"/>
                  </a:lnTo>
                  <a:lnTo>
                    <a:pt x="289" y="991"/>
                  </a:lnTo>
                  <a:lnTo>
                    <a:pt x="475" y="1094"/>
                  </a:lnTo>
                  <a:lnTo>
                    <a:pt x="806" y="1301"/>
                  </a:lnTo>
                  <a:lnTo>
                    <a:pt x="1156" y="1466"/>
                  </a:lnTo>
                  <a:lnTo>
                    <a:pt x="1487" y="1610"/>
                  </a:lnTo>
                  <a:lnTo>
                    <a:pt x="1796" y="1713"/>
                  </a:lnTo>
                  <a:lnTo>
                    <a:pt x="2106" y="1796"/>
                  </a:lnTo>
                  <a:lnTo>
                    <a:pt x="2395" y="1858"/>
                  </a:lnTo>
                  <a:lnTo>
                    <a:pt x="2663" y="1899"/>
                  </a:lnTo>
                  <a:lnTo>
                    <a:pt x="2890" y="1920"/>
                  </a:lnTo>
                  <a:lnTo>
                    <a:pt x="3262" y="1941"/>
                  </a:lnTo>
                  <a:lnTo>
                    <a:pt x="3452" y="1925"/>
                  </a:lnTo>
                  <a:lnTo>
                    <a:pt x="3452" y="1925"/>
                  </a:lnTo>
                  <a:lnTo>
                    <a:pt x="3468" y="1941"/>
                  </a:lnTo>
                  <a:lnTo>
                    <a:pt x="3530" y="1961"/>
                  </a:lnTo>
                  <a:lnTo>
                    <a:pt x="3551" y="1982"/>
                  </a:lnTo>
                  <a:lnTo>
                    <a:pt x="3551" y="1941"/>
                  </a:lnTo>
                  <a:lnTo>
                    <a:pt x="3536" y="1911"/>
                  </a:lnTo>
                  <a:lnTo>
                    <a:pt x="3571" y="1899"/>
                  </a:lnTo>
                  <a:lnTo>
                    <a:pt x="3592" y="1899"/>
                  </a:lnTo>
                  <a:lnTo>
                    <a:pt x="3571" y="1879"/>
                  </a:lnTo>
                  <a:lnTo>
                    <a:pt x="3510" y="1837"/>
                  </a:lnTo>
                  <a:lnTo>
                    <a:pt x="3498" y="1835"/>
                  </a:lnTo>
                  <a:lnTo>
                    <a:pt x="3498" y="1835"/>
                  </a:lnTo>
                  <a:lnTo>
                    <a:pt x="3427" y="1693"/>
                  </a:lnTo>
                  <a:lnTo>
                    <a:pt x="3344" y="1548"/>
                  </a:lnTo>
                  <a:lnTo>
                    <a:pt x="3221" y="1383"/>
                  </a:lnTo>
                  <a:lnTo>
                    <a:pt x="3055" y="1218"/>
                  </a:lnTo>
                  <a:lnTo>
                    <a:pt x="2870" y="1032"/>
                  </a:lnTo>
                  <a:lnTo>
                    <a:pt x="2643" y="847"/>
                  </a:lnTo>
                  <a:lnTo>
                    <a:pt x="2395" y="661"/>
                  </a:lnTo>
                  <a:lnTo>
                    <a:pt x="2106" y="496"/>
                  </a:lnTo>
                  <a:lnTo>
                    <a:pt x="1776" y="330"/>
                  </a:lnTo>
                  <a:lnTo>
                    <a:pt x="1425" y="186"/>
                  </a:lnTo>
                  <a:lnTo>
                    <a:pt x="1053" y="62"/>
                  </a:lnTo>
                  <a:lnTo>
                    <a:pt x="847" y="2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2502350" y="5068675"/>
              <a:ext cx="48025" cy="89300"/>
            </a:xfrm>
            <a:custGeom>
              <a:avLst/>
              <a:gdLst/>
              <a:ahLst/>
              <a:cxnLst/>
              <a:rect l="l" t="t" r="r" b="b"/>
              <a:pathLst>
                <a:path w="1921" h="3572" extrusionOk="0">
                  <a:moveTo>
                    <a:pt x="1280" y="1"/>
                  </a:moveTo>
                  <a:lnTo>
                    <a:pt x="1136" y="21"/>
                  </a:lnTo>
                  <a:lnTo>
                    <a:pt x="991" y="83"/>
                  </a:lnTo>
                  <a:lnTo>
                    <a:pt x="888" y="145"/>
                  </a:lnTo>
                  <a:lnTo>
                    <a:pt x="785" y="207"/>
                  </a:lnTo>
                  <a:lnTo>
                    <a:pt x="702" y="290"/>
                  </a:lnTo>
                  <a:lnTo>
                    <a:pt x="620" y="393"/>
                  </a:lnTo>
                  <a:lnTo>
                    <a:pt x="517" y="558"/>
                  </a:lnTo>
                  <a:lnTo>
                    <a:pt x="331" y="888"/>
                  </a:lnTo>
                  <a:lnTo>
                    <a:pt x="186" y="1239"/>
                  </a:lnTo>
                  <a:lnTo>
                    <a:pt x="83" y="1570"/>
                  </a:lnTo>
                  <a:lnTo>
                    <a:pt x="21" y="1900"/>
                  </a:lnTo>
                  <a:lnTo>
                    <a:pt x="1" y="2189"/>
                  </a:lnTo>
                  <a:lnTo>
                    <a:pt x="1" y="2478"/>
                  </a:lnTo>
                  <a:lnTo>
                    <a:pt x="1" y="2725"/>
                  </a:lnTo>
                  <a:lnTo>
                    <a:pt x="42" y="2952"/>
                  </a:lnTo>
                  <a:lnTo>
                    <a:pt x="83" y="3138"/>
                  </a:lnTo>
                  <a:lnTo>
                    <a:pt x="124" y="3303"/>
                  </a:lnTo>
                  <a:lnTo>
                    <a:pt x="228" y="3510"/>
                  </a:lnTo>
                  <a:lnTo>
                    <a:pt x="248" y="3551"/>
                  </a:lnTo>
                  <a:lnTo>
                    <a:pt x="269" y="3572"/>
                  </a:lnTo>
                  <a:lnTo>
                    <a:pt x="290" y="3551"/>
                  </a:lnTo>
                  <a:lnTo>
                    <a:pt x="290" y="3489"/>
                  </a:lnTo>
                  <a:lnTo>
                    <a:pt x="290" y="3262"/>
                  </a:lnTo>
                  <a:lnTo>
                    <a:pt x="269" y="2932"/>
                  </a:lnTo>
                  <a:lnTo>
                    <a:pt x="269" y="2478"/>
                  </a:lnTo>
                  <a:lnTo>
                    <a:pt x="310" y="2230"/>
                  </a:lnTo>
                  <a:lnTo>
                    <a:pt x="352" y="1941"/>
                  </a:lnTo>
                  <a:lnTo>
                    <a:pt x="434" y="1652"/>
                  </a:lnTo>
                  <a:lnTo>
                    <a:pt x="537" y="1363"/>
                  </a:lnTo>
                  <a:lnTo>
                    <a:pt x="682" y="1053"/>
                  </a:lnTo>
                  <a:lnTo>
                    <a:pt x="847" y="744"/>
                  </a:lnTo>
                  <a:lnTo>
                    <a:pt x="950" y="620"/>
                  </a:lnTo>
                  <a:lnTo>
                    <a:pt x="1053" y="496"/>
                  </a:lnTo>
                  <a:lnTo>
                    <a:pt x="1177" y="414"/>
                  </a:lnTo>
                  <a:lnTo>
                    <a:pt x="1239" y="393"/>
                  </a:lnTo>
                  <a:lnTo>
                    <a:pt x="1322" y="393"/>
                  </a:lnTo>
                  <a:lnTo>
                    <a:pt x="1342" y="414"/>
                  </a:lnTo>
                  <a:lnTo>
                    <a:pt x="1404" y="496"/>
                  </a:lnTo>
                  <a:lnTo>
                    <a:pt x="1466" y="641"/>
                  </a:lnTo>
                  <a:lnTo>
                    <a:pt x="1507" y="806"/>
                  </a:lnTo>
                  <a:lnTo>
                    <a:pt x="1528" y="971"/>
                  </a:lnTo>
                  <a:lnTo>
                    <a:pt x="1528" y="1136"/>
                  </a:lnTo>
                  <a:lnTo>
                    <a:pt x="1507" y="1466"/>
                  </a:lnTo>
                  <a:lnTo>
                    <a:pt x="1445" y="1755"/>
                  </a:lnTo>
                  <a:lnTo>
                    <a:pt x="1342" y="2044"/>
                  </a:lnTo>
                  <a:lnTo>
                    <a:pt x="1239" y="2292"/>
                  </a:lnTo>
                  <a:lnTo>
                    <a:pt x="1095" y="2519"/>
                  </a:lnTo>
                  <a:lnTo>
                    <a:pt x="950" y="2705"/>
                  </a:lnTo>
                  <a:lnTo>
                    <a:pt x="826" y="2870"/>
                  </a:lnTo>
                  <a:lnTo>
                    <a:pt x="579" y="3097"/>
                  </a:lnTo>
                  <a:lnTo>
                    <a:pt x="393" y="3262"/>
                  </a:lnTo>
                  <a:lnTo>
                    <a:pt x="352" y="3303"/>
                  </a:lnTo>
                  <a:lnTo>
                    <a:pt x="352" y="3324"/>
                  </a:lnTo>
                  <a:lnTo>
                    <a:pt x="434" y="3324"/>
                  </a:lnTo>
                  <a:lnTo>
                    <a:pt x="537" y="3283"/>
                  </a:lnTo>
                  <a:lnTo>
                    <a:pt x="661" y="3221"/>
                  </a:lnTo>
                  <a:lnTo>
                    <a:pt x="806" y="3138"/>
                  </a:lnTo>
                  <a:lnTo>
                    <a:pt x="971" y="3014"/>
                  </a:lnTo>
                  <a:lnTo>
                    <a:pt x="1157" y="2870"/>
                  </a:lnTo>
                  <a:lnTo>
                    <a:pt x="1322" y="2663"/>
                  </a:lnTo>
                  <a:lnTo>
                    <a:pt x="1507" y="2436"/>
                  </a:lnTo>
                  <a:lnTo>
                    <a:pt x="1652" y="2168"/>
                  </a:lnTo>
                  <a:lnTo>
                    <a:pt x="1776" y="1858"/>
                  </a:lnTo>
                  <a:lnTo>
                    <a:pt x="1838" y="1693"/>
                  </a:lnTo>
                  <a:lnTo>
                    <a:pt x="1879" y="1508"/>
                  </a:lnTo>
                  <a:lnTo>
                    <a:pt x="1900" y="1322"/>
                  </a:lnTo>
                  <a:lnTo>
                    <a:pt x="1920" y="1136"/>
                  </a:lnTo>
                  <a:lnTo>
                    <a:pt x="1920" y="950"/>
                  </a:lnTo>
                  <a:lnTo>
                    <a:pt x="1900" y="744"/>
                  </a:lnTo>
                  <a:lnTo>
                    <a:pt x="1858" y="558"/>
                  </a:lnTo>
                  <a:lnTo>
                    <a:pt x="1817" y="455"/>
                  </a:lnTo>
                  <a:lnTo>
                    <a:pt x="1776" y="331"/>
                  </a:lnTo>
                  <a:lnTo>
                    <a:pt x="1714" y="207"/>
                  </a:lnTo>
                  <a:lnTo>
                    <a:pt x="1590" y="104"/>
                  </a:lnTo>
                  <a:lnTo>
                    <a:pt x="1528" y="63"/>
                  </a:lnTo>
                  <a:lnTo>
                    <a:pt x="1466" y="42"/>
                  </a:lnTo>
                  <a:lnTo>
                    <a:pt x="1384" y="21"/>
                  </a:lnTo>
                  <a:lnTo>
                    <a:pt x="1280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1435725" y="4805500"/>
              <a:ext cx="454650" cy="644050"/>
            </a:xfrm>
            <a:custGeom>
              <a:avLst/>
              <a:gdLst/>
              <a:ahLst/>
              <a:cxnLst/>
              <a:rect l="l" t="t" r="r" b="b"/>
              <a:pathLst>
                <a:path w="18186" h="25762" extrusionOk="0">
                  <a:moveTo>
                    <a:pt x="9763" y="1"/>
                  </a:moveTo>
                  <a:lnTo>
                    <a:pt x="0" y="12860"/>
                  </a:lnTo>
                  <a:lnTo>
                    <a:pt x="16885" y="25761"/>
                  </a:lnTo>
                  <a:lnTo>
                    <a:pt x="16926" y="25678"/>
                  </a:lnTo>
                  <a:lnTo>
                    <a:pt x="16967" y="25596"/>
                  </a:lnTo>
                  <a:lnTo>
                    <a:pt x="17009" y="25369"/>
                  </a:lnTo>
                  <a:lnTo>
                    <a:pt x="17009" y="25121"/>
                  </a:lnTo>
                  <a:lnTo>
                    <a:pt x="16967" y="24812"/>
                  </a:lnTo>
                  <a:lnTo>
                    <a:pt x="16905" y="24481"/>
                  </a:lnTo>
                  <a:lnTo>
                    <a:pt x="16802" y="24130"/>
                  </a:lnTo>
                  <a:lnTo>
                    <a:pt x="16658" y="23738"/>
                  </a:lnTo>
                  <a:lnTo>
                    <a:pt x="16513" y="23325"/>
                  </a:lnTo>
                  <a:lnTo>
                    <a:pt x="16327" y="22892"/>
                  </a:lnTo>
                  <a:lnTo>
                    <a:pt x="16121" y="22438"/>
                  </a:lnTo>
                  <a:lnTo>
                    <a:pt x="15667" y="21488"/>
                  </a:lnTo>
                  <a:lnTo>
                    <a:pt x="15171" y="20498"/>
                  </a:lnTo>
                  <a:lnTo>
                    <a:pt x="14635" y="19507"/>
                  </a:lnTo>
                  <a:lnTo>
                    <a:pt x="14077" y="18537"/>
                  </a:lnTo>
                  <a:lnTo>
                    <a:pt x="13541" y="17608"/>
                  </a:lnTo>
                  <a:lnTo>
                    <a:pt x="12550" y="15977"/>
                  </a:lnTo>
                  <a:lnTo>
                    <a:pt x="11848" y="14862"/>
                  </a:lnTo>
                  <a:lnTo>
                    <a:pt x="11580" y="14429"/>
                  </a:lnTo>
                  <a:lnTo>
                    <a:pt x="18185" y="6482"/>
                  </a:lnTo>
                  <a:lnTo>
                    <a:pt x="97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1435725" y="4805500"/>
              <a:ext cx="454650" cy="644050"/>
            </a:xfrm>
            <a:custGeom>
              <a:avLst/>
              <a:gdLst/>
              <a:ahLst/>
              <a:cxnLst/>
              <a:rect l="l" t="t" r="r" b="b"/>
              <a:pathLst>
                <a:path w="18186" h="25762" fill="none" extrusionOk="0">
                  <a:moveTo>
                    <a:pt x="9763" y="1"/>
                  </a:moveTo>
                  <a:lnTo>
                    <a:pt x="0" y="12860"/>
                  </a:lnTo>
                  <a:lnTo>
                    <a:pt x="16885" y="25761"/>
                  </a:lnTo>
                  <a:lnTo>
                    <a:pt x="16885" y="25761"/>
                  </a:lnTo>
                  <a:lnTo>
                    <a:pt x="16926" y="25678"/>
                  </a:lnTo>
                  <a:lnTo>
                    <a:pt x="16967" y="25596"/>
                  </a:lnTo>
                  <a:lnTo>
                    <a:pt x="17009" y="25369"/>
                  </a:lnTo>
                  <a:lnTo>
                    <a:pt x="17009" y="25121"/>
                  </a:lnTo>
                  <a:lnTo>
                    <a:pt x="16967" y="24812"/>
                  </a:lnTo>
                  <a:lnTo>
                    <a:pt x="16905" y="24481"/>
                  </a:lnTo>
                  <a:lnTo>
                    <a:pt x="16802" y="24130"/>
                  </a:lnTo>
                  <a:lnTo>
                    <a:pt x="16658" y="23738"/>
                  </a:lnTo>
                  <a:lnTo>
                    <a:pt x="16513" y="23325"/>
                  </a:lnTo>
                  <a:lnTo>
                    <a:pt x="16327" y="22892"/>
                  </a:lnTo>
                  <a:lnTo>
                    <a:pt x="16121" y="22438"/>
                  </a:lnTo>
                  <a:lnTo>
                    <a:pt x="15667" y="21488"/>
                  </a:lnTo>
                  <a:lnTo>
                    <a:pt x="15171" y="20498"/>
                  </a:lnTo>
                  <a:lnTo>
                    <a:pt x="14635" y="19507"/>
                  </a:lnTo>
                  <a:lnTo>
                    <a:pt x="14077" y="18537"/>
                  </a:lnTo>
                  <a:lnTo>
                    <a:pt x="13541" y="17608"/>
                  </a:lnTo>
                  <a:lnTo>
                    <a:pt x="12550" y="15977"/>
                  </a:lnTo>
                  <a:lnTo>
                    <a:pt x="11848" y="14862"/>
                  </a:lnTo>
                  <a:lnTo>
                    <a:pt x="11580" y="14429"/>
                  </a:lnTo>
                  <a:lnTo>
                    <a:pt x="18185" y="6482"/>
                  </a:lnTo>
                  <a:lnTo>
                    <a:pt x="976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1580200" y="5048050"/>
              <a:ext cx="40275" cy="38725"/>
            </a:xfrm>
            <a:custGeom>
              <a:avLst/>
              <a:gdLst/>
              <a:ahLst/>
              <a:cxnLst/>
              <a:rect l="l" t="t" r="r" b="b"/>
              <a:pathLst>
                <a:path w="1611" h="1549" extrusionOk="0">
                  <a:moveTo>
                    <a:pt x="661" y="0"/>
                  </a:moveTo>
                  <a:lnTo>
                    <a:pt x="558" y="21"/>
                  </a:lnTo>
                  <a:lnTo>
                    <a:pt x="455" y="62"/>
                  </a:lnTo>
                  <a:lnTo>
                    <a:pt x="352" y="103"/>
                  </a:lnTo>
                  <a:lnTo>
                    <a:pt x="248" y="165"/>
                  </a:lnTo>
                  <a:lnTo>
                    <a:pt x="166" y="248"/>
                  </a:lnTo>
                  <a:lnTo>
                    <a:pt x="104" y="330"/>
                  </a:lnTo>
                  <a:lnTo>
                    <a:pt x="63" y="434"/>
                  </a:lnTo>
                  <a:lnTo>
                    <a:pt x="1" y="578"/>
                  </a:lnTo>
                  <a:lnTo>
                    <a:pt x="1" y="723"/>
                  </a:lnTo>
                  <a:lnTo>
                    <a:pt x="21" y="888"/>
                  </a:lnTo>
                  <a:lnTo>
                    <a:pt x="63" y="1032"/>
                  </a:lnTo>
                  <a:lnTo>
                    <a:pt x="125" y="1177"/>
                  </a:lnTo>
                  <a:lnTo>
                    <a:pt x="228" y="1301"/>
                  </a:lnTo>
                  <a:lnTo>
                    <a:pt x="352" y="1404"/>
                  </a:lnTo>
                  <a:lnTo>
                    <a:pt x="475" y="1486"/>
                  </a:lnTo>
                  <a:lnTo>
                    <a:pt x="641" y="1528"/>
                  </a:lnTo>
                  <a:lnTo>
                    <a:pt x="806" y="1548"/>
                  </a:lnTo>
                  <a:lnTo>
                    <a:pt x="930" y="1528"/>
                  </a:lnTo>
                  <a:lnTo>
                    <a:pt x="1053" y="1507"/>
                  </a:lnTo>
                  <a:lnTo>
                    <a:pt x="1177" y="1466"/>
                  </a:lnTo>
                  <a:lnTo>
                    <a:pt x="1280" y="1424"/>
                  </a:lnTo>
                  <a:lnTo>
                    <a:pt x="1384" y="1342"/>
                  </a:lnTo>
                  <a:lnTo>
                    <a:pt x="1466" y="1259"/>
                  </a:lnTo>
                  <a:lnTo>
                    <a:pt x="1549" y="1177"/>
                  </a:lnTo>
                  <a:lnTo>
                    <a:pt x="1590" y="1073"/>
                  </a:lnTo>
                  <a:lnTo>
                    <a:pt x="1611" y="929"/>
                  </a:lnTo>
                  <a:lnTo>
                    <a:pt x="1611" y="764"/>
                  </a:lnTo>
                  <a:lnTo>
                    <a:pt x="1569" y="599"/>
                  </a:lnTo>
                  <a:lnTo>
                    <a:pt x="1508" y="434"/>
                  </a:lnTo>
                  <a:lnTo>
                    <a:pt x="1425" y="289"/>
                  </a:lnTo>
                  <a:lnTo>
                    <a:pt x="1301" y="165"/>
                  </a:lnTo>
                  <a:lnTo>
                    <a:pt x="1177" y="83"/>
                  </a:lnTo>
                  <a:lnTo>
                    <a:pt x="1033" y="21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1580200" y="5048050"/>
              <a:ext cx="40275" cy="38725"/>
            </a:xfrm>
            <a:custGeom>
              <a:avLst/>
              <a:gdLst/>
              <a:ahLst/>
              <a:cxnLst/>
              <a:rect l="l" t="t" r="r" b="b"/>
              <a:pathLst>
                <a:path w="1611" h="1549" fill="none" extrusionOk="0">
                  <a:moveTo>
                    <a:pt x="785" y="0"/>
                  </a:moveTo>
                  <a:lnTo>
                    <a:pt x="785" y="0"/>
                  </a:lnTo>
                  <a:lnTo>
                    <a:pt x="661" y="0"/>
                  </a:lnTo>
                  <a:lnTo>
                    <a:pt x="558" y="21"/>
                  </a:lnTo>
                  <a:lnTo>
                    <a:pt x="455" y="62"/>
                  </a:lnTo>
                  <a:lnTo>
                    <a:pt x="352" y="103"/>
                  </a:lnTo>
                  <a:lnTo>
                    <a:pt x="248" y="165"/>
                  </a:lnTo>
                  <a:lnTo>
                    <a:pt x="166" y="248"/>
                  </a:lnTo>
                  <a:lnTo>
                    <a:pt x="104" y="330"/>
                  </a:lnTo>
                  <a:lnTo>
                    <a:pt x="63" y="434"/>
                  </a:lnTo>
                  <a:lnTo>
                    <a:pt x="63" y="434"/>
                  </a:lnTo>
                  <a:lnTo>
                    <a:pt x="1" y="578"/>
                  </a:lnTo>
                  <a:lnTo>
                    <a:pt x="1" y="723"/>
                  </a:lnTo>
                  <a:lnTo>
                    <a:pt x="21" y="888"/>
                  </a:lnTo>
                  <a:lnTo>
                    <a:pt x="63" y="1032"/>
                  </a:lnTo>
                  <a:lnTo>
                    <a:pt x="125" y="1177"/>
                  </a:lnTo>
                  <a:lnTo>
                    <a:pt x="228" y="1301"/>
                  </a:lnTo>
                  <a:lnTo>
                    <a:pt x="352" y="1404"/>
                  </a:lnTo>
                  <a:lnTo>
                    <a:pt x="475" y="1486"/>
                  </a:lnTo>
                  <a:lnTo>
                    <a:pt x="475" y="1486"/>
                  </a:lnTo>
                  <a:lnTo>
                    <a:pt x="641" y="1528"/>
                  </a:lnTo>
                  <a:lnTo>
                    <a:pt x="806" y="1548"/>
                  </a:lnTo>
                  <a:lnTo>
                    <a:pt x="806" y="1548"/>
                  </a:lnTo>
                  <a:lnTo>
                    <a:pt x="930" y="1528"/>
                  </a:lnTo>
                  <a:lnTo>
                    <a:pt x="1053" y="1507"/>
                  </a:lnTo>
                  <a:lnTo>
                    <a:pt x="1177" y="1466"/>
                  </a:lnTo>
                  <a:lnTo>
                    <a:pt x="1280" y="1424"/>
                  </a:lnTo>
                  <a:lnTo>
                    <a:pt x="1384" y="1342"/>
                  </a:lnTo>
                  <a:lnTo>
                    <a:pt x="1466" y="1259"/>
                  </a:lnTo>
                  <a:lnTo>
                    <a:pt x="1549" y="1177"/>
                  </a:lnTo>
                  <a:lnTo>
                    <a:pt x="1590" y="1073"/>
                  </a:lnTo>
                  <a:lnTo>
                    <a:pt x="1590" y="1073"/>
                  </a:lnTo>
                  <a:lnTo>
                    <a:pt x="1611" y="929"/>
                  </a:lnTo>
                  <a:lnTo>
                    <a:pt x="1611" y="764"/>
                  </a:lnTo>
                  <a:lnTo>
                    <a:pt x="1569" y="599"/>
                  </a:lnTo>
                  <a:lnTo>
                    <a:pt x="1508" y="434"/>
                  </a:lnTo>
                  <a:lnTo>
                    <a:pt x="1425" y="289"/>
                  </a:lnTo>
                  <a:lnTo>
                    <a:pt x="1301" y="165"/>
                  </a:lnTo>
                  <a:lnTo>
                    <a:pt x="1177" y="83"/>
                  </a:lnTo>
                  <a:lnTo>
                    <a:pt x="1033" y="21"/>
                  </a:lnTo>
                  <a:lnTo>
                    <a:pt x="1033" y="21"/>
                  </a:lnTo>
                  <a:lnTo>
                    <a:pt x="909" y="0"/>
                  </a:lnTo>
                  <a:lnTo>
                    <a:pt x="785" y="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1857825" y="5421125"/>
              <a:ext cx="5200" cy="28425"/>
            </a:xfrm>
            <a:custGeom>
              <a:avLst/>
              <a:gdLst/>
              <a:ahLst/>
              <a:cxnLst/>
              <a:rect l="l" t="t" r="r" b="b"/>
              <a:pathLst>
                <a:path w="208" h="1137" extrusionOk="0">
                  <a:moveTo>
                    <a:pt x="42" y="1"/>
                  </a:moveTo>
                  <a:lnTo>
                    <a:pt x="104" y="352"/>
                  </a:lnTo>
                  <a:lnTo>
                    <a:pt x="125" y="682"/>
                  </a:lnTo>
                  <a:lnTo>
                    <a:pt x="104" y="806"/>
                  </a:lnTo>
                  <a:lnTo>
                    <a:pt x="83" y="930"/>
                  </a:lnTo>
                  <a:lnTo>
                    <a:pt x="63" y="1053"/>
                  </a:lnTo>
                  <a:lnTo>
                    <a:pt x="1" y="1136"/>
                  </a:lnTo>
                  <a:lnTo>
                    <a:pt x="104" y="1012"/>
                  </a:lnTo>
                  <a:lnTo>
                    <a:pt x="166" y="868"/>
                  </a:lnTo>
                  <a:lnTo>
                    <a:pt x="207" y="703"/>
                  </a:lnTo>
                  <a:lnTo>
                    <a:pt x="186" y="558"/>
                  </a:lnTo>
                  <a:lnTo>
                    <a:pt x="166" y="393"/>
                  </a:lnTo>
                  <a:lnTo>
                    <a:pt x="145" y="248"/>
                  </a:lnTo>
                  <a:lnTo>
                    <a:pt x="42" y="1"/>
                  </a:lnTo>
                  <a:close/>
                </a:path>
              </a:pathLst>
            </a:custGeom>
            <a:solidFill>
              <a:srgbClr val="FFC7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1" name="Google Shape;791;p27"/>
            <p:cNvSpPr/>
            <p:nvPr/>
          </p:nvSpPr>
          <p:spPr>
            <a:xfrm>
              <a:off x="1857825" y="5421125"/>
              <a:ext cx="5200" cy="28425"/>
            </a:xfrm>
            <a:custGeom>
              <a:avLst/>
              <a:gdLst/>
              <a:ahLst/>
              <a:cxnLst/>
              <a:rect l="l" t="t" r="r" b="b"/>
              <a:pathLst>
                <a:path w="208" h="1137" fill="none" extrusionOk="0">
                  <a:moveTo>
                    <a:pt x="42" y="1"/>
                  </a:moveTo>
                  <a:lnTo>
                    <a:pt x="42" y="1"/>
                  </a:lnTo>
                  <a:lnTo>
                    <a:pt x="104" y="352"/>
                  </a:lnTo>
                  <a:lnTo>
                    <a:pt x="125" y="682"/>
                  </a:lnTo>
                  <a:lnTo>
                    <a:pt x="104" y="806"/>
                  </a:lnTo>
                  <a:lnTo>
                    <a:pt x="83" y="930"/>
                  </a:lnTo>
                  <a:lnTo>
                    <a:pt x="63" y="1053"/>
                  </a:lnTo>
                  <a:lnTo>
                    <a:pt x="1" y="1136"/>
                  </a:lnTo>
                  <a:lnTo>
                    <a:pt x="1" y="1136"/>
                  </a:lnTo>
                  <a:lnTo>
                    <a:pt x="104" y="1012"/>
                  </a:lnTo>
                  <a:lnTo>
                    <a:pt x="166" y="868"/>
                  </a:lnTo>
                  <a:lnTo>
                    <a:pt x="207" y="703"/>
                  </a:lnTo>
                  <a:lnTo>
                    <a:pt x="186" y="558"/>
                  </a:lnTo>
                  <a:lnTo>
                    <a:pt x="166" y="393"/>
                  </a:lnTo>
                  <a:lnTo>
                    <a:pt x="145" y="248"/>
                  </a:lnTo>
                  <a:lnTo>
                    <a:pt x="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2" name="Google Shape;792;p27"/>
            <p:cNvSpPr/>
            <p:nvPr/>
          </p:nvSpPr>
          <p:spPr>
            <a:xfrm>
              <a:off x="1435725" y="5095525"/>
              <a:ext cx="425225" cy="354025"/>
            </a:xfrm>
            <a:custGeom>
              <a:avLst/>
              <a:gdLst/>
              <a:ahLst/>
              <a:cxnLst/>
              <a:rect l="l" t="t" r="r" b="b"/>
              <a:pathLst>
                <a:path w="17009" h="14161" extrusionOk="0">
                  <a:moveTo>
                    <a:pt x="1032" y="0"/>
                  </a:moveTo>
                  <a:lnTo>
                    <a:pt x="0" y="1259"/>
                  </a:lnTo>
                  <a:lnTo>
                    <a:pt x="16885" y="14160"/>
                  </a:lnTo>
                  <a:lnTo>
                    <a:pt x="16947" y="14077"/>
                  </a:lnTo>
                  <a:lnTo>
                    <a:pt x="16967" y="13954"/>
                  </a:lnTo>
                  <a:lnTo>
                    <a:pt x="16988" y="13830"/>
                  </a:lnTo>
                  <a:lnTo>
                    <a:pt x="17009" y="13706"/>
                  </a:lnTo>
                  <a:lnTo>
                    <a:pt x="16988" y="13376"/>
                  </a:lnTo>
                  <a:lnTo>
                    <a:pt x="16926" y="13025"/>
                  </a:lnTo>
                  <a:lnTo>
                    <a:pt x="16843" y="12839"/>
                  </a:lnTo>
                  <a:lnTo>
                    <a:pt x="10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3" name="Google Shape;793;p27"/>
            <p:cNvSpPr/>
            <p:nvPr/>
          </p:nvSpPr>
          <p:spPr>
            <a:xfrm>
              <a:off x="1677725" y="5153825"/>
              <a:ext cx="55775" cy="16025"/>
            </a:xfrm>
            <a:custGeom>
              <a:avLst/>
              <a:gdLst/>
              <a:ahLst/>
              <a:cxnLst/>
              <a:rect l="l" t="t" r="r" b="b"/>
              <a:pathLst>
                <a:path w="2231" h="641" extrusionOk="0">
                  <a:moveTo>
                    <a:pt x="888" y="1"/>
                  </a:moveTo>
                  <a:lnTo>
                    <a:pt x="661" y="42"/>
                  </a:lnTo>
                  <a:lnTo>
                    <a:pt x="455" y="83"/>
                  </a:lnTo>
                  <a:lnTo>
                    <a:pt x="290" y="145"/>
                  </a:lnTo>
                  <a:lnTo>
                    <a:pt x="145" y="207"/>
                  </a:lnTo>
                  <a:lnTo>
                    <a:pt x="63" y="290"/>
                  </a:lnTo>
                  <a:lnTo>
                    <a:pt x="1" y="331"/>
                  </a:lnTo>
                  <a:lnTo>
                    <a:pt x="1" y="372"/>
                  </a:lnTo>
                  <a:lnTo>
                    <a:pt x="42" y="393"/>
                  </a:lnTo>
                  <a:lnTo>
                    <a:pt x="125" y="413"/>
                  </a:lnTo>
                  <a:lnTo>
                    <a:pt x="372" y="372"/>
                  </a:lnTo>
                  <a:lnTo>
                    <a:pt x="703" y="351"/>
                  </a:lnTo>
                  <a:lnTo>
                    <a:pt x="909" y="351"/>
                  </a:lnTo>
                  <a:lnTo>
                    <a:pt x="1136" y="372"/>
                  </a:lnTo>
                  <a:lnTo>
                    <a:pt x="1343" y="393"/>
                  </a:lnTo>
                  <a:lnTo>
                    <a:pt x="1549" y="455"/>
                  </a:lnTo>
                  <a:lnTo>
                    <a:pt x="1879" y="558"/>
                  </a:lnTo>
                  <a:lnTo>
                    <a:pt x="2106" y="640"/>
                  </a:lnTo>
                  <a:lnTo>
                    <a:pt x="2230" y="640"/>
                  </a:lnTo>
                  <a:lnTo>
                    <a:pt x="2230" y="620"/>
                  </a:lnTo>
                  <a:lnTo>
                    <a:pt x="2230" y="599"/>
                  </a:lnTo>
                  <a:lnTo>
                    <a:pt x="2189" y="517"/>
                  </a:lnTo>
                  <a:lnTo>
                    <a:pt x="2106" y="434"/>
                  </a:lnTo>
                  <a:lnTo>
                    <a:pt x="1982" y="331"/>
                  </a:lnTo>
                  <a:lnTo>
                    <a:pt x="1817" y="228"/>
                  </a:lnTo>
                  <a:lnTo>
                    <a:pt x="1632" y="145"/>
                  </a:lnTo>
                  <a:lnTo>
                    <a:pt x="1405" y="63"/>
                  </a:lnTo>
                  <a:lnTo>
                    <a:pt x="1157" y="21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4" name="Google Shape;794;p27"/>
            <p:cNvSpPr/>
            <p:nvPr/>
          </p:nvSpPr>
          <p:spPr>
            <a:xfrm>
              <a:off x="1714375" y="5213175"/>
              <a:ext cx="50075" cy="17575"/>
            </a:xfrm>
            <a:custGeom>
              <a:avLst/>
              <a:gdLst/>
              <a:ahLst/>
              <a:cxnLst/>
              <a:rect l="l" t="t" r="r" b="b"/>
              <a:pathLst>
                <a:path w="2003" h="703" extrusionOk="0">
                  <a:moveTo>
                    <a:pt x="1115" y="0"/>
                  </a:moveTo>
                  <a:lnTo>
                    <a:pt x="888" y="21"/>
                  </a:lnTo>
                  <a:lnTo>
                    <a:pt x="640" y="83"/>
                  </a:lnTo>
                  <a:lnTo>
                    <a:pt x="455" y="186"/>
                  </a:lnTo>
                  <a:lnTo>
                    <a:pt x="289" y="289"/>
                  </a:lnTo>
                  <a:lnTo>
                    <a:pt x="166" y="393"/>
                  </a:lnTo>
                  <a:lnTo>
                    <a:pt x="62" y="496"/>
                  </a:lnTo>
                  <a:lnTo>
                    <a:pt x="21" y="599"/>
                  </a:lnTo>
                  <a:lnTo>
                    <a:pt x="0" y="661"/>
                  </a:lnTo>
                  <a:lnTo>
                    <a:pt x="0" y="702"/>
                  </a:lnTo>
                  <a:lnTo>
                    <a:pt x="42" y="702"/>
                  </a:lnTo>
                  <a:lnTo>
                    <a:pt x="124" y="681"/>
                  </a:lnTo>
                  <a:lnTo>
                    <a:pt x="310" y="599"/>
                  </a:lnTo>
                  <a:lnTo>
                    <a:pt x="599" y="475"/>
                  </a:lnTo>
                  <a:lnTo>
                    <a:pt x="785" y="413"/>
                  </a:lnTo>
                  <a:lnTo>
                    <a:pt x="971" y="372"/>
                  </a:lnTo>
                  <a:lnTo>
                    <a:pt x="1156" y="331"/>
                  </a:lnTo>
                  <a:lnTo>
                    <a:pt x="1961" y="331"/>
                  </a:lnTo>
                  <a:lnTo>
                    <a:pt x="2003" y="310"/>
                  </a:lnTo>
                  <a:lnTo>
                    <a:pt x="2003" y="269"/>
                  </a:lnTo>
                  <a:lnTo>
                    <a:pt x="1941" y="207"/>
                  </a:lnTo>
                  <a:lnTo>
                    <a:pt x="1838" y="145"/>
                  </a:lnTo>
                  <a:lnTo>
                    <a:pt x="1714" y="83"/>
                  </a:lnTo>
                  <a:lnTo>
                    <a:pt x="1549" y="42"/>
                  </a:lnTo>
                  <a:lnTo>
                    <a:pt x="1342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5" name="Google Shape;795;p27"/>
            <p:cNvSpPr/>
            <p:nvPr/>
          </p:nvSpPr>
          <p:spPr>
            <a:xfrm>
              <a:off x="1750500" y="5266325"/>
              <a:ext cx="42325" cy="23750"/>
            </a:xfrm>
            <a:custGeom>
              <a:avLst/>
              <a:gdLst/>
              <a:ahLst/>
              <a:cxnLst/>
              <a:rect l="l" t="t" r="r" b="b"/>
              <a:pathLst>
                <a:path w="1693" h="950" extrusionOk="0">
                  <a:moveTo>
                    <a:pt x="1239" y="0"/>
                  </a:moveTo>
                  <a:lnTo>
                    <a:pt x="1053" y="21"/>
                  </a:lnTo>
                  <a:lnTo>
                    <a:pt x="867" y="83"/>
                  </a:lnTo>
                  <a:lnTo>
                    <a:pt x="661" y="166"/>
                  </a:lnTo>
                  <a:lnTo>
                    <a:pt x="475" y="269"/>
                  </a:lnTo>
                  <a:lnTo>
                    <a:pt x="331" y="393"/>
                  </a:lnTo>
                  <a:lnTo>
                    <a:pt x="207" y="516"/>
                  </a:lnTo>
                  <a:lnTo>
                    <a:pt x="104" y="640"/>
                  </a:lnTo>
                  <a:lnTo>
                    <a:pt x="42" y="743"/>
                  </a:lnTo>
                  <a:lnTo>
                    <a:pt x="0" y="847"/>
                  </a:lnTo>
                  <a:lnTo>
                    <a:pt x="0" y="909"/>
                  </a:lnTo>
                  <a:lnTo>
                    <a:pt x="21" y="950"/>
                  </a:lnTo>
                  <a:lnTo>
                    <a:pt x="62" y="950"/>
                  </a:lnTo>
                  <a:lnTo>
                    <a:pt x="124" y="929"/>
                  </a:lnTo>
                  <a:lnTo>
                    <a:pt x="289" y="805"/>
                  </a:lnTo>
                  <a:lnTo>
                    <a:pt x="537" y="640"/>
                  </a:lnTo>
                  <a:lnTo>
                    <a:pt x="681" y="558"/>
                  </a:lnTo>
                  <a:lnTo>
                    <a:pt x="826" y="475"/>
                  </a:lnTo>
                  <a:lnTo>
                    <a:pt x="991" y="393"/>
                  </a:lnTo>
                  <a:lnTo>
                    <a:pt x="1156" y="331"/>
                  </a:lnTo>
                  <a:lnTo>
                    <a:pt x="1425" y="248"/>
                  </a:lnTo>
                  <a:lnTo>
                    <a:pt x="1631" y="186"/>
                  </a:lnTo>
                  <a:lnTo>
                    <a:pt x="1672" y="145"/>
                  </a:lnTo>
                  <a:lnTo>
                    <a:pt x="1693" y="124"/>
                  </a:lnTo>
                  <a:lnTo>
                    <a:pt x="1672" y="83"/>
                  </a:lnTo>
                  <a:lnTo>
                    <a:pt x="1610" y="42"/>
                  </a:lnTo>
                  <a:lnTo>
                    <a:pt x="1528" y="21"/>
                  </a:lnTo>
                  <a:lnTo>
                    <a:pt x="1383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6" name="Google Shape;796;p27"/>
            <p:cNvSpPr/>
            <p:nvPr/>
          </p:nvSpPr>
          <p:spPr>
            <a:xfrm>
              <a:off x="1720050" y="5087250"/>
              <a:ext cx="45950" cy="32550"/>
            </a:xfrm>
            <a:custGeom>
              <a:avLst/>
              <a:gdLst/>
              <a:ahLst/>
              <a:cxnLst/>
              <a:rect l="l" t="t" r="r" b="b"/>
              <a:pathLst>
                <a:path w="1838" h="1302" extrusionOk="0">
                  <a:moveTo>
                    <a:pt x="207" y="1"/>
                  </a:moveTo>
                  <a:lnTo>
                    <a:pt x="104" y="22"/>
                  </a:lnTo>
                  <a:lnTo>
                    <a:pt x="21" y="22"/>
                  </a:lnTo>
                  <a:lnTo>
                    <a:pt x="0" y="63"/>
                  </a:lnTo>
                  <a:lnTo>
                    <a:pt x="21" y="104"/>
                  </a:lnTo>
                  <a:lnTo>
                    <a:pt x="83" y="145"/>
                  </a:lnTo>
                  <a:lnTo>
                    <a:pt x="289" y="249"/>
                  </a:lnTo>
                  <a:lnTo>
                    <a:pt x="599" y="414"/>
                  </a:lnTo>
                  <a:lnTo>
                    <a:pt x="764" y="517"/>
                  </a:lnTo>
                  <a:lnTo>
                    <a:pt x="950" y="620"/>
                  </a:lnTo>
                  <a:lnTo>
                    <a:pt x="1136" y="744"/>
                  </a:lnTo>
                  <a:lnTo>
                    <a:pt x="1280" y="868"/>
                  </a:lnTo>
                  <a:lnTo>
                    <a:pt x="1549" y="1095"/>
                  </a:lnTo>
                  <a:lnTo>
                    <a:pt x="1714" y="1260"/>
                  </a:lnTo>
                  <a:lnTo>
                    <a:pt x="1776" y="1301"/>
                  </a:lnTo>
                  <a:lnTo>
                    <a:pt x="1817" y="1301"/>
                  </a:lnTo>
                  <a:lnTo>
                    <a:pt x="1838" y="1281"/>
                  </a:lnTo>
                  <a:lnTo>
                    <a:pt x="1838" y="1198"/>
                  </a:lnTo>
                  <a:lnTo>
                    <a:pt x="1796" y="1095"/>
                  </a:lnTo>
                  <a:lnTo>
                    <a:pt x="1734" y="950"/>
                  </a:lnTo>
                  <a:lnTo>
                    <a:pt x="1631" y="806"/>
                  </a:lnTo>
                  <a:lnTo>
                    <a:pt x="1507" y="661"/>
                  </a:lnTo>
                  <a:lnTo>
                    <a:pt x="1342" y="496"/>
                  </a:lnTo>
                  <a:lnTo>
                    <a:pt x="1136" y="352"/>
                  </a:lnTo>
                  <a:lnTo>
                    <a:pt x="929" y="207"/>
                  </a:lnTo>
                  <a:lnTo>
                    <a:pt x="723" y="125"/>
                  </a:lnTo>
                  <a:lnTo>
                    <a:pt x="537" y="63"/>
                  </a:lnTo>
                  <a:lnTo>
                    <a:pt x="351" y="22"/>
                  </a:lnTo>
                  <a:lnTo>
                    <a:pt x="207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7" name="Google Shape;797;p27"/>
            <p:cNvSpPr/>
            <p:nvPr/>
          </p:nvSpPr>
          <p:spPr>
            <a:xfrm>
              <a:off x="1743275" y="4988700"/>
              <a:ext cx="48525" cy="77425"/>
            </a:xfrm>
            <a:custGeom>
              <a:avLst/>
              <a:gdLst/>
              <a:ahLst/>
              <a:cxnLst/>
              <a:rect l="l" t="t" r="r" b="b"/>
              <a:pathLst>
                <a:path w="1941" h="3097" extrusionOk="0">
                  <a:moveTo>
                    <a:pt x="496" y="351"/>
                  </a:moveTo>
                  <a:lnTo>
                    <a:pt x="599" y="413"/>
                  </a:lnTo>
                  <a:lnTo>
                    <a:pt x="702" y="496"/>
                  </a:lnTo>
                  <a:lnTo>
                    <a:pt x="805" y="620"/>
                  </a:lnTo>
                  <a:lnTo>
                    <a:pt x="1012" y="867"/>
                  </a:lnTo>
                  <a:lnTo>
                    <a:pt x="1177" y="1136"/>
                  </a:lnTo>
                  <a:lnTo>
                    <a:pt x="1342" y="1383"/>
                  </a:lnTo>
                  <a:lnTo>
                    <a:pt x="1445" y="1631"/>
                  </a:lnTo>
                  <a:lnTo>
                    <a:pt x="1548" y="1879"/>
                  </a:lnTo>
                  <a:lnTo>
                    <a:pt x="1631" y="2106"/>
                  </a:lnTo>
                  <a:lnTo>
                    <a:pt x="1734" y="2519"/>
                  </a:lnTo>
                  <a:lnTo>
                    <a:pt x="1796" y="2808"/>
                  </a:lnTo>
                  <a:lnTo>
                    <a:pt x="1806" y="2859"/>
                  </a:lnTo>
                  <a:lnTo>
                    <a:pt x="1775" y="2828"/>
                  </a:lnTo>
                  <a:lnTo>
                    <a:pt x="1569" y="2581"/>
                  </a:lnTo>
                  <a:lnTo>
                    <a:pt x="1301" y="2250"/>
                  </a:lnTo>
                  <a:lnTo>
                    <a:pt x="991" y="1837"/>
                  </a:lnTo>
                  <a:lnTo>
                    <a:pt x="847" y="1590"/>
                  </a:lnTo>
                  <a:lnTo>
                    <a:pt x="702" y="1321"/>
                  </a:lnTo>
                  <a:lnTo>
                    <a:pt x="558" y="1053"/>
                  </a:lnTo>
                  <a:lnTo>
                    <a:pt x="434" y="743"/>
                  </a:lnTo>
                  <a:lnTo>
                    <a:pt x="393" y="599"/>
                  </a:lnTo>
                  <a:lnTo>
                    <a:pt x="351" y="454"/>
                  </a:lnTo>
                  <a:lnTo>
                    <a:pt x="372" y="393"/>
                  </a:lnTo>
                  <a:lnTo>
                    <a:pt x="413" y="351"/>
                  </a:lnTo>
                  <a:close/>
                  <a:moveTo>
                    <a:pt x="434" y="0"/>
                  </a:moveTo>
                  <a:lnTo>
                    <a:pt x="289" y="21"/>
                  </a:lnTo>
                  <a:lnTo>
                    <a:pt x="207" y="62"/>
                  </a:lnTo>
                  <a:lnTo>
                    <a:pt x="145" y="104"/>
                  </a:lnTo>
                  <a:lnTo>
                    <a:pt x="104" y="145"/>
                  </a:lnTo>
                  <a:lnTo>
                    <a:pt x="62" y="207"/>
                  </a:lnTo>
                  <a:lnTo>
                    <a:pt x="21" y="351"/>
                  </a:lnTo>
                  <a:lnTo>
                    <a:pt x="0" y="475"/>
                  </a:lnTo>
                  <a:lnTo>
                    <a:pt x="21" y="578"/>
                  </a:lnTo>
                  <a:lnTo>
                    <a:pt x="62" y="682"/>
                  </a:lnTo>
                  <a:lnTo>
                    <a:pt x="124" y="847"/>
                  </a:lnTo>
                  <a:lnTo>
                    <a:pt x="269" y="1177"/>
                  </a:lnTo>
                  <a:lnTo>
                    <a:pt x="413" y="1466"/>
                  </a:lnTo>
                  <a:lnTo>
                    <a:pt x="578" y="1734"/>
                  </a:lnTo>
                  <a:lnTo>
                    <a:pt x="764" y="1982"/>
                  </a:lnTo>
                  <a:lnTo>
                    <a:pt x="929" y="2209"/>
                  </a:lnTo>
                  <a:lnTo>
                    <a:pt x="1115" y="2395"/>
                  </a:lnTo>
                  <a:lnTo>
                    <a:pt x="1425" y="2704"/>
                  </a:lnTo>
                  <a:lnTo>
                    <a:pt x="1693" y="2911"/>
                  </a:lnTo>
                  <a:lnTo>
                    <a:pt x="1836" y="3006"/>
                  </a:lnTo>
                  <a:lnTo>
                    <a:pt x="1836" y="3006"/>
                  </a:lnTo>
                  <a:lnTo>
                    <a:pt x="1837" y="3014"/>
                  </a:lnTo>
                  <a:lnTo>
                    <a:pt x="1858" y="3076"/>
                  </a:lnTo>
                  <a:lnTo>
                    <a:pt x="1879" y="3097"/>
                  </a:lnTo>
                  <a:lnTo>
                    <a:pt x="1899" y="3076"/>
                  </a:lnTo>
                  <a:lnTo>
                    <a:pt x="1908" y="3049"/>
                  </a:lnTo>
                  <a:lnTo>
                    <a:pt x="1908" y="3049"/>
                  </a:lnTo>
                  <a:lnTo>
                    <a:pt x="1920" y="3055"/>
                  </a:lnTo>
                  <a:lnTo>
                    <a:pt x="1941" y="3055"/>
                  </a:lnTo>
                  <a:lnTo>
                    <a:pt x="1941" y="3014"/>
                  </a:lnTo>
                  <a:lnTo>
                    <a:pt x="1923" y="2980"/>
                  </a:lnTo>
                  <a:lnTo>
                    <a:pt x="1941" y="2808"/>
                  </a:lnTo>
                  <a:lnTo>
                    <a:pt x="1941" y="2498"/>
                  </a:lnTo>
                  <a:lnTo>
                    <a:pt x="1920" y="2292"/>
                  </a:lnTo>
                  <a:lnTo>
                    <a:pt x="1879" y="2065"/>
                  </a:lnTo>
                  <a:lnTo>
                    <a:pt x="1817" y="1817"/>
                  </a:lnTo>
                  <a:lnTo>
                    <a:pt x="1734" y="1548"/>
                  </a:lnTo>
                  <a:lnTo>
                    <a:pt x="1610" y="1259"/>
                  </a:lnTo>
                  <a:lnTo>
                    <a:pt x="1466" y="991"/>
                  </a:lnTo>
                  <a:lnTo>
                    <a:pt x="1280" y="702"/>
                  </a:lnTo>
                  <a:lnTo>
                    <a:pt x="1074" y="413"/>
                  </a:lnTo>
                  <a:lnTo>
                    <a:pt x="950" y="269"/>
                  </a:lnTo>
                  <a:lnTo>
                    <a:pt x="785" y="124"/>
                  </a:lnTo>
                  <a:lnTo>
                    <a:pt x="682" y="62"/>
                  </a:lnTo>
                  <a:lnTo>
                    <a:pt x="558" y="2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8" name="Google Shape;798;p27"/>
            <p:cNvSpPr/>
            <p:nvPr/>
          </p:nvSpPr>
          <p:spPr>
            <a:xfrm>
              <a:off x="1787125" y="5011925"/>
              <a:ext cx="69700" cy="53675"/>
            </a:xfrm>
            <a:custGeom>
              <a:avLst/>
              <a:gdLst/>
              <a:ahLst/>
              <a:cxnLst/>
              <a:rect l="l" t="t" r="r" b="b"/>
              <a:pathLst>
                <a:path w="2788" h="2147" extrusionOk="0">
                  <a:moveTo>
                    <a:pt x="2127" y="0"/>
                  </a:moveTo>
                  <a:lnTo>
                    <a:pt x="1920" y="42"/>
                  </a:lnTo>
                  <a:lnTo>
                    <a:pt x="1735" y="103"/>
                  </a:lnTo>
                  <a:lnTo>
                    <a:pt x="1425" y="248"/>
                  </a:lnTo>
                  <a:lnTo>
                    <a:pt x="1157" y="434"/>
                  </a:lnTo>
                  <a:lnTo>
                    <a:pt x="909" y="619"/>
                  </a:lnTo>
                  <a:lnTo>
                    <a:pt x="703" y="805"/>
                  </a:lnTo>
                  <a:lnTo>
                    <a:pt x="517" y="1012"/>
                  </a:lnTo>
                  <a:lnTo>
                    <a:pt x="372" y="1218"/>
                  </a:lnTo>
                  <a:lnTo>
                    <a:pt x="249" y="1404"/>
                  </a:lnTo>
                  <a:lnTo>
                    <a:pt x="166" y="1569"/>
                  </a:lnTo>
                  <a:lnTo>
                    <a:pt x="83" y="1734"/>
                  </a:lnTo>
                  <a:lnTo>
                    <a:pt x="42" y="1879"/>
                  </a:lnTo>
                  <a:lnTo>
                    <a:pt x="1" y="2064"/>
                  </a:lnTo>
                  <a:lnTo>
                    <a:pt x="1" y="2126"/>
                  </a:lnTo>
                  <a:lnTo>
                    <a:pt x="1" y="2147"/>
                  </a:lnTo>
                  <a:lnTo>
                    <a:pt x="21" y="2147"/>
                  </a:lnTo>
                  <a:lnTo>
                    <a:pt x="63" y="2106"/>
                  </a:lnTo>
                  <a:lnTo>
                    <a:pt x="166" y="1941"/>
                  </a:lnTo>
                  <a:lnTo>
                    <a:pt x="331" y="1672"/>
                  </a:lnTo>
                  <a:lnTo>
                    <a:pt x="579" y="1363"/>
                  </a:lnTo>
                  <a:lnTo>
                    <a:pt x="723" y="1197"/>
                  </a:lnTo>
                  <a:lnTo>
                    <a:pt x="909" y="1032"/>
                  </a:lnTo>
                  <a:lnTo>
                    <a:pt x="1115" y="847"/>
                  </a:lnTo>
                  <a:lnTo>
                    <a:pt x="1343" y="702"/>
                  </a:lnTo>
                  <a:lnTo>
                    <a:pt x="1611" y="558"/>
                  </a:lnTo>
                  <a:lnTo>
                    <a:pt x="1900" y="413"/>
                  </a:lnTo>
                  <a:lnTo>
                    <a:pt x="2024" y="372"/>
                  </a:lnTo>
                  <a:lnTo>
                    <a:pt x="2168" y="351"/>
                  </a:lnTo>
                  <a:lnTo>
                    <a:pt x="2292" y="351"/>
                  </a:lnTo>
                  <a:lnTo>
                    <a:pt x="2395" y="392"/>
                  </a:lnTo>
                  <a:lnTo>
                    <a:pt x="2416" y="413"/>
                  </a:lnTo>
                  <a:lnTo>
                    <a:pt x="2437" y="434"/>
                  </a:lnTo>
                  <a:lnTo>
                    <a:pt x="2416" y="537"/>
                  </a:lnTo>
                  <a:lnTo>
                    <a:pt x="2395" y="661"/>
                  </a:lnTo>
                  <a:lnTo>
                    <a:pt x="2333" y="805"/>
                  </a:lnTo>
                  <a:lnTo>
                    <a:pt x="2168" y="1053"/>
                  </a:lnTo>
                  <a:lnTo>
                    <a:pt x="1982" y="1280"/>
                  </a:lnTo>
                  <a:lnTo>
                    <a:pt x="1776" y="1466"/>
                  </a:lnTo>
                  <a:lnTo>
                    <a:pt x="1570" y="1610"/>
                  </a:lnTo>
                  <a:lnTo>
                    <a:pt x="1363" y="1734"/>
                  </a:lnTo>
                  <a:lnTo>
                    <a:pt x="1136" y="1817"/>
                  </a:lnTo>
                  <a:lnTo>
                    <a:pt x="950" y="1879"/>
                  </a:lnTo>
                  <a:lnTo>
                    <a:pt x="765" y="1920"/>
                  </a:lnTo>
                  <a:lnTo>
                    <a:pt x="455" y="1961"/>
                  </a:lnTo>
                  <a:lnTo>
                    <a:pt x="249" y="1982"/>
                  </a:lnTo>
                  <a:lnTo>
                    <a:pt x="207" y="2002"/>
                  </a:lnTo>
                  <a:lnTo>
                    <a:pt x="187" y="2002"/>
                  </a:lnTo>
                  <a:lnTo>
                    <a:pt x="187" y="2023"/>
                  </a:lnTo>
                  <a:lnTo>
                    <a:pt x="249" y="2044"/>
                  </a:lnTo>
                  <a:lnTo>
                    <a:pt x="331" y="2085"/>
                  </a:lnTo>
                  <a:lnTo>
                    <a:pt x="455" y="2106"/>
                  </a:lnTo>
                  <a:lnTo>
                    <a:pt x="620" y="2126"/>
                  </a:lnTo>
                  <a:lnTo>
                    <a:pt x="785" y="2126"/>
                  </a:lnTo>
                  <a:lnTo>
                    <a:pt x="992" y="2106"/>
                  </a:lnTo>
                  <a:lnTo>
                    <a:pt x="1239" y="2044"/>
                  </a:lnTo>
                  <a:lnTo>
                    <a:pt x="1466" y="1982"/>
                  </a:lnTo>
                  <a:lnTo>
                    <a:pt x="1735" y="1858"/>
                  </a:lnTo>
                  <a:lnTo>
                    <a:pt x="1982" y="1713"/>
                  </a:lnTo>
                  <a:lnTo>
                    <a:pt x="2230" y="1507"/>
                  </a:lnTo>
                  <a:lnTo>
                    <a:pt x="2333" y="1383"/>
                  </a:lnTo>
                  <a:lnTo>
                    <a:pt x="2457" y="1259"/>
                  </a:lnTo>
                  <a:lnTo>
                    <a:pt x="2540" y="1115"/>
                  </a:lnTo>
                  <a:lnTo>
                    <a:pt x="2643" y="970"/>
                  </a:lnTo>
                  <a:lnTo>
                    <a:pt x="2725" y="805"/>
                  </a:lnTo>
                  <a:lnTo>
                    <a:pt x="2746" y="702"/>
                  </a:lnTo>
                  <a:lnTo>
                    <a:pt x="2767" y="599"/>
                  </a:lnTo>
                  <a:lnTo>
                    <a:pt x="2787" y="496"/>
                  </a:lnTo>
                  <a:lnTo>
                    <a:pt x="2767" y="351"/>
                  </a:lnTo>
                  <a:lnTo>
                    <a:pt x="2705" y="227"/>
                  </a:lnTo>
                  <a:lnTo>
                    <a:pt x="2643" y="165"/>
                  </a:lnTo>
                  <a:lnTo>
                    <a:pt x="2602" y="124"/>
                  </a:lnTo>
                  <a:lnTo>
                    <a:pt x="2457" y="42"/>
                  </a:lnTo>
                  <a:lnTo>
                    <a:pt x="2354" y="21"/>
                  </a:lnTo>
                  <a:lnTo>
                    <a:pt x="2230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9" name="Google Shape;799;p27"/>
            <p:cNvSpPr/>
            <p:nvPr/>
          </p:nvSpPr>
          <p:spPr>
            <a:xfrm>
              <a:off x="1751000" y="2864200"/>
              <a:ext cx="958300" cy="2351575"/>
            </a:xfrm>
            <a:custGeom>
              <a:avLst/>
              <a:gdLst/>
              <a:ahLst/>
              <a:cxnLst/>
              <a:rect l="l" t="t" r="r" b="b"/>
              <a:pathLst>
                <a:path w="38332" h="94063" extrusionOk="0">
                  <a:moveTo>
                    <a:pt x="29518" y="0"/>
                  </a:moveTo>
                  <a:lnTo>
                    <a:pt x="1" y="5883"/>
                  </a:lnTo>
                  <a:lnTo>
                    <a:pt x="2911" y="15337"/>
                  </a:lnTo>
                  <a:lnTo>
                    <a:pt x="3056" y="15791"/>
                  </a:lnTo>
                  <a:lnTo>
                    <a:pt x="3221" y="16245"/>
                  </a:lnTo>
                  <a:lnTo>
                    <a:pt x="3386" y="16678"/>
                  </a:lnTo>
                  <a:lnTo>
                    <a:pt x="3572" y="17112"/>
                  </a:lnTo>
                  <a:lnTo>
                    <a:pt x="3778" y="17545"/>
                  </a:lnTo>
                  <a:lnTo>
                    <a:pt x="3985" y="17979"/>
                  </a:lnTo>
                  <a:lnTo>
                    <a:pt x="4212" y="18392"/>
                  </a:lnTo>
                  <a:lnTo>
                    <a:pt x="4459" y="18805"/>
                  </a:lnTo>
                  <a:lnTo>
                    <a:pt x="4707" y="19197"/>
                  </a:lnTo>
                  <a:lnTo>
                    <a:pt x="4975" y="19589"/>
                  </a:lnTo>
                  <a:lnTo>
                    <a:pt x="5244" y="19981"/>
                  </a:lnTo>
                  <a:lnTo>
                    <a:pt x="5533" y="20353"/>
                  </a:lnTo>
                  <a:lnTo>
                    <a:pt x="5842" y="20724"/>
                  </a:lnTo>
                  <a:lnTo>
                    <a:pt x="6152" y="21075"/>
                  </a:lnTo>
                  <a:lnTo>
                    <a:pt x="6462" y="21426"/>
                  </a:lnTo>
                  <a:lnTo>
                    <a:pt x="6792" y="21756"/>
                  </a:lnTo>
                  <a:lnTo>
                    <a:pt x="9578" y="24543"/>
                  </a:lnTo>
                  <a:lnTo>
                    <a:pt x="10652" y="25616"/>
                  </a:lnTo>
                  <a:lnTo>
                    <a:pt x="11230" y="26256"/>
                  </a:lnTo>
                  <a:lnTo>
                    <a:pt x="20064" y="54865"/>
                  </a:lnTo>
                  <a:lnTo>
                    <a:pt x="18000" y="93030"/>
                  </a:lnTo>
                  <a:lnTo>
                    <a:pt x="33213" y="94063"/>
                  </a:lnTo>
                  <a:lnTo>
                    <a:pt x="33460" y="92391"/>
                  </a:lnTo>
                  <a:lnTo>
                    <a:pt x="34121" y="87891"/>
                  </a:lnTo>
                  <a:lnTo>
                    <a:pt x="35050" y="81430"/>
                  </a:lnTo>
                  <a:lnTo>
                    <a:pt x="35566" y="77715"/>
                  </a:lnTo>
                  <a:lnTo>
                    <a:pt x="36082" y="73834"/>
                  </a:lnTo>
                  <a:lnTo>
                    <a:pt x="36577" y="69871"/>
                  </a:lnTo>
                  <a:lnTo>
                    <a:pt x="37052" y="65949"/>
                  </a:lnTo>
                  <a:lnTo>
                    <a:pt x="37485" y="62172"/>
                  </a:lnTo>
                  <a:lnTo>
                    <a:pt x="37857" y="58642"/>
                  </a:lnTo>
                  <a:lnTo>
                    <a:pt x="38001" y="56991"/>
                  </a:lnTo>
                  <a:lnTo>
                    <a:pt x="38125" y="55463"/>
                  </a:lnTo>
                  <a:lnTo>
                    <a:pt x="38208" y="54039"/>
                  </a:lnTo>
                  <a:lnTo>
                    <a:pt x="38290" y="52739"/>
                  </a:lnTo>
                  <a:lnTo>
                    <a:pt x="38332" y="51562"/>
                  </a:lnTo>
                  <a:lnTo>
                    <a:pt x="38332" y="50571"/>
                  </a:lnTo>
                  <a:lnTo>
                    <a:pt x="38290" y="49725"/>
                  </a:lnTo>
                  <a:lnTo>
                    <a:pt x="38270" y="49374"/>
                  </a:lnTo>
                  <a:lnTo>
                    <a:pt x="38229" y="49065"/>
                  </a:lnTo>
                  <a:lnTo>
                    <a:pt x="36701" y="39301"/>
                  </a:lnTo>
                  <a:lnTo>
                    <a:pt x="34307" y="23676"/>
                  </a:lnTo>
                  <a:lnTo>
                    <a:pt x="31128" y="2808"/>
                  </a:lnTo>
                  <a:lnTo>
                    <a:pt x="29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0" name="Google Shape;800;p27"/>
            <p:cNvSpPr/>
            <p:nvPr/>
          </p:nvSpPr>
          <p:spPr>
            <a:xfrm>
              <a:off x="1751000" y="2864200"/>
              <a:ext cx="958300" cy="2351575"/>
            </a:xfrm>
            <a:custGeom>
              <a:avLst/>
              <a:gdLst/>
              <a:ahLst/>
              <a:cxnLst/>
              <a:rect l="l" t="t" r="r" b="b"/>
              <a:pathLst>
                <a:path w="38332" h="94063" fill="none" extrusionOk="0">
                  <a:moveTo>
                    <a:pt x="1" y="5883"/>
                  </a:moveTo>
                  <a:lnTo>
                    <a:pt x="2911" y="15337"/>
                  </a:lnTo>
                  <a:lnTo>
                    <a:pt x="2911" y="15337"/>
                  </a:lnTo>
                  <a:lnTo>
                    <a:pt x="3056" y="15791"/>
                  </a:lnTo>
                  <a:lnTo>
                    <a:pt x="3221" y="16245"/>
                  </a:lnTo>
                  <a:lnTo>
                    <a:pt x="3386" y="16678"/>
                  </a:lnTo>
                  <a:lnTo>
                    <a:pt x="3572" y="17112"/>
                  </a:lnTo>
                  <a:lnTo>
                    <a:pt x="3778" y="17545"/>
                  </a:lnTo>
                  <a:lnTo>
                    <a:pt x="3985" y="17979"/>
                  </a:lnTo>
                  <a:lnTo>
                    <a:pt x="4212" y="18392"/>
                  </a:lnTo>
                  <a:lnTo>
                    <a:pt x="4459" y="18805"/>
                  </a:lnTo>
                  <a:lnTo>
                    <a:pt x="4707" y="19197"/>
                  </a:lnTo>
                  <a:lnTo>
                    <a:pt x="4975" y="19589"/>
                  </a:lnTo>
                  <a:lnTo>
                    <a:pt x="5244" y="19981"/>
                  </a:lnTo>
                  <a:lnTo>
                    <a:pt x="5533" y="20353"/>
                  </a:lnTo>
                  <a:lnTo>
                    <a:pt x="5842" y="20724"/>
                  </a:lnTo>
                  <a:lnTo>
                    <a:pt x="6152" y="21075"/>
                  </a:lnTo>
                  <a:lnTo>
                    <a:pt x="6462" y="21426"/>
                  </a:lnTo>
                  <a:lnTo>
                    <a:pt x="6792" y="21756"/>
                  </a:lnTo>
                  <a:lnTo>
                    <a:pt x="6792" y="21756"/>
                  </a:lnTo>
                  <a:lnTo>
                    <a:pt x="9578" y="24543"/>
                  </a:lnTo>
                  <a:lnTo>
                    <a:pt x="10652" y="25616"/>
                  </a:lnTo>
                  <a:lnTo>
                    <a:pt x="11230" y="26256"/>
                  </a:lnTo>
                  <a:lnTo>
                    <a:pt x="20064" y="54865"/>
                  </a:lnTo>
                  <a:lnTo>
                    <a:pt x="18000" y="93030"/>
                  </a:lnTo>
                  <a:lnTo>
                    <a:pt x="33213" y="94063"/>
                  </a:lnTo>
                  <a:lnTo>
                    <a:pt x="33213" y="94063"/>
                  </a:lnTo>
                  <a:lnTo>
                    <a:pt x="33460" y="92391"/>
                  </a:lnTo>
                  <a:lnTo>
                    <a:pt x="34121" y="87891"/>
                  </a:lnTo>
                  <a:lnTo>
                    <a:pt x="35050" y="81430"/>
                  </a:lnTo>
                  <a:lnTo>
                    <a:pt x="35566" y="77715"/>
                  </a:lnTo>
                  <a:lnTo>
                    <a:pt x="36082" y="73834"/>
                  </a:lnTo>
                  <a:lnTo>
                    <a:pt x="36577" y="69871"/>
                  </a:lnTo>
                  <a:lnTo>
                    <a:pt x="37052" y="65949"/>
                  </a:lnTo>
                  <a:lnTo>
                    <a:pt x="37485" y="62172"/>
                  </a:lnTo>
                  <a:lnTo>
                    <a:pt x="37857" y="58642"/>
                  </a:lnTo>
                  <a:lnTo>
                    <a:pt x="38001" y="56991"/>
                  </a:lnTo>
                  <a:lnTo>
                    <a:pt x="38125" y="55463"/>
                  </a:lnTo>
                  <a:lnTo>
                    <a:pt x="38208" y="54039"/>
                  </a:lnTo>
                  <a:lnTo>
                    <a:pt x="38290" y="52739"/>
                  </a:lnTo>
                  <a:lnTo>
                    <a:pt x="38332" y="51562"/>
                  </a:lnTo>
                  <a:lnTo>
                    <a:pt x="38332" y="50571"/>
                  </a:lnTo>
                  <a:lnTo>
                    <a:pt x="38290" y="49725"/>
                  </a:lnTo>
                  <a:lnTo>
                    <a:pt x="38270" y="49374"/>
                  </a:lnTo>
                  <a:lnTo>
                    <a:pt x="38229" y="49065"/>
                  </a:lnTo>
                  <a:lnTo>
                    <a:pt x="38229" y="49065"/>
                  </a:lnTo>
                  <a:lnTo>
                    <a:pt x="36701" y="39301"/>
                  </a:lnTo>
                  <a:lnTo>
                    <a:pt x="34307" y="23676"/>
                  </a:lnTo>
                  <a:lnTo>
                    <a:pt x="31128" y="2808"/>
                  </a:lnTo>
                  <a:lnTo>
                    <a:pt x="29518" y="0"/>
                  </a:lnTo>
                  <a:lnTo>
                    <a:pt x="1" y="588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1" name="Google Shape;801;p27"/>
            <p:cNvSpPr/>
            <p:nvPr/>
          </p:nvSpPr>
          <p:spPr>
            <a:xfrm>
              <a:off x="1523950" y="3434925"/>
              <a:ext cx="1005250" cy="1717375"/>
            </a:xfrm>
            <a:custGeom>
              <a:avLst/>
              <a:gdLst/>
              <a:ahLst/>
              <a:cxnLst/>
              <a:rect l="l" t="t" r="r" b="b"/>
              <a:pathLst>
                <a:path w="40210" h="68695" extrusionOk="0">
                  <a:moveTo>
                    <a:pt x="40210" y="1"/>
                  </a:moveTo>
                  <a:lnTo>
                    <a:pt x="21757" y="4438"/>
                  </a:lnTo>
                  <a:lnTo>
                    <a:pt x="20209" y="32572"/>
                  </a:lnTo>
                  <a:lnTo>
                    <a:pt x="1" y="60046"/>
                  </a:lnTo>
                  <a:lnTo>
                    <a:pt x="12675" y="68695"/>
                  </a:lnTo>
                  <a:lnTo>
                    <a:pt x="39942" y="36845"/>
                  </a:lnTo>
                  <a:lnTo>
                    <a:pt x="402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2" name="Google Shape;802;p27"/>
            <p:cNvSpPr/>
            <p:nvPr/>
          </p:nvSpPr>
          <p:spPr>
            <a:xfrm>
              <a:off x="1523950" y="3434925"/>
              <a:ext cx="1005250" cy="1717375"/>
            </a:xfrm>
            <a:custGeom>
              <a:avLst/>
              <a:gdLst/>
              <a:ahLst/>
              <a:cxnLst/>
              <a:rect l="l" t="t" r="r" b="b"/>
              <a:pathLst>
                <a:path w="40210" h="68695" fill="none" extrusionOk="0">
                  <a:moveTo>
                    <a:pt x="21757" y="4438"/>
                  </a:moveTo>
                  <a:lnTo>
                    <a:pt x="20209" y="32572"/>
                  </a:lnTo>
                  <a:lnTo>
                    <a:pt x="1" y="60046"/>
                  </a:lnTo>
                  <a:lnTo>
                    <a:pt x="12675" y="68695"/>
                  </a:lnTo>
                  <a:lnTo>
                    <a:pt x="39942" y="36845"/>
                  </a:lnTo>
                  <a:lnTo>
                    <a:pt x="40210" y="1"/>
                  </a:lnTo>
                  <a:lnTo>
                    <a:pt x="21757" y="443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3" name="Google Shape;803;p27"/>
            <p:cNvSpPr/>
            <p:nvPr/>
          </p:nvSpPr>
          <p:spPr>
            <a:xfrm>
              <a:off x="2031725" y="3520600"/>
              <a:ext cx="224500" cy="1646150"/>
            </a:xfrm>
            <a:custGeom>
              <a:avLst/>
              <a:gdLst/>
              <a:ahLst/>
              <a:cxnLst/>
              <a:rect l="l" t="t" r="r" b="b"/>
              <a:pathLst>
                <a:path w="8980" h="65846" extrusionOk="0">
                  <a:moveTo>
                    <a:pt x="1" y="0"/>
                  </a:moveTo>
                  <a:lnTo>
                    <a:pt x="42" y="124"/>
                  </a:lnTo>
                  <a:lnTo>
                    <a:pt x="166" y="537"/>
                  </a:lnTo>
                  <a:lnTo>
                    <a:pt x="641" y="2085"/>
                  </a:lnTo>
                  <a:lnTo>
                    <a:pt x="2457" y="7823"/>
                  </a:lnTo>
                  <a:lnTo>
                    <a:pt x="8709" y="27155"/>
                  </a:lnTo>
                  <a:lnTo>
                    <a:pt x="8443" y="32221"/>
                  </a:lnTo>
                  <a:lnTo>
                    <a:pt x="7246" y="56000"/>
                  </a:lnTo>
                  <a:lnTo>
                    <a:pt x="6916" y="63204"/>
                  </a:lnTo>
                  <a:lnTo>
                    <a:pt x="6833" y="65164"/>
                  </a:lnTo>
                  <a:lnTo>
                    <a:pt x="6833" y="65680"/>
                  </a:lnTo>
                  <a:lnTo>
                    <a:pt x="6833" y="65846"/>
                  </a:lnTo>
                  <a:lnTo>
                    <a:pt x="6854" y="65680"/>
                  </a:lnTo>
                  <a:lnTo>
                    <a:pt x="6895" y="65164"/>
                  </a:lnTo>
                  <a:lnTo>
                    <a:pt x="7019" y="63204"/>
                  </a:lnTo>
                  <a:lnTo>
                    <a:pt x="7432" y="56000"/>
                  </a:lnTo>
                  <a:lnTo>
                    <a:pt x="8711" y="32242"/>
                  </a:lnTo>
                  <a:lnTo>
                    <a:pt x="8980" y="27123"/>
                  </a:lnTo>
                  <a:lnTo>
                    <a:pt x="8980" y="27102"/>
                  </a:lnTo>
                  <a:lnTo>
                    <a:pt x="8980" y="27081"/>
                  </a:lnTo>
                  <a:lnTo>
                    <a:pt x="2643" y="7761"/>
                  </a:lnTo>
                  <a:lnTo>
                    <a:pt x="723" y="2044"/>
                  </a:lnTo>
                  <a:lnTo>
                    <a:pt x="207" y="516"/>
                  </a:lnTo>
                  <a:lnTo>
                    <a:pt x="63" y="1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7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4" name="Google Shape;804;p27"/>
            <p:cNvSpPr/>
            <p:nvPr/>
          </p:nvSpPr>
          <p:spPr>
            <a:xfrm>
              <a:off x="2031725" y="3520600"/>
              <a:ext cx="224500" cy="1646150"/>
            </a:xfrm>
            <a:custGeom>
              <a:avLst/>
              <a:gdLst/>
              <a:ahLst/>
              <a:cxnLst/>
              <a:rect l="l" t="t" r="r" b="b"/>
              <a:pathLst>
                <a:path w="8980" h="65846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63" y="124"/>
                  </a:lnTo>
                  <a:lnTo>
                    <a:pt x="63" y="124"/>
                  </a:lnTo>
                  <a:lnTo>
                    <a:pt x="207" y="516"/>
                  </a:lnTo>
                  <a:lnTo>
                    <a:pt x="207" y="516"/>
                  </a:lnTo>
                  <a:lnTo>
                    <a:pt x="723" y="2044"/>
                  </a:lnTo>
                  <a:lnTo>
                    <a:pt x="723" y="2044"/>
                  </a:lnTo>
                  <a:lnTo>
                    <a:pt x="2643" y="7761"/>
                  </a:lnTo>
                  <a:lnTo>
                    <a:pt x="2643" y="7761"/>
                  </a:lnTo>
                  <a:lnTo>
                    <a:pt x="8980" y="27081"/>
                  </a:lnTo>
                  <a:lnTo>
                    <a:pt x="8980" y="27102"/>
                  </a:lnTo>
                  <a:lnTo>
                    <a:pt x="8980" y="27123"/>
                  </a:lnTo>
                  <a:lnTo>
                    <a:pt x="8980" y="27123"/>
                  </a:lnTo>
                  <a:lnTo>
                    <a:pt x="8711" y="32242"/>
                  </a:lnTo>
                  <a:lnTo>
                    <a:pt x="8711" y="32242"/>
                  </a:lnTo>
                  <a:lnTo>
                    <a:pt x="7432" y="56000"/>
                  </a:lnTo>
                  <a:lnTo>
                    <a:pt x="7432" y="56000"/>
                  </a:lnTo>
                  <a:lnTo>
                    <a:pt x="7019" y="63204"/>
                  </a:lnTo>
                  <a:lnTo>
                    <a:pt x="7019" y="63204"/>
                  </a:lnTo>
                  <a:lnTo>
                    <a:pt x="6895" y="65164"/>
                  </a:lnTo>
                  <a:lnTo>
                    <a:pt x="6895" y="65164"/>
                  </a:lnTo>
                  <a:lnTo>
                    <a:pt x="6854" y="65680"/>
                  </a:lnTo>
                  <a:lnTo>
                    <a:pt x="6854" y="65680"/>
                  </a:lnTo>
                  <a:lnTo>
                    <a:pt x="6833" y="65846"/>
                  </a:lnTo>
                  <a:lnTo>
                    <a:pt x="6833" y="65846"/>
                  </a:lnTo>
                  <a:lnTo>
                    <a:pt x="6833" y="65680"/>
                  </a:lnTo>
                  <a:lnTo>
                    <a:pt x="6833" y="65680"/>
                  </a:lnTo>
                  <a:lnTo>
                    <a:pt x="6833" y="65164"/>
                  </a:lnTo>
                  <a:lnTo>
                    <a:pt x="6833" y="65164"/>
                  </a:lnTo>
                  <a:lnTo>
                    <a:pt x="6916" y="63204"/>
                  </a:lnTo>
                  <a:lnTo>
                    <a:pt x="6916" y="63204"/>
                  </a:lnTo>
                  <a:lnTo>
                    <a:pt x="7246" y="56000"/>
                  </a:lnTo>
                  <a:lnTo>
                    <a:pt x="7246" y="56000"/>
                  </a:lnTo>
                  <a:lnTo>
                    <a:pt x="8443" y="32221"/>
                  </a:lnTo>
                  <a:lnTo>
                    <a:pt x="8443" y="32221"/>
                  </a:lnTo>
                  <a:lnTo>
                    <a:pt x="8711" y="27102"/>
                  </a:lnTo>
                  <a:lnTo>
                    <a:pt x="8711" y="27164"/>
                  </a:lnTo>
                  <a:lnTo>
                    <a:pt x="8711" y="27164"/>
                  </a:lnTo>
                  <a:lnTo>
                    <a:pt x="2457" y="7823"/>
                  </a:lnTo>
                  <a:lnTo>
                    <a:pt x="2457" y="7823"/>
                  </a:lnTo>
                  <a:lnTo>
                    <a:pt x="641" y="2085"/>
                  </a:lnTo>
                  <a:lnTo>
                    <a:pt x="641" y="2085"/>
                  </a:lnTo>
                  <a:lnTo>
                    <a:pt x="166" y="537"/>
                  </a:lnTo>
                  <a:lnTo>
                    <a:pt x="166" y="537"/>
                  </a:lnTo>
                  <a:lnTo>
                    <a:pt x="42" y="124"/>
                  </a:lnTo>
                  <a:lnTo>
                    <a:pt x="42" y="124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5" name="Google Shape;805;p27"/>
            <p:cNvSpPr/>
            <p:nvPr/>
          </p:nvSpPr>
          <p:spPr>
            <a:xfrm>
              <a:off x="1525500" y="1610250"/>
              <a:ext cx="1039825" cy="1557925"/>
            </a:xfrm>
            <a:custGeom>
              <a:avLst/>
              <a:gdLst/>
              <a:ahLst/>
              <a:cxnLst/>
              <a:rect l="l" t="t" r="r" b="b"/>
              <a:pathLst>
                <a:path w="41593" h="62317" extrusionOk="0">
                  <a:moveTo>
                    <a:pt x="4150" y="0"/>
                  </a:moveTo>
                  <a:lnTo>
                    <a:pt x="3943" y="351"/>
                  </a:lnTo>
                  <a:lnTo>
                    <a:pt x="3696" y="764"/>
                  </a:lnTo>
                  <a:lnTo>
                    <a:pt x="3386" y="1321"/>
                  </a:lnTo>
                  <a:lnTo>
                    <a:pt x="3035" y="2002"/>
                  </a:lnTo>
                  <a:lnTo>
                    <a:pt x="2622" y="2807"/>
                  </a:lnTo>
                  <a:lnTo>
                    <a:pt x="2209" y="3716"/>
                  </a:lnTo>
                  <a:lnTo>
                    <a:pt x="1776" y="4706"/>
                  </a:lnTo>
                  <a:lnTo>
                    <a:pt x="1363" y="5780"/>
                  </a:lnTo>
                  <a:lnTo>
                    <a:pt x="1177" y="6337"/>
                  </a:lnTo>
                  <a:lnTo>
                    <a:pt x="971" y="6915"/>
                  </a:lnTo>
                  <a:lnTo>
                    <a:pt x="806" y="7493"/>
                  </a:lnTo>
                  <a:lnTo>
                    <a:pt x="641" y="8091"/>
                  </a:lnTo>
                  <a:lnTo>
                    <a:pt x="496" y="8711"/>
                  </a:lnTo>
                  <a:lnTo>
                    <a:pt x="352" y="9330"/>
                  </a:lnTo>
                  <a:lnTo>
                    <a:pt x="248" y="9949"/>
                  </a:lnTo>
                  <a:lnTo>
                    <a:pt x="145" y="10568"/>
                  </a:lnTo>
                  <a:lnTo>
                    <a:pt x="83" y="11188"/>
                  </a:lnTo>
                  <a:lnTo>
                    <a:pt x="21" y="11828"/>
                  </a:lnTo>
                  <a:lnTo>
                    <a:pt x="1" y="12447"/>
                  </a:lnTo>
                  <a:lnTo>
                    <a:pt x="21" y="13066"/>
                  </a:lnTo>
                  <a:lnTo>
                    <a:pt x="63" y="13685"/>
                  </a:lnTo>
                  <a:lnTo>
                    <a:pt x="125" y="14304"/>
                  </a:lnTo>
                  <a:lnTo>
                    <a:pt x="207" y="14697"/>
                  </a:lnTo>
                  <a:lnTo>
                    <a:pt x="310" y="15254"/>
                  </a:lnTo>
                  <a:lnTo>
                    <a:pt x="661" y="16823"/>
                  </a:lnTo>
                  <a:lnTo>
                    <a:pt x="1136" y="18907"/>
                  </a:lnTo>
                  <a:lnTo>
                    <a:pt x="1735" y="21405"/>
                  </a:lnTo>
                  <a:lnTo>
                    <a:pt x="3200" y="27308"/>
                  </a:lnTo>
                  <a:lnTo>
                    <a:pt x="4810" y="33810"/>
                  </a:lnTo>
                  <a:lnTo>
                    <a:pt x="7782" y="45617"/>
                  </a:lnTo>
                  <a:lnTo>
                    <a:pt x="9124" y="50881"/>
                  </a:lnTo>
                  <a:lnTo>
                    <a:pt x="9021" y="62316"/>
                  </a:lnTo>
                  <a:lnTo>
                    <a:pt x="41593" y="55587"/>
                  </a:lnTo>
                  <a:lnTo>
                    <a:pt x="38311" y="43987"/>
                  </a:lnTo>
                  <a:lnTo>
                    <a:pt x="28651" y="9763"/>
                  </a:lnTo>
                  <a:lnTo>
                    <a:pt x="17257" y="165"/>
                  </a:lnTo>
                  <a:lnTo>
                    <a:pt x="41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6" name="Google Shape;806;p27"/>
            <p:cNvSpPr/>
            <p:nvPr/>
          </p:nvSpPr>
          <p:spPr>
            <a:xfrm>
              <a:off x="1525500" y="1610250"/>
              <a:ext cx="1039825" cy="1557925"/>
            </a:xfrm>
            <a:custGeom>
              <a:avLst/>
              <a:gdLst/>
              <a:ahLst/>
              <a:cxnLst/>
              <a:rect l="l" t="t" r="r" b="b"/>
              <a:pathLst>
                <a:path w="41593" h="62317" fill="none" extrusionOk="0">
                  <a:moveTo>
                    <a:pt x="4150" y="0"/>
                  </a:moveTo>
                  <a:lnTo>
                    <a:pt x="4150" y="0"/>
                  </a:lnTo>
                  <a:lnTo>
                    <a:pt x="3943" y="351"/>
                  </a:lnTo>
                  <a:lnTo>
                    <a:pt x="3696" y="764"/>
                  </a:lnTo>
                  <a:lnTo>
                    <a:pt x="3386" y="1321"/>
                  </a:lnTo>
                  <a:lnTo>
                    <a:pt x="3035" y="2002"/>
                  </a:lnTo>
                  <a:lnTo>
                    <a:pt x="2622" y="2807"/>
                  </a:lnTo>
                  <a:lnTo>
                    <a:pt x="2209" y="3716"/>
                  </a:lnTo>
                  <a:lnTo>
                    <a:pt x="1776" y="4706"/>
                  </a:lnTo>
                  <a:lnTo>
                    <a:pt x="1363" y="5780"/>
                  </a:lnTo>
                  <a:lnTo>
                    <a:pt x="1177" y="6337"/>
                  </a:lnTo>
                  <a:lnTo>
                    <a:pt x="971" y="6915"/>
                  </a:lnTo>
                  <a:lnTo>
                    <a:pt x="806" y="7493"/>
                  </a:lnTo>
                  <a:lnTo>
                    <a:pt x="641" y="8091"/>
                  </a:lnTo>
                  <a:lnTo>
                    <a:pt x="496" y="8711"/>
                  </a:lnTo>
                  <a:lnTo>
                    <a:pt x="352" y="9330"/>
                  </a:lnTo>
                  <a:lnTo>
                    <a:pt x="248" y="9949"/>
                  </a:lnTo>
                  <a:lnTo>
                    <a:pt x="145" y="10568"/>
                  </a:lnTo>
                  <a:lnTo>
                    <a:pt x="83" y="11188"/>
                  </a:lnTo>
                  <a:lnTo>
                    <a:pt x="21" y="11828"/>
                  </a:lnTo>
                  <a:lnTo>
                    <a:pt x="1" y="12447"/>
                  </a:lnTo>
                  <a:lnTo>
                    <a:pt x="21" y="13066"/>
                  </a:lnTo>
                  <a:lnTo>
                    <a:pt x="63" y="13685"/>
                  </a:lnTo>
                  <a:lnTo>
                    <a:pt x="125" y="14304"/>
                  </a:lnTo>
                  <a:lnTo>
                    <a:pt x="125" y="14304"/>
                  </a:lnTo>
                  <a:lnTo>
                    <a:pt x="207" y="14697"/>
                  </a:lnTo>
                  <a:lnTo>
                    <a:pt x="310" y="15254"/>
                  </a:lnTo>
                  <a:lnTo>
                    <a:pt x="661" y="16823"/>
                  </a:lnTo>
                  <a:lnTo>
                    <a:pt x="1136" y="18907"/>
                  </a:lnTo>
                  <a:lnTo>
                    <a:pt x="1735" y="21405"/>
                  </a:lnTo>
                  <a:lnTo>
                    <a:pt x="3200" y="27308"/>
                  </a:lnTo>
                  <a:lnTo>
                    <a:pt x="4810" y="33810"/>
                  </a:lnTo>
                  <a:lnTo>
                    <a:pt x="7782" y="45617"/>
                  </a:lnTo>
                  <a:lnTo>
                    <a:pt x="9124" y="50881"/>
                  </a:lnTo>
                  <a:lnTo>
                    <a:pt x="9021" y="62316"/>
                  </a:lnTo>
                  <a:lnTo>
                    <a:pt x="41593" y="55587"/>
                  </a:lnTo>
                  <a:lnTo>
                    <a:pt x="38311" y="43987"/>
                  </a:lnTo>
                  <a:lnTo>
                    <a:pt x="28651" y="9763"/>
                  </a:lnTo>
                  <a:lnTo>
                    <a:pt x="17257" y="165"/>
                  </a:lnTo>
                  <a:lnTo>
                    <a:pt x="415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7" name="Google Shape;807;p27"/>
            <p:cNvSpPr/>
            <p:nvPr/>
          </p:nvSpPr>
          <p:spPr>
            <a:xfrm>
              <a:off x="2352700" y="2247025"/>
              <a:ext cx="14475" cy="52150"/>
            </a:xfrm>
            <a:custGeom>
              <a:avLst/>
              <a:gdLst/>
              <a:ahLst/>
              <a:cxnLst/>
              <a:rect l="l" t="t" r="r" b="b"/>
              <a:pathLst>
                <a:path w="579" h="2086" extrusionOk="0">
                  <a:moveTo>
                    <a:pt x="1" y="0"/>
                  </a:moveTo>
                  <a:lnTo>
                    <a:pt x="579" y="20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8" name="Google Shape;808;p27"/>
            <p:cNvSpPr/>
            <p:nvPr/>
          </p:nvSpPr>
          <p:spPr>
            <a:xfrm>
              <a:off x="2352700" y="2247025"/>
              <a:ext cx="14475" cy="52150"/>
            </a:xfrm>
            <a:custGeom>
              <a:avLst/>
              <a:gdLst/>
              <a:ahLst/>
              <a:cxnLst/>
              <a:rect l="l" t="t" r="r" b="b"/>
              <a:pathLst>
                <a:path w="579" h="2086" fill="none" extrusionOk="0">
                  <a:moveTo>
                    <a:pt x="1" y="0"/>
                  </a:moveTo>
                  <a:lnTo>
                    <a:pt x="579" y="208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9" name="Google Shape;809;p27"/>
            <p:cNvSpPr/>
            <p:nvPr/>
          </p:nvSpPr>
          <p:spPr>
            <a:xfrm>
              <a:off x="1719525" y="2029775"/>
              <a:ext cx="651275" cy="281250"/>
            </a:xfrm>
            <a:custGeom>
              <a:avLst/>
              <a:gdLst/>
              <a:ahLst/>
              <a:cxnLst/>
              <a:rect l="l" t="t" r="r" b="b"/>
              <a:pathLst>
                <a:path w="26051" h="11250" extrusionOk="0">
                  <a:moveTo>
                    <a:pt x="1" y="0"/>
                  </a:moveTo>
                  <a:lnTo>
                    <a:pt x="682" y="475"/>
                  </a:lnTo>
                  <a:lnTo>
                    <a:pt x="2519" y="1734"/>
                  </a:lnTo>
                  <a:lnTo>
                    <a:pt x="3799" y="2581"/>
                  </a:lnTo>
                  <a:lnTo>
                    <a:pt x="5244" y="3509"/>
                  </a:lnTo>
                  <a:lnTo>
                    <a:pt x="6812" y="4521"/>
                  </a:lnTo>
                  <a:lnTo>
                    <a:pt x="8505" y="5553"/>
                  </a:lnTo>
                  <a:lnTo>
                    <a:pt x="10260" y="6585"/>
                  </a:lnTo>
                  <a:lnTo>
                    <a:pt x="12035" y="7596"/>
                  </a:lnTo>
                  <a:lnTo>
                    <a:pt x="12922" y="8071"/>
                  </a:lnTo>
                  <a:lnTo>
                    <a:pt x="13810" y="8546"/>
                  </a:lnTo>
                  <a:lnTo>
                    <a:pt x="14677" y="8979"/>
                  </a:lnTo>
                  <a:lnTo>
                    <a:pt x="15544" y="9372"/>
                  </a:lnTo>
                  <a:lnTo>
                    <a:pt x="16369" y="9743"/>
                  </a:lnTo>
                  <a:lnTo>
                    <a:pt x="17174" y="10094"/>
                  </a:lnTo>
                  <a:lnTo>
                    <a:pt x="17959" y="10383"/>
                  </a:lnTo>
                  <a:lnTo>
                    <a:pt x="18702" y="10631"/>
                  </a:lnTo>
                  <a:lnTo>
                    <a:pt x="19404" y="10837"/>
                  </a:lnTo>
                  <a:lnTo>
                    <a:pt x="20064" y="10982"/>
                  </a:lnTo>
                  <a:lnTo>
                    <a:pt x="20374" y="11044"/>
                  </a:lnTo>
                  <a:lnTo>
                    <a:pt x="20683" y="11085"/>
                  </a:lnTo>
                  <a:lnTo>
                    <a:pt x="20952" y="11105"/>
                  </a:lnTo>
                  <a:lnTo>
                    <a:pt x="21323" y="11105"/>
                  </a:lnTo>
                  <a:lnTo>
                    <a:pt x="26050" y="11250"/>
                  </a:lnTo>
                  <a:lnTo>
                    <a:pt x="25906" y="10775"/>
                  </a:lnTo>
                  <a:lnTo>
                    <a:pt x="25328" y="86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0" name="Google Shape;810;p27"/>
            <p:cNvSpPr/>
            <p:nvPr/>
          </p:nvSpPr>
          <p:spPr>
            <a:xfrm>
              <a:off x="1719525" y="2029775"/>
              <a:ext cx="651275" cy="281250"/>
            </a:xfrm>
            <a:custGeom>
              <a:avLst/>
              <a:gdLst/>
              <a:ahLst/>
              <a:cxnLst/>
              <a:rect l="l" t="t" r="r" b="b"/>
              <a:pathLst>
                <a:path w="26051" h="11250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682" y="475"/>
                  </a:lnTo>
                  <a:lnTo>
                    <a:pt x="2519" y="1734"/>
                  </a:lnTo>
                  <a:lnTo>
                    <a:pt x="3799" y="2581"/>
                  </a:lnTo>
                  <a:lnTo>
                    <a:pt x="5244" y="3509"/>
                  </a:lnTo>
                  <a:lnTo>
                    <a:pt x="6812" y="4521"/>
                  </a:lnTo>
                  <a:lnTo>
                    <a:pt x="8505" y="5553"/>
                  </a:lnTo>
                  <a:lnTo>
                    <a:pt x="10260" y="6585"/>
                  </a:lnTo>
                  <a:lnTo>
                    <a:pt x="12035" y="7596"/>
                  </a:lnTo>
                  <a:lnTo>
                    <a:pt x="12922" y="8071"/>
                  </a:lnTo>
                  <a:lnTo>
                    <a:pt x="13810" y="8546"/>
                  </a:lnTo>
                  <a:lnTo>
                    <a:pt x="14677" y="8979"/>
                  </a:lnTo>
                  <a:lnTo>
                    <a:pt x="15544" y="9372"/>
                  </a:lnTo>
                  <a:lnTo>
                    <a:pt x="16369" y="9743"/>
                  </a:lnTo>
                  <a:lnTo>
                    <a:pt x="17174" y="10094"/>
                  </a:lnTo>
                  <a:lnTo>
                    <a:pt x="17959" y="10383"/>
                  </a:lnTo>
                  <a:lnTo>
                    <a:pt x="18702" y="10631"/>
                  </a:lnTo>
                  <a:lnTo>
                    <a:pt x="19404" y="10837"/>
                  </a:lnTo>
                  <a:lnTo>
                    <a:pt x="20064" y="10982"/>
                  </a:lnTo>
                  <a:lnTo>
                    <a:pt x="20374" y="11044"/>
                  </a:lnTo>
                  <a:lnTo>
                    <a:pt x="20683" y="11085"/>
                  </a:lnTo>
                  <a:lnTo>
                    <a:pt x="20952" y="11105"/>
                  </a:lnTo>
                  <a:lnTo>
                    <a:pt x="21241" y="11105"/>
                  </a:lnTo>
                  <a:lnTo>
                    <a:pt x="21241" y="11105"/>
                  </a:lnTo>
                  <a:lnTo>
                    <a:pt x="21323" y="11105"/>
                  </a:lnTo>
                  <a:lnTo>
                    <a:pt x="26050" y="11250"/>
                  </a:lnTo>
                  <a:lnTo>
                    <a:pt x="25906" y="10775"/>
                  </a:lnTo>
                  <a:lnTo>
                    <a:pt x="25328" y="869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1" name="Google Shape;811;p27"/>
            <p:cNvSpPr/>
            <p:nvPr/>
          </p:nvSpPr>
          <p:spPr>
            <a:xfrm>
              <a:off x="1569375" y="2072600"/>
              <a:ext cx="232750" cy="85175"/>
            </a:xfrm>
            <a:custGeom>
              <a:avLst/>
              <a:gdLst/>
              <a:ahLst/>
              <a:cxnLst/>
              <a:rect l="l" t="t" r="r" b="b"/>
              <a:pathLst>
                <a:path w="9310" h="3407" extrusionOk="0">
                  <a:moveTo>
                    <a:pt x="9289" y="1"/>
                  </a:moveTo>
                  <a:lnTo>
                    <a:pt x="9206" y="21"/>
                  </a:lnTo>
                  <a:lnTo>
                    <a:pt x="8959" y="166"/>
                  </a:lnTo>
                  <a:lnTo>
                    <a:pt x="8009" y="641"/>
                  </a:lnTo>
                  <a:lnTo>
                    <a:pt x="7349" y="971"/>
                  </a:lnTo>
                  <a:lnTo>
                    <a:pt x="6585" y="1322"/>
                  </a:lnTo>
                  <a:lnTo>
                    <a:pt x="5718" y="1693"/>
                  </a:lnTo>
                  <a:lnTo>
                    <a:pt x="4789" y="2065"/>
                  </a:lnTo>
                  <a:lnTo>
                    <a:pt x="3840" y="2374"/>
                  </a:lnTo>
                  <a:lnTo>
                    <a:pt x="2952" y="2663"/>
                  </a:lnTo>
                  <a:lnTo>
                    <a:pt x="2126" y="2890"/>
                  </a:lnTo>
                  <a:lnTo>
                    <a:pt x="1424" y="3056"/>
                  </a:lnTo>
                  <a:lnTo>
                    <a:pt x="372" y="3303"/>
                  </a:lnTo>
                  <a:lnTo>
                    <a:pt x="83" y="3365"/>
                  </a:lnTo>
                  <a:lnTo>
                    <a:pt x="21" y="3386"/>
                  </a:lnTo>
                  <a:lnTo>
                    <a:pt x="0" y="3406"/>
                  </a:lnTo>
                  <a:lnTo>
                    <a:pt x="103" y="3406"/>
                  </a:lnTo>
                  <a:lnTo>
                    <a:pt x="392" y="3386"/>
                  </a:lnTo>
                  <a:lnTo>
                    <a:pt x="847" y="3324"/>
                  </a:lnTo>
                  <a:lnTo>
                    <a:pt x="1445" y="3241"/>
                  </a:lnTo>
                  <a:lnTo>
                    <a:pt x="2188" y="3076"/>
                  </a:lnTo>
                  <a:lnTo>
                    <a:pt x="3014" y="2870"/>
                  </a:lnTo>
                  <a:lnTo>
                    <a:pt x="3922" y="2622"/>
                  </a:lnTo>
                  <a:lnTo>
                    <a:pt x="4872" y="2292"/>
                  </a:lnTo>
                  <a:lnTo>
                    <a:pt x="5821" y="1920"/>
                  </a:lnTo>
                  <a:lnTo>
                    <a:pt x="6667" y="1528"/>
                  </a:lnTo>
                  <a:lnTo>
                    <a:pt x="7431" y="1157"/>
                  </a:lnTo>
                  <a:lnTo>
                    <a:pt x="8092" y="806"/>
                  </a:lnTo>
                  <a:lnTo>
                    <a:pt x="8608" y="496"/>
                  </a:lnTo>
                  <a:lnTo>
                    <a:pt x="9000" y="248"/>
                  </a:lnTo>
                  <a:lnTo>
                    <a:pt x="9248" y="63"/>
                  </a:lnTo>
                  <a:lnTo>
                    <a:pt x="9309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2" name="Google Shape;812;p27"/>
            <p:cNvSpPr/>
            <p:nvPr/>
          </p:nvSpPr>
          <p:spPr>
            <a:xfrm>
              <a:off x="1686000" y="2409575"/>
              <a:ext cx="704400" cy="180125"/>
            </a:xfrm>
            <a:custGeom>
              <a:avLst/>
              <a:gdLst/>
              <a:ahLst/>
              <a:cxnLst/>
              <a:rect l="l" t="t" r="r" b="b"/>
              <a:pathLst>
                <a:path w="28176" h="7205" extrusionOk="0">
                  <a:moveTo>
                    <a:pt x="28093" y="0"/>
                  </a:moveTo>
                  <a:lnTo>
                    <a:pt x="27866" y="42"/>
                  </a:lnTo>
                  <a:lnTo>
                    <a:pt x="27040" y="248"/>
                  </a:lnTo>
                  <a:lnTo>
                    <a:pt x="24027" y="971"/>
                  </a:lnTo>
                  <a:lnTo>
                    <a:pt x="19527" y="2085"/>
                  </a:lnTo>
                  <a:lnTo>
                    <a:pt x="14057" y="3489"/>
                  </a:lnTo>
                  <a:lnTo>
                    <a:pt x="8566" y="4892"/>
                  </a:lnTo>
                  <a:lnTo>
                    <a:pt x="4087" y="6069"/>
                  </a:lnTo>
                  <a:lnTo>
                    <a:pt x="1094" y="6874"/>
                  </a:lnTo>
                  <a:lnTo>
                    <a:pt x="268" y="7122"/>
                  </a:lnTo>
                  <a:lnTo>
                    <a:pt x="62" y="7184"/>
                  </a:lnTo>
                  <a:lnTo>
                    <a:pt x="0" y="7204"/>
                  </a:lnTo>
                  <a:lnTo>
                    <a:pt x="62" y="7204"/>
                  </a:lnTo>
                  <a:lnTo>
                    <a:pt x="289" y="7163"/>
                  </a:lnTo>
                  <a:lnTo>
                    <a:pt x="1115" y="6977"/>
                  </a:lnTo>
                  <a:lnTo>
                    <a:pt x="4128" y="6234"/>
                  </a:lnTo>
                  <a:lnTo>
                    <a:pt x="8628" y="5119"/>
                  </a:lnTo>
                  <a:lnTo>
                    <a:pt x="14119" y="3736"/>
                  </a:lnTo>
                  <a:lnTo>
                    <a:pt x="19589" y="2312"/>
                  </a:lnTo>
                  <a:lnTo>
                    <a:pt x="24068" y="1136"/>
                  </a:lnTo>
                  <a:lnTo>
                    <a:pt x="27081" y="331"/>
                  </a:lnTo>
                  <a:lnTo>
                    <a:pt x="27886" y="104"/>
                  </a:lnTo>
                  <a:lnTo>
                    <a:pt x="28093" y="42"/>
                  </a:lnTo>
                  <a:lnTo>
                    <a:pt x="2817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3" name="Google Shape;813;p27"/>
            <p:cNvSpPr/>
            <p:nvPr/>
          </p:nvSpPr>
          <p:spPr>
            <a:xfrm>
              <a:off x="1762375" y="2795050"/>
              <a:ext cx="738450" cy="178050"/>
            </a:xfrm>
            <a:custGeom>
              <a:avLst/>
              <a:gdLst/>
              <a:ahLst/>
              <a:cxnLst/>
              <a:rect l="l" t="t" r="r" b="b"/>
              <a:pathLst>
                <a:path w="29538" h="7122" extrusionOk="0">
                  <a:moveTo>
                    <a:pt x="29455" y="0"/>
                  </a:moveTo>
                  <a:lnTo>
                    <a:pt x="29228" y="21"/>
                  </a:lnTo>
                  <a:lnTo>
                    <a:pt x="28340" y="145"/>
                  </a:lnTo>
                  <a:lnTo>
                    <a:pt x="26958" y="372"/>
                  </a:lnTo>
                  <a:lnTo>
                    <a:pt x="26111" y="537"/>
                  </a:lnTo>
                  <a:lnTo>
                    <a:pt x="25141" y="723"/>
                  </a:lnTo>
                  <a:lnTo>
                    <a:pt x="24088" y="950"/>
                  </a:lnTo>
                  <a:lnTo>
                    <a:pt x="22953" y="1198"/>
                  </a:lnTo>
                  <a:lnTo>
                    <a:pt x="20435" y="1796"/>
                  </a:lnTo>
                  <a:lnTo>
                    <a:pt x="17669" y="2498"/>
                  </a:lnTo>
                  <a:lnTo>
                    <a:pt x="14697" y="3262"/>
                  </a:lnTo>
                  <a:lnTo>
                    <a:pt x="4314" y="6028"/>
                  </a:lnTo>
                  <a:lnTo>
                    <a:pt x="1156" y="6812"/>
                  </a:lnTo>
                  <a:lnTo>
                    <a:pt x="310" y="7039"/>
                  </a:lnTo>
                  <a:lnTo>
                    <a:pt x="83" y="7101"/>
                  </a:lnTo>
                  <a:lnTo>
                    <a:pt x="0" y="7122"/>
                  </a:lnTo>
                  <a:lnTo>
                    <a:pt x="83" y="7122"/>
                  </a:lnTo>
                  <a:lnTo>
                    <a:pt x="310" y="7080"/>
                  </a:lnTo>
                  <a:lnTo>
                    <a:pt x="1177" y="6915"/>
                  </a:lnTo>
                  <a:lnTo>
                    <a:pt x="2560" y="6606"/>
                  </a:lnTo>
                  <a:lnTo>
                    <a:pt x="4355" y="6193"/>
                  </a:lnTo>
                  <a:lnTo>
                    <a:pt x="6543" y="5656"/>
                  </a:lnTo>
                  <a:lnTo>
                    <a:pt x="9041" y="4996"/>
                  </a:lnTo>
                  <a:lnTo>
                    <a:pt x="14759" y="3509"/>
                  </a:lnTo>
                  <a:lnTo>
                    <a:pt x="17731" y="2725"/>
                  </a:lnTo>
                  <a:lnTo>
                    <a:pt x="20497" y="2023"/>
                  </a:lnTo>
                  <a:lnTo>
                    <a:pt x="22994" y="1404"/>
                  </a:lnTo>
                  <a:lnTo>
                    <a:pt x="25182" y="909"/>
                  </a:lnTo>
                  <a:lnTo>
                    <a:pt x="26999" y="516"/>
                  </a:lnTo>
                  <a:lnTo>
                    <a:pt x="28361" y="227"/>
                  </a:lnTo>
                  <a:lnTo>
                    <a:pt x="29228" y="62"/>
                  </a:lnTo>
                  <a:lnTo>
                    <a:pt x="29455" y="21"/>
                  </a:lnTo>
                  <a:lnTo>
                    <a:pt x="29538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4" name="Google Shape;814;p27"/>
            <p:cNvSpPr/>
            <p:nvPr/>
          </p:nvSpPr>
          <p:spPr>
            <a:xfrm>
              <a:off x="1762375" y="2795050"/>
              <a:ext cx="738450" cy="178050"/>
            </a:xfrm>
            <a:custGeom>
              <a:avLst/>
              <a:gdLst/>
              <a:ahLst/>
              <a:cxnLst/>
              <a:rect l="l" t="t" r="r" b="b"/>
              <a:pathLst>
                <a:path w="29538" h="7122" fill="none" extrusionOk="0">
                  <a:moveTo>
                    <a:pt x="29538" y="0"/>
                  </a:moveTo>
                  <a:lnTo>
                    <a:pt x="29538" y="0"/>
                  </a:lnTo>
                  <a:lnTo>
                    <a:pt x="29455" y="21"/>
                  </a:lnTo>
                  <a:lnTo>
                    <a:pt x="29228" y="62"/>
                  </a:lnTo>
                  <a:lnTo>
                    <a:pt x="29228" y="62"/>
                  </a:lnTo>
                  <a:lnTo>
                    <a:pt x="28361" y="227"/>
                  </a:lnTo>
                  <a:lnTo>
                    <a:pt x="28361" y="227"/>
                  </a:lnTo>
                  <a:lnTo>
                    <a:pt x="26999" y="516"/>
                  </a:lnTo>
                  <a:lnTo>
                    <a:pt x="25182" y="909"/>
                  </a:lnTo>
                  <a:lnTo>
                    <a:pt x="25182" y="909"/>
                  </a:lnTo>
                  <a:lnTo>
                    <a:pt x="22994" y="1404"/>
                  </a:lnTo>
                  <a:lnTo>
                    <a:pt x="20497" y="2023"/>
                  </a:lnTo>
                  <a:lnTo>
                    <a:pt x="17731" y="2725"/>
                  </a:lnTo>
                  <a:lnTo>
                    <a:pt x="14759" y="3509"/>
                  </a:lnTo>
                  <a:lnTo>
                    <a:pt x="14759" y="3509"/>
                  </a:lnTo>
                  <a:lnTo>
                    <a:pt x="9041" y="4996"/>
                  </a:lnTo>
                  <a:lnTo>
                    <a:pt x="6543" y="5656"/>
                  </a:lnTo>
                  <a:lnTo>
                    <a:pt x="4355" y="6193"/>
                  </a:lnTo>
                  <a:lnTo>
                    <a:pt x="4355" y="6193"/>
                  </a:lnTo>
                  <a:lnTo>
                    <a:pt x="2560" y="6606"/>
                  </a:lnTo>
                  <a:lnTo>
                    <a:pt x="1177" y="6915"/>
                  </a:lnTo>
                  <a:lnTo>
                    <a:pt x="1177" y="6915"/>
                  </a:lnTo>
                  <a:lnTo>
                    <a:pt x="310" y="7080"/>
                  </a:lnTo>
                  <a:lnTo>
                    <a:pt x="310" y="7080"/>
                  </a:lnTo>
                  <a:lnTo>
                    <a:pt x="83" y="7122"/>
                  </a:lnTo>
                  <a:lnTo>
                    <a:pt x="0" y="7122"/>
                  </a:lnTo>
                  <a:lnTo>
                    <a:pt x="0" y="7122"/>
                  </a:lnTo>
                  <a:lnTo>
                    <a:pt x="83" y="7101"/>
                  </a:lnTo>
                  <a:lnTo>
                    <a:pt x="310" y="7039"/>
                  </a:lnTo>
                  <a:lnTo>
                    <a:pt x="310" y="7039"/>
                  </a:lnTo>
                  <a:lnTo>
                    <a:pt x="1156" y="6812"/>
                  </a:lnTo>
                  <a:lnTo>
                    <a:pt x="1156" y="6812"/>
                  </a:lnTo>
                  <a:lnTo>
                    <a:pt x="4314" y="6028"/>
                  </a:lnTo>
                  <a:lnTo>
                    <a:pt x="4314" y="6028"/>
                  </a:lnTo>
                  <a:lnTo>
                    <a:pt x="14697" y="3262"/>
                  </a:lnTo>
                  <a:lnTo>
                    <a:pt x="14697" y="3262"/>
                  </a:lnTo>
                  <a:lnTo>
                    <a:pt x="17669" y="2498"/>
                  </a:lnTo>
                  <a:lnTo>
                    <a:pt x="20435" y="1796"/>
                  </a:lnTo>
                  <a:lnTo>
                    <a:pt x="22953" y="1198"/>
                  </a:lnTo>
                  <a:lnTo>
                    <a:pt x="24088" y="950"/>
                  </a:lnTo>
                  <a:lnTo>
                    <a:pt x="25141" y="723"/>
                  </a:lnTo>
                  <a:lnTo>
                    <a:pt x="25141" y="723"/>
                  </a:lnTo>
                  <a:lnTo>
                    <a:pt x="26111" y="537"/>
                  </a:lnTo>
                  <a:lnTo>
                    <a:pt x="26958" y="372"/>
                  </a:lnTo>
                  <a:lnTo>
                    <a:pt x="28340" y="145"/>
                  </a:lnTo>
                  <a:lnTo>
                    <a:pt x="28340" y="145"/>
                  </a:lnTo>
                  <a:lnTo>
                    <a:pt x="29228" y="21"/>
                  </a:lnTo>
                  <a:lnTo>
                    <a:pt x="29228" y="21"/>
                  </a:lnTo>
                  <a:lnTo>
                    <a:pt x="29455" y="0"/>
                  </a:lnTo>
                  <a:lnTo>
                    <a:pt x="2953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5" name="Google Shape;815;p27"/>
            <p:cNvSpPr/>
            <p:nvPr/>
          </p:nvSpPr>
          <p:spPr>
            <a:xfrm>
              <a:off x="3026125" y="1535925"/>
              <a:ext cx="506250" cy="385500"/>
            </a:xfrm>
            <a:custGeom>
              <a:avLst/>
              <a:gdLst/>
              <a:ahLst/>
              <a:cxnLst/>
              <a:rect l="l" t="t" r="r" b="b"/>
              <a:pathLst>
                <a:path w="20250" h="15420" extrusionOk="0">
                  <a:moveTo>
                    <a:pt x="7782" y="1"/>
                  </a:moveTo>
                  <a:lnTo>
                    <a:pt x="7679" y="21"/>
                  </a:lnTo>
                  <a:lnTo>
                    <a:pt x="7576" y="63"/>
                  </a:lnTo>
                  <a:lnTo>
                    <a:pt x="7493" y="145"/>
                  </a:lnTo>
                  <a:lnTo>
                    <a:pt x="7431" y="269"/>
                  </a:lnTo>
                  <a:lnTo>
                    <a:pt x="7369" y="414"/>
                  </a:lnTo>
                  <a:lnTo>
                    <a:pt x="7349" y="620"/>
                  </a:lnTo>
                  <a:lnTo>
                    <a:pt x="7349" y="723"/>
                  </a:lnTo>
                  <a:lnTo>
                    <a:pt x="7328" y="826"/>
                  </a:lnTo>
                  <a:lnTo>
                    <a:pt x="7246" y="1053"/>
                  </a:lnTo>
                  <a:lnTo>
                    <a:pt x="7122" y="1281"/>
                  </a:lnTo>
                  <a:lnTo>
                    <a:pt x="6957" y="1508"/>
                  </a:lnTo>
                  <a:lnTo>
                    <a:pt x="6750" y="1755"/>
                  </a:lnTo>
                  <a:lnTo>
                    <a:pt x="6523" y="2024"/>
                  </a:lnTo>
                  <a:lnTo>
                    <a:pt x="6028" y="2540"/>
                  </a:lnTo>
                  <a:lnTo>
                    <a:pt x="5470" y="3076"/>
                  </a:lnTo>
                  <a:lnTo>
                    <a:pt x="4934" y="3634"/>
                  </a:lnTo>
                  <a:lnTo>
                    <a:pt x="4686" y="3902"/>
                  </a:lnTo>
                  <a:lnTo>
                    <a:pt x="4438" y="4170"/>
                  </a:lnTo>
                  <a:lnTo>
                    <a:pt x="4232" y="4439"/>
                  </a:lnTo>
                  <a:lnTo>
                    <a:pt x="4046" y="4707"/>
                  </a:lnTo>
                  <a:lnTo>
                    <a:pt x="3902" y="4955"/>
                  </a:lnTo>
                  <a:lnTo>
                    <a:pt x="3757" y="5223"/>
                  </a:lnTo>
                  <a:lnTo>
                    <a:pt x="3530" y="5718"/>
                  </a:lnTo>
                  <a:lnTo>
                    <a:pt x="3344" y="6152"/>
                  </a:lnTo>
                  <a:lnTo>
                    <a:pt x="3220" y="6565"/>
                  </a:lnTo>
                  <a:lnTo>
                    <a:pt x="3138" y="6895"/>
                  </a:lnTo>
                  <a:lnTo>
                    <a:pt x="3097" y="7143"/>
                  </a:lnTo>
                  <a:lnTo>
                    <a:pt x="3055" y="7370"/>
                  </a:lnTo>
                  <a:lnTo>
                    <a:pt x="0" y="8422"/>
                  </a:lnTo>
                  <a:lnTo>
                    <a:pt x="2147" y="15420"/>
                  </a:lnTo>
                  <a:lnTo>
                    <a:pt x="3551" y="14945"/>
                  </a:lnTo>
                  <a:lnTo>
                    <a:pt x="4851" y="14512"/>
                  </a:lnTo>
                  <a:lnTo>
                    <a:pt x="6193" y="14037"/>
                  </a:lnTo>
                  <a:lnTo>
                    <a:pt x="7018" y="13665"/>
                  </a:lnTo>
                  <a:lnTo>
                    <a:pt x="8628" y="12943"/>
                  </a:lnTo>
                  <a:lnTo>
                    <a:pt x="13108" y="10879"/>
                  </a:lnTo>
                  <a:lnTo>
                    <a:pt x="17463" y="8835"/>
                  </a:lnTo>
                  <a:lnTo>
                    <a:pt x="18949" y="8113"/>
                  </a:lnTo>
                  <a:lnTo>
                    <a:pt x="19403" y="7906"/>
                  </a:lnTo>
                  <a:lnTo>
                    <a:pt x="19589" y="7783"/>
                  </a:lnTo>
                  <a:lnTo>
                    <a:pt x="19754" y="7659"/>
                  </a:lnTo>
                  <a:lnTo>
                    <a:pt x="19857" y="7555"/>
                  </a:lnTo>
                  <a:lnTo>
                    <a:pt x="19940" y="7452"/>
                  </a:lnTo>
                  <a:lnTo>
                    <a:pt x="19981" y="7349"/>
                  </a:lnTo>
                  <a:lnTo>
                    <a:pt x="20002" y="7246"/>
                  </a:lnTo>
                  <a:lnTo>
                    <a:pt x="19981" y="7163"/>
                  </a:lnTo>
                  <a:lnTo>
                    <a:pt x="19961" y="7081"/>
                  </a:lnTo>
                  <a:lnTo>
                    <a:pt x="19919" y="6998"/>
                  </a:lnTo>
                  <a:lnTo>
                    <a:pt x="19816" y="6874"/>
                  </a:lnTo>
                  <a:lnTo>
                    <a:pt x="19713" y="6771"/>
                  </a:lnTo>
                  <a:lnTo>
                    <a:pt x="19589" y="6709"/>
                  </a:lnTo>
                  <a:lnTo>
                    <a:pt x="15296" y="7514"/>
                  </a:lnTo>
                  <a:lnTo>
                    <a:pt x="16658" y="7081"/>
                  </a:lnTo>
                  <a:lnTo>
                    <a:pt x="16968" y="6957"/>
                  </a:lnTo>
                  <a:lnTo>
                    <a:pt x="17401" y="6750"/>
                  </a:lnTo>
                  <a:lnTo>
                    <a:pt x="17876" y="6503"/>
                  </a:lnTo>
                  <a:lnTo>
                    <a:pt x="18412" y="6193"/>
                  </a:lnTo>
                  <a:lnTo>
                    <a:pt x="18908" y="5884"/>
                  </a:lnTo>
                  <a:lnTo>
                    <a:pt x="19362" y="5574"/>
                  </a:lnTo>
                  <a:lnTo>
                    <a:pt x="19548" y="5409"/>
                  </a:lnTo>
                  <a:lnTo>
                    <a:pt x="19713" y="5264"/>
                  </a:lnTo>
                  <a:lnTo>
                    <a:pt x="19837" y="5140"/>
                  </a:lnTo>
                  <a:lnTo>
                    <a:pt x="19919" y="5017"/>
                  </a:lnTo>
                  <a:lnTo>
                    <a:pt x="20002" y="4872"/>
                  </a:lnTo>
                  <a:lnTo>
                    <a:pt x="20043" y="4707"/>
                  </a:lnTo>
                  <a:lnTo>
                    <a:pt x="20064" y="4583"/>
                  </a:lnTo>
                  <a:lnTo>
                    <a:pt x="20064" y="4459"/>
                  </a:lnTo>
                  <a:lnTo>
                    <a:pt x="20043" y="4335"/>
                  </a:lnTo>
                  <a:lnTo>
                    <a:pt x="20022" y="4232"/>
                  </a:lnTo>
                  <a:lnTo>
                    <a:pt x="19919" y="4046"/>
                  </a:lnTo>
                  <a:lnTo>
                    <a:pt x="19816" y="3902"/>
                  </a:lnTo>
                  <a:lnTo>
                    <a:pt x="19713" y="3799"/>
                  </a:lnTo>
                  <a:lnTo>
                    <a:pt x="19672" y="3716"/>
                  </a:lnTo>
                  <a:lnTo>
                    <a:pt x="19672" y="3696"/>
                  </a:lnTo>
                  <a:lnTo>
                    <a:pt x="19713" y="3675"/>
                  </a:lnTo>
                  <a:lnTo>
                    <a:pt x="19775" y="3634"/>
                  </a:lnTo>
                  <a:lnTo>
                    <a:pt x="19857" y="3592"/>
                  </a:lnTo>
                  <a:lnTo>
                    <a:pt x="20002" y="3448"/>
                  </a:lnTo>
                  <a:lnTo>
                    <a:pt x="20126" y="3262"/>
                  </a:lnTo>
                  <a:lnTo>
                    <a:pt x="20208" y="3076"/>
                  </a:lnTo>
                  <a:lnTo>
                    <a:pt x="20250" y="2973"/>
                  </a:lnTo>
                  <a:lnTo>
                    <a:pt x="20250" y="2870"/>
                  </a:lnTo>
                  <a:lnTo>
                    <a:pt x="20229" y="2787"/>
                  </a:lnTo>
                  <a:lnTo>
                    <a:pt x="20208" y="2705"/>
                  </a:lnTo>
                  <a:lnTo>
                    <a:pt x="20146" y="2643"/>
                  </a:lnTo>
                  <a:lnTo>
                    <a:pt x="20064" y="2581"/>
                  </a:lnTo>
                  <a:lnTo>
                    <a:pt x="19940" y="2540"/>
                  </a:lnTo>
                  <a:lnTo>
                    <a:pt x="19775" y="2519"/>
                  </a:lnTo>
                  <a:lnTo>
                    <a:pt x="19568" y="2540"/>
                  </a:lnTo>
                  <a:lnTo>
                    <a:pt x="19259" y="2581"/>
                  </a:lnTo>
                  <a:lnTo>
                    <a:pt x="18867" y="2684"/>
                  </a:lnTo>
                  <a:lnTo>
                    <a:pt x="18392" y="2787"/>
                  </a:lnTo>
                  <a:lnTo>
                    <a:pt x="17318" y="3097"/>
                  </a:lnTo>
                  <a:lnTo>
                    <a:pt x="16142" y="3448"/>
                  </a:lnTo>
                  <a:lnTo>
                    <a:pt x="14057" y="4129"/>
                  </a:lnTo>
                  <a:lnTo>
                    <a:pt x="13128" y="4439"/>
                  </a:lnTo>
                  <a:lnTo>
                    <a:pt x="14429" y="3221"/>
                  </a:lnTo>
                  <a:lnTo>
                    <a:pt x="15399" y="2313"/>
                  </a:lnTo>
                  <a:lnTo>
                    <a:pt x="15956" y="1755"/>
                  </a:lnTo>
                  <a:lnTo>
                    <a:pt x="16142" y="1569"/>
                  </a:lnTo>
                  <a:lnTo>
                    <a:pt x="16369" y="1404"/>
                  </a:lnTo>
                  <a:lnTo>
                    <a:pt x="16575" y="1198"/>
                  </a:lnTo>
                  <a:lnTo>
                    <a:pt x="16782" y="1012"/>
                  </a:lnTo>
                  <a:lnTo>
                    <a:pt x="16864" y="909"/>
                  </a:lnTo>
                  <a:lnTo>
                    <a:pt x="16926" y="806"/>
                  </a:lnTo>
                  <a:lnTo>
                    <a:pt x="16968" y="703"/>
                  </a:lnTo>
                  <a:lnTo>
                    <a:pt x="16988" y="599"/>
                  </a:lnTo>
                  <a:lnTo>
                    <a:pt x="16968" y="496"/>
                  </a:lnTo>
                  <a:lnTo>
                    <a:pt x="16926" y="393"/>
                  </a:lnTo>
                  <a:lnTo>
                    <a:pt x="16844" y="290"/>
                  </a:lnTo>
                  <a:lnTo>
                    <a:pt x="16720" y="187"/>
                  </a:lnTo>
                  <a:lnTo>
                    <a:pt x="16658" y="145"/>
                  </a:lnTo>
                  <a:lnTo>
                    <a:pt x="16555" y="125"/>
                  </a:lnTo>
                  <a:lnTo>
                    <a:pt x="16452" y="125"/>
                  </a:lnTo>
                  <a:lnTo>
                    <a:pt x="16328" y="145"/>
                  </a:lnTo>
                  <a:lnTo>
                    <a:pt x="16039" y="207"/>
                  </a:lnTo>
                  <a:lnTo>
                    <a:pt x="15688" y="352"/>
                  </a:lnTo>
                  <a:lnTo>
                    <a:pt x="15296" y="517"/>
                  </a:lnTo>
                  <a:lnTo>
                    <a:pt x="14883" y="723"/>
                  </a:lnTo>
                  <a:lnTo>
                    <a:pt x="14449" y="971"/>
                  </a:lnTo>
                  <a:lnTo>
                    <a:pt x="13995" y="1239"/>
                  </a:lnTo>
                  <a:lnTo>
                    <a:pt x="13520" y="1528"/>
                  </a:lnTo>
                  <a:lnTo>
                    <a:pt x="13066" y="1817"/>
                  </a:lnTo>
                  <a:lnTo>
                    <a:pt x="12199" y="2416"/>
                  </a:lnTo>
                  <a:lnTo>
                    <a:pt x="11828" y="2725"/>
                  </a:lnTo>
                  <a:lnTo>
                    <a:pt x="11477" y="2994"/>
                  </a:lnTo>
                  <a:lnTo>
                    <a:pt x="11188" y="3262"/>
                  </a:lnTo>
                  <a:lnTo>
                    <a:pt x="10961" y="3468"/>
                  </a:lnTo>
                  <a:lnTo>
                    <a:pt x="10755" y="3675"/>
                  </a:lnTo>
                  <a:lnTo>
                    <a:pt x="10527" y="3840"/>
                  </a:lnTo>
                  <a:lnTo>
                    <a:pt x="10280" y="4005"/>
                  </a:lnTo>
                  <a:lnTo>
                    <a:pt x="10032" y="4129"/>
                  </a:lnTo>
                  <a:lnTo>
                    <a:pt x="9764" y="4253"/>
                  </a:lnTo>
                  <a:lnTo>
                    <a:pt x="9516" y="4356"/>
                  </a:lnTo>
                  <a:lnTo>
                    <a:pt x="9268" y="4439"/>
                  </a:lnTo>
                  <a:lnTo>
                    <a:pt x="9021" y="4501"/>
                  </a:lnTo>
                  <a:lnTo>
                    <a:pt x="8567" y="4604"/>
                  </a:lnTo>
                  <a:lnTo>
                    <a:pt x="8195" y="4666"/>
                  </a:lnTo>
                  <a:lnTo>
                    <a:pt x="7844" y="4686"/>
                  </a:lnTo>
                  <a:lnTo>
                    <a:pt x="8009" y="4273"/>
                  </a:lnTo>
                  <a:lnTo>
                    <a:pt x="8340" y="3303"/>
                  </a:lnTo>
                  <a:lnTo>
                    <a:pt x="8525" y="2746"/>
                  </a:lnTo>
                  <a:lnTo>
                    <a:pt x="8670" y="2168"/>
                  </a:lnTo>
                  <a:lnTo>
                    <a:pt x="8711" y="1920"/>
                  </a:lnTo>
                  <a:lnTo>
                    <a:pt x="8752" y="1673"/>
                  </a:lnTo>
                  <a:lnTo>
                    <a:pt x="8773" y="1466"/>
                  </a:lnTo>
                  <a:lnTo>
                    <a:pt x="8773" y="1301"/>
                  </a:lnTo>
                  <a:lnTo>
                    <a:pt x="8732" y="1053"/>
                  </a:lnTo>
                  <a:lnTo>
                    <a:pt x="8670" y="847"/>
                  </a:lnTo>
                  <a:lnTo>
                    <a:pt x="8587" y="661"/>
                  </a:lnTo>
                  <a:lnTo>
                    <a:pt x="8484" y="476"/>
                  </a:lnTo>
                  <a:lnTo>
                    <a:pt x="8381" y="331"/>
                  </a:lnTo>
                  <a:lnTo>
                    <a:pt x="8278" y="207"/>
                  </a:lnTo>
                  <a:lnTo>
                    <a:pt x="8154" y="125"/>
                  </a:lnTo>
                  <a:lnTo>
                    <a:pt x="8030" y="42"/>
                  </a:lnTo>
                  <a:lnTo>
                    <a:pt x="7906" y="1"/>
                  </a:lnTo>
                  <a:close/>
                </a:path>
              </a:pathLst>
            </a:custGeom>
            <a:solidFill>
              <a:srgbClr val="FFBF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6" name="Google Shape;816;p27"/>
            <p:cNvSpPr/>
            <p:nvPr/>
          </p:nvSpPr>
          <p:spPr>
            <a:xfrm>
              <a:off x="3347100" y="1627275"/>
              <a:ext cx="171850" cy="84125"/>
            </a:xfrm>
            <a:custGeom>
              <a:avLst/>
              <a:gdLst/>
              <a:ahLst/>
              <a:cxnLst/>
              <a:rect l="l" t="t" r="r" b="b"/>
              <a:pathLst>
                <a:path w="6874" h="3365" extrusionOk="0">
                  <a:moveTo>
                    <a:pt x="6833" y="0"/>
                  </a:moveTo>
                  <a:lnTo>
                    <a:pt x="6791" y="21"/>
                  </a:lnTo>
                  <a:lnTo>
                    <a:pt x="6585" y="103"/>
                  </a:lnTo>
                  <a:lnTo>
                    <a:pt x="5842" y="454"/>
                  </a:lnTo>
                  <a:lnTo>
                    <a:pt x="3427" y="1652"/>
                  </a:lnTo>
                  <a:lnTo>
                    <a:pt x="991" y="2828"/>
                  </a:lnTo>
                  <a:lnTo>
                    <a:pt x="269" y="3200"/>
                  </a:lnTo>
                  <a:lnTo>
                    <a:pt x="62" y="3303"/>
                  </a:lnTo>
                  <a:lnTo>
                    <a:pt x="21" y="3323"/>
                  </a:lnTo>
                  <a:lnTo>
                    <a:pt x="0" y="3344"/>
                  </a:lnTo>
                  <a:lnTo>
                    <a:pt x="21" y="3365"/>
                  </a:lnTo>
                  <a:lnTo>
                    <a:pt x="83" y="3344"/>
                  </a:lnTo>
                  <a:lnTo>
                    <a:pt x="310" y="3303"/>
                  </a:lnTo>
                  <a:lnTo>
                    <a:pt x="640" y="3179"/>
                  </a:lnTo>
                  <a:lnTo>
                    <a:pt x="1074" y="3014"/>
                  </a:lnTo>
                  <a:lnTo>
                    <a:pt x="1610" y="2787"/>
                  </a:lnTo>
                  <a:lnTo>
                    <a:pt x="2188" y="2539"/>
                  </a:lnTo>
                  <a:lnTo>
                    <a:pt x="2849" y="2230"/>
                  </a:lnTo>
                  <a:lnTo>
                    <a:pt x="3551" y="1899"/>
                  </a:lnTo>
                  <a:lnTo>
                    <a:pt x="4232" y="1548"/>
                  </a:lnTo>
                  <a:lnTo>
                    <a:pt x="4872" y="1218"/>
                  </a:lnTo>
                  <a:lnTo>
                    <a:pt x="5924" y="640"/>
                  </a:lnTo>
                  <a:lnTo>
                    <a:pt x="6626" y="207"/>
                  </a:lnTo>
                  <a:lnTo>
                    <a:pt x="6812" y="83"/>
                  </a:lnTo>
                  <a:lnTo>
                    <a:pt x="6853" y="42"/>
                  </a:lnTo>
                  <a:lnTo>
                    <a:pt x="6874" y="21"/>
                  </a:lnTo>
                  <a:lnTo>
                    <a:pt x="6833" y="0"/>
                  </a:lnTo>
                  <a:close/>
                </a:path>
              </a:pathLst>
            </a:custGeom>
            <a:solidFill>
              <a:srgbClr val="FF9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7" name="Google Shape;817;p27"/>
            <p:cNvSpPr/>
            <p:nvPr/>
          </p:nvSpPr>
          <p:spPr>
            <a:xfrm>
              <a:off x="1560600" y="1658750"/>
              <a:ext cx="1599725" cy="588300"/>
            </a:xfrm>
            <a:custGeom>
              <a:avLst/>
              <a:gdLst/>
              <a:ahLst/>
              <a:cxnLst/>
              <a:rect l="l" t="t" r="r" b="b"/>
              <a:pathLst>
                <a:path w="63989" h="23532" extrusionOk="0">
                  <a:moveTo>
                    <a:pt x="7411" y="0"/>
                  </a:moveTo>
                  <a:lnTo>
                    <a:pt x="6833" y="83"/>
                  </a:lnTo>
                  <a:lnTo>
                    <a:pt x="6255" y="186"/>
                  </a:lnTo>
                  <a:lnTo>
                    <a:pt x="5677" y="351"/>
                  </a:lnTo>
                  <a:lnTo>
                    <a:pt x="5099" y="537"/>
                  </a:lnTo>
                  <a:lnTo>
                    <a:pt x="4541" y="785"/>
                  </a:lnTo>
                  <a:lnTo>
                    <a:pt x="4005" y="1053"/>
                  </a:lnTo>
                  <a:lnTo>
                    <a:pt x="3489" y="1383"/>
                  </a:lnTo>
                  <a:lnTo>
                    <a:pt x="2993" y="1734"/>
                  </a:lnTo>
                  <a:lnTo>
                    <a:pt x="2539" y="2106"/>
                  </a:lnTo>
                  <a:lnTo>
                    <a:pt x="2106" y="2519"/>
                  </a:lnTo>
                  <a:lnTo>
                    <a:pt x="1693" y="2952"/>
                  </a:lnTo>
                  <a:lnTo>
                    <a:pt x="1321" y="3427"/>
                  </a:lnTo>
                  <a:lnTo>
                    <a:pt x="991" y="3922"/>
                  </a:lnTo>
                  <a:lnTo>
                    <a:pt x="702" y="4438"/>
                  </a:lnTo>
                  <a:lnTo>
                    <a:pt x="578" y="4707"/>
                  </a:lnTo>
                  <a:lnTo>
                    <a:pt x="454" y="4975"/>
                  </a:lnTo>
                  <a:lnTo>
                    <a:pt x="351" y="5243"/>
                  </a:lnTo>
                  <a:lnTo>
                    <a:pt x="269" y="5532"/>
                  </a:lnTo>
                  <a:lnTo>
                    <a:pt x="186" y="5821"/>
                  </a:lnTo>
                  <a:lnTo>
                    <a:pt x="124" y="6110"/>
                  </a:lnTo>
                  <a:lnTo>
                    <a:pt x="62" y="6399"/>
                  </a:lnTo>
                  <a:lnTo>
                    <a:pt x="42" y="6688"/>
                  </a:lnTo>
                  <a:lnTo>
                    <a:pt x="21" y="6977"/>
                  </a:lnTo>
                  <a:lnTo>
                    <a:pt x="0" y="7287"/>
                  </a:lnTo>
                  <a:lnTo>
                    <a:pt x="21" y="7576"/>
                  </a:lnTo>
                  <a:lnTo>
                    <a:pt x="42" y="7885"/>
                  </a:lnTo>
                  <a:lnTo>
                    <a:pt x="83" y="8195"/>
                  </a:lnTo>
                  <a:lnTo>
                    <a:pt x="124" y="8505"/>
                  </a:lnTo>
                  <a:lnTo>
                    <a:pt x="207" y="8814"/>
                  </a:lnTo>
                  <a:lnTo>
                    <a:pt x="310" y="9124"/>
                  </a:lnTo>
                  <a:lnTo>
                    <a:pt x="413" y="9433"/>
                  </a:lnTo>
                  <a:lnTo>
                    <a:pt x="537" y="9764"/>
                  </a:lnTo>
                  <a:lnTo>
                    <a:pt x="682" y="10073"/>
                  </a:lnTo>
                  <a:lnTo>
                    <a:pt x="847" y="10383"/>
                  </a:lnTo>
                  <a:lnTo>
                    <a:pt x="1032" y="10693"/>
                  </a:lnTo>
                  <a:lnTo>
                    <a:pt x="1239" y="11023"/>
                  </a:lnTo>
                  <a:lnTo>
                    <a:pt x="1466" y="11332"/>
                  </a:lnTo>
                  <a:lnTo>
                    <a:pt x="1714" y="11642"/>
                  </a:lnTo>
                  <a:lnTo>
                    <a:pt x="1982" y="11952"/>
                  </a:lnTo>
                  <a:lnTo>
                    <a:pt x="2271" y="12261"/>
                  </a:lnTo>
                  <a:lnTo>
                    <a:pt x="2580" y="12571"/>
                  </a:lnTo>
                  <a:lnTo>
                    <a:pt x="2911" y="12881"/>
                  </a:lnTo>
                  <a:lnTo>
                    <a:pt x="3840" y="13438"/>
                  </a:lnTo>
                  <a:lnTo>
                    <a:pt x="4934" y="14057"/>
                  </a:lnTo>
                  <a:lnTo>
                    <a:pt x="6378" y="14841"/>
                  </a:lnTo>
                  <a:lnTo>
                    <a:pt x="8154" y="15791"/>
                  </a:lnTo>
                  <a:lnTo>
                    <a:pt x="10156" y="16823"/>
                  </a:lnTo>
                  <a:lnTo>
                    <a:pt x="11250" y="17360"/>
                  </a:lnTo>
                  <a:lnTo>
                    <a:pt x="12385" y="17896"/>
                  </a:lnTo>
                  <a:lnTo>
                    <a:pt x="13582" y="18454"/>
                  </a:lnTo>
                  <a:lnTo>
                    <a:pt x="14779" y="18990"/>
                  </a:lnTo>
                  <a:lnTo>
                    <a:pt x="16039" y="19527"/>
                  </a:lnTo>
                  <a:lnTo>
                    <a:pt x="17298" y="20064"/>
                  </a:lnTo>
                  <a:lnTo>
                    <a:pt x="18577" y="20559"/>
                  </a:lnTo>
                  <a:lnTo>
                    <a:pt x="19878" y="21054"/>
                  </a:lnTo>
                  <a:lnTo>
                    <a:pt x="21178" y="21509"/>
                  </a:lnTo>
                  <a:lnTo>
                    <a:pt x="22479" y="21942"/>
                  </a:lnTo>
                  <a:lnTo>
                    <a:pt x="23779" y="22314"/>
                  </a:lnTo>
                  <a:lnTo>
                    <a:pt x="25059" y="22664"/>
                  </a:lnTo>
                  <a:lnTo>
                    <a:pt x="26318" y="22953"/>
                  </a:lnTo>
                  <a:lnTo>
                    <a:pt x="26937" y="23077"/>
                  </a:lnTo>
                  <a:lnTo>
                    <a:pt x="27556" y="23181"/>
                  </a:lnTo>
                  <a:lnTo>
                    <a:pt x="28155" y="23284"/>
                  </a:lnTo>
                  <a:lnTo>
                    <a:pt x="28754" y="23366"/>
                  </a:lnTo>
                  <a:lnTo>
                    <a:pt x="29332" y="23428"/>
                  </a:lnTo>
                  <a:lnTo>
                    <a:pt x="29930" y="23490"/>
                  </a:lnTo>
                  <a:lnTo>
                    <a:pt x="30487" y="23511"/>
                  </a:lnTo>
                  <a:lnTo>
                    <a:pt x="31045" y="23531"/>
                  </a:lnTo>
                  <a:lnTo>
                    <a:pt x="31581" y="23531"/>
                  </a:lnTo>
                  <a:lnTo>
                    <a:pt x="32118" y="23490"/>
                  </a:lnTo>
                  <a:lnTo>
                    <a:pt x="32634" y="23449"/>
                  </a:lnTo>
                  <a:lnTo>
                    <a:pt x="33150" y="23387"/>
                  </a:lnTo>
                  <a:lnTo>
                    <a:pt x="33646" y="23304"/>
                  </a:lnTo>
                  <a:lnTo>
                    <a:pt x="34100" y="23201"/>
                  </a:lnTo>
                  <a:lnTo>
                    <a:pt x="35070" y="22933"/>
                  </a:lnTo>
                  <a:lnTo>
                    <a:pt x="36081" y="22644"/>
                  </a:lnTo>
                  <a:lnTo>
                    <a:pt x="37134" y="22314"/>
                  </a:lnTo>
                  <a:lnTo>
                    <a:pt x="38249" y="21963"/>
                  </a:lnTo>
                  <a:lnTo>
                    <a:pt x="39384" y="21570"/>
                  </a:lnTo>
                  <a:lnTo>
                    <a:pt x="40540" y="21178"/>
                  </a:lnTo>
                  <a:lnTo>
                    <a:pt x="42955" y="20311"/>
                  </a:lnTo>
                  <a:lnTo>
                    <a:pt x="45432" y="19383"/>
                  </a:lnTo>
                  <a:lnTo>
                    <a:pt x="47929" y="18412"/>
                  </a:lnTo>
                  <a:lnTo>
                    <a:pt x="50386" y="17422"/>
                  </a:lnTo>
                  <a:lnTo>
                    <a:pt x="52780" y="16451"/>
                  </a:lnTo>
                  <a:lnTo>
                    <a:pt x="55051" y="15502"/>
                  </a:lnTo>
                  <a:lnTo>
                    <a:pt x="57156" y="14594"/>
                  </a:lnTo>
                  <a:lnTo>
                    <a:pt x="60727" y="13066"/>
                  </a:lnTo>
                  <a:lnTo>
                    <a:pt x="63121" y="12014"/>
                  </a:lnTo>
                  <a:lnTo>
                    <a:pt x="63988" y="11621"/>
                  </a:lnTo>
                  <a:lnTo>
                    <a:pt x="59385" y="847"/>
                  </a:lnTo>
                  <a:lnTo>
                    <a:pt x="32820" y="10404"/>
                  </a:lnTo>
                  <a:lnTo>
                    <a:pt x="29786" y="8979"/>
                  </a:lnTo>
                  <a:lnTo>
                    <a:pt x="26607" y="7514"/>
                  </a:lnTo>
                  <a:lnTo>
                    <a:pt x="22809" y="5801"/>
                  </a:lnTo>
                  <a:lnTo>
                    <a:pt x="18825" y="4025"/>
                  </a:lnTo>
                  <a:lnTo>
                    <a:pt x="16906" y="3158"/>
                  </a:lnTo>
                  <a:lnTo>
                    <a:pt x="15068" y="2374"/>
                  </a:lnTo>
                  <a:lnTo>
                    <a:pt x="13376" y="1652"/>
                  </a:lnTo>
                  <a:lnTo>
                    <a:pt x="11890" y="1053"/>
                  </a:lnTo>
                  <a:lnTo>
                    <a:pt x="10672" y="578"/>
                  </a:lnTo>
                  <a:lnTo>
                    <a:pt x="10156" y="393"/>
                  </a:lnTo>
                  <a:lnTo>
                    <a:pt x="9722" y="269"/>
                  </a:lnTo>
                  <a:lnTo>
                    <a:pt x="9454" y="186"/>
                  </a:lnTo>
                  <a:lnTo>
                    <a:pt x="9165" y="124"/>
                  </a:lnTo>
                  <a:lnTo>
                    <a:pt x="8876" y="62"/>
                  </a:lnTo>
                  <a:lnTo>
                    <a:pt x="8587" y="21"/>
                  </a:lnTo>
                  <a:lnTo>
                    <a:pt x="82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8" name="Google Shape;818;p27"/>
            <p:cNvSpPr/>
            <p:nvPr/>
          </p:nvSpPr>
          <p:spPr>
            <a:xfrm>
              <a:off x="1633350" y="1675775"/>
              <a:ext cx="1531600" cy="573850"/>
            </a:xfrm>
            <a:custGeom>
              <a:avLst/>
              <a:gdLst/>
              <a:ahLst/>
              <a:cxnLst/>
              <a:rect l="l" t="t" r="r" b="b"/>
              <a:pathLst>
                <a:path w="61264" h="22954" extrusionOk="0">
                  <a:moveTo>
                    <a:pt x="56558" y="1"/>
                  </a:moveTo>
                  <a:lnTo>
                    <a:pt x="56434" y="42"/>
                  </a:lnTo>
                  <a:lnTo>
                    <a:pt x="29924" y="9607"/>
                  </a:lnTo>
                  <a:lnTo>
                    <a:pt x="29924" y="9607"/>
                  </a:lnTo>
                  <a:lnTo>
                    <a:pt x="26525" y="8009"/>
                  </a:lnTo>
                  <a:lnTo>
                    <a:pt x="23470" y="6585"/>
                  </a:lnTo>
                  <a:lnTo>
                    <a:pt x="20786" y="5367"/>
                  </a:lnTo>
                  <a:lnTo>
                    <a:pt x="18557" y="4356"/>
                  </a:lnTo>
                  <a:lnTo>
                    <a:pt x="16761" y="3592"/>
                  </a:lnTo>
                  <a:lnTo>
                    <a:pt x="15420" y="3035"/>
                  </a:lnTo>
                  <a:lnTo>
                    <a:pt x="14945" y="2849"/>
                  </a:lnTo>
                  <a:lnTo>
                    <a:pt x="14615" y="2725"/>
                  </a:lnTo>
                  <a:lnTo>
                    <a:pt x="14326" y="2622"/>
                  </a:lnTo>
                  <a:lnTo>
                    <a:pt x="14594" y="2746"/>
                  </a:lnTo>
                  <a:lnTo>
                    <a:pt x="15399" y="3097"/>
                  </a:lnTo>
                  <a:lnTo>
                    <a:pt x="16720" y="3654"/>
                  </a:lnTo>
                  <a:lnTo>
                    <a:pt x="18516" y="4459"/>
                  </a:lnTo>
                  <a:lnTo>
                    <a:pt x="20745" y="5491"/>
                  </a:lnTo>
                  <a:lnTo>
                    <a:pt x="23408" y="6730"/>
                  </a:lnTo>
                  <a:lnTo>
                    <a:pt x="26442" y="8154"/>
                  </a:lnTo>
                  <a:lnTo>
                    <a:pt x="29869" y="9805"/>
                  </a:lnTo>
                  <a:lnTo>
                    <a:pt x="29910" y="9826"/>
                  </a:lnTo>
                  <a:lnTo>
                    <a:pt x="29951" y="9805"/>
                  </a:lnTo>
                  <a:lnTo>
                    <a:pt x="56404" y="330"/>
                  </a:lnTo>
                  <a:lnTo>
                    <a:pt x="56404" y="330"/>
                  </a:lnTo>
                  <a:lnTo>
                    <a:pt x="60908" y="10873"/>
                  </a:lnTo>
                  <a:lnTo>
                    <a:pt x="60908" y="10873"/>
                  </a:lnTo>
                  <a:lnTo>
                    <a:pt x="57177" y="12509"/>
                  </a:lnTo>
                  <a:lnTo>
                    <a:pt x="54267" y="13768"/>
                  </a:lnTo>
                  <a:lnTo>
                    <a:pt x="51397" y="14965"/>
                  </a:lnTo>
                  <a:lnTo>
                    <a:pt x="48570" y="16142"/>
                  </a:lnTo>
                  <a:lnTo>
                    <a:pt x="45783" y="17277"/>
                  </a:lnTo>
                  <a:lnTo>
                    <a:pt x="43017" y="18351"/>
                  </a:lnTo>
                  <a:lnTo>
                    <a:pt x="40292" y="19383"/>
                  </a:lnTo>
                  <a:lnTo>
                    <a:pt x="38951" y="19878"/>
                  </a:lnTo>
                  <a:lnTo>
                    <a:pt x="37630" y="20353"/>
                  </a:lnTo>
                  <a:lnTo>
                    <a:pt x="36309" y="20807"/>
                  </a:lnTo>
                  <a:lnTo>
                    <a:pt x="34988" y="21261"/>
                  </a:lnTo>
                  <a:lnTo>
                    <a:pt x="33687" y="21674"/>
                  </a:lnTo>
                  <a:lnTo>
                    <a:pt x="33047" y="21860"/>
                  </a:lnTo>
                  <a:lnTo>
                    <a:pt x="32387" y="22045"/>
                  </a:lnTo>
                  <a:lnTo>
                    <a:pt x="31128" y="22396"/>
                  </a:lnTo>
                  <a:lnTo>
                    <a:pt x="30488" y="22541"/>
                  </a:lnTo>
                  <a:lnTo>
                    <a:pt x="30158" y="22582"/>
                  </a:lnTo>
                  <a:lnTo>
                    <a:pt x="29848" y="22623"/>
                  </a:lnTo>
                  <a:lnTo>
                    <a:pt x="29208" y="22685"/>
                  </a:lnTo>
                  <a:lnTo>
                    <a:pt x="28568" y="22706"/>
                  </a:lnTo>
                  <a:lnTo>
                    <a:pt x="27928" y="22727"/>
                  </a:lnTo>
                  <a:lnTo>
                    <a:pt x="27309" y="22706"/>
                  </a:lnTo>
                  <a:lnTo>
                    <a:pt x="26669" y="22644"/>
                  </a:lnTo>
                  <a:lnTo>
                    <a:pt x="26050" y="22582"/>
                  </a:lnTo>
                  <a:lnTo>
                    <a:pt x="25451" y="22520"/>
                  </a:lnTo>
                  <a:lnTo>
                    <a:pt x="24832" y="22417"/>
                  </a:lnTo>
                  <a:lnTo>
                    <a:pt x="23656" y="22211"/>
                  </a:lnTo>
                  <a:lnTo>
                    <a:pt x="22500" y="21942"/>
                  </a:lnTo>
                  <a:lnTo>
                    <a:pt x="21364" y="21653"/>
                  </a:lnTo>
                  <a:lnTo>
                    <a:pt x="20270" y="21344"/>
                  </a:lnTo>
                  <a:lnTo>
                    <a:pt x="19197" y="21013"/>
                  </a:lnTo>
                  <a:lnTo>
                    <a:pt x="18144" y="20683"/>
                  </a:lnTo>
                  <a:lnTo>
                    <a:pt x="17133" y="20332"/>
                  </a:lnTo>
                  <a:lnTo>
                    <a:pt x="16142" y="19961"/>
                  </a:lnTo>
                  <a:lnTo>
                    <a:pt x="14264" y="19218"/>
                  </a:lnTo>
                  <a:lnTo>
                    <a:pt x="12489" y="18474"/>
                  </a:lnTo>
                  <a:lnTo>
                    <a:pt x="10817" y="17752"/>
                  </a:lnTo>
                  <a:lnTo>
                    <a:pt x="9269" y="17030"/>
                  </a:lnTo>
                  <a:lnTo>
                    <a:pt x="7844" y="16348"/>
                  </a:lnTo>
                  <a:lnTo>
                    <a:pt x="6523" y="15688"/>
                  </a:lnTo>
                  <a:lnTo>
                    <a:pt x="4212" y="14511"/>
                  </a:lnTo>
                  <a:lnTo>
                    <a:pt x="2395" y="13541"/>
                  </a:lnTo>
                  <a:lnTo>
                    <a:pt x="1074" y="12798"/>
                  </a:lnTo>
                  <a:lnTo>
                    <a:pt x="269" y="12344"/>
                  </a:lnTo>
                  <a:lnTo>
                    <a:pt x="1" y="12200"/>
                  </a:lnTo>
                  <a:lnTo>
                    <a:pt x="269" y="12365"/>
                  </a:lnTo>
                  <a:lnTo>
                    <a:pt x="1053" y="12860"/>
                  </a:lnTo>
                  <a:lnTo>
                    <a:pt x="2354" y="13603"/>
                  </a:lnTo>
                  <a:lnTo>
                    <a:pt x="4170" y="14594"/>
                  </a:lnTo>
                  <a:lnTo>
                    <a:pt x="5244" y="15172"/>
                  </a:lnTo>
                  <a:lnTo>
                    <a:pt x="6461" y="15812"/>
                  </a:lnTo>
                  <a:lnTo>
                    <a:pt x="7762" y="16472"/>
                  </a:lnTo>
                  <a:lnTo>
                    <a:pt x="9207" y="17174"/>
                  </a:lnTo>
                  <a:lnTo>
                    <a:pt x="10755" y="17897"/>
                  </a:lnTo>
                  <a:lnTo>
                    <a:pt x="12406" y="18640"/>
                  </a:lnTo>
                  <a:lnTo>
                    <a:pt x="14181" y="19403"/>
                  </a:lnTo>
                  <a:lnTo>
                    <a:pt x="16080" y="20146"/>
                  </a:lnTo>
                  <a:lnTo>
                    <a:pt x="17071" y="20518"/>
                  </a:lnTo>
                  <a:lnTo>
                    <a:pt x="18082" y="20869"/>
                  </a:lnTo>
                  <a:lnTo>
                    <a:pt x="19135" y="21220"/>
                  </a:lnTo>
                  <a:lnTo>
                    <a:pt x="20209" y="21550"/>
                  </a:lnTo>
                  <a:lnTo>
                    <a:pt x="21303" y="21880"/>
                  </a:lnTo>
                  <a:lnTo>
                    <a:pt x="22438" y="22169"/>
                  </a:lnTo>
                  <a:lnTo>
                    <a:pt x="23614" y="22417"/>
                  </a:lnTo>
                  <a:lnTo>
                    <a:pt x="24812" y="22644"/>
                  </a:lnTo>
                  <a:lnTo>
                    <a:pt x="25410" y="22747"/>
                  </a:lnTo>
                  <a:lnTo>
                    <a:pt x="26029" y="22830"/>
                  </a:lnTo>
                  <a:lnTo>
                    <a:pt x="26649" y="22892"/>
                  </a:lnTo>
                  <a:lnTo>
                    <a:pt x="27288" y="22933"/>
                  </a:lnTo>
                  <a:lnTo>
                    <a:pt x="27928" y="22954"/>
                  </a:lnTo>
                  <a:lnTo>
                    <a:pt x="28568" y="22954"/>
                  </a:lnTo>
                  <a:lnTo>
                    <a:pt x="29208" y="22933"/>
                  </a:lnTo>
                  <a:lnTo>
                    <a:pt x="29869" y="22871"/>
                  </a:lnTo>
                  <a:lnTo>
                    <a:pt x="30199" y="22830"/>
                  </a:lnTo>
                  <a:lnTo>
                    <a:pt x="30529" y="22768"/>
                  </a:lnTo>
                  <a:lnTo>
                    <a:pt x="31169" y="22644"/>
                  </a:lnTo>
                  <a:lnTo>
                    <a:pt x="32469" y="22293"/>
                  </a:lnTo>
                  <a:lnTo>
                    <a:pt x="33109" y="22107"/>
                  </a:lnTo>
                  <a:lnTo>
                    <a:pt x="33770" y="21901"/>
                  </a:lnTo>
                  <a:lnTo>
                    <a:pt x="35070" y="21488"/>
                  </a:lnTo>
                  <a:lnTo>
                    <a:pt x="36391" y="21055"/>
                  </a:lnTo>
                  <a:lnTo>
                    <a:pt x="37712" y="20601"/>
                  </a:lnTo>
                  <a:lnTo>
                    <a:pt x="39033" y="20126"/>
                  </a:lnTo>
                  <a:lnTo>
                    <a:pt x="40396" y="19630"/>
                  </a:lnTo>
                  <a:lnTo>
                    <a:pt x="43120" y="18598"/>
                  </a:lnTo>
                  <a:lnTo>
                    <a:pt x="45866" y="17525"/>
                  </a:lnTo>
                  <a:lnTo>
                    <a:pt x="48673" y="16390"/>
                  </a:lnTo>
                  <a:lnTo>
                    <a:pt x="51521" y="15234"/>
                  </a:lnTo>
                  <a:lnTo>
                    <a:pt x="54390" y="14016"/>
                  </a:lnTo>
                  <a:lnTo>
                    <a:pt x="57280" y="12757"/>
                  </a:lnTo>
                  <a:lnTo>
                    <a:pt x="61140" y="11064"/>
                  </a:lnTo>
                  <a:lnTo>
                    <a:pt x="61264" y="11002"/>
                  </a:lnTo>
                  <a:lnTo>
                    <a:pt x="61223" y="10878"/>
                  </a:lnTo>
                  <a:lnTo>
                    <a:pt x="56599" y="104"/>
                  </a:lnTo>
                  <a:lnTo>
                    <a:pt x="56558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9" name="Google Shape;819;p27"/>
            <p:cNvSpPr/>
            <p:nvPr/>
          </p:nvSpPr>
          <p:spPr>
            <a:xfrm>
              <a:off x="1580725" y="1664950"/>
              <a:ext cx="316350" cy="169275"/>
            </a:xfrm>
            <a:custGeom>
              <a:avLst/>
              <a:gdLst/>
              <a:ahLst/>
              <a:cxnLst/>
              <a:rect l="l" t="t" r="r" b="b"/>
              <a:pathLst>
                <a:path w="12654" h="6771" extrusionOk="0">
                  <a:moveTo>
                    <a:pt x="6771" y="0"/>
                  </a:moveTo>
                  <a:lnTo>
                    <a:pt x="6378" y="21"/>
                  </a:lnTo>
                  <a:lnTo>
                    <a:pt x="5966" y="62"/>
                  </a:lnTo>
                  <a:lnTo>
                    <a:pt x="5532" y="124"/>
                  </a:lnTo>
                  <a:lnTo>
                    <a:pt x="5119" y="206"/>
                  </a:lnTo>
                  <a:lnTo>
                    <a:pt x="4707" y="330"/>
                  </a:lnTo>
                  <a:lnTo>
                    <a:pt x="4294" y="475"/>
                  </a:lnTo>
                  <a:lnTo>
                    <a:pt x="3902" y="661"/>
                  </a:lnTo>
                  <a:lnTo>
                    <a:pt x="3509" y="867"/>
                  </a:lnTo>
                  <a:lnTo>
                    <a:pt x="3158" y="1115"/>
                  </a:lnTo>
                  <a:lnTo>
                    <a:pt x="2828" y="1362"/>
                  </a:lnTo>
                  <a:lnTo>
                    <a:pt x="2539" y="1651"/>
                  </a:lnTo>
                  <a:lnTo>
                    <a:pt x="2271" y="1940"/>
                  </a:lnTo>
                  <a:lnTo>
                    <a:pt x="2044" y="2271"/>
                  </a:lnTo>
                  <a:lnTo>
                    <a:pt x="2044" y="2250"/>
                  </a:lnTo>
                  <a:lnTo>
                    <a:pt x="1693" y="2663"/>
                  </a:lnTo>
                  <a:lnTo>
                    <a:pt x="1383" y="3096"/>
                  </a:lnTo>
                  <a:lnTo>
                    <a:pt x="1115" y="3509"/>
                  </a:lnTo>
                  <a:lnTo>
                    <a:pt x="888" y="3922"/>
                  </a:lnTo>
                  <a:lnTo>
                    <a:pt x="682" y="4314"/>
                  </a:lnTo>
                  <a:lnTo>
                    <a:pt x="516" y="4706"/>
                  </a:lnTo>
                  <a:lnTo>
                    <a:pt x="372" y="5057"/>
                  </a:lnTo>
                  <a:lnTo>
                    <a:pt x="269" y="5387"/>
                  </a:lnTo>
                  <a:lnTo>
                    <a:pt x="124" y="5965"/>
                  </a:lnTo>
                  <a:lnTo>
                    <a:pt x="42" y="6399"/>
                  </a:lnTo>
                  <a:lnTo>
                    <a:pt x="0" y="6667"/>
                  </a:lnTo>
                  <a:lnTo>
                    <a:pt x="0" y="6770"/>
                  </a:lnTo>
                  <a:lnTo>
                    <a:pt x="21" y="6750"/>
                  </a:lnTo>
                  <a:lnTo>
                    <a:pt x="42" y="6667"/>
                  </a:lnTo>
                  <a:lnTo>
                    <a:pt x="104" y="6419"/>
                  </a:lnTo>
                  <a:lnTo>
                    <a:pt x="227" y="5986"/>
                  </a:lnTo>
                  <a:lnTo>
                    <a:pt x="393" y="5429"/>
                  </a:lnTo>
                  <a:lnTo>
                    <a:pt x="516" y="5119"/>
                  </a:lnTo>
                  <a:lnTo>
                    <a:pt x="661" y="4768"/>
                  </a:lnTo>
                  <a:lnTo>
                    <a:pt x="847" y="4397"/>
                  </a:lnTo>
                  <a:lnTo>
                    <a:pt x="1053" y="4004"/>
                  </a:lnTo>
                  <a:lnTo>
                    <a:pt x="1280" y="3612"/>
                  </a:lnTo>
                  <a:lnTo>
                    <a:pt x="1569" y="3220"/>
                  </a:lnTo>
                  <a:lnTo>
                    <a:pt x="1879" y="2807"/>
                  </a:lnTo>
                  <a:lnTo>
                    <a:pt x="2209" y="2394"/>
                  </a:lnTo>
                  <a:lnTo>
                    <a:pt x="2230" y="2394"/>
                  </a:lnTo>
                  <a:lnTo>
                    <a:pt x="2457" y="2085"/>
                  </a:lnTo>
                  <a:lnTo>
                    <a:pt x="2704" y="1816"/>
                  </a:lnTo>
                  <a:lnTo>
                    <a:pt x="2993" y="1548"/>
                  </a:lnTo>
                  <a:lnTo>
                    <a:pt x="3303" y="1300"/>
                  </a:lnTo>
                  <a:lnTo>
                    <a:pt x="3654" y="1094"/>
                  </a:lnTo>
                  <a:lnTo>
                    <a:pt x="4005" y="888"/>
                  </a:lnTo>
                  <a:lnTo>
                    <a:pt x="4376" y="723"/>
                  </a:lnTo>
                  <a:lnTo>
                    <a:pt x="4789" y="557"/>
                  </a:lnTo>
                  <a:lnTo>
                    <a:pt x="5181" y="454"/>
                  </a:lnTo>
                  <a:lnTo>
                    <a:pt x="5594" y="351"/>
                  </a:lnTo>
                  <a:lnTo>
                    <a:pt x="5986" y="289"/>
                  </a:lnTo>
                  <a:lnTo>
                    <a:pt x="6378" y="248"/>
                  </a:lnTo>
                  <a:lnTo>
                    <a:pt x="7163" y="248"/>
                  </a:lnTo>
                  <a:lnTo>
                    <a:pt x="7534" y="268"/>
                  </a:lnTo>
                  <a:lnTo>
                    <a:pt x="7906" y="310"/>
                  </a:lnTo>
                  <a:lnTo>
                    <a:pt x="8257" y="372"/>
                  </a:lnTo>
                  <a:lnTo>
                    <a:pt x="8608" y="434"/>
                  </a:lnTo>
                  <a:lnTo>
                    <a:pt x="9268" y="578"/>
                  </a:lnTo>
                  <a:lnTo>
                    <a:pt x="9867" y="764"/>
                  </a:lnTo>
                  <a:lnTo>
                    <a:pt x="10424" y="950"/>
                  </a:lnTo>
                  <a:lnTo>
                    <a:pt x="10920" y="1156"/>
                  </a:lnTo>
                  <a:lnTo>
                    <a:pt x="11353" y="1321"/>
                  </a:lnTo>
                  <a:lnTo>
                    <a:pt x="12055" y="1631"/>
                  </a:lnTo>
                  <a:lnTo>
                    <a:pt x="12488" y="1837"/>
                  </a:lnTo>
                  <a:lnTo>
                    <a:pt x="12612" y="1878"/>
                  </a:lnTo>
                  <a:lnTo>
                    <a:pt x="12653" y="1878"/>
                  </a:lnTo>
                  <a:lnTo>
                    <a:pt x="12633" y="1858"/>
                  </a:lnTo>
                  <a:lnTo>
                    <a:pt x="12530" y="1775"/>
                  </a:lnTo>
                  <a:lnTo>
                    <a:pt x="12096" y="1548"/>
                  </a:lnTo>
                  <a:lnTo>
                    <a:pt x="11415" y="1197"/>
                  </a:lnTo>
                  <a:lnTo>
                    <a:pt x="10981" y="1011"/>
                  </a:lnTo>
                  <a:lnTo>
                    <a:pt x="10486" y="805"/>
                  </a:lnTo>
                  <a:lnTo>
                    <a:pt x="9929" y="578"/>
                  </a:lnTo>
                  <a:lnTo>
                    <a:pt x="9330" y="392"/>
                  </a:lnTo>
                  <a:lnTo>
                    <a:pt x="8649" y="206"/>
                  </a:lnTo>
                  <a:lnTo>
                    <a:pt x="8298" y="145"/>
                  </a:lnTo>
                  <a:lnTo>
                    <a:pt x="7947" y="83"/>
                  </a:lnTo>
                  <a:lnTo>
                    <a:pt x="7555" y="41"/>
                  </a:lnTo>
                  <a:lnTo>
                    <a:pt x="718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0" name="Google Shape;820;p27"/>
            <p:cNvSpPr/>
            <p:nvPr/>
          </p:nvSpPr>
          <p:spPr>
            <a:xfrm>
              <a:off x="1965675" y="1808900"/>
              <a:ext cx="156400" cy="331850"/>
            </a:xfrm>
            <a:custGeom>
              <a:avLst/>
              <a:gdLst/>
              <a:ahLst/>
              <a:cxnLst/>
              <a:rect l="l" t="t" r="r" b="b"/>
              <a:pathLst>
                <a:path w="6256" h="13274" extrusionOk="0">
                  <a:moveTo>
                    <a:pt x="6255" y="1"/>
                  </a:moveTo>
                  <a:lnTo>
                    <a:pt x="6234" y="22"/>
                  </a:lnTo>
                  <a:lnTo>
                    <a:pt x="6172" y="125"/>
                  </a:lnTo>
                  <a:lnTo>
                    <a:pt x="5987" y="517"/>
                  </a:lnTo>
                  <a:lnTo>
                    <a:pt x="5347" y="1941"/>
                  </a:lnTo>
                  <a:lnTo>
                    <a:pt x="4397" y="4067"/>
                  </a:lnTo>
                  <a:lnTo>
                    <a:pt x="3200" y="6668"/>
                  </a:lnTo>
                  <a:lnTo>
                    <a:pt x="1962" y="9248"/>
                  </a:lnTo>
                  <a:lnTo>
                    <a:pt x="930" y="11333"/>
                  </a:lnTo>
                  <a:lnTo>
                    <a:pt x="248" y="12757"/>
                  </a:lnTo>
                  <a:lnTo>
                    <a:pt x="63" y="13129"/>
                  </a:lnTo>
                  <a:lnTo>
                    <a:pt x="21" y="13232"/>
                  </a:lnTo>
                  <a:lnTo>
                    <a:pt x="1" y="13273"/>
                  </a:lnTo>
                  <a:lnTo>
                    <a:pt x="42" y="13253"/>
                  </a:lnTo>
                  <a:lnTo>
                    <a:pt x="104" y="13170"/>
                  </a:lnTo>
                  <a:lnTo>
                    <a:pt x="331" y="12799"/>
                  </a:lnTo>
                  <a:lnTo>
                    <a:pt x="661" y="12200"/>
                  </a:lnTo>
                  <a:lnTo>
                    <a:pt x="1095" y="11416"/>
                  </a:lnTo>
                  <a:lnTo>
                    <a:pt x="1611" y="10466"/>
                  </a:lnTo>
                  <a:lnTo>
                    <a:pt x="2168" y="9351"/>
                  </a:lnTo>
                  <a:lnTo>
                    <a:pt x="2787" y="8113"/>
                  </a:lnTo>
                  <a:lnTo>
                    <a:pt x="3427" y="6771"/>
                  </a:lnTo>
                  <a:lnTo>
                    <a:pt x="4046" y="5430"/>
                  </a:lnTo>
                  <a:lnTo>
                    <a:pt x="4604" y="4171"/>
                  </a:lnTo>
                  <a:lnTo>
                    <a:pt x="5099" y="3015"/>
                  </a:lnTo>
                  <a:lnTo>
                    <a:pt x="5512" y="2003"/>
                  </a:lnTo>
                  <a:lnTo>
                    <a:pt x="5842" y="1178"/>
                  </a:lnTo>
                  <a:lnTo>
                    <a:pt x="6069" y="538"/>
                  </a:lnTo>
                  <a:lnTo>
                    <a:pt x="6214" y="145"/>
                  </a:lnTo>
                  <a:lnTo>
                    <a:pt x="6255" y="22"/>
                  </a:lnTo>
                  <a:lnTo>
                    <a:pt x="625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1" name="Google Shape;821;p27"/>
            <p:cNvSpPr/>
            <p:nvPr/>
          </p:nvSpPr>
          <p:spPr>
            <a:xfrm>
              <a:off x="2381600" y="1929150"/>
              <a:ext cx="43375" cy="298300"/>
            </a:xfrm>
            <a:custGeom>
              <a:avLst/>
              <a:gdLst/>
              <a:ahLst/>
              <a:cxnLst/>
              <a:rect l="l" t="t" r="r" b="b"/>
              <a:pathLst>
                <a:path w="1735" h="11932" extrusionOk="0">
                  <a:moveTo>
                    <a:pt x="1" y="0"/>
                  </a:moveTo>
                  <a:lnTo>
                    <a:pt x="1" y="21"/>
                  </a:lnTo>
                  <a:lnTo>
                    <a:pt x="1" y="124"/>
                  </a:lnTo>
                  <a:lnTo>
                    <a:pt x="21" y="475"/>
                  </a:lnTo>
                  <a:lnTo>
                    <a:pt x="166" y="1755"/>
                  </a:lnTo>
                  <a:lnTo>
                    <a:pt x="413" y="3654"/>
                  </a:lnTo>
                  <a:lnTo>
                    <a:pt x="744" y="5986"/>
                  </a:lnTo>
                  <a:lnTo>
                    <a:pt x="1095" y="8298"/>
                  </a:lnTo>
                  <a:lnTo>
                    <a:pt x="1384" y="10197"/>
                  </a:lnTo>
                  <a:lnTo>
                    <a:pt x="1611" y="11477"/>
                  </a:lnTo>
                  <a:lnTo>
                    <a:pt x="1693" y="11828"/>
                  </a:lnTo>
                  <a:lnTo>
                    <a:pt x="1714" y="11910"/>
                  </a:lnTo>
                  <a:lnTo>
                    <a:pt x="1734" y="11931"/>
                  </a:lnTo>
                  <a:lnTo>
                    <a:pt x="1734" y="11910"/>
                  </a:lnTo>
                  <a:lnTo>
                    <a:pt x="1734" y="11807"/>
                  </a:lnTo>
                  <a:lnTo>
                    <a:pt x="1714" y="11456"/>
                  </a:lnTo>
                  <a:lnTo>
                    <a:pt x="1569" y="10177"/>
                  </a:lnTo>
                  <a:lnTo>
                    <a:pt x="1322" y="8278"/>
                  </a:lnTo>
                  <a:lnTo>
                    <a:pt x="991" y="5945"/>
                  </a:lnTo>
                  <a:lnTo>
                    <a:pt x="640" y="3633"/>
                  </a:lnTo>
                  <a:lnTo>
                    <a:pt x="351" y="1734"/>
                  </a:lnTo>
                  <a:lnTo>
                    <a:pt x="124" y="454"/>
                  </a:lnTo>
                  <a:lnTo>
                    <a:pt x="42" y="104"/>
                  </a:lnTo>
                  <a:lnTo>
                    <a:pt x="21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2" name="Google Shape;822;p27"/>
            <p:cNvSpPr/>
            <p:nvPr/>
          </p:nvSpPr>
          <p:spPr>
            <a:xfrm>
              <a:off x="2704625" y="1807375"/>
              <a:ext cx="135750" cy="279175"/>
            </a:xfrm>
            <a:custGeom>
              <a:avLst/>
              <a:gdLst/>
              <a:ahLst/>
              <a:cxnLst/>
              <a:rect l="l" t="t" r="r" b="b"/>
              <a:pathLst>
                <a:path w="5430" h="11167" extrusionOk="0">
                  <a:moveTo>
                    <a:pt x="1" y="0"/>
                  </a:moveTo>
                  <a:lnTo>
                    <a:pt x="1" y="21"/>
                  </a:lnTo>
                  <a:lnTo>
                    <a:pt x="22" y="124"/>
                  </a:lnTo>
                  <a:lnTo>
                    <a:pt x="166" y="454"/>
                  </a:lnTo>
                  <a:lnTo>
                    <a:pt x="703" y="1672"/>
                  </a:lnTo>
                  <a:lnTo>
                    <a:pt x="1549" y="3447"/>
                  </a:lnTo>
                  <a:lnTo>
                    <a:pt x="2602" y="5635"/>
                  </a:lnTo>
                  <a:lnTo>
                    <a:pt x="3675" y="7802"/>
                  </a:lnTo>
                  <a:lnTo>
                    <a:pt x="4563" y="9557"/>
                  </a:lnTo>
                  <a:lnTo>
                    <a:pt x="5161" y="10734"/>
                  </a:lnTo>
                  <a:lnTo>
                    <a:pt x="5347" y="11064"/>
                  </a:lnTo>
                  <a:lnTo>
                    <a:pt x="5409" y="11126"/>
                  </a:lnTo>
                  <a:lnTo>
                    <a:pt x="5430" y="11167"/>
                  </a:lnTo>
                  <a:lnTo>
                    <a:pt x="5430" y="11126"/>
                  </a:lnTo>
                  <a:lnTo>
                    <a:pt x="5388" y="11043"/>
                  </a:lnTo>
                  <a:lnTo>
                    <a:pt x="5264" y="10692"/>
                  </a:lnTo>
                  <a:lnTo>
                    <a:pt x="4707" y="9495"/>
                  </a:lnTo>
                  <a:lnTo>
                    <a:pt x="3882" y="7699"/>
                  </a:lnTo>
                  <a:lnTo>
                    <a:pt x="2829" y="5532"/>
                  </a:lnTo>
                  <a:lnTo>
                    <a:pt x="1755" y="3344"/>
                  </a:lnTo>
                  <a:lnTo>
                    <a:pt x="868" y="1589"/>
                  </a:lnTo>
                  <a:lnTo>
                    <a:pt x="249" y="413"/>
                  </a:lnTo>
                  <a:lnTo>
                    <a:pt x="63" y="103"/>
                  </a:lnTo>
                  <a:lnTo>
                    <a:pt x="22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3" name="Google Shape;823;p27"/>
            <p:cNvSpPr/>
            <p:nvPr/>
          </p:nvSpPr>
          <p:spPr>
            <a:xfrm>
              <a:off x="2827975" y="4747700"/>
              <a:ext cx="631125" cy="712675"/>
            </a:xfrm>
            <a:custGeom>
              <a:avLst/>
              <a:gdLst/>
              <a:ahLst/>
              <a:cxnLst/>
              <a:rect l="l" t="t" r="r" b="b"/>
              <a:pathLst>
                <a:path w="25245" h="28507" extrusionOk="0">
                  <a:moveTo>
                    <a:pt x="0" y="1"/>
                  </a:moveTo>
                  <a:lnTo>
                    <a:pt x="12922" y="28506"/>
                  </a:lnTo>
                  <a:lnTo>
                    <a:pt x="19155" y="28506"/>
                  </a:lnTo>
                  <a:lnTo>
                    <a:pt x="20043" y="26339"/>
                  </a:lnTo>
                  <a:lnTo>
                    <a:pt x="21157" y="28506"/>
                  </a:lnTo>
                  <a:lnTo>
                    <a:pt x="25244" y="28506"/>
                  </a:lnTo>
                  <a:lnTo>
                    <a:pt x="24770" y="11870"/>
                  </a:lnTo>
                  <a:lnTo>
                    <a:pt x="24563" y="20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73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4" name="Google Shape;824;p27"/>
            <p:cNvSpPr/>
            <p:nvPr/>
          </p:nvSpPr>
          <p:spPr>
            <a:xfrm>
              <a:off x="2827975" y="4747700"/>
              <a:ext cx="631125" cy="712675"/>
            </a:xfrm>
            <a:custGeom>
              <a:avLst/>
              <a:gdLst/>
              <a:ahLst/>
              <a:cxnLst/>
              <a:rect l="l" t="t" r="r" b="b"/>
              <a:pathLst>
                <a:path w="25245" h="28507" fill="none" extrusionOk="0">
                  <a:moveTo>
                    <a:pt x="0" y="1"/>
                  </a:moveTo>
                  <a:lnTo>
                    <a:pt x="12922" y="28506"/>
                  </a:lnTo>
                  <a:lnTo>
                    <a:pt x="19155" y="28506"/>
                  </a:lnTo>
                  <a:lnTo>
                    <a:pt x="20043" y="26339"/>
                  </a:lnTo>
                  <a:lnTo>
                    <a:pt x="21157" y="28506"/>
                  </a:lnTo>
                  <a:lnTo>
                    <a:pt x="25244" y="28506"/>
                  </a:lnTo>
                  <a:lnTo>
                    <a:pt x="24770" y="11870"/>
                  </a:lnTo>
                  <a:lnTo>
                    <a:pt x="24563" y="202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5" name="Google Shape;825;p27"/>
            <p:cNvSpPr/>
            <p:nvPr/>
          </p:nvSpPr>
          <p:spPr>
            <a:xfrm>
              <a:off x="2858425" y="4814275"/>
              <a:ext cx="600675" cy="646100"/>
            </a:xfrm>
            <a:custGeom>
              <a:avLst/>
              <a:gdLst/>
              <a:ahLst/>
              <a:cxnLst/>
              <a:rect l="l" t="t" r="r" b="b"/>
              <a:pathLst>
                <a:path w="24027" h="25844" extrusionOk="0">
                  <a:moveTo>
                    <a:pt x="0" y="1"/>
                  </a:moveTo>
                  <a:lnTo>
                    <a:pt x="11704" y="25843"/>
                  </a:lnTo>
                  <a:lnTo>
                    <a:pt x="17937" y="25843"/>
                  </a:lnTo>
                  <a:lnTo>
                    <a:pt x="18825" y="23676"/>
                  </a:lnTo>
                  <a:lnTo>
                    <a:pt x="19939" y="25843"/>
                  </a:lnTo>
                  <a:lnTo>
                    <a:pt x="24026" y="25843"/>
                  </a:lnTo>
                  <a:lnTo>
                    <a:pt x="24026" y="25720"/>
                  </a:lnTo>
                  <a:lnTo>
                    <a:pt x="23614" y="11333"/>
                  </a:lnTo>
                  <a:lnTo>
                    <a:pt x="21983" y="10837"/>
                  </a:lnTo>
                  <a:lnTo>
                    <a:pt x="20373" y="10321"/>
                  </a:lnTo>
                  <a:lnTo>
                    <a:pt x="18784" y="9764"/>
                  </a:lnTo>
                  <a:lnTo>
                    <a:pt x="17215" y="9186"/>
                  </a:lnTo>
                  <a:lnTo>
                    <a:pt x="15646" y="8587"/>
                  </a:lnTo>
                  <a:lnTo>
                    <a:pt x="14119" y="7948"/>
                  </a:lnTo>
                  <a:lnTo>
                    <a:pt x="12612" y="7266"/>
                  </a:lnTo>
                  <a:lnTo>
                    <a:pt x="11105" y="6565"/>
                  </a:lnTo>
                  <a:lnTo>
                    <a:pt x="9640" y="5842"/>
                  </a:lnTo>
                  <a:lnTo>
                    <a:pt x="8195" y="5099"/>
                  </a:lnTo>
                  <a:lnTo>
                    <a:pt x="6770" y="4315"/>
                  </a:lnTo>
                  <a:lnTo>
                    <a:pt x="5367" y="3510"/>
                  </a:lnTo>
                  <a:lnTo>
                    <a:pt x="3984" y="2663"/>
                  </a:lnTo>
                  <a:lnTo>
                    <a:pt x="2642" y="1796"/>
                  </a:lnTo>
                  <a:lnTo>
                    <a:pt x="1300" y="90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869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6" name="Google Shape;826;p27"/>
            <p:cNvSpPr/>
            <p:nvPr/>
          </p:nvSpPr>
          <p:spPr>
            <a:xfrm>
              <a:off x="2858425" y="4814275"/>
              <a:ext cx="600675" cy="646100"/>
            </a:xfrm>
            <a:custGeom>
              <a:avLst/>
              <a:gdLst/>
              <a:ahLst/>
              <a:cxnLst/>
              <a:rect l="l" t="t" r="r" b="b"/>
              <a:pathLst>
                <a:path w="24027" h="25844" fill="none" extrusionOk="0">
                  <a:moveTo>
                    <a:pt x="0" y="1"/>
                  </a:moveTo>
                  <a:lnTo>
                    <a:pt x="11704" y="25843"/>
                  </a:lnTo>
                  <a:lnTo>
                    <a:pt x="17937" y="25843"/>
                  </a:lnTo>
                  <a:lnTo>
                    <a:pt x="18825" y="23676"/>
                  </a:lnTo>
                  <a:lnTo>
                    <a:pt x="19939" y="25843"/>
                  </a:lnTo>
                  <a:lnTo>
                    <a:pt x="24026" y="25843"/>
                  </a:lnTo>
                  <a:lnTo>
                    <a:pt x="24026" y="25720"/>
                  </a:lnTo>
                  <a:lnTo>
                    <a:pt x="23614" y="11333"/>
                  </a:lnTo>
                  <a:lnTo>
                    <a:pt x="23614" y="11333"/>
                  </a:lnTo>
                  <a:lnTo>
                    <a:pt x="21983" y="10837"/>
                  </a:lnTo>
                  <a:lnTo>
                    <a:pt x="20373" y="10321"/>
                  </a:lnTo>
                  <a:lnTo>
                    <a:pt x="18784" y="9764"/>
                  </a:lnTo>
                  <a:lnTo>
                    <a:pt x="17215" y="9186"/>
                  </a:lnTo>
                  <a:lnTo>
                    <a:pt x="15646" y="8587"/>
                  </a:lnTo>
                  <a:lnTo>
                    <a:pt x="14119" y="7948"/>
                  </a:lnTo>
                  <a:lnTo>
                    <a:pt x="12612" y="7266"/>
                  </a:lnTo>
                  <a:lnTo>
                    <a:pt x="11105" y="6565"/>
                  </a:lnTo>
                  <a:lnTo>
                    <a:pt x="9640" y="5842"/>
                  </a:lnTo>
                  <a:lnTo>
                    <a:pt x="8195" y="5099"/>
                  </a:lnTo>
                  <a:lnTo>
                    <a:pt x="6770" y="4315"/>
                  </a:lnTo>
                  <a:lnTo>
                    <a:pt x="5367" y="3510"/>
                  </a:lnTo>
                  <a:lnTo>
                    <a:pt x="3984" y="2663"/>
                  </a:lnTo>
                  <a:lnTo>
                    <a:pt x="2642" y="1796"/>
                  </a:lnTo>
                  <a:lnTo>
                    <a:pt x="1300" y="909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7" name="Google Shape;827;p27"/>
            <p:cNvSpPr/>
            <p:nvPr/>
          </p:nvSpPr>
          <p:spPr>
            <a:xfrm>
              <a:off x="4240850" y="4824075"/>
              <a:ext cx="623400" cy="636300"/>
            </a:xfrm>
            <a:custGeom>
              <a:avLst/>
              <a:gdLst/>
              <a:ahLst/>
              <a:cxnLst/>
              <a:rect l="l" t="t" r="r" b="b"/>
              <a:pathLst>
                <a:path w="24936" h="25452" extrusionOk="0">
                  <a:moveTo>
                    <a:pt x="1" y="1"/>
                  </a:moveTo>
                  <a:lnTo>
                    <a:pt x="12613" y="25451"/>
                  </a:lnTo>
                  <a:lnTo>
                    <a:pt x="18846" y="25451"/>
                  </a:lnTo>
                  <a:lnTo>
                    <a:pt x="19734" y="23470"/>
                  </a:lnTo>
                  <a:lnTo>
                    <a:pt x="20828" y="25451"/>
                  </a:lnTo>
                  <a:lnTo>
                    <a:pt x="24936" y="25451"/>
                  </a:lnTo>
                  <a:lnTo>
                    <a:pt x="24461" y="10218"/>
                  </a:lnTo>
                  <a:lnTo>
                    <a:pt x="24254" y="12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73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8" name="Google Shape;828;p27"/>
            <p:cNvSpPr/>
            <p:nvPr/>
          </p:nvSpPr>
          <p:spPr>
            <a:xfrm>
              <a:off x="4240850" y="4824075"/>
              <a:ext cx="623400" cy="636300"/>
            </a:xfrm>
            <a:custGeom>
              <a:avLst/>
              <a:gdLst/>
              <a:ahLst/>
              <a:cxnLst/>
              <a:rect l="l" t="t" r="r" b="b"/>
              <a:pathLst>
                <a:path w="24936" h="25452" fill="none" extrusionOk="0">
                  <a:moveTo>
                    <a:pt x="1" y="1"/>
                  </a:moveTo>
                  <a:lnTo>
                    <a:pt x="12613" y="25451"/>
                  </a:lnTo>
                  <a:lnTo>
                    <a:pt x="18846" y="25451"/>
                  </a:lnTo>
                  <a:lnTo>
                    <a:pt x="19734" y="23470"/>
                  </a:lnTo>
                  <a:lnTo>
                    <a:pt x="20828" y="25451"/>
                  </a:lnTo>
                  <a:lnTo>
                    <a:pt x="24936" y="25451"/>
                  </a:lnTo>
                  <a:lnTo>
                    <a:pt x="24461" y="10218"/>
                  </a:lnTo>
                  <a:lnTo>
                    <a:pt x="24254" y="1219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" name="Google Shape;829;p27"/>
            <p:cNvSpPr/>
            <p:nvPr/>
          </p:nvSpPr>
          <p:spPr>
            <a:xfrm>
              <a:off x="4404450" y="5048050"/>
              <a:ext cx="459800" cy="412325"/>
            </a:xfrm>
            <a:custGeom>
              <a:avLst/>
              <a:gdLst/>
              <a:ahLst/>
              <a:cxnLst/>
              <a:rect l="l" t="t" r="r" b="b"/>
              <a:pathLst>
                <a:path w="18392" h="16493" extrusionOk="0">
                  <a:moveTo>
                    <a:pt x="17876" y="0"/>
                  </a:moveTo>
                  <a:lnTo>
                    <a:pt x="16823" y="351"/>
                  </a:lnTo>
                  <a:lnTo>
                    <a:pt x="15749" y="702"/>
                  </a:lnTo>
                  <a:lnTo>
                    <a:pt x="14676" y="1032"/>
                  </a:lnTo>
                  <a:lnTo>
                    <a:pt x="13582" y="1362"/>
                  </a:lnTo>
                  <a:lnTo>
                    <a:pt x="12488" y="1672"/>
                  </a:lnTo>
                  <a:lnTo>
                    <a:pt x="11394" y="1982"/>
                  </a:lnTo>
                  <a:lnTo>
                    <a:pt x="10280" y="2250"/>
                  </a:lnTo>
                  <a:lnTo>
                    <a:pt x="9165" y="2518"/>
                  </a:lnTo>
                  <a:lnTo>
                    <a:pt x="8030" y="2787"/>
                  </a:lnTo>
                  <a:lnTo>
                    <a:pt x="6915" y="3034"/>
                  </a:lnTo>
                  <a:lnTo>
                    <a:pt x="5780" y="3261"/>
                  </a:lnTo>
                  <a:lnTo>
                    <a:pt x="4624" y="3488"/>
                  </a:lnTo>
                  <a:lnTo>
                    <a:pt x="3468" y="3695"/>
                  </a:lnTo>
                  <a:lnTo>
                    <a:pt x="2312" y="3881"/>
                  </a:lnTo>
                  <a:lnTo>
                    <a:pt x="1156" y="4066"/>
                  </a:lnTo>
                  <a:lnTo>
                    <a:pt x="0" y="4232"/>
                  </a:lnTo>
                  <a:lnTo>
                    <a:pt x="6069" y="16492"/>
                  </a:lnTo>
                  <a:lnTo>
                    <a:pt x="12302" y="16492"/>
                  </a:lnTo>
                  <a:lnTo>
                    <a:pt x="13190" y="14511"/>
                  </a:lnTo>
                  <a:lnTo>
                    <a:pt x="14284" y="16492"/>
                  </a:lnTo>
                  <a:lnTo>
                    <a:pt x="18392" y="16492"/>
                  </a:lnTo>
                  <a:lnTo>
                    <a:pt x="17917" y="1259"/>
                  </a:lnTo>
                  <a:lnTo>
                    <a:pt x="17876" y="0"/>
                  </a:lnTo>
                  <a:close/>
                </a:path>
              </a:pathLst>
            </a:custGeom>
            <a:solidFill>
              <a:srgbClr val="4869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" name="Google Shape;830;p27"/>
            <p:cNvSpPr/>
            <p:nvPr/>
          </p:nvSpPr>
          <p:spPr>
            <a:xfrm>
              <a:off x="4404450" y="5048050"/>
              <a:ext cx="459800" cy="412325"/>
            </a:xfrm>
            <a:custGeom>
              <a:avLst/>
              <a:gdLst/>
              <a:ahLst/>
              <a:cxnLst/>
              <a:rect l="l" t="t" r="r" b="b"/>
              <a:pathLst>
                <a:path w="18392" h="16493" fill="none" extrusionOk="0">
                  <a:moveTo>
                    <a:pt x="17876" y="0"/>
                  </a:moveTo>
                  <a:lnTo>
                    <a:pt x="17876" y="0"/>
                  </a:lnTo>
                  <a:lnTo>
                    <a:pt x="16823" y="351"/>
                  </a:lnTo>
                  <a:lnTo>
                    <a:pt x="15749" y="702"/>
                  </a:lnTo>
                  <a:lnTo>
                    <a:pt x="14676" y="1032"/>
                  </a:lnTo>
                  <a:lnTo>
                    <a:pt x="13582" y="1362"/>
                  </a:lnTo>
                  <a:lnTo>
                    <a:pt x="12488" y="1672"/>
                  </a:lnTo>
                  <a:lnTo>
                    <a:pt x="11394" y="1982"/>
                  </a:lnTo>
                  <a:lnTo>
                    <a:pt x="10280" y="2250"/>
                  </a:lnTo>
                  <a:lnTo>
                    <a:pt x="9165" y="2518"/>
                  </a:lnTo>
                  <a:lnTo>
                    <a:pt x="8030" y="2787"/>
                  </a:lnTo>
                  <a:lnTo>
                    <a:pt x="6915" y="3034"/>
                  </a:lnTo>
                  <a:lnTo>
                    <a:pt x="5780" y="3261"/>
                  </a:lnTo>
                  <a:lnTo>
                    <a:pt x="4624" y="3488"/>
                  </a:lnTo>
                  <a:lnTo>
                    <a:pt x="3468" y="3695"/>
                  </a:lnTo>
                  <a:lnTo>
                    <a:pt x="2312" y="3881"/>
                  </a:lnTo>
                  <a:lnTo>
                    <a:pt x="1156" y="4066"/>
                  </a:lnTo>
                  <a:lnTo>
                    <a:pt x="0" y="4232"/>
                  </a:lnTo>
                  <a:lnTo>
                    <a:pt x="6069" y="16492"/>
                  </a:lnTo>
                  <a:lnTo>
                    <a:pt x="12302" y="16492"/>
                  </a:lnTo>
                  <a:lnTo>
                    <a:pt x="13190" y="14511"/>
                  </a:lnTo>
                  <a:lnTo>
                    <a:pt x="14284" y="16492"/>
                  </a:lnTo>
                  <a:lnTo>
                    <a:pt x="18392" y="16492"/>
                  </a:lnTo>
                  <a:lnTo>
                    <a:pt x="17917" y="1259"/>
                  </a:lnTo>
                  <a:lnTo>
                    <a:pt x="1787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1" name="Google Shape;831;p27"/>
            <p:cNvSpPr/>
            <p:nvPr/>
          </p:nvSpPr>
          <p:spPr>
            <a:xfrm>
              <a:off x="5763150" y="2948300"/>
              <a:ext cx="366400" cy="427825"/>
            </a:xfrm>
            <a:custGeom>
              <a:avLst/>
              <a:gdLst/>
              <a:ahLst/>
              <a:cxnLst/>
              <a:rect l="l" t="t" r="r" b="b"/>
              <a:pathLst>
                <a:path w="14656" h="17113" extrusionOk="0">
                  <a:moveTo>
                    <a:pt x="7246" y="6462"/>
                  </a:moveTo>
                  <a:lnTo>
                    <a:pt x="7535" y="6482"/>
                  </a:lnTo>
                  <a:lnTo>
                    <a:pt x="7803" y="6544"/>
                  </a:lnTo>
                  <a:lnTo>
                    <a:pt x="8092" y="6627"/>
                  </a:lnTo>
                  <a:lnTo>
                    <a:pt x="8360" y="6730"/>
                  </a:lnTo>
                  <a:lnTo>
                    <a:pt x="8608" y="6854"/>
                  </a:lnTo>
                  <a:lnTo>
                    <a:pt x="8856" y="6998"/>
                  </a:lnTo>
                  <a:lnTo>
                    <a:pt x="9083" y="7163"/>
                  </a:lnTo>
                  <a:lnTo>
                    <a:pt x="9310" y="7349"/>
                  </a:lnTo>
                  <a:lnTo>
                    <a:pt x="9516" y="7535"/>
                  </a:lnTo>
                  <a:lnTo>
                    <a:pt x="9702" y="7741"/>
                  </a:lnTo>
                  <a:lnTo>
                    <a:pt x="9888" y="7968"/>
                  </a:lnTo>
                  <a:lnTo>
                    <a:pt x="10053" y="8195"/>
                  </a:lnTo>
                  <a:lnTo>
                    <a:pt x="10197" y="8422"/>
                  </a:lnTo>
                  <a:lnTo>
                    <a:pt x="10321" y="8670"/>
                  </a:lnTo>
                  <a:lnTo>
                    <a:pt x="10445" y="8918"/>
                  </a:lnTo>
                  <a:lnTo>
                    <a:pt x="10548" y="9186"/>
                  </a:lnTo>
                  <a:lnTo>
                    <a:pt x="10631" y="9434"/>
                  </a:lnTo>
                  <a:lnTo>
                    <a:pt x="10713" y="9702"/>
                  </a:lnTo>
                  <a:lnTo>
                    <a:pt x="10775" y="9971"/>
                  </a:lnTo>
                  <a:lnTo>
                    <a:pt x="10817" y="10239"/>
                  </a:lnTo>
                  <a:lnTo>
                    <a:pt x="10837" y="10487"/>
                  </a:lnTo>
                  <a:lnTo>
                    <a:pt x="10858" y="10755"/>
                  </a:lnTo>
                  <a:lnTo>
                    <a:pt x="10858" y="11023"/>
                  </a:lnTo>
                  <a:lnTo>
                    <a:pt x="10839" y="11266"/>
                  </a:lnTo>
                  <a:lnTo>
                    <a:pt x="10839" y="11266"/>
                  </a:lnTo>
                  <a:lnTo>
                    <a:pt x="10569" y="11395"/>
                  </a:lnTo>
                  <a:lnTo>
                    <a:pt x="10074" y="11581"/>
                  </a:lnTo>
                  <a:lnTo>
                    <a:pt x="9805" y="11663"/>
                  </a:lnTo>
                  <a:lnTo>
                    <a:pt x="9557" y="11725"/>
                  </a:lnTo>
                  <a:lnTo>
                    <a:pt x="9289" y="11766"/>
                  </a:lnTo>
                  <a:lnTo>
                    <a:pt x="9000" y="11808"/>
                  </a:lnTo>
                  <a:lnTo>
                    <a:pt x="8732" y="11828"/>
                  </a:lnTo>
                  <a:lnTo>
                    <a:pt x="8464" y="11849"/>
                  </a:lnTo>
                  <a:lnTo>
                    <a:pt x="8175" y="11849"/>
                  </a:lnTo>
                  <a:lnTo>
                    <a:pt x="7906" y="11828"/>
                  </a:lnTo>
                  <a:lnTo>
                    <a:pt x="7638" y="11787"/>
                  </a:lnTo>
                  <a:lnTo>
                    <a:pt x="7349" y="11746"/>
                  </a:lnTo>
                  <a:lnTo>
                    <a:pt x="7081" y="11684"/>
                  </a:lnTo>
                  <a:lnTo>
                    <a:pt x="6812" y="11601"/>
                  </a:lnTo>
                  <a:lnTo>
                    <a:pt x="6544" y="11498"/>
                  </a:lnTo>
                  <a:lnTo>
                    <a:pt x="6276" y="11395"/>
                  </a:lnTo>
                  <a:lnTo>
                    <a:pt x="6028" y="11250"/>
                  </a:lnTo>
                  <a:lnTo>
                    <a:pt x="5801" y="11085"/>
                  </a:lnTo>
                  <a:lnTo>
                    <a:pt x="5574" y="10920"/>
                  </a:lnTo>
                  <a:lnTo>
                    <a:pt x="5367" y="10714"/>
                  </a:lnTo>
                  <a:lnTo>
                    <a:pt x="5182" y="10507"/>
                  </a:lnTo>
                  <a:lnTo>
                    <a:pt x="4996" y="10280"/>
                  </a:lnTo>
                  <a:lnTo>
                    <a:pt x="4851" y="10012"/>
                  </a:lnTo>
                  <a:lnTo>
                    <a:pt x="4748" y="9744"/>
                  </a:lnTo>
                  <a:lnTo>
                    <a:pt x="4645" y="9475"/>
                  </a:lnTo>
                  <a:lnTo>
                    <a:pt x="4583" y="9186"/>
                  </a:lnTo>
                  <a:lnTo>
                    <a:pt x="4562" y="8897"/>
                  </a:lnTo>
                  <a:lnTo>
                    <a:pt x="4562" y="8608"/>
                  </a:lnTo>
                  <a:lnTo>
                    <a:pt x="4604" y="8319"/>
                  </a:lnTo>
                  <a:lnTo>
                    <a:pt x="4666" y="8051"/>
                  </a:lnTo>
                  <a:lnTo>
                    <a:pt x="4789" y="7783"/>
                  </a:lnTo>
                  <a:lnTo>
                    <a:pt x="4934" y="7514"/>
                  </a:lnTo>
                  <a:lnTo>
                    <a:pt x="5120" y="7287"/>
                  </a:lnTo>
                  <a:lnTo>
                    <a:pt x="5347" y="7101"/>
                  </a:lnTo>
                  <a:lnTo>
                    <a:pt x="5574" y="6916"/>
                  </a:lnTo>
                  <a:lnTo>
                    <a:pt x="5821" y="6771"/>
                  </a:lnTo>
                  <a:lnTo>
                    <a:pt x="6110" y="6647"/>
                  </a:lnTo>
                  <a:lnTo>
                    <a:pt x="6379" y="6565"/>
                  </a:lnTo>
                  <a:lnTo>
                    <a:pt x="6668" y="6482"/>
                  </a:lnTo>
                  <a:lnTo>
                    <a:pt x="6957" y="6462"/>
                  </a:lnTo>
                  <a:close/>
                  <a:moveTo>
                    <a:pt x="10755" y="1"/>
                  </a:moveTo>
                  <a:lnTo>
                    <a:pt x="10775" y="22"/>
                  </a:lnTo>
                  <a:lnTo>
                    <a:pt x="10858" y="63"/>
                  </a:lnTo>
                  <a:lnTo>
                    <a:pt x="11188" y="228"/>
                  </a:lnTo>
                  <a:lnTo>
                    <a:pt x="11415" y="372"/>
                  </a:lnTo>
                  <a:lnTo>
                    <a:pt x="11684" y="538"/>
                  </a:lnTo>
                  <a:lnTo>
                    <a:pt x="11973" y="765"/>
                  </a:lnTo>
                  <a:lnTo>
                    <a:pt x="12303" y="1033"/>
                  </a:lnTo>
                  <a:lnTo>
                    <a:pt x="12654" y="1363"/>
                  </a:lnTo>
                  <a:lnTo>
                    <a:pt x="13005" y="1776"/>
                  </a:lnTo>
                  <a:lnTo>
                    <a:pt x="13170" y="1982"/>
                  </a:lnTo>
                  <a:lnTo>
                    <a:pt x="13335" y="2230"/>
                  </a:lnTo>
                  <a:lnTo>
                    <a:pt x="13500" y="2478"/>
                  </a:lnTo>
                  <a:lnTo>
                    <a:pt x="13665" y="2746"/>
                  </a:lnTo>
                  <a:lnTo>
                    <a:pt x="13810" y="3035"/>
                  </a:lnTo>
                  <a:lnTo>
                    <a:pt x="13954" y="3345"/>
                  </a:lnTo>
                  <a:lnTo>
                    <a:pt x="14078" y="3675"/>
                  </a:lnTo>
                  <a:lnTo>
                    <a:pt x="14202" y="4005"/>
                  </a:lnTo>
                  <a:lnTo>
                    <a:pt x="14305" y="4377"/>
                  </a:lnTo>
                  <a:lnTo>
                    <a:pt x="14367" y="4728"/>
                  </a:lnTo>
                  <a:lnTo>
                    <a:pt x="14429" y="5120"/>
                  </a:lnTo>
                  <a:lnTo>
                    <a:pt x="14470" y="5512"/>
                  </a:lnTo>
                  <a:lnTo>
                    <a:pt x="14470" y="5925"/>
                  </a:lnTo>
                  <a:lnTo>
                    <a:pt x="14449" y="6338"/>
                  </a:lnTo>
                  <a:lnTo>
                    <a:pt x="14388" y="6751"/>
                  </a:lnTo>
                  <a:lnTo>
                    <a:pt x="14305" y="7184"/>
                  </a:lnTo>
                  <a:lnTo>
                    <a:pt x="14181" y="7597"/>
                  </a:lnTo>
                  <a:lnTo>
                    <a:pt x="14016" y="8030"/>
                  </a:lnTo>
                  <a:lnTo>
                    <a:pt x="13810" y="8443"/>
                  </a:lnTo>
                  <a:lnTo>
                    <a:pt x="13583" y="8856"/>
                  </a:lnTo>
                  <a:lnTo>
                    <a:pt x="13314" y="9248"/>
                  </a:lnTo>
                  <a:lnTo>
                    <a:pt x="13025" y="9620"/>
                  </a:lnTo>
                  <a:lnTo>
                    <a:pt x="12695" y="9991"/>
                  </a:lnTo>
                  <a:lnTo>
                    <a:pt x="12323" y="10321"/>
                  </a:lnTo>
                  <a:lnTo>
                    <a:pt x="11931" y="10631"/>
                  </a:lnTo>
                  <a:lnTo>
                    <a:pt x="11498" y="10920"/>
                  </a:lnTo>
                  <a:lnTo>
                    <a:pt x="11076" y="11150"/>
                  </a:lnTo>
                  <a:lnTo>
                    <a:pt x="11076" y="11150"/>
                  </a:lnTo>
                  <a:lnTo>
                    <a:pt x="11085" y="11023"/>
                  </a:lnTo>
                  <a:lnTo>
                    <a:pt x="11085" y="10755"/>
                  </a:lnTo>
                  <a:lnTo>
                    <a:pt x="11064" y="10487"/>
                  </a:lnTo>
                  <a:lnTo>
                    <a:pt x="11044" y="10198"/>
                  </a:lnTo>
                  <a:lnTo>
                    <a:pt x="11002" y="9929"/>
                  </a:lnTo>
                  <a:lnTo>
                    <a:pt x="10940" y="9640"/>
                  </a:lnTo>
                  <a:lnTo>
                    <a:pt x="10858" y="9372"/>
                  </a:lnTo>
                  <a:lnTo>
                    <a:pt x="10775" y="9104"/>
                  </a:lnTo>
                  <a:lnTo>
                    <a:pt x="10651" y="8835"/>
                  </a:lnTo>
                  <a:lnTo>
                    <a:pt x="10548" y="8567"/>
                  </a:lnTo>
                  <a:lnTo>
                    <a:pt x="10404" y="8299"/>
                  </a:lnTo>
                  <a:lnTo>
                    <a:pt x="10239" y="8051"/>
                  </a:lnTo>
                  <a:lnTo>
                    <a:pt x="10074" y="7824"/>
                  </a:lnTo>
                  <a:lnTo>
                    <a:pt x="9888" y="7597"/>
                  </a:lnTo>
                  <a:lnTo>
                    <a:pt x="9681" y="7370"/>
                  </a:lnTo>
                  <a:lnTo>
                    <a:pt x="9475" y="7163"/>
                  </a:lnTo>
                  <a:lnTo>
                    <a:pt x="9248" y="6978"/>
                  </a:lnTo>
                  <a:lnTo>
                    <a:pt x="9000" y="6792"/>
                  </a:lnTo>
                  <a:lnTo>
                    <a:pt x="8732" y="6647"/>
                  </a:lnTo>
                  <a:lnTo>
                    <a:pt x="8464" y="6503"/>
                  </a:lnTo>
                  <a:lnTo>
                    <a:pt x="8175" y="6379"/>
                  </a:lnTo>
                  <a:lnTo>
                    <a:pt x="7865" y="6296"/>
                  </a:lnTo>
                  <a:lnTo>
                    <a:pt x="7576" y="6235"/>
                  </a:lnTo>
                  <a:lnTo>
                    <a:pt x="7246" y="6214"/>
                  </a:lnTo>
                  <a:lnTo>
                    <a:pt x="6936" y="6214"/>
                  </a:lnTo>
                  <a:lnTo>
                    <a:pt x="6626" y="6255"/>
                  </a:lnTo>
                  <a:lnTo>
                    <a:pt x="6317" y="6317"/>
                  </a:lnTo>
                  <a:lnTo>
                    <a:pt x="6007" y="6420"/>
                  </a:lnTo>
                  <a:lnTo>
                    <a:pt x="5718" y="6544"/>
                  </a:lnTo>
                  <a:lnTo>
                    <a:pt x="5450" y="6709"/>
                  </a:lnTo>
                  <a:lnTo>
                    <a:pt x="5182" y="6895"/>
                  </a:lnTo>
                  <a:lnTo>
                    <a:pt x="4954" y="7122"/>
                  </a:lnTo>
                  <a:lnTo>
                    <a:pt x="4748" y="7390"/>
                  </a:lnTo>
                  <a:lnTo>
                    <a:pt x="4645" y="7514"/>
                  </a:lnTo>
                  <a:lnTo>
                    <a:pt x="4562" y="7659"/>
                  </a:lnTo>
                  <a:lnTo>
                    <a:pt x="4438" y="7968"/>
                  </a:lnTo>
                  <a:lnTo>
                    <a:pt x="4356" y="8278"/>
                  </a:lnTo>
                  <a:lnTo>
                    <a:pt x="4315" y="8588"/>
                  </a:lnTo>
                  <a:lnTo>
                    <a:pt x="4315" y="8918"/>
                  </a:lnTo>
                  <a:lnTo>
                    <a:pt x="4335" y="9228"/>
                  </a:lnTo>
                  <a:lnTo>
                    <a:pt x="4418" y="9537"/>
                  </a:lnTo>
                  <a:lnTo>
                    <a:pt x="4521" y="9847"/>
                  </a:lnTo>
                  <a:lnTo>
                    <a:pt x="4645" y="10136"/>
                  </a:lnTo>
                  <a:lnTo>
                    <a:pt x="4789" y="10404"/>
                  </a:lnTo>
                  <a:lnTo>
                    <a:pt x="4975" y="10652"/>
                  </a:lnTo>
                  <a:lnTo>
                    <a:pt x="5182" y="10899"/>
                  </a:lnTo>
                  <a:lnTo>
                    <a:pt x="5409" y="11106"/>
                  </a:lnTo>
                  <a:lnTo>
                    <a:pt x="5656" y="11292"/>
                  </a:lnTo>
                  <a:lnTo>
                    <a:pt x="5904" y="11457"/>
                  </a:lnTo>
                  <a:lnTo>
                    <a:pt x="6172" y="11601"/>
                  </a:lnTo>
                  <a:lnTo>
                    <a:pt x="6461" y="11725"/>
                  </a:lnTo>
                  <a:lnTo>
                    <a:pt x="6730" y="11828"/>
                  </a:lnTo>
                  <a:lnTo>
                    <a:pt x="7019" y="11911"/>
                  </a:lnTo>
                  <a:lnTo>
                    <a:pt x="7308" y="11973"/>
                  </a:lnTo>
                  <a:lnTo>
                    <a:pt x="7597" y="12035"/>
                  </a:lnTo>
                  <a:lnTo>
                    <a:pt x="7886" y="12055"/>
                  </a:lnTo>
                  <a:lnTo>
                    <a:pt x="8175" y="12076"/>
                  </a:lnTo>
                  <a:lnTo>
                    <a:pt x="8752" y="12076"/>
                  </a:lnTo>
                  <a:lnTo>
                    <a:pt x="9041" y="12035"/>
                  </a:lnTo>
                  <a:lnTo>
                    <a:pt x="9310" y="11993"/>
                  </a:lnTo>
                  <a:lnTo>
                    <a:pt x="9599" y="11952"/>
                  </a:lnTo>
                  <a:lnTo>
                    <a:pt x="9867" y="11890"/>
                  </a:lnTo>
                  <a:lnTo>
                    <a:pt x="10135" y="11808"/>
                  </a:lnTo>
                  <a:lnTo>
                    <a:pt x="10404" y="11704"/>
                  </a:lnTo>
                  <a:lnTo>
                    <a:pt x="10651" y="11622"/>
                  </a:lnTo>
                  <a:lnTo>
                    <a:pt x="10818" y="11538"/>
                  </a:lnTo>
                  <a:lnTo>
                    <a:pt x="10818" y="11538"/>
                  </a:lnTo>
                  <a:lnTo>
                    <a:pt x="10817" y="11560"/>
                  </a:lnTo>
                  <a:lnTo>
                    <a:pt x="10734" y="12055"/>
                  </a:lnTo>
                  <a:lnTo>
                    <a:pt x="10631" y="12571"/>
                  </a:lnTo>
                  <a:lnTo>
                    <a:pt x="10466" y="13046"/>
                  </a:lnTo>
                  <a:lnTo>
                    <a:pt x="10259" y="13500"/>
                  </a:lnTo>
                  <a:lnTo>
                    <a:pt x="10032" y="13934"/>
                  </a:lnTo>
                  <a:lnTo>
                    <a:pt x="9785" y="14347"/>
                  </a:lnTo>
                  <a:lnTo>
                    <a:pt x="9496" y="14739"/>
                  </a:lnTo>
                  <a:lnTo>
                    <a:pt x="9207" y="15090"/>
                  </a:lnTo>
                  <a:lnTo>
                    <a:pt x="8876" y="15399"/>
                  </a:lnTo>
                  <a:lnTo>
                    <a:pt x="8525" y="15688"/>
                  </a:lnTo>
                  <a:lnTo>
                    <a:pt x="8175" y="15957"/>
                  </a:lnTo>
                  <a:lnTo>
                    <a:pt x="7782" y="16163"/>
                  </a:lnTo>
                  <a:lnTo>
                    <a:pt x="7411" y="16369"/>
                  </a:lnTo>
                  <a:lnTo>
                    <a:pt x="7019" y="16514"/>
                  </a:lnTo>
                  <a:lnTo>
                    <a:pt x="6647" y="16658"/>
                  </a:lnTo>
                  <a:lnTo>
                    <a:pt x="6255" y="16762"/>
                  </a:lnTo>
                  <a:lnTo>
                    <a:pt x="5883" y="16844"/>
                  </a:lnTo>
                  <a:lnTo>
                    <a:pt x="5512" y="16906"/>
                  </a:lnTo>
                  <a:lnTo>
                    <a:pt x="5140" y="16927"/>
                  </a:lnTo>
                  <a:lnTo>
                    <a:pt x="4789" y="16947"/>
                  </a:lnTo>
                  <a:lnTo>
                    <a:pt x="4438" y="16947"/>
                  </a:lnTo>
                  <a:lnTo>
                    <a:pt x="4088" y="16927"/>
                  </a:lnTo>
                  <a:lnTo>
                    <a:pt x="3778" y="16906"/>
                  </a:lnTo>
                  <a:lnTo>
                    <a:pt x="3468" y="16865"/>
                  </a:lnTo>
                  <a:lnTo>
                    <a:pt x="3159" y="16823"/>
                  </a:lnTo>
                  <a:lnTo>
                    <a:pt x="2601" y="16679"/>
                  </a:lnTo>
                  <a:lnTo>
                    <a:pt x="2085" y="16535"/>
                  </a:lnTo>
                  <a:lnTo>
                    <a:pt x="1652" y="16369"/>
                  </a:lnTo>
                  <a:lnTo>
                    <a:pt x="1260" y="16184"/>
                  </a:lnTo>
                  <a:lnTo>
                    <a:pt x="909" y="16018"/>
                  </a:lnTo>
                  <a:lnTo>
                    <a:pt x="640" y="15874"/>
                  </a:lnTo>
                  <a:lnTo>
                    <a:pt x="413" y="15730"/>
                  </a:lnTo>
                  <a:lnTo>
                    <a:pt x="104" y="15523"/>
                  </a:lnTo>
                  <a:lnTo>
                    <a:pt x="21" y="15482"/>
                  </a:lnTo>
                  <a:lnTo>
                    <a:pt x="1" y="15461"/>
                  </a:lnTo>
                  <a:lnTo>
                    <a:pt x="83" y="15544"/>
                  </a:lnTo>
                  <a:lnTo>
                    <a:pt x="372" y="15771"/>
                  </a:lnTo>
                  <a:lnTo>
                    <a:pt x="599" y="15915"/>
                  </a:lnTo>
                  <a:lnTo>
                    <a:pt x="888" y="16080"/>
                  </a:lnTo>
                  <a:lnTo>
                    <a:pt x="1218" y="16266"/>
                  </a:lnTo>
                  <a:lnTo>
                    <a:pt x="1611" y="16452"/>
                  </a:lnTo>
                  <a:lnTo>
                    <a:pt x="2065" y="16638"/>
                  </a:lnTo>
                  <a:lnTo>
                    <a:pt x="2560" y="16803"/>
                  </a:lnTo>
                  <a:lnTo>
                    <a:pt x="3138" y="16947"/>
                  </a:lnTo>
                  <a:lnTo>
                    <a:pt x="3448" y="16989"/>
                  </a:lnTo>
                  <a:lnTo>
                    <a:pt x="3757" y="17051"/>
                  </a:lnTo>
                  <a:lnTo>
                    <a:pt x="4088" y="17071"/>
                  </a:lnTo>
                  <a:lnTo>
                    <a:pt x="4438" y="17092"/>
                  </a:lnTo>
                  <a:lnTo>
                    <a:pt x="4789" y="17112"/>
                  </a:lnTo>
                  <a:lnTo>
                    <a:pt x="5161" y="17092"/>
                  </a:lnTo>
                  <a:lnTo>
                    <a:pt x="5532" y="17051"/>
                  </a:lnTo>
                  <a:lnTo>
                    <a:pt x="5904" y="17009"/>
                  </a:lnTo>
                  <a:lnTo>
                    <a:pt x="6296" y="16927"/>
                  </a:lnTo>
                  <a:lnTo>
                    <a:pt x="6688" y="16823"/>
                  </a:lnTo>
                  <a:lnTo>
                    <a:pt x="7101" y="16700"/>
                  </a:lnTo>
                  <a:lnTo>
                    <a:pt x="7493" y="16535"/>
                  </a:lnTo>
                  <a:lnTo>
                    <a:pt x="7886" y="16328"/>
                  </a:lnTo>
                  <a:lnTo>
                    <a:pt x="8278" y="16122"/>
                  </a:lnTo>
                  <a:lnTo>
                    <a:pt x="8649" y="15853"/>
                  </a:lnTo>
                  <a:lnTo>
                    <a:pt x="9000" y="15564"/>
                  </a:lnTo>
                  <a:lnTo>
                    <a:pt x="9351" y="15213"/>
                  </a:lnTo>
                  <a:lnTo>
                    <a:pt x="9661" y="14863"/>
                  </a:lnTo>
                  <a:lnTo>
                    <a:pt x="9950" y="14470"/>
                  </a:lnTo>
                  <a:lnTo>
                    <a:pt x="10218" y="14037"/>
                  </a:lnTo>
                  <a:lnTo>
                    <a:pt x="10466" y="13583"/>
                  </a:lnTo>
                  <a:lnTo>
                    <a:pt x="10672" y="13129"/>
                  </a:lnTo>
                  <a:lnTo>
                    <a:pt x="10837" y="12633"/>
                  </a:lnTo>
                  <a:lnTo>
                    <a:pt x="10961" y="12117"/>
                  </a:lnTo>
                  <a:lnTo>
                    <a:pt x="11044" y="11581"/>
                  </a:lnTo>
                  <a:lnTo>
                    <a:pt x="11056" y="11420"/>
                  </a:lnTo>
                  <a:lnTo>
                    <a:pt x="11147" y="11374"/>
                  </a:lnTo>
                  <a:lnTo>
                    <a:pt x="11622" y="11106"/>
                  </a:lnTo>
                  <a:lnTo>
                    <a:pt x="12055" y="10817"/>
                  </a:lnTo>
                  <a:lnTo>
                    <a:pt x="12468" y="10487"/>
                  </a:lnTo>
                  <a:lnTo>
                    <a:pt x="12839" y="10136"/>
                  </a:lnTo>
                  <a:lnTo>
                    <a:pt x="13190" y="9764"/>
                  </a:lnTo>
                  <a:lnTo>
                    <a:pt x="13500" y="9372"/>
                  </a:lnTo>
                  <a:lnTo>
                    <a:pt x="13768" y="8959"/>
                  </a:lnTo>
                  <a:lnTo>
                    <a:pt x="13995" y="8526"/>
                  </a:lnTo>
                  <a:lnTo>
                    <a:pt x="14202" y="8113"/>
                  </a:lnTo>
                  <a:lnTo>
                    <a:pt x="14367" y="7659"/>
                  </a:lnTo>
                  <a:lnTo>
                    <a:pt x="14491" y="7225"/>
                  </a:lnTo>
                  <a:lnTo>
                    <a:pt x="14573" y="6792"/>
                  </a:lnTo>
                  <a:lnTo>
                    <a:pt x="14635" y="6358"/>
                  </a:lnTo>
                  <a:lnTo>
                    <a:pt x="14656" y="5925"/>
                  </a:lnTo>
                  <a:lnTo>
                    <a:pt x="14635" y="5512"/>
                  </a:lnTo>
                  <a:lnTo>
                    <a:pt x="14594" y="5099"/>
                  </a:lnTo>
                  <a:lnTo>
                    <a:pt x="14532" y="4707"/>
                  </a:lnTo>
                  <a:lnTo>
                    <a:pt x="14449" y="4336"/>
                  </a:lnTo>
                  <a:lnTo>
                    <a:pt x="14346" y="3964"/>
                  </a:lnTo>
                  <a:lnTo>
                    <a:pt x="14222" y="3613"/>
                  </a:lnTo>
                  <a:lnTo>
                    <a:pt x="14099" y="3283"/>
                  </a:lnTo>
                  <a:lnTo>
                    <a:pt x="13954" y="2973"/>
                  </a:lnTo>
                  <a:lnTo>
                    <a:pt x="13789" y="2684"/>
                  </a:lnTo>
                  <a:lnTo>
                    <a:pt x="13624" y="2416"/>
                  </a:lnTo>
                  <a:lnTo>
                    <a:pt x="13438" y="2148"/>
                  </a:lnTo>
                  <a:lnTo>
                    <a:pt x="13273" y="1921"/>
                  </a:lnTo>
                  <a:lnTo>
                    <a:pt x="13087" y="1693"/>
                  </a:lnTo>
                  <a:lnTo>
                    <a:pt x="12736" y="1301"/>
                  </a:lnTo>
                  <a:lnTo>
                    <a:pt x="12365" y="971"/>
                  </a:lnTo>
                  <a:lnTo>
                    <a:pt x="12034" y="703"/>
                  </a:lnTo>
                  <a:lnTo>
                    <a:pt x="11725" y="476"/>
                  </a:lnTo>
                  <a:lnTo>
                    <a:pt x="11436" y="310"/>
                  </a:lnTo>
                  <a:lnTo>
                    <a:pt x="11209" y="187"/>
                  </a:lnTo>
                  <a:lnTo>
                    <a:pt x="10858" y="42"/>
                  </a:lnTo>
                  <a:lnTo>
                    <a:pt x="107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2" name="Google Shape;832;p27"/>
            <p:cNvSpPr/>
            <p:nvPr/>
          </p:nvSpPr>
          <p:spPr>
            <a:xfrm>
              <a:off x="2216475" y="2108725"/>
              <a:ext cx="3662800" cy="3069900"/>
            </a:xfrm>
            <a:custGeom>
              <a:avLst/>
              <a:gdLst/>
              <a:ahLst/>
              <a:cxnLst/>
              <a:rect l="l" t="t" r="r" b="b"/>
              <a:pathLst>
                <a:path w="146512" h="122796" extrusionOk="0">
                  <a:moveTo>
                    <a:pt x="72699" y="1"/>
                  </a:moveTo>
                  <a:lnTo>
                    <a:pt x="70820" y="21"/>
                  </a:lnTo>
                  <a:lnTo>
                    <a:pt x="68963" y="83"/>
                  </a:lnTo>
                  <a:lnTo>
                    <a:pt x="67105" y="186"/>
                  </a:lnTo>
                  <a:lnTo>
                    <a:pt x="65268" y="310"/>
                  </a:lnTo>
                  <a:lnTo>
                    <a:pt x="63452" y="496"/>
                  </a:lnTo>
                  <a:lnTo>
                    <a:pt x="61635" y="702"/>
                  </a:lnTo>
                  <a:lnTo>
                    <a:pt x="59839" y="950"/>
                  </a:lnTo>
                  <a:lnTo>
                    <a:pt x="58064" y="1239"/>
                  </a:lnTo>
                  <a:lnTo>
                    <a:pt x="56289" y="1569"/>
                  </a:lnTo>
                  <a:lnTo>
                    <a:pt x="54535" y="1941"/>
                  </a:lnTo>
                  <a:lnTo>
                    <a:pt x="52801" y="2333"/>
                  </a:lnTo>
                  <a:lnTo>
                    <a:pt x="51087" y="2766"/>
                  </a:lnTo>
                  <a:lnTo>
                    <a:pt x="49395" y="3221"/>
                  </a:lnTo>
                  <a:lnTo>
                    <a:pt x="47702" y="3716"/>
                  </a:lnTo>
                  <a:lnTo>
                    <a:pt x="46051" y="4253"/>
                  </a:lnTo>
                  <a:lnTo>
                    <a:pt x="44400" y="4831"/>
                  </a:lnTo>
                  <a:lnTo>
                    <a:pt x="42790" y="5429"/>
                  </a:lnTo>
                  <a:lnTo>
                    <a:pt x="41180" y="6048"/>
                  </a:lnTo>
                  <a:lnTo>
                    <a:pt x="39611" y="6709"/>
                  </a:lnTo>
                  <a:lnTo>
                    <a:pt x="38063" y="7411"/>
                  </a:lnTo>
                  <a:lnTo>
                    <a:pt x="36515" y="8133"/>
                  </a:lnTo>
                  <a:lnTo>
                    <a:pt x="35008" y="8897"/>
                  </a:lnTo>
                  <a:lnTo>
                    <a:pt x="33522" y="9681"/>
                  </a:lnTo>
                  <a:lnTo>
                    <a:pt x="32056" y="10486"/>
                  </a:lnTo>
                  <a:lnTo>
                    <a:pt x="30632" y="11333"/>
                  </a:lnTo>
                  <a:lnTo>
                    <a:pt x="29208" y="12200"/>
                  </a:lnTo>
                  <a:lnTo>
                    <a:pt x="27825" y="13087"/>
                  </a:lnTo>
                  <a:lnTo>
                    <a:pt x="26462" y="14016"/>
                  </a:lnTo>
                  <a:lnTo>
                    <a:pt x="25121" y="14965"/>
                  </a:lnTo>
                  <a:lnTo>
                    <a:pt x="23820" y="15956"/>
                  </a:lnTo>
                  <a:lnTo>
                    <a:pt x="22541" y="16947"/>
                  </a:lnTo>
                  <a:lnTo>
                    <a:pt x="21302" y="17979"/>
                  </a:lnTo>
                  <a:lnTo>
                    <a:pt x="20084" y="19032"/>
                  </a:lnTo>
                  <a:lnTo>
                    <a:pt x="18887" y="20126"/>
                  </a:lnTo>
                  <a:lnTo>
                    <a:pt x="17731" y="21220"/>
                  </a:lnTo>
                  <a:lnTo>
                    <a:pt x="16617" y="22334"/>
                  </a:lnTo>
                  <a:lnTo>
                    <a:pt x="15523" y="23490"/>
                  </a:lnTo>
                  <a:lnTo>
                    <a:pt x="14449" y="24667"/>
                  </a:lnTo>
                  <a:lnTo>
                    <a:pt x="13417" y="25864"/>
                  </a:lnTo>
                  <a:lnTo>
                    <a:pt x="12426" y="27061"/>
                  </a:lnTo>
                  <a:lnTo>
                    <a:pt x="11456" y="28300"/>
                  </a:lnTo>
                  <a:lnTo>
                    <a:pt x="10527" y="29559"/>
                  </a:lnTo>
                  <a:lnTo>
                    <a:pt x="9640" y="30839"/>
                  </a:lnTo>
                  <a:lnTo>
                    <a:pt x="8773" y="32139"/>
                  </a:lnTo>
                  <a:lnTo>
                    <a:pt x="7968" y="33439"/>
                  </a:lnTo>
                  <a:lnTo>
                    <a:pt x="7184" y="34781"/>
                  </a:lnTo>
                  <a:lnTo>
                    <a:pt x="6420" y="36123"/>
                  </a:lnTo>
                  <a:lnTo>
                    <a:pt x="5718" y="37506"/>
                  </a:lnTo>
                  <a:lnTo>
                    <a:pt x="5057" y="38889"/>
                  </a:lnTo>
                  <a:lnTo>
                    <a:pt x="4418" y="40292"/>
                  </a:lnTo>
                  <a:lnTo>
                    <a:pt x="3819" y="41717"/>
                  </a:lnTo>
                  <a:lnTo>
                    <a:pt x="3282" y="43141"/>
                  </a:lnTo>
                  <a:lnTo>
                    <a:pt x="2766" y="44586"/>
                  </a:lnTo>
                  <a:lnTo>
                    <a:pt x="2292" y="46051"/>
                  </a:lnTo>
                  <a:lnTo>
                    <a:pt x="1879" y="47537"/>
                  </a:lnTo>
                  <a:lnTo>
                    <a:pt x="1487" y="49024"/>
                  </a:lnTo>
                  <a:lnTo>
                    <a:pt x="1136" y="50530"/>
                  </a:lnTo>
                  <a:lnTo>
                    <a:pt x="847" y="52058"/>
                  </a:lnTo>
                  <a:lnTo>
                    <a:pt x="599" y="53585"/>
                  </a:lnTo>
                  <a:lnTo>
                    <a:pt x="393" y="55113"/>
                  </a:lnTo>
                  <a:lnTo>
                    <a:pt x="227" y="56681"/>
                  </a:lnTo>
                  <a:lnTo>
                    <a:pt x="104" y="58250"/>
                  </a:lnTo>
                  <a:lnTo>
                    <a:pt x="42" y="59819"/>
                  </a:lnTo>
                  <a:lnTo>
                    <a:pt x="0" y="61408"/>
                  </a:lnTo>
                  <a:lnTo>
                    <a:pt x="42" y="62977"/>
                  </a:lnTo>
                  <a:lnTo>
                    <a:pt x="104" y="64566"/>
                  </a:lnTo>
                  <a:lnTo>
                    <a:pt x="227" y="66114"/>
                  </a:lnTo>
                  <a:lnTo>
                    <a:pt x="393" y="67683"/>
                  </a:lnTo>
                  <a:lnTo>
                    <a:pt x="599" y="69211"/>
                  </a:lnTo>
                  <a:lnTo>
                    <a:pt x="847" y="70759"/>
                  </a:lnTo>
                  <a:lnTo>
                    <a:pt x="1136" y="72266"/>
                  </a:lnTo>
                  <a:lnTo>
                    <a:pt x="1487" y="73772"/>
                  </a:lnTo>
                  <a:lnTo>
                    <a:pt x="1879" y="75259"/>
                  </a:lnTo>
                  <a:lnTo>
                    <a:pt x="2292" y="76745"/>
                  </a:lnTo>
                  <a:lnTo>
                    <a:pt x="2766" y="78210"/>
                  </a:lnTo>
                  <a:lnTo>
                    <a:pt x="3282" y="79655"/>
                  </a:lnTo>
                  <a:lnTo>
                    <a:pt x="3819" y="81100"/>
                  </a:lnTo>
                  <a:lnTo>
                    <a:pt x="4418" y="82504"/>
                  </a:lnTo>
                  <a:lnTo>
                    <a:pt x="5057" y="83907"/>
                  </a:lnTo>
                  <a:lnTo>
                    <a:pt x="5718" y="85290"/>
                  </a:lnTo>
                  <a:lnTo>
                    <a:pt x="6420" y="86673"/>
                  </a:lnTo>
                  <a:lnTo>
                    <a:pt x="7184" y="88015"/>
                  </a:lnTo>
                  <a:lnTo>
                    <a:pt x="7968" y="89357"/>
                  </a:lnTo>
                  <a:lnTo>
                    <a:pt x="8773" y="90657"/>
                  </a:lnTo>
                  <a:lnTo>
                    <a:pt x="9640" y="91957"/>
                  </a:lnTo>
                  <a:lnTo>
                    <a:pt x="10527" y="93237"/>
                  </a:lnTo>
                  <a:lnTo>
                    <a:pt x="11456" y="94496"/>
                  </a:lnTo>
                  <a:lnTo>
                    <a:pt x="12426" y="95735"/>
                  </a:lnTo>
                  <a:lnTo>
                    <a:pt x="13417" y="96953"/>
                  </a:lnTo>
                  <a:lnTo>
                    <a:pt x="14449" y="98129"/>
                  </a:lnTo>
                  <a:lnTo>
                    <a:pt x="15523" y="99306"/>
                  </a:lnTo>
                  <a:lnTo>
                    <a:pt x="16617" y="100462"/>
                  </a:lnTo>
                  <a:lnTo>
                    <a:pt x="17731" y="101576"/>
                  </a:lnTo>
                  <a:lnTo>
                    <a:pt x="18887" y="102691"/>
                  </a:lnTo>
                  <a:lnTo>
                    <a:pt x="20084" y="103764"/>
                  </a:lnTo>
                  <a:lnTo>
                    <a:pt x="21302" y="104817"/>
                  </a:lnTo>
                  <a:lnTo>
                    <a:pt x="22541" y="105849"/>
                  </a:lnTo>
                  <a:lnTo>
                    <a:pt x="23820" y="106840"/>
                  </a:lnTo>
                  <a:lnTo>
                    <a:pt x="25121" y="107830"/>
                  </a:lnTo>
                  <a:lnTo>
                    <a:pt x="26462" y="108780"/>
                  </a:lnTo>
                  <a:lnTo>
                    <a:pt x="27825" y="109709"/>
                  </a:lnTo>
                  <a:lnTo>
                    <a:pt x="29208" y="110596"/>
                  </a:lnTo>
                  <a:lnTo>
                    <a:pt x="30632" y="111463"/>
                  </a:lnTo>
                  <a:lnTo>
                    <a:pt x="32056" y="112310"/>
                  </a:lnTo>
                  <a:lnTo>
                    <a:pt x="33522" y="113135"/>
                  </a:lnTo>
                  <a:lnTo>
                    <a:pt x="35008" y="113920"/>
                  </a:lnTo>
                  <a:lnTo>
                    <a:pt x="36515" y="114663"/>
                  </a:lnTo>
                  <a:lnTo>
                    <a:pt x="38063" y="115385"/>
                  </a:lnTo>
                  <a:lnTo>
                    <a:pt x="39611" y="116087"/>
                  </a:lnTo>
                  <a:lnTo>
                    <a:pt x="41180" y="116747"/>
                  </a:lnTo>
                  <a:lnTo>
                    <a:pt x="42790" y="117367"/>
                  </a:lnTo>
                  <a:lnTo>
                    <a:pt x="44400" y="117965"/>
                  </a:lnTo>
                  <a:lnTo>
                    <a:pt x="46051" y="118543"/>
                  </a:lnTo>
                  <a:lnTo>
                    <a:pt x="47702" y="119080"/>
                  </a:lnTo>
                  <a:lnTo>
                    <a:pt x="49395" y="119575"/>
                  </a:lnTo>
                  <a:lnTo>
                    <a:pt x="51087" y="120029"/>
                  </a:lnTo>
                  <a:lnTo>
                    <a:pt x="52801" y="120463"/>
                  </a:lnTo>
                  <a:lnTo>
                    <a:pt x="54535" y="120876"/>
                  </a:lnTo>
                  <a:lnTo>
                    <a:pt x="56289" y="121227"/>
                  </a:lnTo>
                  <a:lnTo>
                    <a:pt x="58064" y="121557"/>
                  </a:lnTo>
                  <a:lnTo>
                    <a:pt x="59839" y="121846"/>
                  </a:lnTo>
                  <a:lnTo>
                    <a:pt x="61635" y="122094"/>
                  </a:lnTo>
                  <a:lnTo>
                    <a:pt x="63452" y="122300"/>
                  </a:lnTo>
                  <a:lnTo>
                    <a:pt x="65268" y="122486"/>
                  </a:lnTo>
                  <a:lnTo>
                    <a:pt x="67105" y="122630"/>
                  </a:lnTo>
                  <a:lnTo>
                    <a:pt x="68963" y="122713"/>
                  </a:lnTo>
                  <a:lnTo>
                    <a:pt x="70820" y="122775"/>
                  </a:lnTo>
                  <a:lnTo>
                    <a:pt x="72699" y="122795"/>
                  </a:lnTo>
                  <a:lnTo>
                    <a:pt x="74577" y="122775"/>
                  </a:lnTo>
                  <a:lnTo>
                    <a:pt x="76456" y="122733"/>
                  </a:lnTo>
                  <a:lnTo>
                    <a:pt x="78313" y="122651"/>
                  </a:lnTo>
                  <a:lnTo>
                    <a:pt x="80171" y="122548"/>
                  </a:lnTo>
                  <a:lnTo>
                    <a:pt x="82008" y="122403"/>
                  </a:lnTo>
                  <a:lnTo>
                    <a:pt x="83845" y="122238"/>
                  </a:lnTo>
                  <a:lnTo>
                    <a:pt x="85662" y="122052"/>
                  </a:lnTo>
                  <a:lnTo>
                    <a:pt x="87478" y="121805"/>
                  </a:lnTo>
                  <a:lnTo>
                    <a:pt x="89274" y="121557"/>
                  </a:lnTo>
                  <a:lnTo>
                    <a:pt x="91049" y="121247"/>
                  </a:lnTo>
                  <a:lnTo>
                    <a:pt x="92824" y="120938"/>
                  </a:lnTo>
                  <a:lnTo>
                    <a:pt x="94579" y="120566"/>
                  </a:lnTo>
                  <a:lnTo>
                    <a:pt x="96312" y="120195"/>
                  </a:lnTo>
                  <a:lnTo>
                    <a:pt x="98046" y="119761"/>
                  </a:lnTo>
                  <a:lnTo>
                    <a:pt x="99739" y="119328"/>
                  </a:lnTo>
                  <a:lnTo>
                    <a:pt x="101431" y="118832"/>
                  </a:lnTo>
                  <a:lnTo>
                    <a:pt x="103103" y="118337"/>
                  </a:lnTo>
                  <a:lnTo>
                    <a:pt x="104755" y="117780"/>
                  </a:lnTo>
                  <a:lnTo>
                    <a:pt x="106365" y="117222"/>
                  </a:lnTo>
                  <a:lnTo>
                    <a:pt x="107975" y="116603"/>
                  </a:lnTo>
                  <a:lnTo>
                    <a:pt x="109564" y="115984"/>
                  </a:lnTo>
                  <a:lnTo>
                    <a:pt x="111133" y="115303"/>
                  </a:lnTo>
                  <a:lnTo>
                    <a:pt x="112660" y="114621"/>
                  </a:lnTo>
                  <a:lnTo>
                    <a:pt x="114167" y="113899"/>
                  </a:lnTo>
                  <a:lnTo>
                    <a:pt x="115674" y="113135"/>
                  </a:lnTo>
                  <a:lnTo>
                    <a:pt x="117139" y="112351"/>
                  </a:lnTo>
                  <a:lnTo>
                    <a:pt x="118564" y="111525"/>
                  </a:lnTo>
                  <a:lnTo>
                    <a:pt x="119988" y="110679"/>
                  </a:lnTo>
                  <a:lnTo>
                    <a:pt x="121371" y="109791"/>
                  </a:lnTo>
                  <a:lnTo>
                    <a:pt x="122713" y="108883"/>
                  </a:lnTo>
                  <a:lnTo>
                    <a:pt x="124034" y="107934"/>
                  </a:lnTo>
                  <a:lnTo>
                    <a:pt x="125334" y="106964"/>
                  </a:lnTo>
                  <a:lnTo>
                    <a:pt x="126593" y="105952"/>
                  </a:lnTo>
                  <a:lnTo>
                    <a:pt x="127832" y="104920"/>
                  </a:lnTo>
                  <a:lnTo>
                    <a:pt x="129029" y="103847"/>
                  </a:lnTo>
                  <a:lnTo>
                    <a:pt x="130205" y="102753"/>
                  </a:lnTo>
                  <a:lnTo>
                    <a:pt x="131341" y="101617"/>
                  </a:lnTo>
                  <a:lnTo>
                    <a:pt x="132435" y="100462"/>
                  </a:lnTo>
                  <a:lnTo>
                    <a:pt x="133508" y="99264"/>
                  </a:lnTo>
                  <a:lnTo>
                    <a:pt x="134519" y="98047"/>
                  </a:lnTo>
                  <a:lnTo>
                    <a:pt x="135510" y="96787"/>
                  </a:lnTo>
                  <a:lnTo>
                    <a:pt x="136480" y="95508"/>
                  </a:lnTo>
                  <a:lnTo>
                    <a:pt x="136934" y="94847"/>
                  </a:lnTo>
                  <a:lnTo>
                    <a:pt x="137388" y="94187"/>
                  </a:lnTo>
                  <a:lnTo>
                    <a:pt x="137822" y="93505"/>
                  </a:lnTo>
                  <a:lnTo>
                    <a:pt x="138255" y="92845"/>
                  </a:lnTo>
                  <a:lnTo>
                    <a:pt x="138689" y="92143"/>
                  </a:lnTo>
                  <a:lnTo>
                    <a:pt x="139102" y="91462"/>
                  </a:lnTo>
                  <a:lnTo>
                    <a:pt x="139494" y="90760"/>
                  </a:lnTo>
                  <a:lnTo>
                    <a:pt x="139907" y="90058"/>
                  </a:lnTo>
                  <a:lnTo>
                    <a:pt x="140278" y="89336"/>
                  </a:lnTo>
                  <a:lnTo>
                    <a:pt x="140650" y="88613"/>
                  </a:lnTo>
                  <a:lnTo>
                    <a:pt x="141021" y="87870"/>
                  </a:lnTo>
                  <a:lnTo>
                    <a:pt x="141372" y="87148"/>
                  </a:lnTo>
                  <a:lnTo>
                    <a:pt x="141702" y="86384"/>
                  </a:lnTo>
                  <a:lnTo>
                    <a:pt x="142033" y="85641"/>
                  </a:lnTo>
                  <a:lnTo>
                    <a:pt x="142363" y="84877"/>
                  </a:lnTo>
                  <a:lnTo>
                    <a:pt x="142652" y="84093"/>
                  </a:lnTo>
                  <a:lnTo>
                    <a:pt x="142962" y="83329"/>
                  </a:lnTo>
                  <a:lnTo>
                    <a:pt x="143251" y="82545"/>
                  </a:lnTo>
                  <a:lnTo>
                    <a:pt x="143519" y="81740"/>
                  </a:lnTo>
                  <a:lnTo>
                    <a:pt x="143787" y="80935"/>
                  </a:lnTo>
                  <a:lnTo>
                    <a:pt x="144035" y="80130"/>
                  </a:lnTo>
                  <a:lnTo>
                    <a:pt x="144283" y="79325"/>
                  </a:lnTo>
                  <a:lnTo>
                    <a:pt x="144510" y="78499"/>
                  </a:lnTo>
                  <a:lnTo>
                    <a:pt x="144716" y="77653"/>
                  </a:lnTo>
                  <a:lnTo>
                    <a:pt x="144923" y="76827"/>
                  </a:lnTo>
                  <a:lnTo>
                    <a:pt x="145108" y="75981"/>
                  </a:lnTo>
                  <a:lnTo>
                    <a:pt x="145294" y="75114"/>
                  </a:lnTo>
                  <a:lnTo>
                    <a:pt x="145459" y="74247"/>
                  </a:lnTo>
                  <a:lnTo>
                    <a:pt x="145624" y="73380"/>
                  </a:lnTo>
                  <a:lnTo>
                    <a:pt x="145769" y="72493"/>
                  </a:lnTo>
                  <a:lnTo>
                    <a:pt x="145893" y="71605"/>
                  </a:lnTo>
                  <a:lnTo>
                    <a:pt x="146016" y="70717"/>
                  </a:lnTo>
                  <a:lnTo>
                    <a:pt x="146120" y="69809"/>
                  </a:lnTo>
                  <a:lnTo>
                    <a:pt x="146223" y="68901"/>
                  </a:lnTo>
                  <a:lnTo>
                    <a:pt x="146305" y="67993"/>
                  </a:lnTo>
                  <a:lnTo>
                    <a:pt x="146367" y="67064"/>
                  </a:lnTo>
                  <a:lnTo>
                    <a:pt x="146429" y="66135"/>
                  </a:lnTo>
                  <a:lnTo>
                    <a:pt x="146471" y="65186"/>
                  </a:lnTo>
                  <a:lnTo>
                    <a:pt x="146491" y="64236"/>
                  </a:lnTo>
                  <a:lnTo>
                    <a:pt x="146512" y="63287"/>
                  </a:lnTo>
                  <a:lnTo>
                    <a:pt x="146512" y="62316"/>
                  </a:lnTo>
                  <a:lnTo>
                    <a:pt x="146512" y="61346"/>
                  </a:lnTo>
                  <a:lnTo>
                    <a:pt x="146491" y="60376"/>
                  </a:lnTo>
                  <a:lnTo>
                    <a:pt x="146450" y="59385"/>
                  </a:lnTo>
                  <a:lnTo>
                    <a:pt x="146347" y="57796"/>
                  </a:lnTo>
                  <a:lnTo>
                    <a:pt x="146223" y="56227"/>
                  </a:lnTo>
                  <a:lnTo>
                    <a:pt x="146037" y="54679"/>
                  </a:lnTo>
                  <a:lnTo>
                    <a:pt x="145810" y="53131"/>
                  </a:lnTo>
                  <a:lnTo>
                    <a:pt x="145542" y="51604"/>
                  </a:lnTo>
                  <a:lnTo>
                    <a:pt x="145232" y="50097"/>
                  </a:lnTo>
                  <a:lnTo>
                    <a:pt x="144881" y="48590"/>
                  </a:lnTo>
                  <a:lnTo>
                    <a:pt x="144489" y="47104"/>
                  </a:lnTo>
                  <a:lnTo>
                    <a:pt x="144056" y="45638"/>
                  </a:lnTo>
                  <a:lnTo>
                    <a:pt x="143601" y="44173"/>
                  </a:lnTo>
                  <a:lnTo>
                    <a:pt x="143085" y="42749"/>
                  </a:lnTo>
                  <a:lnTo>
                    <a:pt x="142528" y="41324"/>
                  </a:lnTo>
                  <a:lnTo>
                    <a:pt x="141930" y="39921"/>
                  </a:lnTo>
                  <a:lnTo>
                    <a:pt x="141310" y="38538"/>
                  </a:lnTo>
                  <a:lnTo>
                    <a:pt x="140650" y="37155"/>
                  </a:lnTo>
                  <a:lnTo>
                    <a:pt x="139948" y="35813"/>
                  </a:lnTo>
                  <a:lnTo>
                    <a:pt x="139205" y="34471"/>
                  </a:lnTo>
                  <a:lnTo>
                    <a:pt x="138421" y="33171"/>
                  </a:lnTo>
                  <a:lnTo>
                    <a:pt x="137616" y="31871"/>
                  </a:lnTo>
                  <a:lnTo>
                    <a:pt x="136769" y="30591"/>
                  </a:lnTo>
                  <a:lnTo>
                    <a:pt x="135882" y="29332"/>
                  </a:lnTo>
                  <a:lnTo>
                    <a:pt x="134973" y="28114"/>
                  </a:lnTo>
                  <a:lnTo>
                    <a:pt x="134024" y="26896"/>
                  </a:lnTo>
                  <a:lnTo>
                    <a:pt x="133033" y="25699"/>
                  </a:lnTo>
                  <a:lnTo>
                    <a:pt x="132022" y="24543"/>
                  </a:lnTo>
                  <a:lnTo>
                    <a:pt x="130990" y="23387"/>
                  </a:lnTo>
                  <a:lnTo>
                    <a:pt x="129916" y="22252"/>
                  </a:lnTo>
                  <a:lnTo>
                    <a:pt x="128802" y="21158"/>
                  </a:lnTo>
                  <a:lnTo>
                    <a:pt x="127666" y="20084"/>
                  </a:lnTo>
                  <a:lnTo>
                    <a:pt x="126490" y="19032"/>
                  </a:lnTo>
                  <a:lnTo>
                    <a:pt x="125293" y="18000"/>
                  </a:lnTo>
                  <a:lnTo>
                    <a:pt x="124075" y="16988"/>
                  </a:lnTo>
                  <a:lnTo>
                    <a:pt x="122816" y="15998"/>
                  </a:lnTo>
                  <a:lnTo>
                    <a:pt x="121536" y="15048"/>
                  </a:lnTo>
                  <a:lnTo>
                    <a:pt x="120215" y="14119"/>
                  </a:lnTo>
                  <a:lnTo>
                    <a:pt x="118894" y="13211"/>
                  </a:lnTo>
                  <a:lnTo>
                    <a:pt x="117532" y="12323"/>
                  </a:lnTo>
                  <a:lnTo>
                    <a:pt x="116149" y="11477"/>
                  </a:lnTo>
                  <a:lnTo>
                    <a:pt x="114724" y="10651"/>
                  </a:lnTo>
                  <a:lnTo>
                    <a:pt x="113279" y="9846"/>
                  </a:lnTo>
                  <a:lnTo>
                    <a:pt x="111835" y="9083"/>
                  </a:lnTo>
                  <a:lnTo>
                    <a:pt x="110348" y="8340"/>
                  </a:lnTo>
                  <a:lnTo>
                    <a:pt x="108821" y="7638"/>
                  </a:lnTo>
                  <a:lnTo>
                    <a:pt x="107294" y="6957"/>
                  </a:lnTo>
                  <a:lnTo>
                    <a:pt x="105745" y="6296"/>
                  </a:lnTo>
                  <a:lnTo>
                    <a:pt x="104177" y="5677"/>
                  </a:lnTo>
                  <a:lnTo>
                    <a:pt x="102567" y="5078"/>
                  </a:lnTo>
                  <a:lnTo>
                    <a:pt x="100957" y="4521"/>
                  </a:lnTo>
                  <a:lnTo>
                    <a:pt x="99326" y="3984"/>
                  </a:lnTo>
                  <a:lnTo>
                    <a:pt x="97654" y="3489"/>
                  </a:lnTo>
                  <a:lnTo>
                    <a:pt x="95982" y="3014"/>
                  </a:lnTo>
                  <a:lnTo>
                    <a:pt x="94290" y="2581"/>
                  </a:lnTo>
                  <a:lnTo>
                    <a:pt x="92576" y="2168"/>
                  </a:lnTo>
                  <a:lnTo>
                    <a:pt x="90842" y="1796"/>
                  </a:lnTo>
                  <a:lnTo>
                    <a:pt x="89109" y="1466"/>
                  </a:lnTo>
                  <a:lnTo>
                    <a:pt x="87333" y="1156"/>
                  </a:lnTo>
                  <a:lnTo>
                    <a:pt x="85558" y="888"/>
                  </a:lnTo>
                  <a:lnTo>
                    <a:pt x="83763" y="661"/>
                  </a:lnTo>
                  <a:lnTo>
                    <a:pt x="81967" y="455"/>
                  </a:lnTo>
                  <a:lnTo>
                    <a:pt x="80130" y="290"/>
                  </a:lnTo>
                  <a:lnTo>
                    <a:pt x="78293" y="166"/>
                  </a:lnTo>
                  <a:lnTo>
                    <a:pt x="76456" y="83"/>
                  </a:lnTo>
                  <a:lnTo>
                    <a:pt x="74577" y="21"/>
                  </a:lnTo>
                  <a:lnTo>
                    <a:pt x="726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3" name="Google Shape;833;p27"/>
            <p:cNvSpPr/>
            <p:nvPr/>
          </p:nvSpPr>
          <p:spPr>
            <a:xfrm>
              <a:off x="2216475" y="2108725"/>
              <a:ext cx="3662800" cy="3069900"/>
            </a:xfrm>
            <a:custGeom>
              <a:avLst/>
              <a:gdLst/>
              <a:ahLst/>
              <a:cxnLst/>
              <a:rect l="l" t="t" r="r" b="b"/>
              <a:pathLst>
                <a:path w="146512" h="122796" fill="none" extrusionOk="0">
                  <a:moveTo>
                    <a:pt x="146450" y="59385"/>
                  </a:moveTo>
                  <a:lnTo>
                    <a:pt x="146450" y="59385"/>
                  </a:lnTo>
                  <a:lnTo>
                    <a:pt x="146491" y="60376"/>
                  </a:lnTo>
                  <a:lnTo>
                    <a:pt x="146512" y="61346"/>
                  </a:lnTo>
                  <a:lnTo>
                    <a:pt x="146512" y="62316"/>
                  </a:lnTo>
                  <a:lnTo>
                    <a:pt x="146512" y="63287"/>
                  </a:lnTo>
                  <a:lnTo>
                    <a:pt x="146491" y="64236"/>
                  </a:lnTo>
                  <a:lnTo>
                    <a:pt x="146471" y="65186"/>
                  </a:lnTo>
                  <a:lnTo>
                    <a:pt x="146429" y="66135"/>
                  </a:lnTo>
                  <a:lnTo>
                    <a:pt x="146367" y="67064"/>
                  </a:lnTo>
                  <a:lnTo>
                    <a:pt x="146305" y="67993"/>
                  </a:lnTo>
                  <a:lnTo>
                    <a:pt x="146223" y="68901"/>
                  </a:lnTo>
                  <a:lnTo>
                    <a:pt x="146120" y="69809"/>
                  </a:lnTo>
                  <a:lnTo>
                    <a:pt x="146016" y="70717"/>
                  </a:lnTo>
                  <a:lnTo>
                    <a:pt x="145893" y="71605"/>
                  </a:lnTo>
                  <a:lnTo>
                    <a:pt x="145769" y="72493"/>
                  </a:lnTo>
                  <a:lnTo>
                    <a:pt x="145624" y="73380"/>
                  </a:lnTo>
                  <a:lnTo>
                    <a:pt x="145459" y="74247"/>
                  </a:lnTo>
                  <a:lnTo>
                    <a:pt x="145294" y="75114"/>
                  </a:lnTo>
                  <a:lnTo>
                    <a:pt x="145108" y="75981"/>
                  </a:lnTo>
                  <a:lnTo>
                    <a:pt x="144923" y="76827"/>
                  </a:lnTo>
                  <a:lnTo>
                    <a:pt x="144716" y="77653"/>
                  </a:lnTo>
                  <a:lnTo>
                    <a:pt x="144510" y="78499"/>
                  </a:lnTo>
                  <a:lnTo>
                    <a:pt x="144283" y="79325"/>
                  </a:lnTo>
                  <a:lnTo>
                    <a:pt x="144035" y="80130"/>
                  </a:lnTo>
                  <a:lnTo>
                    <a:pt x="143787" y="80935"/>
                  </a:lnTo>
                  <a:lnTo>
                    <a:pt x="143519" y="81740"/>
                  </a:lnTo>
                  <a:lnTo>
                    <a:pt x="143251" y="82545"/>
                  </a:lnTo>
                  <a:lnTo>
                    <a:pt x="142962" y="83329"/>
                  </a:lnTo>
                  <a:lnTo>
                    <a:pt x="142652" y="84093"/>
                  </a:lnTo>
                  <a:lnTo>
                    <a:pt x="142363" y="84877"/>
                  </a:lnTo>
                  <a:lnTo>
                    <a:pt x="142033" y="85641"/>
                  </a:lnTo>
                  <a:lnTo>
                    <a:pt x="141702" y="86384"/>
                  </a:lnTo>
                  <a:lnTo>
                    <a:pt x="141372" y="87148"/>
                  </a:lnTo>
                  <a:lnTo>
                    <a:pt x="141021" y="87870"/>
                  </a:lnTo>
                  <a:lnTo>
                    <a:pt x="140650" y="88613"/>
                  </a:lnTo>
                  <a:lnTo>
                    <a:pt x="140278" y="89336"/>
                  </a:lnTo>
                  <a:lnTo>
                    <a:pt x="139907" y="90058"/>
                  </a:lnTo>
                  <a:lnTo>
                    <a:pt x="139494" y="90760"/>
                  </a:lnTo>
                  <a:lnTo>
                    <a:pt x="139102" y="91462"/>
                  </a:lnTo>
                  <a:lnTo>
                    <a:pt x="138689" y="92143"/>
                  </a:lnTo>
                  <a:lnTo>
                    <a:pt x="138255" y="92845"/>
                  </a:lnTo>
                  <a:lnTo>
                    <a:pt x="137822" y="93505"/>
                  </a:lnTo>
                  <a:lnTo>
                    <a:pt x="137388" y="94187"/>
                  </a:lnTo>
                  <a:lnTo>
                    <a:pt x="136934" y="94847"/>
                  </a:lnTo>
                  <a:lnTo>
                    <a:pt x="136480" y="95508"/>
                  </a:lnTo>
                  <a:lnTo>
                    <a:pt x="135510" y="96787"/>
                  </a:lnTo>
                  <a:lnTo>
                    <a:pt x="134519" y="98047"/>
                  </a:lnTo>
                  <a:lnTo>
                    <a:pt x="133508" y="99264"/>
                  </a:lnTo>
                  <a:lnTo>
                    <a:pt x="132435" y="100462"/>
                  </a:lnTo>
                  <a:lnTo>
                    <a:pt x="131341" y="101617"/>
                  </a:lnTo>
                  <a:lnTo>
                    <a:pt x="130205" y="102753"/>
                  </a:lnTo>
                  <a:lnTo>
                    <a:pt x="129029" y="103847"/>
                  </a:lnTo>
                  <a:lnTo>
                    <a:pt x="127832" y="104920"/>
                  </a:lnTo>
                  <a:lnTo>
                    <a:pt x="126593" y="105952"/>
                  </a:lnTo>
                  <a:lnTo>
                    <a:pt x="125334" y="106964"/>
                  </a:lnTo>
                  <a:lnTo>
                    <a:pt x="124034" y="107934"/>
                  </a:lnTo>
                  <a:lnTo>
                    <a:pt x="122713" y="108883"/>
                  </a:lnTo>
                  <a:lnTo>
                    <a:pt x="121371" y="109791"/>
                  </a:lnTo>
                  <a:lnTo>
                    <a:pt x="119988" y="110679"/>
                  </a:lnTo>
                  <a:lnTo>
                    <a:pt x="118564" y="111525"/>
                  </a:lnTo>
                  <a:lnTo>
                    <a:pt x="117139" y="112351"/>
                  </a:lnTo>
                  <a:lnTo>
                    <a:pt x="115674" y="113135"/>
                  </a:lnTo>
                  <a:lnTo>
                    <a:pt x="114167" y="113899"/>
                  </a:lnTo>
                  <a:lnTo>
                    <a:pt x="112660" y="114621"/>
                  </a:lnTo>
                  <a:lnTo>
                    <a:pt x="111133" y="115303"/>
                  </a:lnTo>
                  <a:lnTo>
                    <a:pt x="109564" y="115984"/>
                  </a:lnTo>
                  <a:lnTo>
                    <a:pt x="107975" y="116603"/>
                  </a:lnTo>
                  <a:lnTo>
                    <a:pt x="106365" y="117222"/>
                  </a:lnTo>
                  <a:lnTo>
                    <a:pt x="104755" y="117780"/>
                  </a:lnTo>
                  <a:lnTo>
                    <a:pt x="103103" y="118337"/>
                  </a:lnTo>
                  <a:lnTo>
                    <a:pt x="101431" y="118832"/>
                  </a:lnTo>
                  <a:lnTo>
                    <a:pt x="99739" y="119328"/>
                  </a:lnTo>
                  <a:lnTo>
                    <a:pt x="98046" y="119761"/>
                  </a:lnTo>
                  <a:lnTo>
                    <a:pt x="96312" y="120195"/>
                  </a:lnTo>
                  <a:lnTo>
                    <a:pt x="94579" y="120566"/>
                  </a:lnTo>
                  <a:lnTo>
                    <a:pt x="92824" y="120938"/>
                  </a:lnTo>
                  <a:lnTo>
                    <a:pt x="91049" y="121247"/>
                  </a:lnTo>
                  <a:lnTo>
                    <a:pt x="89274" y="121557"/>
                  </a:lnTo>
                  <a:lnTo>
                    <a:pt x="87478" y="121805"/>
                  </a:lnTo>
                  <a:lnTo>
                    <a:pt x="85662" y="122052"/>
                  </a:lnTo>
                  <a:lnTo>
                    <a:pt x="83845" y="122238"/>
                  </a:lnTo>
                  <a:lnTo>
                    <a:pt x="82008" y="122403"/>
                  </a:lnTo>
                  <a:lnTo>
                    <a:pt x="80171" y="122548"/>
                  </a:lnTo>
                  <a:lnTo>
                    <a:pt x="78313" y="122651"/>
                  </a:lnTo>
                  <a:lnTo>
                    <a:pt x="76456" y="122733"/>
                  </a:lnTo>
                  <a:lnTo>
                    <a:pt x="74577" y="122775"/>
                  </a:lnTo>
                  <a:lnTo>
                    <a:pt x="72699" y="122795"/>
                  </a:lnTo>
                  <a:lnTo>
                    <a:pt x="72699" y="122795"/>
                  </a:lnTo>
                  <a:lnTo>
                    <a:pt x="70820" y="122775"/>
                  </a:lnTo>
                  <a:lnTo>
                    <a:pt x="68963" y="122713"/>
                  </a:lnTo>
                  <a:lnTo>
                    <a:pt x="67105" y="122630"/>
                  </a:lnTo>
                  <a:lnTo>
                    <a:pt x="65268" y="122486"/>
                  </a:lnTo>
                  <a:lnTo>
                    <a:pt x="63452" y="122300"/>
                  </a:lnTo>
                  <a:lnTo>
                    <a:pt x="61635" y="122094"/>
                  </a:lnTo>
                  <a:lnTo>
                    <a:pt x="59839" y="121846"/>
                  </a:lnTo>
                  <a:lnTo>
                    <a:pt x="58064" y="121557"/>
                  </a:lnTo>
                  <a:lnTo>
                    <a:pt x="56289" y="121227"/>
                  </a:lnTo>
                  <a:lnTo>
                    <a:pt x="54535" y="120876"/>
                  </a:lnTo>
                  <a:lnTo>
                    <a:pt x="52801" y="120463"/>
                  </a:lnTo>
                  <a:lnTo>
                    <a:pt x="51087" y="120029"/>
                  </a:lnTo>
                  <a:lnTo>
                    <a:pt x="49395" y="119575"/>
                  </a:lnTo>
                  <a:lnTo>
                    <a:pt x="47702" y="119080"/>
                  </a:lnTo>
                  <a:lnTo>
                    <a:pt x="46051" y="118543"/>
                  </a:lnTo>
                  <a:lnTo>
                    <a:pt x="44400" y="117965"/>
                  </a:lnTo>
                  <a:lnTo>
                    <a:pt x="42790" y="117367"/>
                  </a:lnTo>
                  <a:lnTo>
                    <a:pt x="41180" y="116747"/>
                  </a:lnTo>
                  <a:lnTo>
                    <a:pt x="39611" y="116087"/>
                  </a:lnTo>
                  <a:lnTo>
                    <a:pt x="38063" y="115385"/>
                  </a:lnTo>
                  <a:lnTo>
                    <a:pt x="36515" y="114663"/>
                  </a:lnTo>
                  <a:lnTo>
                    <a:pt x="35008" y="113920"/>
                  </a:lnTo>
                  <a:lnTo>
                    <a:pt x="33522" y="113135"/>
                  </a:lnTo>
                  <a:lnTo>
                    <a:pt x="32056" y="112310"/>
                  </a:lnTo>
                  <a:lnTo>
                    <a:pt x="30632" y="111463"/>
                  </a:lnTo>
                  <a:lnTo>
                    <a:pt x="29208" y="110596"/>
                  </a:lnTo>
                  <a:lnTo>
                    <a:pt x="27825" y="109709"/>
                  </a:lnTo>
                  <a:lnTo>
                    <a:pt x="26462" y="108780"/>
                  </a:lnTo>
                  <a:lnTo>
                    <a:pt x="25121" y="107830"/>
                  </a:lnTo>
                  <a:lnTo>
                    <a:pt x="23820" y="106840"/>
                  </a:lnTo>
                  <a:lnTo>
                    <a:pt x="22541" y="105849"/>
                  </a:lnTo>
                  <a:lnTo>
                    <a:pt x="21302" y="104817"/>
                  </a:lnTo>
                  <a:lnTo>
                    <a:pt x="20084" y="103764"/>
                  </a:lnTo>
                  <a:lnTo>
                    <a:pt x="18887" y="102691"/>
                  </a:lnTo>
                  <a:lnTo>
                    <a:pt x="17731" y="101576"/>
                  </a:lnTo>
                  <a:lnTo>
                    <a:pt x="16617" y="100462"/>
                  </a:lnTo>
                  <a:lnTo>
                    <a:pt x="15523" y="99306"/>
                  </a:lnTo>
                  <a:lnTo>
                    <a:pt x="14449" y="98129"/>
                  </a:lnTo>
                  <a:lnTo>
                    <a:pt x="13417" y="96953"/>
                  </a:lnTo>
                  <a:lnTo>
                    <a:pt x="12426" y="95735"/>
                  </a:lnTo>
                  <a:lnTo>
                    <a:pt x="11456" y="94496"/>
                  </a:lnTo>
                  <a:lnTo>
                    <a:pt x="10527" y="93237"/>
                  </a:lnTo>
                  <a:lnTo>
                    <a:pt x="9640" y="91957"/>
                  </a:lnTo>
                  <a:lnTo>
                    <a:pt x="8773" y="90657"/>
                  </a:lnTo>
                  <a:lnTo>
                    <a:pt x="7968" y="89357"/>
                  </a:lnTo>
                  <a:lnTo>
                    <a:pt x="7184" y="88015"/>
                  </a:lnTo>
                  <a:lnTo>
                    <a:pt x="6420" y="86673"/>
                  </a:lnTo>
                  <a:lnTo>
                    <a:pt x="5718" y="85290"/>
                  </a:lnTo>
                  <a:lnTo>
                    <a:pt x="5057" y="83907"/>
                  </a:lnTo>
                  <a:lnTo>
                    <a:pt x="4418" y="82504"/>
                  </a:lnTo>
                  <a:lnTo>
                    <a:pt x="3819" y="81100"/>
                  </a:lnTo>
                  <a:lnTo>
                    <a:pt x="3282" y="79655"/>
                  </a:lnTo>
                  <a:lnTo>
                    <a:pt x="2766" y="78210"/>
                  </a:lnTo>
                  <a:lnTo>
                    <a:pt x="2292" y="76745"/>
                  </a:lnTo>
                  <a:lnTo>
                    <a:pt x="1879" y="75259"/>
                  </a:lnTo>
                  <a:lnTo>
                    <a:pt x="1487" y="73772"/>
                  </a:lnTo>
                  <a:lnTo>
                    <a:pt x="1136" y="72266"/>
                  </a:lnTo>
                  <a:lnTo>
                    <a:pt x="847" y="70759"/>
                  </a:lnTo>
                  <a:lnTo>
                    <a:pt x="599" y="69211"/>
                  </a:lnTo>
                  <a:lnTo>
                    <a:pt x="393" y="67683"/>
                  </a:lnTo>
                  <a:lnTo>
                    <a:pt x="227" y="66114"/>
                  </a:lnTo>
                  <a:lnTo>
                    <a:pt x="104" y="64566"/>
                  </a:lnTo>
                  <a:lnTo>
                    <a:pt x="42" y="62977"/>
                  </a:lnTo>
                  <a:lnTo>
                    <a:pt x="0" y="61408"/>
                  </a:lnTo>
                  <a:lnTo>
                    <a:pt x="0" y="61408"/>
                  </a:lnTo>
                  <a:lnTo>
                    <a:pt x="42" y="59819"/>
                  </a:lnTo>
                  <a:lnTo>
                    <a:pt x="104" y="58250"/>
                  </a:lnTo>
                  <a:lnTo>
                    <a:pt x="227" y="56681"/>
                  </a:lnTo>
                  <a:lnTo>
                    <a:pt x="393" y="55113"/>
                  </a:lnTo>
                  <a:lnTo>
                    <a:pt x="599" y="53585"/>
                  </a:lnTo>
                  <a:lnTo>
                    <a:pt x="847" y="52058"/>
                  </a:lnTo>
                  <a:lnTo>
                    <a:pt x="1136" y="50530"/>
                  </a:lnTo>
                  <a:lnTo>
                    <a:pt x="1487" y="49024"/>
                  </a:lnTo>
                  <a:lnTo>
                    <a:pt x="1879" y="47537"/>
                  </a:lnTo>
                  <a:lnTo>
                    <a:pt x="2292" y="46051"/>
                  </a:lnTo>
                  <a:lnTo>
                    <a:pt x="2766" y="44586"/>
                  </a:lnTo>
                  <a:lnTo>
                    <a:pt x="3282" y="43141"/>
                  </a:lnTo>
                  <a:lnTo>
                    <a:pt x="3819" y="41717"/>
                  </a:lnTo>
                  <a:lnTo>
                    <a:pt x="4418" y="40292"/>
                  </a:lnTo>
                  <a:lnTo>
                    <a:pt x="5057" y="38889"/>
                  </a:lnTo>
                  <a:lnTo>
                    <a:pt x="5718" y="37506"/>
                  </a:lnTo>
                  <a:lnTo>
                    <a:pt x="6420" y="36123"/>
                  </a:lnTo>
                  <a:lnTo>
                    <a:pt x="7184" y="34781"/>
                  </a:lnTo>
                  <a:lnTo>
                    <a:pt x="7968" y="33439"/>
                  </a:lnTo>
                  <a:lnTo>
                    <a:pt x="8773" y="32139"/>
                  </a:lnTo>
                  <a:lnTo>
                    <a:pt x="9640" y="30839"/>
                  </a:lnTo>
                  <a:lnTo>
                    <a:pt x="10527" y="29559"/>
                  </a:lnTo>
                  <a:lnTo>
                    <a:pt x="11456" y="28300"/>
                  </a:lnTo>
                  <a:lnTo>
                    <a:pt x="12426" y="27061"/>
                  </a:lnTo>
                  <a:lnTo>
                    <a:pt x="13417" y="25864"/>
                  </a:lnTo>
                  <a:lnTo>
                    <a:pt x="14449" y="24667"/>
                  </a:lnTo>
                  <a:lnTo>
                    <a:pt x="15523" y="23490"/>
                  </a:lnTo>
                  <a:lnTo>
                    <a:pt x="16617" y="22334"/>
                  </a:lnTo>
                  <a:lnTo>
                    <a:pt x="17731" y="21220"/>
                  </a:lnTo>
                  <a:lnTo>
                    <a:pt x="18887" y="20126"/>
                  </a:lnTo>
                  <a:lnTo>
                    <a:pt x="20084" y="19032"/>
                  </a:lnTo>
                  <a:lnTo>
                    <a:pt x="21302" y="17979"/>
                  </a:lnTo>
                  <a:lnTo>
                    <a:pt x="22541" y="16947"/>
                  </a:lnTo>
                  <a:lnTo>
                    <a:pt x="23820" y="15956"/>
                  </a:lnTo>
                  <a:lnTo>
                    <a:pt x="25121" y="14965"/>
                  </a:lnTo>
                  <a:lnTo>
                    <a:pt x="26462" y="14016"/>
                  </a:lnTo>
                  <a:lnTo>
                    <a:pt x="27825" y="13087"/>
                  </a:lnTo>
                  <a:lnTo>
                    <a:pt x="29208" y="12200"/>
                  </a:lnTo>
                  <a:lnTo>
                    <a:pt x="30632" y="11333"/>
                  </a:lnTo>
                  <a:lnTo>
                    <a:pt x="32056" y="10486"/>
                  </a:lnTo>
                  <a:lnTo>
                    <a:pt x="33522" y="9681"/>
                  </a:lnTo>
                  <a:lnTo>
                    <a:pt x="35008" y="8897"/>
                  </a:lnTo>
                  <a:lnTo>
                    <a:pt x="36515" y="8133"/>
                  </a:lnTo>
                  <a:lnTo>
                    <a:pt x="38063" y="7411"/>
                  </a:lnTo>
                  <a:lnTo>
                    <a:pt x="39611" y="6709"/>
                  </a:lnTo>
                  <a:lnTo>
                    <a:pt x="41180" y="6048"/>
                  </a:lnTo>
                  <a:lnTo>
                    <a:pt x="42790" y="5429"/>
                  </a:lnTo>
                  <a:lnTo>
                    <a:pt x="44400" y="4831"/>
                  </a:lnTo>
                  <a:lnTo>
                    <a:pt x="46051" y="4253"/>
                  </a:lnTo>
                  <a:lnTo>
                    <a:pt x="47702" y="3716"/>
                  </a:lnTo>
                  <a:lnTo>
                    <a:pt x="49395" y="3221"/>
                  </a:lnTo>
                  <a:lnTo>
                    <a:pt x="51087" y="2766"/>
                  </a:lnTo>
                  <a:lnTo>
                    <a:pt x="52801" y="2333"/>
                  </a:lnTo>
                  <a:lnTo>
                    <a:pt x="54535" y="1941"/>
                  </a:lnTo>
                  <a:lnTo>
                    <a:pt x="56289" y="1569"/>
                  </a:lnTo>
                  <a:lnTo>
                    <a:pt x="58064" y="1239"/>
                  </a:lnTo>
                  <a:lnTo>
                    <a:pt x="59839" y="950"/>
                  </a:lnTo>
                  <a:lnTo>
                    <a:pt x="61635" y="702"/>
                  </a:lnTo>
                  <a:lnTo>
                    <a:pt x="63452" y="496"/>
                  </a:lnTo>
                  <a:lnTo>
                    <a:pt x="65268" y="310"/>
                  </a:lnTo>
                  <a:lnTo>
                    <a:pt x="67105" y="186"/>
                  </a:lnTo>
                  <a:lnTo>
                    <a:pt x="68963" y="83"/>
                  </a:lnTo>
                  <a:lnTo>
                    <a:pt x="70820" y="21"/>
                  </a:lnTo>
                  <a:lnTo>
                    <a:pt x="72699" y="1"/>
                  </a:lnTo>
                  <a:lnTo>
                    <a:pt x="72699" y="1"/>
                  </a:lnTo>
                  <a:lnTo>
                    <a:pt x="74577" y="21"/>
                  </a:lnTo>
                  <a:lnTo>
                    <a:pt x="76456" y="83"/>
                  </a:lnTo>
                  <a:lnTo>
                    <a:pt x="78293" y="166"/>
                  </a:lnTo>
                  <a:lnTo>
                    <a:pt x="80130" y="290"/>
                  </a:lnTo>
                  <a:lnTo>
                    <a:pt x="81967" y="455"/>
                  </a:lnTo>
                  <a:lnTo>
                    <a:pt x="83763" y="661"/>
                  </a:lnTo>
                  <a:lnTo>
                    <a:pt x="85558" y="888"/>
                  </a:lnTo>
                  <a:lnTo>
                    <a:pt x="87333" y="1156"/>
                  </a:lnTo>
                  <a:lnTo>
                    <a:pt x="89109" y="1466"/>
                  </a:lnTo>
                  <a:lnTo>
                    <a:pt x="90842" y="1796"/>
                  </a:lnTo>
                  <a:lnTo>
                    <a:pt x="92576" y="2168"/>
                  </a:lnTo>
                  <a:lnTo>
                    <a:pt x="94290" y="2581"/>
                  </a:lnTo>
                  <a:lnTo>
                    <a:pt x="95982" y="3014"/>
                  </a:lnTo>
                  <a:lnTo>
                    <a:pt x="97654" y="3489"/>
                  </a:lnTo>
                  <a:lnTo>
                    <a:pt x="99326" y="3984"/>
                  </a:lnTo>
                  <a:lnTo>
                    <a:pt x="100957" y="4521"/>
                  </a:lnTo>
                  <a:lnTo>
                    <a:pt x="102567" y="5078"/>
                  </a:lnTo>
                  <a:lnTo>
                    <a:pt x="104177" y="5677"/>
                  </a:lnTo>
                  <a:lnTo>
                    <a:pt x="105745" y="6296"/>
                  </a:lnTo>
                  <a:lnTo>
                    <a:pt x="107294" y="6957"/>
                  </a:lnTo>
                  <a:lnTo>
                    <a:pt x="108821" y="7638"/>
                  </a:lnTo>
                  <a:lnTo>
                    <a:pt x="110348" y="8340"/>
                  </a:lnTo>
                  <a:lnTo>
                    <a:pt x="111835" y="9083"/>
                  </a:lnTo>
                  <a:lnTo>
                    <a:pt x="113279" y="9846"/>
                  </a:lnTo>
                  <a:lnTo>
                    <a:pt x="114724" y="10651"/>
                  </a:lnTo>
                  <a:lnTo>
                    <a:pt x="116149" y="11477"/>
                  </a:lnTo>
                  <a:lnTo>
                    <a:pt x="117532" y="12323"/>
                  </a:lnTo>
                  <a:lnTo>
                    <a:pt x="118894" y="13211"/>
                  </a:lnTo>
                  <a:lnTo>
                    <a:pt x="120215" y="14119"/>
                  </a:lnTo>
                  <a:lnTo>
                    <a:pt x="121536" y="15048"/>
                  </a:lnTo>
                  <a:lnTo>
                    <a:pt x="122816" y="15998"/>
                  </a:lnTo>
                  <a:lnTo>
                    <a:pt x="124075" y="16988"/>
                  </a:lnTo>
                  <a:lnTo>
                    <a:pt x="125293" y="18000"/>
                  </a:lnTo>
                  <a:lnTo>
                    <a:pt x="126490" y="19032"/>
                  </a:lnTo>
                  <a:lnTo>
                    <a:pt x="127666" y="20084"/>
                  </a:lnTo>
                  <a:lnTo>
                    <a:pt x="128802" y="21158"/>
                  </a:lnTo>
                  <a:lnTo>
                    <a:pt x="129916" y="22252"/>
                  </a:lnTo>
                  <a:lnTo>
                    <a:pt x="130990" y="23387"/>
                  </a:lnTo>
                  <a:lnTo>
                    <a:pt x="132022" y="24543"/>
                  </a:lnTo>
                  <a:lnTo>
                    <a:pt x="133033" y="25699"/>
                  </a:lnTo>
                  <a:lnTo>
                    <a:pt x="134024" y="26896"/>
                  </a:lnTo>
                  <a:lnTo>
                    <a:pt x="134973" y="28114"/>
                  </a:lnTo>
                  <a:lnTo>
                    <a:pt x="135882" y="29332"/>
                  </a:lnTo>
                  <a:lnTo>
                    <a:pt x="136769" y="30591"/>
                  </a:lnTo>
                  <a:lnTo>
                    <a:pt x="137616" y="31871"/>
                  </a:lnTo>
                  <a:lnTo>
                    <a:pt x="138421" y="33171"/>
                  </a:lnTo>
                  <a:lnTo>
                    <a:pt x="139205" y="34471"/>
                  </a:lnTo>
                  <a:lnTo>
                    <a:pt x="139948" y="35813"/>
                  </a:lnTo>
                  <a:lnTo>
                    <a:pt x="140650" y="37155"/>
                  </a:lnTo>
                  <a:lnTo>
                    <a:pt x="141310" y="38538"/>
                  </a:lnTo>
                  <a:lnTo>
                    <a:pt x="141930" y="39921"/>
                  </a:lnTo>
                  <a:lnTo>
                    <a:pt x="142528" y="41324"/>
                  </a:lnTo>
                  <a:lnTo>
                    <a:pt x="143085" y="42749"/>
                  </a:lnTo>
                  <a:lnTo>
                    <a:pt x="143601" y="44173"/>
                  </a:lnTo>
                  <a:lnTo>
                    <a:pt x="144056" y="45638"/>
                  </a:lnTo>
                  <a:lnTo>
                    <a:pt x="144489" y="47104"/>
                  </a:lnTo>
                  <a:lnTo>
                    <a:pt x="144881" y="48590"/>
                  </a:lnTo>
                  <a:lnTo>
                    <a:pt x="145232" y="50097"/>
                  </a:lnTo>
                  <a:lnTo>
                    <a:pt x="145542" y="51604"/>
                  </a:lnTo>
                  <a:lnTo>
                    <a:pt x="145810" y="53131"/>
                  </a:lnTo>
                  <a:lnTo>
                    <a:pt x="146037" y="54679"/>
                  </a:lnTo>
                  <a:lnTo>
                    <a:pt x="146223" y="56227"/>
                  </a:lnTo>
                  <a:lnTo>
                    <a:pt x="146347" y="57796"/>
                  </a:lnTo>
                  <a:lnTo>
                    <a:pt x="146450" y="5938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4" name="Google Shape;834;p27"/>
            <p:cNvSpPr/>
            <p:nvPr/>
          </p:nvSpPr>
          <p:spPr>
            <a:xfrm>
              <a:off x="3907500" y="2482325"/>
              <a:ext cx="503150" cy="598125"/>
            </a:xfrm>
            <a:custGeom>
              <a:avLst/>
              <a:gdLst/>
              <a:ahLst/>
              <a:cxnLst/>
              <a:rect l="l" t="t" r="r" b="b"/>
              <a:pathLst>
                <a:path w="20126" h="23925" extrusionOk="0">
                  <a:moveTo>
                    <a:pt x="1755" y="1"/>
                  </a:moveTo>
                  <a:lnTo>
                    <a:pt x="1384" y="21"/>
                  </a:lnTo>
                  <a:lnTo>
                    <a:pt x="1033" y="42"/>
                  </a:lnTo>
                  <a:lnTo>
                    <a:pt x="723" y="63"/>
                  </a:lnTo>
                  <a:lnTo>
                    <a:pt x="475" y="104"/>
                  </a:lnTo>
                  <a:lnTo>
                    <a:pt x="125" y="187"/>
                  </a:lnTo>
                  <a:lnTo>
                    <a:pt x="1" y="228"/>
                  </a:lnTo>
                  <a:lnTo>
                    <a:pt x="14697" y="23924"/>
                  </a:lnTo>
                  <a:lnTo>
                    <a:pt x="15275" y="23656"/>
                  </a:lnTo>
                  <a:lnTo>
                    <a:pt x="15833" y="23387"/>
                  </a:lnTo>
                  <a:lnTo>
                    <a:pt x="16349" y="23078"/>
                  </a:lnTo>
                  <a:lnTo>
                    <a:pt x="16823" y="22768"/>
                  </a:lnTo>
                  <a:lnTo>
                    <a:pt x="17257" y="22438"/>
                  </a:lnTo>
                  <a:lnTo>
                    <a:pt x="17670" y="22087"/>
                  </a:lnTo>
                  <a:lnTo>
                    <a:pt x="18062" y="21695"/>
                  </a:lnTo>
                  <a:lnTo>
                    <a:pt x="18392" y="21323"/>
                  </a:lnTo>
                  <a:lnTo>
                    <a:pt x="18722" y="20910"/>
                  </a:lnTo>
                  <a:lnTo>
                    <a:pt x="18991" y="20477"/>
                  </a:lnTo>
                  <a:lnTo>
                    <a:pt x="19259" y="20043"/>
                  </a:lnTo>
                  <a:lnTo>
                    <a:pt x="19486" y="19569"/>
                  </a:lnTo>
                  <a:lnTo>
                    <a:pt x="19692" y="19094"/>
                  </a:lnTo>
                  <a:lnTo>
                    <a:pt x="19858" y="18599"/>
                  </a:lnTo>
                  <a:lnTo>
                    <a:pt x="20002" y="18103"/>
                  </a:lnTo>
                  <a:lnTo>
                    <a:pt x="20126" y="17567"/>
                  </a:lnTo>
                  <a:lnTo>
                    <a:pt x="19073" y="16142"/>
                  </a:lnTo>
                  <a:lnTo>
                    <a:pt x="17897" y="14553"/>
                  </a:lnTo>
                  <a:lnTo>
                    <a:pt x="16410" y="12592"/>
                  </a:lnTo>
                  <a:lnTo>
                    <a:pt x="14718" y="10383"/>
                  </a:lnTo>
                  <a:lnTo>
                    <a:pt x="12922" y="8092"/>
                  </a:lnTo>
                  <a:lnTo>
                    <a:pt x="11993" y="6957"/>
                  </a:lnTo>
                  <a:lnTo>
                    <a:pt x="11085" y="5842"/>
                  </a:lnTo>
                  <a:lnTo>
                    <a:pt x="10197" y="4790"/>
                  </a:lnTo>
                  <a:lnTo>
                    <a:pt x="9331" y="3778"/>
                  </a:lnTo>
                  <a:lnTo>
                    <a:pt x="8794" y="3221"/>
                  </a:lnTo>
                  <a:lnTo>
                    <a:pt x="8278" y="2705"/>
                  </a:lnTo>
                  <a:lnTo>
                    <a:pt x="7741" y="2251"/>
                  </a:lnTo>
                  <a:lnTo>
                    <a:pt x="7204" y="1859"/>
                  </a:lnTo>
                  <a:lnTo>
                    <a:pt x="6688" y="1508"/>
                  </a:lnTo>
                  <a:lnTo>
                    <a:pt x="6172" y="1198"/>
                  </a:lnTo>
                  <a:lnTo>
                    <a:pt x="5677" y="930"/>
                  </a:lnTo>
                  <a:lnTo>
                    <a:pt x="5161" y="703"/>
                  </a:lnTo>
                  <a:lnTo>
                    <a:pt x="4686" y="517"/>
                  </a:lnTo>
                  <a:lnTo>
                    <a:pt x="4212" y="352"/>
                  </a:lnTo>
                  <a:lnTo>
                    <a:pt x="3757" y="249"/>
                  </a:lnTo>
                  <a:lnTo>
                    <a:pt x="3303" y="145"/>
                  </a:lnTo>
                  <a:lnTo>
                    <a:pt x="2890" y="83"/>
                  </a:lnTo>
                  <a:lnTo>
                    <a:pt x="2498" y="42"/>
                  </a:lnTo>
                  <a:lnTo>
                    <a:pt x="2106" y="21"/>
                  </a:lnTo>
                  <a:lnTo>
                    <a:pt x="17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5" name="Google Shape;835;p27"/>
            <p:cNvSpPr/>
            <p:nvPr/>
          </p:nvSpPr>
          <p:spPr>
            <a:xfrm>
              <a:off x="3907500" y="2482325"/>
              <a:ext cx="503150" cy="598125"/>
            </a:xfrm>
            <a:custGeom>
              <a:avLst/>
              <a:gdLst/>
              <a:ahLst/>
              <a:cxnLst/>
              <a:rect l="l" t="t" r="r" b="b"/>
              <a:pathLst>
                <a:path w="20126" h="23925" fill="none" extrusionOk="0">
                  <a:moveTo>
                    <a:pt x="1755" y="1"/>
                  </a:moveTo>
                  <a:lnTo>
                    <a:pt x="1755" y="1"/>
                  </a:lnTo>
                  <a:lnTo>
                    <a:pt x="1384" y="21"/>
                  </a:lnTo>
                  <a:lnTo>
                    <a:pt x="1033" y="42"/>
                  </a:lnTo>
                  <a:lnTo>
                    <a:pt x="723" y="63"/>
                  </a:lnTo>
                  <a:lnTo>
                    <a:pt x="475" y="104"/>
                  </a:lnTo>
                  <a:lnTo>
                    <a:pt x="125" y="187"/>
                  </a:lnTo>
                  <a:lnTo>
                    <a:pt x="1" y="228"/>
                  </a:lnTo>
                  <a:lnTo>
                    <a:pt x="14697" y="23924"/>
                  </a:lnTo>
                  <a:lnTo>
                    <a:pt x="14697" y="23924"/>
                  </a:lnTo>
                  <a:lnTo>
                    <a:pt x="15275" y="23656"/>
                  </a:lnTo>
                  <a:lnTo>
                    <a:pt x="15833" y="23387"/>
                  </a:lnTo>
                  <a:lnTo>
                    <a:pt x="16349" y="23078"/>
                  </a:lnTo>
                  <a:lnTo>
                    <a:pt x="16823" y="22768"/>
                  </a:lnTo>
                  <a:lnTo>
                    <a:pt x="17257" y="22438"/>
                  </a:lnTo>
                  <a:lnTo>
                    <a:pt x="17670" y="22087"/>
                  </a:lnTo>
                  <a:lnTo>
                    <a:pt x="18062" y="21695"/>
                  </a:lnTo>
                  <a:lnTo>
                    <a:pt x="18392" y="21323"/>
                  </a:lnTo>
                  <a:lnTo>
                    <a:pt x="18722" y="20910"/>
                  </a:lnTo>
                  <a:lnTo>
                    <a:pt x="18991" y="20477"/>
                  </a:lnTo>
                  <a:lnTo>
                    <a:pt x="19259" y="20043"/>
                  </a:lnTo>
                  <a:lnTo>
                    <a:pt x="19486" y="19569"/>
                  </a:lnTo>
                  <a:lnTo>
                    <a:pt x="19692" y="19094"/>
                  </a:lnTo>
                  <a:lnTo>
                    <a:pt x="19858" y="18599"/>
                  </a:lnTo>
                  <a:lnTo>
                    <a:pt x="20002" y="18103"/>
                  </a:lnTo>
                  <a:lnTo>
                    <a:pt x="20126" y="17567"/>
                  </a:lnTo>
                  <a:lnTo>
                    <a:pt x="20126" y="17567"/>
                  </a:lnTo>
                  <a:lnTo>
                    <a:pt x="19073" y="16142"/>
                  </a:lnTo>
                  <a:lnTo>
                    <a:pt x="17897" y="14553"/>
                  </a:lnTo>
                  <a:lnTo>
                    <a:pt x="16410" y="12592"/>
                  </a:lnTo>
                  <a:lnTo>
                    <a:pt x="14718" y="10383"/>
                  </a:lnTo>
                  <a:lnTo>
                    <a:pt x="12922" y="8092"/>
                  </a:lnTo>
                  <a:lnTo>
                    <a:pt x="11993" y="6957"/>
                  </a:lnTo>
                  <a:lnTo>
                    <a:pt x="11085" y="5842"/>
                  </a:lnTo>
                  <a:lnTo>
                    <a:pt x="10197" y="4790"/>
                  </a:lnTo>
                  <a:lnTo>
                    <a:pt x="9331" y="3778"/>
                  </a:lnTo>
                  <a:lnTo>
                    <a:pt x="9331" y="3778"/>
                  </a:lnTo>
                  <a:lnTo>
                    <a:pt x="8794" y="3221"/>
                  </a:lnTo>
                  <a:lnTo>
                    <a:pt x="8278" y="2705"/>
                  </a:lnTo>
                  <a:lnTo>
                    <a:pt x="7741" y="2251"/>
                  </a:lnTo>
                  <a:lnTo>
                    <a:pt x="7204" y="1859"/>
                  </a:lnTo>
                  <a:lnTo>
                    <a:pt x="6688" y="1508"/>
                  </a:lnTo>
                  <a:lnTo>
                    <a:pt x="6172" y="1198"/>
                  </a:lnTo>
                  <a:lnTo>
                    <a:pt x="5677" y="930"/>
                  </a:lnTo>
                  <a:lnTo>
                    <a:pt x="5161" y="703"/>
                  </a:lnTo>
                  <a:lnTo>
                    <a:pt x="4686" y="517"/>
                  </a:lnTo>
                  <a:lnTo>
                    <a:pt x="4212" y="352"/>
                  </a:lnTo>
                  <a:lnTo>
                    <a:pt x="3757" y="249"/>
                  </a:lnTo>
                  <a:lnTo>
                    <a:pt x="3303" y="145"/>
                  </a:lnTo>
                  <a:lnTo>
                    <a:pt x="2890" y="83"/>
                  </a:lnTo>
                  <a:lnTo>
                    <a:pt x="2498" y="42"/>
                  </a:lnTo>
                  <a:lnTo>
                    <a:pt x="2106" y="21"/>
                  </a:lnTo>
                  <a:lnTo>
                    <a:pt x="175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6" name="Google Shape;836;p27"/>
            <p:cNvSpPr/>
            <p:nvPr/>
          </p:nvSpPr>
          <p:spPr>
            <a:xfrm>
              <a:off x="2216475" y="3789450"/>
              <a:ext cx="1244700" cy="954150"/>
            </a:xfrm>
            <a:custGeom>
              <a:avLst/>
              <a:gdLst/>
              <a:ahLst/>
              <a:cxnLst/>
              <a:rect l="l" t="t" r="r" b="b"/>
              <a:pathLst>
                <a:path w="49788" h="38166" extrusionOk="0">
                  <a:moveTo>
                    <a:pt x="24894" y="0"/>
                  </a:moveTo>
                  <a:lnTo>
                    <a:pt x="24254" y="21"/>
                  </a:lnTo>
                  <a:lnTo>
                    <a:pt x="23614" y="21"/>
                  </a:lnTo>
                  <a:lnTo>
                    <a:pt x="22355" y="103"/>
                  </a:lnTo>
                  <a:lnTo>
                    <a:pt x="21116" y="227"/>
                  </a:lnTo>
                  <a:lnTo>
                    <a:pt x="19878" y="392"/>
                  </a:lnTo>
                  <a:lnTo>
                    <a:pt x="18681" y="599"/>
                  </a:lnTo>
                  <a:lnTo>
                    <a:pt x="17504" y="867"/>
                  </a:lnTo>
                  <a:lnTo>
                    <a:pt x="16348" y="1156"/>
                  </a:lnTo>
                  <a:lnTo>
                    <a:pt x="15213" y="1507"/>
                  </a:lnTo>
                  <a:lnTo>
                    <a:pt x="14119" y="1878"/>
                  </a:lnTo>
                  <a:lnTo>
                    <a:pt x="13046" y="2312"/>
                  </a:lnTo>
                  <a:lnTo>
                    <a:pt x="11993" y="2766"/>
                  </a:lnTo>
                  <a:lnTo>
                    <a:pt x="10981" y="3261"/>
                  </a:lnTo>
                  <a:lnTo>
                    <a:pt x="10011" y="3798"/>
                  </a:lnTo>
                  <a:lnTo>
                    <a:pt x="9062" y="4355"/>
                  </a:lnTo>
                  <a:lnTo>
                    <a:pt x="8154" y="4954"/>
                  </a:lnTo>
                  <a:lnTo>
                    <a:pt x="7307" y="5594"/>
                  </a:lnTo>
                  <a:lnTo>
                    <a:pt x="6482" y="6254"/>
                  </a:lnTo>
                  <a:lnTo>
                    <a:pt x="6069" y="6605"/>
                  </a:lnTo>
                  <a:lnTo>
                    <a:pt x="5697" y="6956"/>
                  </a:lnTo>
                  <a:lnTo>
                    <a:pt x="5326" y="7307"/>
                  </a:lnTo>
                  <a:lnTo>
                    <a:pt x="4954" y="7679"/>
                  </a:lnTo>
                  <a:lnTo>
                    <a:pt x="4603" y="8030"/>
                  </a:lnTo>
                  <a:lnTo>
                    <a:pt x="4252" y="8422"/>
                  </a:lnTo>
                  <a:lnTo>
                    <a:pt x="3922" y="8793"/>
                  </a:lnTo>
                  <a:lnTo>
                    <a:pt x="3613" y="9185"/>
                  </a:lnTo>
                  <a:lnTo>
                    <a:pt x="3303" y="9578"/>
                  </a:lnTo>
                  <a:lnTo>
                    <a:pt x="3014" y="9990"/>
                  </a:lnTo>
                  <a:lnTo>
                    <a:pt x="2725" y="10403"/>
                  </a:lnTo>
                  <a:lnTo>
                    <a:pt x="2457" y="10816"/>
                  </a:lnTo>
                  <a:lnTo>
                    <a:pt x="2209" y="11229"/>
                  </a:lnTo>
                  <a:lnTo>
                    <a:pt x="1961" y="11662"/>
                  </a:lnTo>
                  <a:lnTo>
                    <a:pt x="1734" y="12096"/>
                  </a:lnTo>
                  <a:lnTo>
                    <a:pt x="1528" y="12529"/>
                  </a:lnTo>
                  <a:lnTo>
                    <a:pt x="1321" y="12963"/>
                  </a:lnTo>
                  <a:lnTo>
                    <a:pt x="1136" y="13417"/>
                  </a:lnTo>
                  <a:lnTo>
                    <a:pt x="950" y="13850"/>
                  </a:lnTo>
                  <a:lnTo>
                    <a:pt x="785" y="14325"/>
                  </a:lnTo>
                  <a:lnTo>
                    <a:pt x="640" y="14779"/>
                  </a:lnTo>
                  <a:lnTo>
                    <a:pt x="516" y="15233"/>
                  </a:lnTo>
                  <a:lnTo>
                    <a:pt x="393" y="15708"/>
                  </a:lnTo>
                  <a:lnTo>
                    <a:pt x="289" y="16183"/>
                  </a:lnTo>
                  <a:lnTo>
                    <a:pt x="207" y="16658"/>
                  </a:lnTo>
                  <a:lnTo>
                    <a:pt x="145" y="17132"/>
                  </a:lnTo>
                  <a:lnTo>
                    <a:pt x="83" y="17607"/>
                  </a:lnTo>
                  <a:lnTo>
                    <a:pt x="42" y="18102"/>
                  </a:lnTo>
                  <a:lnTo>
                    <a:pt x="21" y="18598"/>
                  </a:lnTo>
                  <a:lnTo>
                    <a:pt x="0" y="19093"/>
                  </a:lnTo>
                  <a:lnTo>
                    <a:pt x="21" y="19568"/>
                  </a:lnTo>
                  <a:lnTo>
                    <a:pt x="42" y="20063"/>
                  </a:lnTo>
                  <a:lnTo>
                    <a:pt x="83" y="20559"/>
                  </a:lnTo>
                  <a:lnTo>
                    <a:pt x="145" y="21034"/>
                  </a:lnTo>
                  <a:lnTo>
                    <a:pt x="207" y="21508"/>
                  </a:lnTo>
                  <a:lnTo>
                    <a:pt x="289" y="21983"/>
                  </a:lnTo>
                  <a:lnTo>
                    <a:pt x="393" y="22458"/>
                  </a:lnTo>
                  <a:lnTo>
                    <a:pt x="516" y="22933"/>
                  </a:lnTo>
                  <a:lnTo>
                    <a:pt x="640" y="23387"/>
                  </a:lnTo>
                  <a:lnTo>
                    <a:pt x="785" y="23861"/>
                  </a:lnTo>
                  <a:lnTo>
                    <a:pt x="950" y="24316"/>
                  </a:lnTo>
                  <a:lnTo>
                    <a:pt x="1136" y="24749"/>
                  </a:lnTo>
                  <a:lnTo>
                    <a:pt x="1321" y="25203"/>
                  </a:lnTo>
                  <a:lnTo>
                    <a:pt x="1528" y="25637"/>
                  </a:lnTo>
                  <a:lnTo>
                    <a:pt x="1734" y="26070"/>
                  </a:lnTo>
                  <a:lnTo>
                    <a:pt x="1961" y="26503"/>
                  </a:lnTo>
                  <a:lnTo>
                    <a:pt x="2209" y="26937"/>
                  </a:lnTo>
                  <a:lnTo>
                    <a:pt x="2457" y="27350"/>
                  </a:lnTo>
                  <a:lnTo>
                    <a:pt x="2725" y="27763"/>
                  </a:lnTo>
                  <a:lnTo>
                    <a:pt x="3014" y="28175"/>
                  </a:lnTo>
                  <a:lnTo>
                    <a:pt x="3303" y="28588"/>
                  </a:lnTo>
                  <a:lnTo>
                    <a:pt x="3613" y="28980"/>
                  </a:lnTo>
                  <a:lnTo>
                    <a:pt x="3922" y="29373"/>
                  </a:lnTo>
                  <a:lnTo>
                    <a:pt x="4252" y="29744"/>
                  </a:lnTo>
                  <a:lnTo>
                    <a:pt x="4603" y="30136"/>
                  </a:lnTo>
                  <a:lnTo>
                    <a:pt x="4954" y="30508"/>
                  </a:lnTo>
                  <a:lnTo>
                    <a:pt x="5326" y="30859"/>
                  </a:lnTo>
                  <a:lnTo>
                    <a:pt x="5697" y="31210"/>
                  </a:lnTo>
                  <a:lnTo>
                    <a:pt x="6069" y="31561"/>
                  </a:lnTo>
                  <a:lnTo>
                    <a:pt x="6482" y="31911"/>
                  </a:lnTo>
                  <a:lnTo>
                    <a:pt x="7307" y="32572"/>
                  </a:lnTo>
                  <a:lnTo>
                    <a:pt x="8154" y="33212"/>
                  </a:lnTo>
                  <a:lnTo>
                    <a:pt x="9062" y="33810"/>
                  </a:lnTo>
                  <a:lnTo>
                    <a:pt x="10011" y="34368"/>
                  </a:lnTo>
                  <a:lnTo>
                    <a:pt x="10981" y="34904"/>
                  </a:lnTo>
                  <a:lnTo>
                    <a:pt x="11993" y="35400"/>
                  </a:lnTo>
                  <a:lnTo>
                    <a:pt x="13046" y="35854"/>
                  </a:lnTo>
                  <a:lnTo>
                    <a:pt x="14119" y="36287"/>
                  </a:lnTo>
                  <a:lnTo>
                    <a:pt x="15213" y="36659"/>
                  </a:lnTo>
                  <a:lnTo>
                    <a:pt x="16348" y="37010"/>
                  </a:lnTo>
                  <a:lnTo>
                    <a:pt x="17504" y="37299"/>
                  </a:lnTo>
                  <a:lnTo>
                    <a:pt x="18681" y="37567"/>
                  </a:lnTo>
                  <a:lnTo>
                    <a:pt x="19878" y="37774"/>
                  </a:lnTo>
                  <a:lnTo>
                    <a:pt x="21116" y="37939"/>
                  </a:lnTo>
                  <a:lnTo>
                    <a:pt x="22355" y="38063"/>
                  </a:lnTo>
                  <a:lnTo>
                    <a:pt x="23614" y="38145"/>
                  </a:lnTo>
                  <a:lnTo>
                    <a:pt x="24254" y="38166"/>
                  </a:lnTo>
                  <a:lnTo>
                    <a:pt x="25534" y="38166"/>
                  </a:lnTo>
                  <a:lnTo>
                    <a:pt x="26173" y="38145"/>
                  </a:lnTo>
                  <a:lnTo>
                    <a:pt x="27453" y="38063"/>
                  </a:lnTo>
                  <a:lnTo>
                    <a:pt x="28692" y="37939"/>
                  </a:lnTo>
                  <a:lnTo>
                    <a:pt x="29910" y="37774"/>
                  </a:lnTo>
                  <a:lnTo>
                    <a:pt x="31127" y="37567"/>
                  </a:lnTo>
                  <a:lnTo>
                    <a:pt x="32304" y="37299"/>
                  </a:lnTo>
                  <a:lnTo>
                    <a:pt x="33460" y="37010"/>
                  </a:lnTo>
                  <a:lnTo>
                    <a:pt x="34595" y="36659"/>
                  </a:lnTo>
                  <a:lnTo>
                    <a:pt x="35689" y="36287"/>
                  </a:lnTo>
                  <a:lnTo>
                    <a:pt x="36762" y="35854"/>
                  </a:lnTo>
                  <a:lnTo>
                    <a:pt x="37815" y="35400"/>
                  </a:lnTo>
                  <a:lnTo>
                    <a:pt x="38827" y="34904"/>
                  </a:lnTo>
                  <a:lnTo>
                    <a:pt x="39797" y="34368"/>
                  </a:lnTo>
                  <a:lnTo>
                    <a:pt x="40726" y="33810"/>
                  </a:lnTo>
                  <a:lnTo>
                    <a:pt x="41634" y="33212"/>
                  </a:lnTo>
                  <a:lnTo>
                    <a:pt x="42501" y="32572"/>
                  </a:lnTo>
                  <a:lnTo>
                    <a:pt x="43326" y="31911"/>
                  </a:lnTo>
                  <a:lnTo>
                    <a:pt x="43719" y="31561"/>
                  </a:lnTo>
                  <a:lnTo>
                    <a:pt x="44111" y="31210"/>
                  </a:lnTo>
                  <a:lnTo>
                    <a:pt x="44482" y="30859"/>
                  </a:lnTo>
                  <a:lnTo>
                    <a:pt x="44854" y="30508"/>
                  </a:lnTo>
                  <a:lnTo>
                    <a:pt x="45205" y="30136"/>
                  </a:lnTo>
                  <a:lnTo>
                    <a:pt x="45535" y="29744"/>
                  </a:lnTo>
                  <a:lnTo>
                    <a:pt x="45865" y="29373"/>
                  </a:lnTo>
                  <a:lnTo>
                    <a:pt x="46195" y="28980"/>
                  </a:lnTo>
                  <a:lnTo>
                    <a:pt x="46505" y="28588"/>
                  </a:lnTo>
                  <a:lnTo>
                    <a:pt x="46794" y="28175"/>
                  </a:lnTo>
                  <a:lnTo>
                    <a:pt x="47062" y="27763"/>
                  </a:lnTo>
                  <a:lnTo>
                    <a:pt x="47331" y="27350"/>
                  </a:lnTo>
                  <a:lnTo>
                    <a:pt x="47599" y="26937"/>
                  </a:lnTo>
                  <a:lnTo>
                    <a:pt x="47847" y="26503"/>
                  </a:lnTo>
                  <a:lnTo>
                    <a:pt x="48074" y="26070"/>
                  </a:lnTo>
                  <a:lnTo>
                    <a:pt x="48280" y="25637"/>
                  </a:lnTo>
                  <a:lnTo>
                    <a:pt x="48487" y="25203"/>
                  </a:lnTo>
                  <a:lnTo>
                    <a:pt x="48672" y="24749"/>
                  </a:lnTo>
                  <a:lnTo>
                    <a:pt x="48858" y="24316"/>
                  </a:lnTo>
                  <a:lnTo>
                    <a:pt x="49003" y="23861"/>
                  </a:lnTo>
                  <a:lnTo>
                    <a:pt x="49147" y="23387"/>
                  </a:lnTo>
                  <a:lnTo>
                    <a:pt x="49292" y="22933"/>
                  </a:lnTo>
                  <a:lnTo>
                    <a:pt x="49415" y="22458"/>
                  </a:lnTo>
                  <a:lnTo>
                    <a:pt x="49498" y="21983"/>
                  </a:lnTo>
                  <a:lnTo>
                    <a:pt x="49601" y="21508"/>
                  </a:lnTo>
                  <a:lnTo>
                    <a:pt x="49663" y="21034"/>
                  </a:lnTo>
                  <a:lnTo>
                    <a:pt x="49725" y="20559"/>
                  </a:lnTo>
                  <a:lnTo>
                    <a:pt x="49766" y="20063"/>
                  </a:lnTo>
                  <a:lnTo>
                    <a:pt x="49787" y="19568"/>
                  </a:lnTo>
                  <a:lnTo>
                    <a:pt x="49787" y="19093"/>
                  </a:lnTo>
                  <a:lnTo>
                    <a:pt x="49787" y="18598"/>
                  </a:lnTo>
                  <a:lnTo>
                    <a:pt x="49766" y="18102"/>
                  </a:lnTo>
                  <a:lnTo>
                    <a:pt x="49725" y="17607"/>
                  </a:lnTo>
                  <a:lnTo>
                    <a:pt x="49663" y="17132"/>
                  </a:lnTo>
                  <a:lnTo>
                    <a:pt x="49601" y="16658"/>
                  </a:lnTo>
                  <a:lnTo>
                    <a:pt x="49498" y="16183"/>
                  </a:lnTo>
                  <a:lnTo>
                    <a:pt x="49415" y="15708"/>
                  </a:lnTo>
                  <a:lnTo>
                    <a:pt x="49292" y="15233"/>
                  </a:lnTo>
                  <a:lnTo>
                    <a:pt x="49147" y="14779"/>
                  </a:lnTo>
                  <a:lnTo>
                    <a:pt x="49003" y="14325"/>
                  </a:lnTo>
                  <a:lnTo>
                    <a:pt x="48858" y="13850"/>
                  </a:lnTo>
                  <a:lnTo>
                    <a:pt x="48672" y="13417"/>
                  </a:lnTo>
                  <a:lnTo>
                    <a:pt x="48487" y="12963"/>
                  </a:lnTo>
                  <a:lnTo>
                    <a:pt x="48280" y="12529"/>
                  </a:lnTo>
                  <a:lnTo>
                    <a:pt x="48074" y="12096"/>
                  </a:lnTo>
                  <a:lnTo>
                    <a:pt x="47847" y="11662"/>
                  </a:lnTo>
                  <a:lnTo>
                    <a:pt x="47599" y="11229"/>
                  </a:lnTo>
                  <a:lnTo>
                    <a:pt x="47331" y="10816"/>
                  </a:lnTo>
                  <a:lnTo>
                    <a:pt x="47062" y="10403"/>
                  </a:lnTo>
                  <a:lnTo>
                    <a:pt x="46794" y="9990"/>
                  </a:lnTo>
                  <a:lnTo>
                    <a:pt x="46505" y="9578"/>
                  </a:lnTo>
                  <a:lnTo>
                    <a:pt x="46195" y="9185"/>
                  </a:lnTo>
                  <a:lnTo>
                    <a:pt x="45865" y="8793"/>
                  </a:lnTo>
                  <a:lnTo>
                    <a:pt x="45535" y="8422"/>
                  </a:lnTo>
                  <a:lnTo>
                    <a:pt x="45205" y="8030"/>
                  </a:lnTo>
                  <a:lnTo>
                    <a:pt x="44854" y="7679"/>
                  </a:lnTo>
                  <a:lnTo>
                    <a:pt x="44482" y="7307"/>
                  </a:lnTo>
                  <a:lnTo>
                    <a:pt x="44111" y="6956"/>
                  </a:lnTo>
                  <a:lnTo>
                    <a:pt x="43719" y="6605"/>
                  </a:lnTo>
                  <a:lnTo>
                    <a:pt x="43326" y="6254"/>
                  </a:lnTo>
                  <a:lnTo>
                    <a:pt x="42501" y="5594"/>
                  </a:lnTo>
                  <a:lnTo>
                    <a:pt x="41634" y="4954"/>
                  </a:lnTo>
                  <a:lnTo>
                    <a:pt x="40726" y="4355"/>
                  </a:lnTo>
                  <a:lnTo>
                    <a:pt x="39797" y="3798"/>
                  </a:lnTo>
                  <a:lnTo>
                    <a:pt x="38827" y="3261"/>
                  </a:lnTo>
                  <a:lnTo>
                    <a:pt x="37815" y="2766"/>
                  </a:lnTo>
                  <a:lnTo>
                    <a:pt x="36762" y="2312"/>
                  </a:lnTo>
                  <a:lnTo>
                    <a:pt x="35689" y="1878"/>
                  </a:lnTo>
                  <a:lnTo>
                    <a:pt x="34595" y="1507"/>
                  </a:lnTo>
                  <a:lnTo>
                    <a:pt x="33460" y="1156"/>
                  </a:lnTo>
                  <a:lnTo>
                    <a:pt x="32304" y="867"/>
                  </a:lnTo>
                  <a:lnTo>
                    <a:pt x="31127" y="599"/>
                  </a:lnTo>
                  <a:lnTo>
                    <a:pt x="29910" y="392"/>
                  </a:lnTo>
                  <a:lnTo>
                    <a:pt x="28692" y="227"/>
                  </a:lnTo>
                  <a:lnTo>
                    <a:pt x="27453" y="103"/>
                  </a:lnTo>
                  <a:lnTo>
                    <a:pt x="26173" y="21"/>
                  </a:lnTo>
                  <a:lnTo>
                    <a:pt x="25534" y="21"/>
                  </a:lnTo>
                  <a:lnTo>
                    <a:pt x="24894" y="0"/>
                  </a:lnTo>
                  <a:close/>
                </a:path>
              </a:pathLst>
            </a:custGeom>
            <a:solidFill>
              <a:srgbClr val="FF73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7" name="Google Shape;837;p27"/>
            <p:cNvSpPr/>
            <p:nvPr/>
          </p:nvSpPr>
          <p:spPr>
            <a:xfrm>
              <a:off x="2216475" y="3789450"/>
              <a:ext cx="1244700" cy="954150"/>
            </a:xfrm>
            <a:custGeom>
              <a:avLst/>
              <a:gdLst/>
              <a:ahLst/>
              <a:cxnLst/>
              <a:rect l="l" t="t" r="r" b="b"/>
              <a:pathLst>
                <a:path w="49788" h="38166" fill="none" extrusionOk="0">
                  <a:moveTo>
                    <a:pt x="49787" y="19093"/>
                  </a:moveTo>
                  <a:lnTo>
                    <a:pt x="49787" y="19093"/>
                  </a:lnTo>
                  <a:lnTo>
                    <a:pt x="49787" y="19568"/>
                  </a:lnTo>
                  <a:lnTo>
                    <a:pt x="49766" y="20063"/>
                  </a:lnTo>
                  <a:lnTo>
                    <a:pt x="49725" y="20559"/>
                  </a:lnTo>
                  <a:lnTo>
                    <a:pt x="49663" y="21034"/>
                  </a:lnTo>
                  <a:lnTo>
                    <a:pt x="49601" y="21508"/>
                  </a:lnTo>
                  <a:lnTo>
                    <a:pt x="49498" y="21983"/>
                  </a:lnTo>
                  <a:lnTo>
                    <a:pt x="49415" y="22458"/>
                  </a:lnTo>
                  <a:lnTo>
                    <a:pt x="49292" y="22933"/>
                  </a:lnTo>
                  <a:lnTo>
                    <a:pt x="49147" y="23387"/>
                  </a:lnTo>
                  <a:lnTo>
                    <a:pt x="49003" y="23861"/>
                  </a:lnTo>
                  <a:lnTo>
                    <a:pt x="48858" y="24316"/>
                  </a:lnTo>
                  <a:lnTo>
                    <a:pt x="48672" y="24749"/>
                  </a:lnTo>
                  <a:lnTo>
                    <a:pt x="48487" y="25203"/>
                  </a:lnTo>
                  <a:lnTo>
                    <a:pt x="48280" y="25637"/>
                  </a:lnTo>
                  <a:lnTo>
                    <a:pt x="48074" y="26070"/>
                  </a:lnTo>
                  <a:lnTo>
                    <a:pt x="47847" y="26503"/>
                  </a:lnTo>
                  <a:lnTo>
                    <a:pt x="47599" y="26937"/>
                  </a:lnTo>
                  <a:lnTo>
                    <a:pt x="47331" y="27350"/>
                  </a:lnTo>
                  <a:lnTo>
                    <a:pt x="47062" y="27763"/>
                  </a:lnTo>
                  <a:lnTo>
                    <a:pt x="46794" y="28175"/>
                  </a:lnTo>
                  <a:lnTo>
                    <a:pt x="46505" y="28588"/>
                  </a:lnTo>
                  <a:lnTo>
                    <a:pt x="46195" y="28980"/>
                  </a:lnTo>
                  <a:lnTo>
                    <a:pt x="45865" y="29373"/>
                  </a:lnTo>
                  <a:lnTo>
                    <a:pt x="45535" y="29744"/>
                  </a:lnTo>
                  <a:lnTo>
                    <a:pt x="45205" y="30136"/>
                  </a:lnTo>
                  <a:lnTo>
                    <a:pt x="44854" y="30508"/>
                  </a:lnTo>
                  <a:lnTo>
                    <a:pt x="44482" y="30859"/>
                  </a:lnTo>
                  <a:lnTo>
                    <a:pt x="44111" y="31210"/>
                  </a:lnTo>
                  <a:lnTo>
                    <a:pt x="43719" y="31561"/>
                  </a:lnTo>
                  <a:lnTo>
                    <a:pt x="43326" y="31911"/>
                  </a:lnTo>
                  <a:lnTo>
                    <a:pt x="42501" y="32572"/>
                  </a:lnTo>
                  <a:lnTo>
                    <a:pt x="41634" y="33212"/>
                  </a:lnTo>
                  <a:lnTo>
                    <a:pt x="40726" y="33810"/>
                  </a:lnTo>
                  <a:lnTo>
                    <a:pt x="39797" y="34368"/>
                  </a:lnTo>
                  <a:lnTo>
                    <a:pt x="38827" y="34904"/>
                  </a:lnTo>
                  <a:lnTo>
                    <a:pt x="37815" y="35400"/>
                  </a:lnTo>
                  <a:lnTo>
                    <a:pt x="36762" y="35854"/>
                  </a:lnTo>
                  <a:lnTo>
                    <a:pt x="35689" y="36287"/>
                  </a:lnTo>
                  <a:lnTo>
                    <a:pt x="34595" y="36659"/>
                  </a:lnTo>
                  <a:lnTo>
                    <a:pt x="33460" y="37010"/>
                  </a:lnTo>
                  <a:lnTo>
                    <a:pt x="32304" y="37299"/>
                  </a:lnTo>
                  <a:lnTo>
                    <a:pt x="31127" y="37567"/>
                  </a:lnTo>
                  <a:lnTo>
                    <a:pt x="29910" y="37774"/>
                  </a:lnTo>
                  <a:lnTo>
                    <a:pt x="28692" y="37939"/>
                  </a:lnTo>
                  <a:lnTo>
                    <a:pt x="27453" y="38063"/>
                  </a:lnTo>
                  <a:lnTo>
                    <a:pt x="26173" y="38145"/>
                  </a:lnTo>
                  <a:lnTo>
                    <a:pt x="25534" y="38166"/>
                  </a:lnTo>
                  <a:lnTo>
                    <a:pt x="24894" y="38166"/>
                  </a:lnTo>
                  <a:lnTo>
                    <a:pt x="24894" y="38166"/>
                  </a:lnTo>
                  <a:lnTo>
                    <a:pt x="24254" y="38166"/>
                  </a:lnTo>
                  <a:lnTo>
                    <a:pt x="23614" y="38145"/>
                  </a:lnTo>
                  <a:lnTo>
                    <a:pt x="22355" y="38063"/>
                  </a:lnTo>
                  <a:lnTo>
                    <a:pt x="21116" y="37939"/>
                  </a:lnTo>
                  <a:lnTo>
                    <a:pt x="19878" y="37774"/>
                  </a:lnTo>
                  <a:lnTo>
                    <a:pt x="18681" y="37567"/>
                  </a:lnTo>
                  <a:lnTo>
                    <a:pt x="17504" y="37299"/>
                  </a:lnTo>
                  <a:lnTo>
                    <a:pt x="16348" y="37010"/>
                  </a:lnTo>
                  <a:lnTo>
                    <a:pt x="15213" y="36659"/>
                  </a:lnTo>
                  <a:lnTo>
                    <a:pt x="14119" y="36287"/>
                  </a:lnTo>
                  <a:lnTo>
                    <a:pt x="13046" y="35854"/>
                  </a:lnTo>
                  <a:lnTo>
                    <a:pt x="11993" y="35400"/>
                  </a:lnTo>
                  <a:lnTo>
                    <a:pt x="10981" y="34904"/>
                  </a:lnTo>
                  <a:lnTo>
                    <a:pt x="10011" y="34368"/>
                  </a:lnTo>
                  <a:lnTo>
                    <a:pt x="9062" y="33810"/>
                  </a:lnTo>
                  <a:lnTo>
                    <a:pt x="8154" y="33212"/>
                  </a:lnTo>
                  <a:lnTo>
                    <a:pt x="7307" y="32572"/>
                  </a:lnTo>
                  <a:lnTo>
                    <a:pt x="6482" y="31911"/>
                  </a:lnTo>
                  <a:lnTo>
                    <a:pt x="6069" y="31561"/>
                  </a:lnTo>
                  <a:lnTo>
                    <a:pt x="5697" y="31210"/>
                  </a:lnTo>
                  <a:lnTo>
                    <a:pt x="5326" y="30859"/>
                  </a:lnTo>
                  <a:lnTo>
                    <a:pt x="4954" y="30508"/>
                  </a:lnTo>
                  <a:lnTo>
                    <a:pt x="4603" y="30136"/>
                  </a:lnTo>
                  <a:lnTo>
                    <a:pt x="4252" y="29744"/>
                  </a:lnTo>
                  <a:lnTo>
                    <a:pt x="3922" y="29373"/>
                  </a:lnTo>
                  <a:lnTo>
                    <a:pt x="3613" y="28980"/>
                  </a:lnTo>
                  <a:lnTo>
                    <a:pt x="3303" y="28588"/>
                  </a:lnTo>
                  <a:lnTo>
                    <a:pt x="3014" y="28175"/>
                  </a:lnTo>
                  <a:lnTo>
                    <a:pt x="2725" y="27763"/>
                  </a:lnTo>
                  <a:lnTo>
                    <a:pt x="2457" y="27350"/>
                  </a:lnTo>
                  <a:lnTo>
                    <a:pt x="2209" y="26937"/>
                  </a:lnTo>
                  <a:lnTo>
                    <a:pt x="1961" y="26503"/>
                  </a:lnTo>
                  <a:lnTo>
                    <a:pt x="1734" y="26070"/>
                  </a:lnTo>
                  <a:lnTo>
                    <a:pt x="1528" y="25637"/>
                  </a:lnTo>
                  <a:lnTo>
                    <a:pt x="1321" y="25203"/>
                  </a:lnTo>
                  <a:lnTo>
                    <a:pt x="1136" y="24749"/>
                  </a:lnTo>
                  <a:lnTo>
                    <a:pt x="950" y="24316"/>
                  </a:lnTo>
                  <a:lnTo>
                    <a:pt x="785" y="23861"/>
                  </a:lnTo>
                  <a:lnTo>
                    <a:pt x="640" y="23387"/>
                  </a:lnTo>
                  <a:lnTo>
                    <a:pt x="516" y="22933"/>
                  </a:lnTo>
                  <a:lnTo>
                    <a:pt x="393" y="22458"/>
                  </a:lnTo>
                  <a:lnTo>
                    <a:pt x="289" y="21983"/>
                  </a:lnTo>
                  <a:lnTo>
                    <a:pt x="207" y="21508"/>
                  </a:lnTo>
                  <a:lnTo>
                    <a:pt x="145" y="21034"/>
                  </a:lnTo>
                  <a:lnTo>
                    <a:pt x="83" y="20559"/>
                  </a:lnTo>
                  <a:lnTo>
                    <a:pt x="42" y="20063"/>
                  </a:lnTo>
                  <a:lnTo>
                    <a:pt x="21" y="19568"/>
                  </a:lnTo>
                  <a:lnTo>
                    <a:pt x="0" y="19093"/>
                  </a:lnTo>
                  <a:lnTo>
                    <a:pt x="0" y="19093"/>
                  </a:lnTo>
                  <a:lnTo>
                    <a:pt x="21" y="18598"/>
                  </a:lnTo>
                  <a:lnTo>
                    <a:pt x="42" y="18102"/>
                  </a:lnTo>
                  <a:lnTo>
                    <a:pt x="83" y="17607"/>
                  </a:lnTo>
                  <a:lnTo>
                    <a:pt x="145" y="17132"/>
                  </a:lnTo>
                  <a:lnTo>
                    <a:pt x="207" y="16658"/>
                  </a:lnTo>
                  <a:lnTo>
                    <a:pt x="289" y="16183"/>
                  </a:lnTo>
                  <a:lnTo>
                    <a:pt x="393" y="15708"/>
                  </a:lnTo>
                  <a:lnTo>
                    <a:pt x="516" y="15233"/>
                  </a:lnTo>
                  <a:lnTo>
                    <a:pt x="640" y="14779"/>
                  </a:lnTo>
                  <a:lnTo>
                    <a:pt x="785" y="14325"/>
                  </a:lnTo>
                  <a:lnTo>
                    <a:pt x="950" y="13850"/>
                  </a:lnTo>
                  <a:lnTo>
                    <a:pt x="1136" y="13417"/>
                  </a:lnTo>
                  <a:lnTo>
                    <a:pt x="1321" y="12963"/>
                  </a:lnTo>
                  <a:lnTo>
                    <a:pt x="1528" y="12529"/>
                  </a:lnTo>
                  <a:lnTo>
                    <a:pt x="1734" y="12096"/>
                  </a:lnTo>
                  <a:lnTo>
                    <a:pt x="1961" y="11662"/>
                  </a:lnTo>
                  <a:lnTo>
                    <a:pt x="2209" y="11229"/>
                  </a:lnTo>
                  <a:lnTo>
                    <a:pt x="2457" y="10816"/>
                  </a:lnTo>
                  <a:lnTo>
                    <a:pt x="2725" y="10403"/>
                  </a:lnTo>
                  <a:lnTo>
                    <a:pt x="3014" y="9990"/>
                  </a:lnTo>
                  <a:lnTo>
                    <a:pt x="3303" y="9578"/>
                  </a:lnTo>
                  <a:lnTo>
                    <a:pt x="3613" y="9185"/>
                  </a:lnTo>
                  <a:lnTo>
                    <a:pt x="3922" y="8793"/>
                  </a:lnTo>
                  <a:lnTo>
                    <a:pt x="4252" y="8422"/>
                  </a:lnTo>
                  <a:lnTo>
                    <a:pt x="4603" y="8030"/>
                  </a:lnTo>
                  <a:lnTo>
                    <a:pt x="4954" y="7679"/>
                  </a:lnTo>
                  <a:lnTo>
                    <a:pt x="5326" y="7307"/>
                  </a:lnTo>
                  <a:lnTo>
                    <a:pt x="5697" y="6956"/>
                  </a:lnTo>
                  <a:lnTo>
                    <a:pt x="6069" y="6605"/>
                  </a:lnTo>
                  <a:lnTo>
                    <a:pt x="6482" y="6254"/>
                  </a:lnTo>
                  <a:lnTo>
                    <a:pt x="7307" y="5594"/>
                  </a:lnTo>
                  <a:lnTo>
                    <a:pt x="8154" y="4954"/>
                  </a:lnTo>
                  <a:lnTo>
                    <a:pt x="9062" y="4355"/>
                  </a:lnTo>
                  <a:lnTo>
                    <a:pt x="10011" y="3798"/>
                  </a:lnTo>
                  <a:lnTo>
                    <a:pt x="10981" y="3261"/>
                  </a:lnTo>
                  <a:lnTo>
                    <a:pt x="11993" y="2766"/>
                  </a:lnTo>
                  <a:lnTo>
                    <a:pt x="13046" y="2312"/>
                  </a:lnTo>
                  <a:lnTo>
                    <a:pt x="14119" y="1878"/>
                  </a:lnTo>
                  <a:lnTo>
                    <a:pt x="15213" y="1507"/>
                  </a:lnTo>
                  <a:lnTo>
                    <a:pt x="16348" y="1156"/>
                  </a:lnTo>
                  <a:lnTo>
                    <a:pt x="17504" y="867"/>
                  </a:lnTo>
                  <a:lnTo>
                    <a:pt x="18681" y="599"/>
                  </a:lnTo>
                  <a:lnTo>
                    <a:pt x="19878" y="392"/>
                  </a:lnTo>
                  <a:lnTo>
                    <a:pt x="21116" y="227"/>
                  </a:lnTo>
                  <a:lnTo>
                    <a:pt x="22355" y="103"/>
                  </a:lnTo>
                  <a:lnTo>
                    <a:pt x="23614" y="21"/>
                  </a:lnTo>
                  <a:lnTo>
                    <a:pt x="24254" y="21"/>
                  </a:lnTo>
                  <a:lnTo>
                    <a:pt x="24894" y="0"/>
                  </a:lnTo>
                  <a:lnTo>
                    <a:pt x="24894" y="0"/>
                  </a:lnTo>
                  <a:lnTo>
                    <a:pt x="25534" y="21"/>
                  </a:lnTo>
                  <a:lnTo>
                    <a:pt x="26173" y="21"/>
                  </a:lnTo>
                  <a:lnTo>
                    <a:pt x="27453" y="103"/>
                  </a:lnTo>
                  <a:lnTo>
                    <a:pt x="28692" y="227"/>
                  </a:lnTo>
                  <a:lnTo>
                    <a:pt x="29910" y="392"/>
                  </a:lnTo>
                  <a:lnTo>
                    <a:pt x="31127" y="599"/>
                  </a:lnTo>
                  <a:lnTo>
                    <a:pt x="32304" y="867"/>
                  </a:lnTo>
                  <a:lnTo>
                    <a:pt x="33460" y="1156"/>
                  </a:lnTo>
                  <a:lnTo>
                    <a:pt x="34595" y="1507"/>
                  </a:lnTo>
                  <a:lnTo>
                    <a:pt x="35689" y="1878"/>
                  </a:lnTo>
                  <a:lnTo>
                    <a:pt x="36762" y="2312"/>
                  </a:lnTo>
                  <a:lnTo>
                    <a:pt x="37815" y="2766"/>
                  </a:lnTo>
                  <a:lnTo>
                    <a:pt x="38827" y="3261"/>
                  </a:lnTo>
                  <a:lnTo>
                    <a:pt x="39797" y="3798"/>
                  </a:lnTo>
                  <a:lnTo>
                    <a:pt x="40726" y="4355"/>
                  </a:lnTo>
                  <a:lnTo>
                    <a:pt x="41634" y="4954"/>
                  </a:lnTo>
                  <a:lnTo>
                    <a:pt x="42501" y="5594"/>
                  </a:lnTo>
                  <a:lnTo>
                    <a:pt x="43326" y="6254"/>
                  </a:lnTo>
                  <a:lnTo>
                    <a:pt x="43719" y="6605"/>
                  </a:lnTo>
                  <a:lnTo>
                    <a:pt x="44111" y="6956"/>
                  </a:lnTo>
                  <a:lnTo>
                    <a:pt x="44482" y="7307"/>
                  </a:lnTo>
                  <a:lnTo>
                    <a:pt x="44854" y="7679"/>
                  </a:lnTo>
                  <a:lnTo>
                    <a:pt x="45205" y="8030"/>
                  </a:lnTo>
                  <a:lnTo>
                    <a:pt x="45535" y="8422"/>
                  </a:lnTo>
                  <a:lnTo>
                    <a:pt x="45865" y="8793"/>
                  </a:lnTo>
                  <a:lnTo>
                    <a:pt x="46195" y="9185"/>
                  </a:lnTo>
                  <a:lnTo>
                    <a:pt x="46505" y="9578"/>
                  </a:lnTo>
                  <a:lnTo>
                    <a:pt x="46794" y="9990"/>
                  </a:lnTo>
                  <a:lnTo>
                    <a:pt x="47062" y="10403"/>
                  </a:lnTo>
                  <a:lnTo>
                    <a:pt x="47331" y="10816"/>
                  </a:lnTo>
                  <a:lnTo>
                    <a:pt x="47599" y="11229"/>
                  </a:lnTo>
                  <a:lnTo>
                    <a:pt x="47847" y="11662"/>
                  </a:lnTo>
                  <a:lnTo>
                    <a:pt x="48074" y="12096"/>
                  </a:lnTo>
                  <a:lnTo>
                    <a:pt x="48280" y="12529"/>
                  </a:lnTo>
                  <a:lnTo>
                    <a:pt x="48487" y="12963"/>
                  </a:lnTo>
                  <a:lnTo>
                    <a:pt x="48672" y="13417"/>
                  </a:lnTo>
                  <a:lnTo>
                    <a:pt x="48858" y="13850"/>
                  </a:lnTo>
                  <a:lnTo>
                    <a:pt x="49003" y="14325"/>
                  </a:lnTo>
                  <a:lnTo>
                    <a:pt x="49147" y="14779"/>
                  </a:lnTo>
                  <a:lnTo>
                    <a:pt x="49292" y="15233"/>
                  </a:lnTo>
                  <a:lnTo>
                    <a:pt x="49415" y="15708"/>
                  </a:lnTo>
                  <a:lnTo>
                    <a:pt x="49498" y="16183"/>
                  </a:lnTo>
                  <a:lnTo>
                    <a:pt x="49601" y="16658"/>
                  </a:lnTo>
                  <a:lnTo>
                    <a:pt x="49663" y="17132"/>
                  </a:lnTo>
                  <a:lnTo>
                    <a:pt x="49725" y="17607"/>
                  </a:lnTo>
                  <a:lnTo>
                    <a:pt x="49766" y="18102"/>
                  </a:lnTo>
                  <a:lnTo>
                    <a:pt x="49787" y="18598"/>
                  </a:lnTo>
                  <a:lnTo>
                    <a:pt x="49787" y="190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8" name="Google Shape;838;p27"/>
            <p:cNvSpPr/>
            <p:nvPr/>
          </p:nvSpPr>
          <p:spPr>
            <a:xfrm>
              <a:off x="3419350" y="2482325"/>
              <a:ext cx="855600" cy="598125"/>
            </a:xfrm>
            <a:custGeom>
              <a:avLst/>
              <a:gdLst/>
              <a:ahLst/>
              <a:cxnLst/>
              <a:rect l="l" t="t" r="r" b="b"/>
              <a:pathLst>
                <a:path w="34224" h="23925" extrusionOk="0">
                  <a:moveTo>
                    <a:pt x="20290" y="1"/>
                  </a:moveTo>
                  <a:lnTo>
                    <a:pt x="19940" y="21"/>
                  </a:lnTo>
                  <a:lnTo>
                    <a:pt x="19568" y="42"/>
                  </a:lnTo>
                  <a:lnTo>
                    <a:pt x="19196" y="125"/>
                  </a:lnTo>
                  <a:lnTo>
                    <a:pt x="18825" y="228"/>
                  </a:lnTo>
                  <a:lnTo>
                    <a:pt x="18433" y="352"/>
                  </a:lnTo>
                  <a:lnTo>
                    <a:pt x="18041" y="517"/>
                  </a:lnTo>
                  <a:lnTo>
                    <a:pt x="17648" y="703"/>
                  </a:lnTo>
                  <a:lnTo>
                    <a:pt x="17236" y="909"/>
                  </a:lnTo>
                  <a:lnTo>
                    <a:pt x="16823" y="1136"/>
                  </a:lnTo>
                  <a:lnTo>
                    <a:pt x="16410" y="1404"/>
                  </a:lnTo>
                  <a:lnTo>
                    <a:pt x="15997" y="1673"/>
                  </a:lnTo>
                  <a:lnTo>
                    <a:pt x="15564" y="1982"/>
                  </a:lnTo>
                  <a:lnTo>
                    <a:pt x="15130" y="2313"/>
                  </a:lnTo>
                  <a:lnTo>
                    <a:pt x="14697" y="2643"/>
                  </a:lnTo>
                  <a:lnTo>
                    <a:pt x="14263" y="3014"/>
                  </a:lnTo>
                  <a:lnTo>
                    <a:pt x="13376" y="3778"/>
                  </a:lnTo>
                  <a:lnTo>
                    <a:pt x="12488" y="4624"/>
                  </a:lnTo>
                  <a:lnTo>
                    <a:pt x="11600" y="5491"/>
                  </a:lnTo>
                  <a:lnTo>
                    <a:pt x="10734" y="6420"/>
                  </a:lnTo>
                  <a:lnTo>
                    <a:pt x="9846" y="7370"/>
                  </a:lnTo>
                  <a:lnTo>
                    <a:pt x="8979" y="8361"/>
                  </a:lnTo>
                  <a:lnTo>
                    <a:pt x="8133" y="9351"/>
                  </a:lnTo>
                  <a:lnTo>
                    <a:pt x="7307" y="10363"/>
                  </a:lnTo>
                  <a:lnTo>
                    <a:pt x="6502" y="11374"/>
                  </a:lnTo>
                  <a:lnTo>
                    <a:pt x="5718" y="12365"/>
                  </a:lnTo>
                  <a:lnTo>
                    <a:pt x="4975" y="13335"/>
                  </a:lnTo>
                  <a:lnTo>
                    <a:pt x="3592" y="15193"/>
                  </a:lnTo>
                  <a:lnTo>
                    <a:pt x="2394" y="16865"/>
                  </a:lnTo>
                  <a:lnTo>
                    <a:pt x="1404" y="18289"/>
                  </a:lnTo>
                  <a:lnTo>
                    <a:pt x="640" y="19404"/>
                  </a:lnTo>
                  <a:lnTo>
                    <a:pt x="0" y="20374"/>
                  </a:lnTo>
                  <a:lnTo>
                    <a:pt x="34223" y="23924"/>
                  </a:lnTo>
                  <a:lnTo>
                    <a:pt x="33955" y="22995"/>
                  </a:lnTo>
                  <a:lnTo>
                    <a:pt x="33604" y="21942"/>
                  </a:lnTo>
                  <a:lnTo>
                    <a:pt x="33150" y="20560"/>
                  </a:lnTo>
                  <a:lnTo>
                    <a:pt x="32572" y="18908"/>
                  </a:lnTo>
                  <a:lnTo>
                    <a:pt x="31891" y="17050"/>
                  </a:lnTo>
                  <a:lnTo>
                    <a:pt x="31127" y="15048"/>
                  </a:lnTo>
                  <a:lnTo>
                    <a:pt x="30694" y="14016"/>
                  </a:lnTo>
                  <a:lnTo>
                    <a:pt x="30260" y="12964"/>
                  </a:lnTo>
                  <a:lnTo>
                    <a:pt x="29806" y="11911"/>
                  </a:lnTo>
                  <a:lnTo>
                    <a:pt x="29311" y="10858"/>
                  </a:lnTo>
                  <a:lnTo>
                    <a:pt x="28815" y="9805"/>
                  </a:lnTo>
                  <a:lnTo>
                    <a:pt x="28320" y="8773"/>
                  </a:lnTo>
                  <a:lnTo>
                    <a:pt x="27783" y="7762"/>
                  </a:lnTo>
                  <a:lnTo>
                    <a:pt x="27247" y="6771"/>
                  </a:lnTo>
                  <a:lnTo>
                    <a:pt x="26689" y="5842"/>
                  </a:lnTo>
                  <a:lnTo>
                    <a:pt x="26111" y="4934"/>
                  </a:lnTo>
                  <a:lnTo>
                    <a:pt x="25533" y="4088"/>
                  </a:lnTo>
                  <a:lnTo>
                    <a:pt x="24955" y="3283"/>
                  </a:lnTo>
                  <a:lnTo>
                    <a:pt x="24646" y="2911"/>
                  </a:lnTo>
                  <a:lnTo>
                    <a:pt x="24357" y="2560"/>
                  </a:lnTo>
                  <a:lnTo>
                    <a:pt x="24047" y="2230"/>
                  </a:lnTo>
                  <a:lnTo>
                    <a:pt x="23758" y="1920"/>
                  </a:lnTo>
                  <a:lnTo>
                    <a:pt x="23449" y="1611"/>
                  </a:lnTo>
                  <a:lnTo>
                    <a:pt x="23139" y="1342"/>
                  </a:lnTo>
                  <a:lnTo>
                    <a:pt x="22829" y="1095"/>
                  </a:lnTo>
                  <a:lnTo>
                    <a:pt x="22520" y="868"/>
                  </a:lnTo>
                  <a:lnTo>
                    <a:pt x="22210" y="661"/>
                  </a:lnTo>
                  <a:lnTo>
                    <a:pt x="21900" y="476"/>
                  </a:lnTo>
                  <a:lnTo>
                    <a:pt x="21591" y="310"/>
                  </a:lnTo>
                  <a:lnTo>
                    <a:pt x="21281" y="187"/>
                  </a:lnTo>
                  <a:lnTo>
                    <a:pt x="20951" y="83"/>
                  </a:lnTo>
                  <a:lnTo>
                    <a:pt x="20621" y="42"/>
                  </a:lnTo>
                  <a:lnTo>
                    <a:pt x="2029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9" name="Google Shape;839;p27"/>
            <p:cNvSpPr/>
            <p:nvPr/>
          </p:nvSpPr>
          <p:spPr>
            <a:xfrm>
              <a:off x="3419350" y="2482325"/>
              <a:ext cx="855600" cy="598125"/>
            </a:xfrm>
            <a:custGeom>
              <a:avLst/>
              <a:gdLst/>
              <a:ahLst/>
              <a:cxnLst/>
              <a:rect l="l" t="t" r="r" b="b"/>
              <a:pathLst>
                <a:path w="34224" h="23925" fill="none" extrusionOk="0">
                  <a:moveTo>
                    <a:pt x="0" y="20374"/>
                  </a:moveTo>
                  <a:lnTo>
                    <a:pt x="0" y="20374"/>
                  </a:lnTo>
                  <a:lnTo>
                    <a:pt x="640" y="19404"/>
                  </a:lnTo>
                  <a:lnTo>
                    <a:pt x="1404" y="18289"/>
                  </a:lnTo>
                  <a:lnTo>
                    <a:pt x="2394" y="16865"/>
                  </a:lnTo>
                  <a:lnTo>
                    <a:pt x="3592" y="15193"/>
                  </a:lnTo>
                  <a:lnTo>
                    <a:pt x="4975" y="13335"/>
                  </a:lnTo>
                  <a:lnTo>
                    <a:pt x="5718" y="12365"/>
                  </a:lnTo>
                  <a:lnTo>
                    <a:pt x="6502" y="11374"/>
                  </a:lnTo>
                  <a:lnTo>
                    <a:pt x="7307" y="10363"/>
                  </a:lnTo>
                  <a:lnTo>
                    <a:pt x="8133" y="9351"/>
                  </a:lnTo>
                  <a:lnTo>
                    <a:pt x="8979" y="8361"/>
                  </a:lnTo>
                  <a:lnTo>
                    <a:pt x="9846" y="7370"/>
                  </a:lnTo>
                  <a:lnTo>
                    <a:pt x="10734" y="6420"/>
                  </a:lnTo>
                  <a:lnTo>
                    <a:pt x="11600" y="5491"/>
                  </a:lnTo>
                  <a:lnTo>
                    <a:pt x="12488" y="4624"/>
                  </a:lnTo>
                  <a:lnTo>
                    <a:pt x="13376" y="3778"/>
                  </a:lnTo>
                  <a:lnTo>
                    <a:pt x="14263" y="3014"/>
                  </a:lnTo>
                  <a:lnTo>
                    <a:pt x="14697" y="2643"/>
                  </a:lnTo>
                  <a:lnTo>
                    <a:pt x="15130" y="2313"/>
                  </a:lnTo>
                  <a:lnTo>
                    <a:pt x="15564" y="1982"/>
                  </a:lnTo>
                  <a:lnTo>
                    <a:pt x="15997" y="1673"/>
                  </a:lnTo>
                  <a:lnTo>
                    <a:pt x="16410" y="1404"/>
                  </a:lnTo>
                  <a:lnTo>
                    <a:pt x="16823" y="1136"/>
                  </a:lnTo>
                  <a:lnTo>
                    <a:pt x="17236" y="909"/>
                  </a:lnTo>
                  <a:lnTo>
                    <a:pt x="17648" y="703"/>
                  </a:lnTo>
                  <a:lnTo>
                    <a:pt x="18041" y="517"/>
                  </a:lnTo>
                  <a:lnTo>
                    <a:pt x="18433" y="352"/>
                  </a:lnTo>
                  <a:lnTo>
                    <a:pt x="18825" y="228"/>
                  </a:lnTo>
                  <a:lnTo>
                    <a:pt x="19196" y="125"/>
                  </a:lnTo>
                  <a:lnTo>
                    <a:pt x="19568" y="42"/>
                  </a:lnTo>
                  <a:lnTo>
                    <a:pt x="19940" y="21"/>
                  </a:lnTo>
                  <a:lnTo>
                    <a:pt x="20290" y="1"/>
                  </a:lnTo>
                  <a:lnTo>
                    <a:pt x="20621" y="42"/>
                  </a:lnTo>
                  <a:lnTo>
                    <a:pt x="20951" y="83"/>
                  </a:lnTo>
                  <a:lnTo>
                    <a:pt x="21281" y="187"/>
                  </a:lnTo>
                  <a:lnTo>
                    <a:pt x="21281" y="187"/>
                  </a:lnTo>
                  <a:lnTo>
                    <a:pt x="21591" y="310"/>
                  </a:lnTo>
                  <a:lnTo>
                    <a:pt x="21900" y="476"/>
                  </a:lnTo>
                  <a:lnTo>
                    <a:pt x="22210" y="661"/>
                  </a:lnTo>
                  <a:lnTo>
                    <a:pt x="22520" y="868"/>
                  </a:lnTo>
                  <a:lnTo>
                    <a:pt x="22829" y="1095"/>
                  </a:lnTo>
                  <a:lnTo>
                    <a:pt x="23139" y="1342"/>
                  </a:lnTo>
                  <a:lnTo>
                    <a:pt x="23449" y="1611"/>
                  </a:lnTo>
                  <a:lnTo>
                    <a:pt x="23758" y="1920"/>
                  </a:lnTo>
                  <a:lnTo>
                    <a:pt x="24047" y="2230"/>
                  </a:lnTo>
                  <a:lnTo>
                    <a:pt x="24357" y="2560"/>
                  </a:lnTo>
                  <a:lnTo>
                    <a:pt x="24646" y="2911"/>
                  </a:lnTo>
                  <a:lnTo>
                    <a:pt x="24955" y="3283"/>
                  </a:lnTo>
                  <a:lnTo>
                    <a:pt x="25533" y="4088"/>
                  </a:lnTo>
                  <a:lnTo>
                    <a:pt x="26111" y="4934"/>
                  </a:lnTo>
                  <a:lnTo>
                    <a:pt x="26689" y="5842"/>
                  </a:lnTo>
                  <a:lnTo>
                    <a:pt x="27247" y="6771"/>
                  </a:lnTo>
                  <a:lnTo>
                    <a:pt x="27783" y="7762"/>
                  </a:lnTo>
                  <a:lnTo>
                    <a:pt x="28320" y="8773"/>
                  </a:lnTo>
                  <a:lnTo>
                    <a:pt x="28815" y="9805"/>
                  </a:lnTo>
                  <a:lnTo>
                    <a:pt x="29311" y="10858"/>
                  </a:lnTo>
                  <a:lnTo>
                    <a:pt x="29806" y="11911"/>
                  </a:lnTo>
                  <a:lnTo>
                    <a:pt x="30260" y="12964"/>
                  </a:lnTo>
                  <a:lnTo>
                    <a:pt x="30694" y="14016"/>
                  </a:lnTo>
                  <a:lnTo>
                    <a:pt x="31127" y="15048"/>
                  </a:lnTo>
                  <a:lnTo>
                    <a:pt x="31891" y="17050"/>
                  </a:lnTo>
                  <a:lnTo>
                    <a:pt x="32572" y="18908"/>
                  </a:lnTo>
                  <a:lnTo>
                    <a:pt x="33150" y="20560"/>
                  </a:lnTo>
                  <a:lnTo>
                    <a:pt x="33604" y="21942"/>
                  </a:lnTo>
                  <a:lnTo>
                    <a:pt x="33955" y="22995"/>
                  </a:lnTo>
                  <a:lnTo>
                    <a:pt x="34223" y="239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0" name="Google Shape;840;p27"/>
            <p:cNvSpPr/>
            <p:nvPr/>
          </p:nvSpPr>
          <p:spPr>
            <a:xfrm>
              <a:off x="2312450" y="2545800"/>
              <a:ext cx="694600" cy="473750"/>
            </a:xfrm>
            <a:custGeom>
              <a:avLst/>
              <a:gdLst/>
              <a:ahLst/>
              <a:cxnLst/>
              <a:rect l="l" t="t" r="r" b="b"/>
              <a:pathLst>
                <a:path w="27784" h="18950" extrusionOk="0">
                  <a:moveTo>
                    <a:pt x="3097" y="1"/>
                  </a:moveTo>
                  <a:lnTo>
                    <a:pt x="2395" y="42"/>
                  </a:lnTo>
                  <a:lnTo>
                    <a:pt x="1817" y="125"/>
                  </a:lnTo>
                  <a:lnTo>
                    <a:pt x="1342" y="228"/>
                  </a:lnTo>
                  <a:lnTo>
                    <a:pt x="929" y="331"/>
                  </a:lnTo>
                  <a:lnTo>
                    <a:pt x="620" y="455"/>
                  </a:lnTo>
                  <a:lnTo>
                    <a:pt x="372" y="558"/>
                  </a:lnTo>
                  <a:lnTo>
                    <a:pt x="186" y="661"/>
                  </a:lnTo>
                  <a:lnTo>
                    <a:pt x="83" y="744"/>
                  </a:lnTo>
                  <a:lnTo>
                    <a:pt x="1" y="826"/>
                  </a:lnTo>
                  <a:lnTo>
                    <a:pt x="12943" y="18949"/>
                  </a:lnTo>
                  <a:lnTo>
                    <a:pt x="27784" y="12633"/>
                  </a:lnTo>
                  <a:lnTo>
                    <a:pt x="27103" y="6523"/>
                  </a:lnTo>
                  <a:lnTo>
                    <a:pt x="25554" y="5883"/>
                  </a:lnTo>
                  <a:lnTo>
                    <a:pt x="23779" y="5202"/>
                  </a:lnTo>
                  <a:lnTo>
                    <a:pt x="21509" y="4377"/>
                  </a:lnTo>
                  <a:lnTo>
                    <a:pt x="20229" y="3923"/>
                  </a:lnTo>
                  <a:lnTo>
                    <a:pt x="18867" y="3448"/>
                  </a:lnTo>
                  <a:lnTo>
                    <a:pt x="17422" y="2973"/>
                  </a:lnTo>
                  <a:lnTo>
                    <a:pt x="15936" y="2498"/>
                  </a:lnTo>
                  <a:lnTo>
                    <a:pt x="14429" y="2044"/>
                  </a:lnTo>
                  <a:lnTo>
                    <a:pt x="12881" y="1611"/>
                  </a:lnTo>
                  <a:lnTo>
                    <a:pt x="11333" y="1198"/>
                  </a:lnTo>
                  <a:lnTo>
                    <a:pt x="9785" y="826"/>
                  </a:lnTo>
                  <a:lnTo>
                    <a:pt x="9041" y="661"/>
                  </a:lnTo>
                  <a:lnTo>
                    <a:pt x="8319" y="517"/>
                  </a:lnTo>
                  <a:lnTo>
                    <a:pt x="7659" y="393"/>
                  </a:lnTo>
                  <a:lnTo>
                    <a:pt x="7019" y="290"/>
                  </a:lnTo>
                  <a:lnTo>
                    <a:pt x="6420" y="207"/>
                  </a:lnTo>
                  <a:lnTo>
                    <a:pt x="5842" y="125"/>
                  </a:lnTo>
                  <a:lnTo>
                    <a:pt x="4810" y="42"/>
                  </a:lnTo>
                  <a:lnTo>
                    <a:pt x="38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1" name="Google Shape;841;p27"/>
            <p:cNvSpPr/>
            <p:nvPr/>
          </p:nvSpPr>
          <p:spPr>
            <a:xfrm>
              <a:off x="2312450" y="2545800"/>
              <a:ext cx="694600" cy="473750"/>
            </a:xfrm>
            <a:custGeom>
              <a:avLst/>
              <a:gdLst/>
              <a:ahLst/>
              <a:cxnLst/>
              <a:rect l="l" t="t" r="r" b="b"/>
              <a:pathLst>
                <a:path w="27784" h="18950" fill="none" extrusionOk="0">
                  <a:moveTo>
                    <a:pt x="27784" y="12633"/>
                  </a:moveTo>
                  <a:lnTo>
                    <a:pt x="27103" y="6523"/>
                  </a:lnTo>
                  <a:lnTo>
                    <a:pt x="27103" y="6523"/>
                  </a:lnTo>
                  <a:lnTo>
                    <a:pt x="25554" y="5883"/>
                  </a:lnTo>
                  <a:lnTo>
                    <a:pt x="23779" y="5202"/>
                  </a:lnTo>
                  <a:lnTo>
                    <a:pt x="21509" y="4377"/>
                  </a:lnTo>
                  <a:lnTo>
                    <a:pt x="20229" y="3923"/>
                  </a:lnTo>
                  <a:lnTo>
                    <a:pt x="18867" y="3448"/>
                  </a:lnTo>
                  <a:lnTo>
                    <a:pt x="17422" y="2973"/>
                  </a:lnTo>
                  <a:lnTo>
                    <a:pt x="15936" y="2498"/>
                  </a:lnTo>
                  <a:lnTo>
                    <a:pt x="14429" y="2044"/>
                  </a:lnTo>
                  <a:lnTo>
                    <a:pt x="12881" y="1611"/>
                  </a:lnTo>
                  <a:lnTo>
                    <a:pt x="11333" y="1198"/>
                  </a:lnTo>
                  <a:lnTo>
                    <a:pt x="9785" y="826"/>
                  </a:lnTo>
                  <a:lnTo>
                    <a:pt x="9785" y="826"/>
                  </a:lnTo>
                  <a:lnTo>
                    <a:pt x="9041" y="661"/>
                  </a:lnTo>
                  <a:lnTo>
                    <a:pt x="8319" y="517"/>
                  </a:lnTo>
                  <a:lnTo>
                    <a:pt x="7659" y="393"/>
                  </a:lnTo>
                  <a:lnTo>
                    <a:pt x="7019" y="290"/>
                  </a:lnTo>
                  <a:lnTo>
                    <a:pt x="6420" y="207"/>
                  </a:lnTo>
                  <a:lnTo>
                    <a:pt x="5842" y="125"/>
                  </a:lnTo>
                  <a:lnTo>
                    <a:pt x="4810" y="42"/>
                  </a:lnTo>
                  <a:lnTo>
                    <a:pt x="3881" y="1"/>
                  </a:lnTo>
                  <a:lnTo>
                    <a:pt x="3097" y="1"/>
                  </a:lnTo>
                  <a:lnTo>
                    <a:pt x="2395" y="42"/>
                  </a:lnTo>
                  <a:lnTo>
                    <a:pt x="1817" y="125"/>
                  </a:lnTo>
                  <a:lnTo>
                    <a:pt x="1342" y="228"/>
                  </a:lnTo>
                  <a:lnTo>
                    <a:pt x="929" y="331"/>
                  </a:lnTo>
                  <a:lnTo>
                    <a:pt x="620" y="455"/>
                  </a:lnTo>
                  <a:lnTo>
                    <a:pt x="372" y="558"/>
                  </a:lnTo>
                  <a:lnTo>
                    <a:pt x="186" y="661"/>
                  </a:lnTo>
                  <a:lnTo>
                    <a:pt x="83" y="744"/>
                  </a:lnTo>
                  <a:lnTo>
                    <a:pt x="1" y="826"/>
                  </a:lnTo>
                  <a:lnTo>
                    <a:pt x="12943" y="18949"/>
                  </a:lnTo>
                  <a:lnTo>
                    <a:pt x="27784" y="1263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2" name="Google Shape;842;p27"/>
            <p:cNvSpPr/>
            <p:nvPr/>
          </p:nvSpPr>
          <p:spPr>
            <a:xfrm>
              <a:off x="3493650" y="2214000"/>
              <a:ext cx="1157475" cy="177025"/>
            </a:xfrm>
            <a:custGeom>
              <a:avLst/>
              <a:gdLst/>
              <a:ahLst/>
              <a:cxnLst/>
              <a:rect l="l" t="t" r="r" b="b"/>
              <a:pathLst>
                <a:path w="46299" h="7081" extrusionOk="0">
                  <a:moveTo>
                    <a:pt x="22417" y="0"/>
                  </a:moveTo>
                  <a:lnTo>
                    <a:pt x="21013" y="42"/>
                  </a:lnTo>
                  <a:lnTo>
                    <a:pt x="19589" y="104"/>
                  </a:lnTo>
                  <a:lnTo>
                    <a:pt x="18144" y="186"/>
                  </a:lnTo>
                  <a:lnTo>
                    <a:pt x="16658" y="310"/>
                  </a:lnTo>
                  <a:lnTo>
                    <a:pt x="15172" y="454"/>
                  </a:lnTo>
                  <a:lnTo>
                    <a:pt x="13665" y="640"/>
                  </a:lnTo>
                  <a:lnTo>
                    <a:pt x="12158" y="867"/>
                  </a:lnTo>
                  <a:lnTo>
                    <a:pt x="10631" y="1136"/>
                  </a:lnTo>
                  <a:lnTo>
                    <a:pt x="9103" y="1425"/>
                  </a:lnTo>
                  <a:lnTo>
                    <a:pt x="7576" y="1776"/>
                  </a:lnTo>
                  <a:lnTo>
                    <a:pt x="6048" y="2168"/>
                  </a:lnTo>
                  <a:lnTo>
                    <a:pt x="4521" y="2601"/>
                  </a:lnTo>
                  <a:lnTo>
                    <a:pt x="3757" y="2828"/>
                  </a:lnTo>
                  <a:lnTo>
                    <a:pt x="2993" y="3076"/>
                  </a:lnTo>
                  <a:lnTo>
                    <a:pt x="2250" y="3344"/>
                  </a:lnTo>
                  <a:lnTo>
                    <a:pt x="1487" y="3613"/>
                  </a:lnTo>
                  <a:lnTo>
                    <a:pt x="744" y="3902"/>
                  </a:lnTo>
                  <a:lnTo>
                    <a:pt x="0" y="4211"/>
                  </a:lnTo>
                  <a:lnTo>
                    <a:pt x="4851" y="7080"/>
                  </a:lnTo>
                  <a:lnTo>
                    <a:pt x="5326" y="6956"/>
                  </a:lnTo>
                  <a:lnTo>
                    <a:pt x="6668" y="6647"/>
                  </a:lnTo>
                  <a:lnTo>
                    <a:pt x="7638" y="6440"/>
                  </a:lnTo>
                  <a:lnTo>
                    <a:pt x="8794" y="6213"/>
                  </a:lnTo>
                  <a:lnTo>
                    <a:pt x="10115" y="5966"/>
                  </a:lnTo>
                  <a:lnTo>
                    <a:pt x="11601" y="5697"/>
                  </a:lnTo>
                  <a:lnTo>
                    <a:pt x="13211" y="5450"/>
                  </a:lnTo>
                  <a:lnTo>
                    <a:pt x="14965" y="5202"/>
                  </a:lnTo>
                  <a:lnTo>
                    <a:pt x="16844" y="4954"/>
                  </a:lnTo>
                  <a:lnTo>
                    <a:pt x="18825" y="4748"/>
                  </a:lnTo>
                  <a:lnTo>
                    <a:pt x="20889" y="4583"/>
                  </a:lnTo>
                  <a:lnTo>
                    <a:pt x="21963" y="4500"/>
                  </a:lnTo>
                  <a:lnTo>
                    <a:pt x="23057" y="4438"/>
                  </a:lnTo>
                  <a:lnTo>
                    <a:pt x="24151" y="4397"/>
                  </a:lnTo>
                  <a:lnTo>
                    <a:pt x="25265" y="4356"/>
                  </a:lnTo>
                  <a:lnTo>
                    <a:pt x="26401" y="4335"/>
                  </a:lnTo>
                  <a:lnTo>
                    <a:pt x="27556" y="4314"/>
                  </a:lnTo>
                  <a:lnTo>
                    <a:pt x="28712" y="4335"/>
                  </a:lnTo>
                  <a:lnTo>
                    <a:pt x="29868" y="4356"/>
                  </a:lnTo>
                  <a:lnTo>
                    <a:pt x="31045" y="4397"/>
                  </a:lnTo>
                  <a:lnTo>
                    <a:pt x="32221" y="4459"/>
                  </a:lnTo>
                  <a:lnTo>
                    <a:pt x="33419" y="4541"/>
                  </a:lnTo>
                  <a:lnTo>
                    <a:pt x="34595" y="4645"/>
                  </a:lnTo>
                  <a:lnTo>
                    <a:pt x="35792" y="4768"/>
                  </a:lnTo>
                  <a:lnTo>
                    <a:pt x="36969" y="4934"/>
                  </a:lnTo>
                  <a:lnTo>
                    <a:pt x="38166" y="5099"/>
                  </a:lnTo>
                  <a:lnTo>
                    <a:pt x="39343" y="5305"/>
                  </a:lnTo>
                  <a:lnTo>
                    <a:pt x="40540" y="5532"/>
                  </a:lnTo>
                  <a:lnTo>
                    <a:pt x="41696" y="5780"/>
                  </a:lnTo>
                  <a:lnTo>
                    <a:pt x="42872" y="6048"/>
                  </a:lnTo>
                  <a:lnTo>
                    <a:pt x="44028" y="6379"/>
                  </a:lnTo>
                  <a:lnTo>
                    <a:pt x="45163" y="6709"/>
                  </a:lnTo>
                  <a:lnTo>
                    <a:pt x="46299" y="7080"/>
                  </a:lnTo>
                  <a:lnTo>
                    <a:pt x="39694" y="1466"/>
                  </a:lnTo>
                  <a:lnTo>
                    <a:pt x="39384" y="1404"/>
                  </a:lnTo>
                  <a:lnTo>
                    <a:pt x="38496" y="1239"/>
                  </a:lnTo>
                  <a:lnTo>
                    <a:pt x="37072" y="991"/>
                  </a:lnTo>
                  <a:lnTo>
                    <a:pt x="36164" y="867"/>
                  </a:lnTo>
                  <a:lnTo>
                    <a:pt x="35152" y="723"/>
                  </a:lnTo>
                  <a:lnTo>
                    <a:pt x="34038" y="599"/>
                  </a:lnTo>
                  <a:lnTo>
                    <a:pt x="32820" y="454"/>
                  </a:lnTo>
                  <a:lnTo>
                    <a:pt x="31520" y="331"/>
                  </a:lnTo>
                  <a:lnTo>
                    <a:pt x="30116" y="227"/>
                  </a:lnTo>
                  <a:lnTo>
                    <a:pt x="28650" y="124"/>
                  </a:lnTo>
                  <a:lnTo>
                    <a:pt x="27102" y="62"/>
                  </a:lnTo>
                  <a:lnTo>
                    <a:pt x="25472" y="21"/>
                  </a:lnTo>
                  <a:lnTo>
                    <a:pt x="238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3" name="Google Shape;843;p27"/>
            <p:cNvSpPr/>
            <p:nvPr/>
          </p:nvSpPr>
          <p:spPr>
            <a:xfrm>
              <a:off x="3493650" y="2214000"/>
              <a:ext cx="1157475" cy="177025"/>
            </a:xfrm>
            <a:custGeom>
              <a:avLst/>
              <a:gdLst/>
              <a:ahLst/>
              <a:cxnLst/>
              <a:rect l="l" t="t" r="r" b="b"/>
              <a:pathLst>
                <a:path w="46299" h="7081" fill="none" extrusionOk="0">
                  <a:moveTo>
                    <a:pt x="23800" y="0"/>
                  </a:moveTo>
                  <a:lnTo>
                    <a:pt x="23800" y="0"/>
                  </a:lnTo>
                  <a:lnTo>
                    <a:pt x="22417" y="0"/>
                  </a:lnTo>
                  <a:lnTo>
                    <a:pt x="21013" y="42"/>
                  </a:lnTo>
                  <a:lnTo>
                    <a:pt x="19589" y="104"/>
                  </a:lnTo>
                  <a:lnTo>
                    <a:pt x="18144" y="186"/>
                  </a:lnTo>
                  <a:lnTo>
                    <a:pt x="16658" y="310"/>
                  </a:lnTo>
                  <a:lnTo>
                    <a:pt x="15172" y="454"/>
                  </a:lnTo>
                  <a:lnTo>
                    <a:pt x="13665" y="640"/>
                  </a:lnTo>
                  <a:lnTo>
                    <a:pt x="12158" y="867"/>
                  </a:lnTo>
                  <a:lnTo>
                    <a:pt x="10631" y="1136"/>
                  </a:lnTo>
                  <a:lnTo>
                    <a:pt x="9103" y="1425"/>
                  </a:lnTo>
                  <a:lnTo>
                    <a:pt x="7576" y="1776"/>
                  </a:lnTo>
                  <a:lnTo>
                    <a:pt x="6048" y="2168"/>
                  </a:lnTo>
                  <a:lnTo>
                    <a:pt x="4521" y="2601"/>
                  </a:lnTo>
                  <a:lnTo>
                    <a:pt x="3757" y="2828"/>
                  </a:lnTo>
                  <a:lnTo>
                    <a:pt x="2993" y="3076"/>
                  </a:lnTo>
                  <a:lnTo>
                    <a:pt x="2250" y="3344"/>
                  </a:lnTo>
                  <a:lnTo>
                    <a:pt x="1487" y="3613"/>
                  </a:lnTo>
                  <a:lnTo>
                    <a:pt x="744" y="3902"/>
                  </a:lnTo>
                  <a:lnTo>
                    <a:pt x="0" y="4211"/>
                  </a:lnTo>
                  <a:lnTo>
                    <a:pt x="4851" y="7080"/>
                  </a:lnTo>
                  <a:lnTo>
                    <a:pt x="4851" y="7080"/>
                  </a:lnTo>
                  <a:lnTo>
                    <a:pt x="5326" y="6956"/>
                  </a:lnTo>
                  <a:lnTo>
                    <a:pt x="6668" y="6647"/>
                  </a:lnTo>
                  <a:lnTo>
                    <a:pt x="7638" y="6440"/>
                  </a:lnTo>
                  <a:lnTo>
                    <a:pt x="8794" y="6213"/>
                  </a:lnTo>
                  <a:lnTo>
                    <a:pt x="10115" y="5966"/>
                  </a:lnTo>
                  <a:lnTo>
                    <a:pt x="11601" y="5697"/>
                  </a:lnTo>
                  <a:lnTo>
                    <a:pt x="13211" y="5450"/>
                  </a:lnTo>
                  <a:lnTo>
                    <a:pt x="14965" y="5202"/>
                  </a:lnTo>
                  <a:lnTo>
                    <a:pt x="16844" y="4954"/>
                  </a:lnTo>
                  <a:lnTo>
                    <a:pt x="18825" y="4748"/>
                  </a:lnTo>
                  <a:lnTo>
                    <a:pt x="20889" y="4583"/>
                  </a:lnTo>
                  <a:lnTo>
                    <a:pt x="21963" y="4500"/>
                  </a:lnTo>
                  <a:lnTo>
                    <a:pt x="23057" y="4438"/>
                  </a:lnTo>
                  <a:lnTo>
                    <a:pt x="24151" y="4397"/>
                  </a:lnTo>
                  <a:lnTo>
                    <a:pt x="25265" y="4356"/>
                  </a:lnTo>
                  <a:lnTo>
                    <a:pt x="26401" y="4335"/>
                  </a:lnTo>
                  <a:lnTo>
                    <a:pt x="27556" y="4314"/>
                  </a:lnTo>
                  <a:lnTo>
                    <a:pt x="27556" y="4314"/>
                  </a:lnTo>
                  <a:lnTo>
                    <a:pt x="28712" y="4335"/>
                  </a:lnTo>
                  <a:lnTo>
                    <a:pt x="29868" y="4356"/>
                  </a:lnTo>
                  <a:lnTo>
                    <a:pt x="31045" y="4397"/>
                  </a:lnTo>
                  <a:lnTo>
                    <a:pt x="32221" y="4459"/>
                  </a:lnTo>
                  <a:lnTo>
                    <a:pt x="33419" y="4541"/>
                  </a:lnTo>
                  <a:lnTo>
                    <a:pt x="34595" y="4645"/>
                  </a:lnTo>
                  <a:lnTo>
                    <a:pt x="35792" y="4768"/>
                  </a:lnTo>
                  <a:lnTo>
                    <a:pt x="36969" y="4934"/>
                  </a:lnTo>
                  <a:lnTo>
                    <a:pt x="38166" y="5099"/>
                  </a:lnTo>
                  <a:lnTo>
                    <a:pt x="39343" y="5305"/>
                  </a:lnTo>
                  <a:lnTo>
                    <a:pt x="40540" y="5532"/>
                  </a:lnTo>
                  <a:lnTo>
                    <a:pt x="41696" y="5780"/>
                  </a:lnTo>
                  <a:lnTo>
                    <a:pt x="42872" y="6048"/>
                  </a:lnTo>
                  <a:lnTo>
                    <a:pt x="44028" y="6379"/>
                  </a:lnTo>
                  <a:lnTo>
                    <a:pt x="45163" y="6709"/>
                  </a:lnTo>
                  <a:lnTo>
                    <a:pt x="46299" y="7080"/>
                  </a:lnTo>
                  <a:lnTo>
                    <a:pt x="39694" y="1466"/>
                  </a:lnTo>
                  <a:lnTo>
                    <a:pt x="39694" y="1466"/>
                  </a:lnTo>
                  <a:lnTo>
                    <a:pt x="39384" y="1404"/>
                  </a:lnTo>
                  <a:lnTo>
                    <a:pt x="38496" y="1239"/>
                  </a:lnTo>
                  <a:lnTo>
                    <a:pt x="37072" y="991"/>
                  </a:lnTo>
                  <a:lnTo>
                    <a:pt x="36164" y="867"/>
                  </a:lnTo>
                  <a:lnTo>
                    <a:pt x="35152" y="723"/>
                  </a:lnTo>
                  <a:lnTo>
                    <a:pt x="34038" y="599"/>
                  </a:lnTo>
                  <a:lnTo>
                    <a:pt x="32820" y="454"/>
                  </a:lnTo>
                  <a:lnTo>
                    <a:pt x="31520" y="331"/>
                  </a:lnTo>
                  <a:lnTo>
                    <a:pt x="30116" y="227"/>
                  </a:lnTo>
                  <a:lnTo>
                    <a:pt x="28650" y="124"/>
                  </a:lnTo>
                  <a:lnTo>
                    <a:pt x="27102" y="62"/>
                  </a:lnTo>
                  <a:lnTo>
                    <a:pt x="25472" y="21"/>
                  </a:lnTo>
                  <a:lnTo>
                    <a:pt x="2380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4" name="Google Shape;844;p27"/>
            <p:cNvSpPr/>
            <p:nvPr/>
          </p:nvSpPr>
          <p:spPr>
            <a:xfrm>
              <a:off x="2757275" y="3789450"/>
              <a:ext cx="703900" cy="954150"/>
            </a:xfrm>
            <a:custGeom>
              <a:avLst/>
              <a:gdLst/>
              <a:ahLst/>
              <a:cxnLst/>
              <a:rect l="l" t="t" r="r" b="b"/>
              <a:pathLst>
                <a:path w="28156" h="38166" extrusionOk="0">
                  <a:moveTo>
                    <a:pt x="3262" y="0"/>
                  </a:moveTo>
                  <a:lnTo>
                    <a:pt x="2436" y="21"/>
                  </a:lnTo>
                  <a:lnTo>
                    <a:pt x="1631" y="41"/>
                  </a:lnTo>
                  <a:lnTo>
                    <a:pt x="805" y="103"/>
                  </a:lnTo>
                  <a:lnTo>
                    <a:pt x="0" y="165"/>
                  </a:lnTo>
                  <a:lnTo>
                    <a:pt x="1074" y="310"/>
                  </a:lnTo>
                  <a:lnTo>
                    <a:pt x="2106" y="475"/>
                  </a:lnTo>
                  <a:lnTo>
                    <a:pt x="3138" y="681"/>
                  </a:lnTo>
                  <a:lnTo>
                    <a:pt x="4149" y="929"/>
                  </a:lnTo>
                  <a:lnTo>
                    <a:pt x="5140" y="1218"/>
                  </a:lnTo>
                  <a:lnTo>
                    <a:pt x="6110" y="1548"/>
                  </a:lnTo>
                  <a:lnTo>
                    <a:pt x="7060" y="1899"/>
                  </a:lnTo>
                  <a:lnTo>
                    <a:pt x="7989" y="2271"/>
                  </a:lnTo>
                  <a:lnTo>
                    <a:pt x="8897" y="2704"/>
                  </a:lnTo>
                  <a:lnTo>
                    <a:pt x="9764" y="3138"/>
                  </a:lnTo>
                  <a:lnTo>
                    <a:pt x="10610" y="3633"/>
                  </a:lnTo>
                  <a:lnTo>
                    <a:pt x="11436" y="4128"/>
                  </a:lnTo>
                  <a:lnTo>
                    <a:pt x="12241" y="4665"/>
                  </a:lnTo>
                  <a:lnTo>
                    <a:pt x="12984" y="5243"/>
                  </a:lnTo>
                  <a:lnTo>
                    <a:pt x="13727" y="5842"/>
                  </a:lnTo>
                  <a:lnTo>
                    <a:pt x="14429" y="6461"/>
                  </a:lnTo>
                  <a:lnTo>
                    <a:pt x="15089" y="7101"/>
                  </a:lnTo>
                  <a:lnTo>
                    <a:pt x="15708" y="7761"/>
                  </a:lnTo>
                  <a:lnTo>
                    <a:pt x="16307" y="8442"/>
                  </a:lnTo>
                  <a:lnTo>
                    <a:pt x="16864" y="9165"/>
                  </a:lnTo>
                  <a:lnTo>
                    <a:pt x="17380" y="9887"/>
                  </a:lnTo>
                  <a:lnTo>
                    <a:pt x="17876" y="10651"/>
                  </a:lnTo>
                  <a:lnTo>
                    <a:pt x="18309" y="11415"/>
                  </a:lnTo>
                  <a:lnTo>
                    <a:pt x="18701" y="12220"/>
                  </a:lnTo>
                  <a:lnTo>
                    <a:pt x="19052" y="13025"/>
                  </a:lnTo>
                  <a:lnTo>
                    <a:pt x="19382" y="13850"/>
                  </a:lnTo>
                  <a:lnTo>
                    <a:pt x="19651" y="14676"/>
                  </a:lnTo>
                  <a:lnTo>
                    <a:pt x="19857" y="15543"/>
                  </a:lnTo>
                  <a:lnTo>
                    <a:pt x="20043" y="16410"/>
                  </a:lnTo>
                  <a:lnTo>
                    <a:pt x="20105" y="16843"/>
                  </a:lnTo>
                  <a:lnTo>
                    <a:pt x="20167" y="17297"/>
                  </a:lnTo>
                  <a:lnTo>
                    <a:pt x="20208" y="17731"/>
                  </a:lnTo>
                  <a:lnTo>
                    <a:pt x="20229" y="18185"/>
                  </a:lnTo>
                  <a:lnTo>
                    <a:pt x="20249" y="18639"/>
                  </a:lnTo>
                  <a:lnTo>
                    <a:pt x="20270" y="19093"/>
                  </a:lnTo>
                  <a:lnTo>
                    <a:pt x="20249" y="19527"/>
                  </a:lnTo>
                  <a:lnTo>
                    <a:pt x="20229" y="19981"/>
                  </a:lnTo>
                  <a:lnTo>
                    <a:pt x="20208" y="20435"/>
                  </a:lnTo>
                  <a:lnTo>
                    <a:pt x="20167" y="20889"/>
                  </a:lnTo>
                  <a:lnTo>
                    <a:pt x="20105" y="21323"/>
                  </a:lnTo>
                  <a:lnTo>
                    <a:pt x="20043" y="21756"/>
                  </a:lnTo>
                  <a:lnTo>
                    <a:pt x="19857" y="22623"/>
                  </a:lnTo>
                  <a:lnTo>
                    <a:pt x="19651" y="23490"/>
                  </a:lnTo>
                  <a:lnTo>
                    <a:pt x="19382" y="24316"/>
                  </a:lnTo>
                  <a:lnTo>
                    <a:pt x="19052" y="25141"/>
                  </a:lnTo>
                  <a:lnTo>
                    <a:pt x="18701" y="25946"/>
                  </a:lnTo>
                  <a:lnTo>
                    <a:pt x="18309" y="26751"/>
                  </a:lnTo>
                  <a:lnTo>
                    <a:pt x="17876" y="27515"/>
                  </a:lnTo>
                  <a:lnTo>
                    <a:pt x="17380" y="28279"/>
                  </a:lnTo>
                  <a:lnTo>
                    <a:pt x="16864" y="29001"/>
                  </a:lnTo>
                  <a:lnTo>
                    <a:pt x="16307" y="29724"/>
                  </a:lnTo>
                  <a:lnTo>
                    <a:pt x="15708" y="30405"/>
                  </a:lnTo>
                  <a:lnTo>
                    <a:pt x="15089" y="31065"/>
                  </a:lnTo>
                  <a:lnTo>
                    <a:pt x="14429" y="31705"/>
                  </a:lnTo>
                  <a:lnTo>
                    <a:pt x="13727" y="32324"/>
                  </a:lnTo>
                  <a:lnTo>
                    <a:pt x="12984" y="32923"/>
                  </a:lnTo>
                  <a:lnTo>
                    <a:pt x="12241" y="33501"/>
                  </a:lnTo>
                  <a:lnTo>
                    <a:pt x="11436" y="34038"/>
                  </a:lnTo>
                  <a:lnTo>
                    <a:pt x="10610" y="34533"/>
                  </a:lnTo>
                  <a:lnTo>
                    <a:pt x="9764" y="35028"/>
                  </a:lnTo>
                  <a:lnTo>
                    <a:pt x="8897" y="35462"/>
                  </a:lnTo>
                  <a:lnTo>
                    <a:pt x="7989" y="35895"/>
                  </a:lnTo>
                  <a:lnTo>
                    <a:pt x="7060" y="36267"/>
                  </a:lnTo>
                  <a:lnTo>
                    <a:pt x="6110" y="36638"/>
                  </a:lnTo>
                  <a:lnTo>
                    <a:pt x="5140" y="36948"/>
                  </a:lnTo>
                  <a:lnTo>
                    <a:pt x="4149" y="37237"/>
                  </a:lnTo>
                  <a:lnTo>
                    <a:pt x="3138" y="37485"/>
                  </a:lnTo>
                  <a:lnTo>
                    <a:pt x="2106" y="37691"/>
                  </a:lnTo>
                  <a:lnTo>
                    <a:pt x="1074" y="37856"/>
                  </a:lnTo>
                  <a:lnTo>
                    <a:pt x="0" y="38001"/>
                  </a:lnTo>
                  <a:lnTo>
                    <a:pt x="805" y="38063"/>
                  </a:lnTo>
                  <a:lnTo>
                    <a:pt x="1631" y="38125"/>
                  </a:lnTo>
                  <a:lnTo>
                    <a:pt x="2436" y="38145"/>
                  </a:lnTo>
                  <a:lnTo>
                    <a:pt x="3262" y="38166"/>
                  </a:lnTo>
                  <a:lnTo>
                    <a:pt x="3902" y="38166"/>
                  </a:lnTo>
                  <a:lnTo>
                    <a:pt x="4541" y="38145"/>
                  </a:lnTo>
                  <a:lnTo>
                    <a:pt x="5821" y="38063"/>
                  </a:lnTo>
                  <a:lnTo>
                    <a:pt x="7060" y="37939"/>
                  </a:lnTo>
                  <a:lnTo>
                    <a:pt x="8278" y="37774"/>
                  </a:lnTo>
                  <a:lnTo>
                    <a:pt x="9495" y="37567"/>
                  </a:lnTo>
                  <a:lnTo>
                    <a:pt x="10672" y="37299"/>
                  </a:lnTo>
                  <a:lnTo>
                    <a:pt x="11828" y="37010"/>
                  </a:lnTo>
                  <a:lnTo>
                    <a:pt x="12963" y="36659"/>
                  </a:lnTo>
                  <a:lnTo>
                    <a:pt x="14057" y="36287"/>
                  </a:lnTo>
                  <a:lnTo>
                    <a:pt x="15130" y="35854"/>
                  </a:lnTo>
                  <a:lnTo>
                    <a:pt x="16183" y="35400"/>
                  </a:lnTo>
                  <a:lnTo>
                    <a:pt x="17195" y="34904"/>
                  </a:lnTo>
                  <a:lnTo>
                    <a:pt x="18165" y="34368"/>
                  </a:lnTo>
                  <a:lnTo>
                    <a:pt x="19094" y="33810"/>
                  </a:lnTo>
                  <a:lnTo>
                    <a:pt x="20002" y="33212"/>
                  </a:lnTo>
                  <a:lnTo>
                    <a:pt x="20869" y="32572"/>
                  </a:lnTo>
                  <a:lnTo>
                    <a:pt x="21694" y="31911"/>
                  </a:lnTo>
                  <a:lnTo>
                    <a:pt x="22087" y="31561"/>
                  </a:lnTo>
                  <a:lnTo>
                    <a:pt x="22479" y="31210"/>
                  </a:lnTo>
                  <a:lnTo>
                    <a:pt x="22850" y="30859"/>
                  </a:lnTo>
                  <a:lnTo>
                    <a:pt x="23222" y="30508"/>
                  </a:lnTo>
                  <a:lnTo>
                    <a:pt x="23573" y="30136"/>
                  </a:lnTo>
                  <a:lnTo>
                    <a:pt x="23903" y="29744"/>
                  </a:lnTo>
                  <a:lnTo>
                    <a:pt x="24233" y="29373"/>
                  </a:lnTo>
                  <a:lnTo>
                    <a:pt x="24563" y="28980"/>
                  </a:lnTo>
                  <a:lnTo>
                    <a:pt x="24873" y="28588"/>
                  </a:lnTo>
                  <a:lnTo>
                    <a:pt x="25162" y="28175"/>
                  </a:lnTo>
                  <a:lnTo>
                    <a:pt x="25430" y="27763"/>
                  </a:lnTo>
                  <a:lnTo>
                    <a:pt x="25699" y="27350"/>
                  </a:lnTo>
                  <a:lnTo>
                    <a:pt x="25967" y="26937"/>
                  </a:lnTo>
                  <a:lnTo>
                    <a:pt x="26215" y="26503"/>
                  </a:lnTo>
                  <a:lnTo>
                    <a:pt x="26442" y="26070"/>
                  </a:lnTo>
                  <a:lnTo>
                    <a:pt x="26648" y="25637"/>
                  </a:lnTo>
                  <a:lnTo>
                    <a:pt x="26855" y="25203"/>
                  </a:lnTo>
                  <a:lnTo>
                    <a:pt x="27040" y="24749"/>
                  </a:lnTo>
                  <a:lnTo>
                    <a:pt x="27226" y="24316"/>
                  </a:lnTo>
                  <a:lnTo>
                    <a:pt x="27371" y="23861"/>
                  </a:lnTo>
                  <a:lnTo>
                    <a:pt x="27515" y="23387"/>
                  </a:lnTo>
                  <a:lnTo>
                    <a:pt x="27660" y="22933"/>
                  </a:lnTo>
                  <a:lnTo>
                    <a:pt x="27783" y="22458"/>
                  </a:lnTo>
                  <a:lnTo>
                    <a:pt x="27866" y="21983"/>
                  </a:lnTo>
                  <a:lnTo>
                    <a:pt x="27969" y="21508"/>
                  </a:lnTo>
                  <a:lnTo>
                    <a:pt x="28031" y="21034"/>
                  </a:lnTo>
                  <a:lnTo>
                    <a:pt x="28093" y="20559"/>
                  </a:lnTo>
                  <a:lnTo>
                    <a:pt x="28134" y="20063"/>
                  </a:lnTo>
                  <a:lnTo>
                    <a:pt x="28155" y="19568"/>
                  </a:lnTo>
                  <a:lnTo>
                    <a:pt x="28155" y="19093"/>
                  </a:lnTo>
                  <a:lnTo>
                    <a:pt x="28155" y="18598"/>
                  </a:lnTo>
                  <a:lnTo>
                    <a:pt x="28134" y="18102"/>
                  </a:lnTo>
                  <a:lnTo>
                    <a:pt x="28093" y="17607"/>
                  </a:lnTo>
                  <a:lnTo>
                    <a:pt x="28031" y="17132"/>
                  </a:lnTo>
                  <a:lnTo>
                    <a:pt x="27969" y="16658"/>
                  </a:lnTo>
                  <a:lnTo>
                    <a:pt x="27866" y="16183"/>
                  </a:lnTo>
                  <a:lnTo>
                    <a:pt x="27783" y="15708"/>
                  </a:lnTo>
                  <a:lnTo>
                    <a:pt x="27660" y="15233"/>
                  </a:lnTo>
                  <a:lnTo>
                    <a:pt x="27515" y="14779"/>
                  </a:lnTo>
                  <a:lnTo>
                    <a:pt x="27371" y="14325"/>
                  </a:lnTo>
                  <a:lnTo>
                    <a:pt x="27226" y="13850"/>
                  </a:lnTo>
                  <a:lnTo>
                    <a:pt x="27040" y="13417"/>
                  </a:lnTo>
                  <a:lnTo>
                    <a:pt x="26855" y="12963"/>
                  </a:lnTo>
                  <a:lnTo>
                    <a:pt x="26648" y="12529"/>
                  </a:lnTo>
                  <a:lnTo>
                    <a:pt x="26442" y="12096"/>
                  </a:lnTo>
                  <a:lnTo>
                    <a:pt x="26215" y="11662"/>
                  </a:lnTo>
                  <a:lnTo>
                    <a:pt x="25967" y="11229"/>
                  </a:lnTo>
                  <a:lnTo>
                    <a:pt x="25699" y="10816"/>
                  </a:lnTo>
                  <a:lnTo>
                    <a:pt x="25430" y="10403"/>
                  </a:lnTo>
                  <a:lnTo>
                    <a:pt x="25162" y="9990"/>
                  </a:lnTo>
                  <a:lnTo>
                    <a:pt x="24873" y="9578"/>
                  </a:lnTo>
                  <a:lnTo>
                    <a:pt x="24563" y="9185"/>
                  </a:lnTo>
                  <a:lnTo>
                    <a:pt x="24233" y="8793"/>
                  </a:lnTo>
                  <a:lnTo>
                    <a:pt x="23903" y="8422"/>
                  </a:lnTo>
                  <a:lnTo>
                    <a:pt x="23573" y="8030"/>
                  </a:lnTo>
                  <a:lnTo>
                    <a:pt x="23222" y="7679"/>
                  </a:lnTo>
                  <a:lnTo>
                    <a:pt x="22850" y="7307"/>
                  </a:lnTo>
                  <a:lnTo>
                    <a:pt x="22479" y="6956"/>
                  </a:lnTo>
                  <a:lnTo>
                    <a:pt x="22087" y="6605"/>
                  </a:lnTo>
                  <a:lnTo>
                    <a:pt x="21694" y="6254"/>
                  </a:lnTo>
                  <a:lnTo>
                    <a:pt x="20869" y="5594"/>
                  </a:lnTo>
                  <a:lnTo>
                    <a:pt x="20002" y="4954"/>
                  </a:lnTo>
                  <a:lnTo>
                    <a:pt x="19094" y="4355"/>
                  </a:lnTo>
                  <a:lnTo>
                    <a:pt x="18165" y="3798"/>
                  </a:lnTo>
                  <a:lnTo>
                    <a:pt x="17195" y="3261"/>
                  </a:lnTo>
                  <a:lnTo>
                    <a:pt x="16183" y="2766"/>
                  </a:lnTo>
                  <a:lnTo>
                    <a:pt x="15130" y="2312"/>
                  </a:lnTo>
                  <a:lnTo>
                    <a:pt x="14057" y="1878"/>
                  </a:lnTo>
                  <a:lnTo>
                    <a:pt x="12963" y="1507"/>
                  </a:lnTo>
                  <a:lnTo>
                    <a:pt x="11828" y="1156"/>
                  </a:lnTo>
                  <a:lnTo>
                    <a:pt x="10672" y="867"/>
                  </a:lnTo>
                  <a:lnTo>
                    <a:pt x="9495" y="599"/>
                  </a:lnTo>
                  <a:lnTo>
                    <a:pt x="8278" y="392"/>
                  </a:lnTo>
                  <a:lnTo>
                    <a:pt x="7060" y="227"/>
                  </a:lnTo>
                  <a:lnTo>
                    <a:pt x="5821" y="103"/>
                  </a:lnTo>
                  <a:lnTo>
                    <a:pt x="4541" y="21"/>
                  </a:lnTo>
                  <a:lnTo>
                    <a:pt x="3902" y="21"/>
                  </a:lnTo>
                  <a:lnTo>
                    <a:pt x="32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5" name="Google Shape;845;p27"/>
            <p:cNvSpPr/>
            <p:nvPr/>
          </p:nvSpPr>
          <p:spPr>
            <a:xfrm>
              <a:off x="2757275" y="3789450"/>
              <a:ext cx="703900" cy="954150"/>
            </a:xfrm>
            <a:custGeom>
              <a:avLst/>
              <a:gdLst/>
              <a:ahLst/>
              <a:cxnLst/>
              <a:rect l="l" t="t" r="r" b="b"/>
              <a:pathLst>
                <a:path w="28156" h="38166" fill="none" extrusionOk="0">
                  <a:moveTo>
                    <a:pt x="3262" y="0"/>
                  </a:moveTo>
                  <a:lnTo>
                    <a:pt x="3262" y="0"/>
                  </a:lnTo>
                  <a:lnTo>
                    <a:pt x="2436" y="21"/>
                  </a:lnTo>
                  <a:lnTo>
                    <a:pt x="1631" y="41"/>
                  </a:lnTo>
                  <a:lnTo>
                    <a:pt x="805" y="103"/>
                  </a:lnTo>
                  <a:lnTo>
                    <a:pt x="0" y="165"/>
                  </a:lnTo>
                  <a:lnTo>
                    <a:pt x="0" y="165"/>
                  </a:lnTo>
                  <a:lnTo>
                    <a:pt x="1074" y="310"/>
                  </a:lnTo>
                  <a:lnTo>
                    <a:pt x="2106" y="475"/>
                  </a:lnTo>
                  <a:lnTo>
                    <a:pt x="3138" y="681"/>
                  </a:lnTo>
                  <a:lnTo>
                    <a:pt x="4149" y="929"/>
                  </a:lnTo>
                  <a:lnTo>
                    <a:pt x="5140" y="1218"/>
                  </a:lnTo>
                  <a:lnTo>
                    <a:pt x="6110" y="1548"/>
                  </a:lnTo>
                  <a:lnTo>
                    <a:pt x="7060" y="1899"/>
                  </a:lnTo>
                  <a:lnTo>
                    <a:pt x="7989" y="2271"/>
                  </a:lnTo>
                  <a:lnTo>
                    <a:pt x="8897" y="2704"/>
                  </a:lnTo>
                  <a:lnTo>
                    <a:pt x="9764" y="3138"/>
                  </a:lnTo>
                  <a:lnTo>
                    <a:pt x="10610" y="3633"/>
                  </a:lnTo>
                  <a:lnTo>
                    <a:pt x="11436" y="4128"/>
                  </a:lnTo>
                  <a:lnTo>
                    <a:pt x="12241" y="4665"/>
                  </a:lnTo>
                  <a:lnTo>
                    <a:pt x="12984" y="5243"/>
                  </a:lnTo>
                  <a:lnTo>
                    <a:pt x="13727" y="5842"/>
                  </a:lnTo>
                  <a:lnTo>
                    <a:pt x="14429" y="6461"/>
                  </a:lnTo>
                  <a:lnTo>
                    <a:pt x="15089" y="7101"/>
                  </a:lnTo>
                  <a:lnTo>
                    <a:pt x="15708" y="7761"/>
                  </a:lnTo>
                  <a:lnTo>
                    <a:pt x="16307" y="8442"/>
                  </a:lnTo>
                  <a:lnTo>
                    <a:pt x="16864" y="9165"/>
                  </a:lnTo>
                  <a:lnTo>
                    <a:pt x="17380" y="9887"/>
                  </a:lnTo>
                  <a:lnTo>
                    <a:pt x="17876" y="10651"/>
                  </a:lnTo>
                  <a:lnTo>
                    <a:pt x="18309" y="11415"/>
                  </a:lnTo>
                  <a:lnTo>
                    <a:pt x="18701" y="12220"/>
                  </a:lnTo>
                  <a:lnTo>
                    <a:pt x="19052" y="13025"/>
                  </a:lnTo>
                  <a:lnTo>
                    <a:pt x="19382" y="13850"/>
                  </a:lnTo>
                  <a:lnTo>
                    <a:pt x="19651" y="14676"/>
                  </a:lnTo>
                  <a:lnTo>
                    <a:pt x="19857" y="15543"/>
                  </a:lnTo>
                  <a:lnTo>
                    <a:pt x="20043" y="16410"/>
                  </a:lnTo>
                  <a:lnTo>
                    <a:pt x="20105" y="16843"/>
                  </a:lnTo>
                  <a:lnTo>
                    <a:pt x="20167" y="17297"/>
                  </a:lnTo>
                  <a:lnTo>
                    <a:pt x="20208" y="17731"/>
                  </a:lnTo>
                  <a:lnTo>
                    <a:pt x="20229" y="18185"/>
                  </a:lnTo>
                  <a:lnTo>
                    <a:pt x="20249" y="18639"/>
                  </a:lnTo>
                  <a:lnTo>
                    <a:pt x="20270" y="19093"/>
                  </a:lnTo>
                  <a:lnTo>
                    <a:pt x="20270" y="19093"/>
                  </a:lnTo>
                  <a:lnTo>
                    <a:pt x="20249" y="19527"/>
                  </a:lnTo>
                  <a:lnTo>
                    <a:pt x="20229" y="19981"/>
                  </a:lnTo>
                  <a:lnTo>
                    <a:pt x="20208" y="20435"/>
                  </a:lnTo>
                  <a:lnTo>
                    <a:pt x="20167" y="20889"/>
                  </a:lnTo>
                  <a:lnTo>
                    <a:pt x="20105" y="21323"/>
                  </a:lnTo>
                  <a:lnTo>
                    <a:pt x="20043" y="21756"/>
                  </a:lnTo>
                  <a:lnTo>
                    <a:pt x="19857" y="22623"/>
                  </a:lnTo>
                  <a:lnTo>
                    <a:pt x="19651" y="23490"/>
                  </a:lnTo>
                  <a:lnTo>
                    <a:pt x="19382" y="24316"/>
                  </a:lnTo>
                  <a:lnTo>
                    <a:pt x="19052" y="25141"/>
                  </a:lnTo>
                  <a:lnTo>
                    <a:pt x="18701" y="25946"/>
                  </a:lnTo>
                  <a:lnTo>
                    <a:pt x="18309" y="26751"/>
                  </a:lnTo>
                  <a:lnTo>
                    <a:pt x="17876" y="27515"/>
                  </a:lnTo>
                  <a:lnTo>
                    <a:pt x="17380" y="28279"/>
                  </a:lnTo>
                  <a:lnTo>
                    <a:pt x="16864" y="29001"/>
                  </a:lnTo>
                  <a:lnTo>
                    <a:pt x="16307" y="29724"/>
                  </a:lnTo>
                  <a:lnTo>
                    <a:pt x="15708" y="30405"/>
                  </a:lnTo>
                  <a:lnTo>
                    <a:pt x="15089" y="31065"/>
                  </a:lnTo>
                  <a:lnTo>
                    <a:pt x="14429" y="31705"/>
                  </a:lnTo>
                  <a:lnTo>
                    <a:pt x="13727" y="32324"/>
                  </a:lnTo>
                  <a:lnTo>
                    <a:pt x="12984" y="32923"/>
                  </a:lnTo>
                  <a:lnTo>
                    <a:pt x="12241" y="33501"/>
                  </a:lnTo>
                  <a:lnTo>
                    <a:pt x="11436" y="34038"/>
                  </a:lnTo>
                  <a:lnTo>
                    <a:pt x="10610" y="34533"/>
                  </a:lnTo>
                  <a:lnTo>
                    <a:pt x="9764" y="35028"/>
                  </a:lnTo>
                  <a:lnTo>
                    <a:pt x="8897" y="35462"/>
                  </a:lnTo>
                  <a:lnTo>
                    <a:pt x="7989" y="35895"/>
                  </a:lnTo>
                  <a:lnTo>
                    <a:pt x="7060" y="36267"/>
                  </a:lnTo>
                  <a:lnTo>
                    <a:pt x="6110" y="36638"/>
                  </a:lnTo>
                  <a:lnTo>
                    <a:pt x="5140" y="36948"/>
                  </a:lnTo>
                  <a:lnTo>
                    <a:pt x="4149" y="37237"/>
                  </a:lnTo>
                  <a:lnTo>
                    <a:pt x="3138" y="37485"/>
                  </a:lnTo>
                  <a:lnTo>
                    <a:pt x="2106" y="37691"/>
                  </a:lnTo>
                  <a:lnTo>
                    <a:pt x="1074" y="37856"/>
                  </a:lnTo>
                  <a:lnTo>
                    <a:pt x="0" y="38001"/>
                  </a:lnTo>
                  <a:lnTo>
                    <a:pt x="0" y="38001"/>
                  </a:lnTo>
                  <a:lnTo>
                    <a:pt x="805" y="38063"/>
                  </a:lnTo>
                  <a:lnTo>
                    <a:pt x="1631" y="38125"/>
                  </a:lnTo>
                  <a:lnTo>
                    <a:pt x="2436" y="38145"/>
                  </a:lnTo>
                  <a:lnTo>
                    <a:pt x="3262" y="38166"/>
                  </a:lnTo>
                  <a:lnTo>
                    <a:pt x="3262" y="38166"/>
                  </a:lnTo>
                  <a:lnTo>
                    <a:pt x="3902" y="38166"/>
                  </a:lnTo>
                  <a:lnTo>
                    <a:pt x="4541" y="38145"/>
                  </a:lnTo>
                  <a:lnTo>
                    <a:pt x="5821" y="38063"/>
                  </a:lnTo>
                  <a:lnTo>
                    <a:pt x="7060" y="37939"/>
                  </a:lnTo>
                  <a:lnTo>
                    <a:pt x="8278" y="37774"/>
                  </a:lnTo>
                  <a:lnTo>
                    <a:pt x="9495" y="37567"/>
                  </a:lnTo>
                  <a:lnTo>
                    <a:pt x="10672" y="37299"/>
                  </a:lnTo>
                  <a:lnTo>
                    <a:pt x="11828" y="37010"/>
                  </a:lnTo>
                  <a:lnTo>
                    <a:pt x="12963" y="36659"/>
                  </a:lnTo>
                  <a:lnTo>
                    <a:pt x="14057" y="36287"/>
                  </a:lnTo>
                  <a:lnTo>
                    <a:pt x="15130" y="35854"/>
                  </a:lnTo>
                  <a:lnTo>
                    <a:pt x="16183" y="35400"/>
                  </a:lnTo>
                  <a:lnTo>
                    <a:pt x="17195" y="34904"/>
                  </a:lnTo>
                  <a:lnTo>
                    <a:pt x="18165" y="34368"/>
                  </a:lnTo>
                  <a:lnTo>
                    <a:pt x="19094" y="33810"/>
                  </a:lnTo>
                  <a:lnTo>
                    <a:pt x="20002" y="33212"/>
                  </a:lnTo>
                  <a:lnTo>
                    <a:pt x="20869" y="32572"/>
                  </a:lnTo>
                  <a:lnTo>
                    <a:pt x="21694" y="31911"/>
                  </a:lnTo>
                  <a:lnTo>
                    <a:pt x="22087" y="31561"/>
                  </a:lnTo>
                  <a:lnTo>
                    <a:pt x="22479" y="31210"/>
                  </a:lnTo>
                  <a:lnTo>
                    <a:pt x="22850" y="30859"/>
                  </a:lnTo>
                  <a:lnTo>
                    <a:pt x="23222" y="30508"/>
                  </a:lnTo>
                  <a:lnTo>
                    <a:pt x="23573" y="30136"/>
                  </a:lnTo>
                  <a:lnTo>
                    <a:pt x="23903" y="29744"/>
                  </a:lnTo>
                  <a:lnTo>
                    <a:pt x="24233" y="29373"/>
                  </a:lnTo>
                  <a:lnTo>
                    <a:pt x="24563" y="28980"/>
                  </a:lnTo>
                  <a:lnTo>
                    <a:pt x="24873" y="28588"/>
                  </a:lnTo>
                  <a:lnTo>
                    <a:pt x="25162" y="28175"/>
                  </a:lnTo>
                  <a:lnTo>
                    <a:pt x="25430" y="27763"/>
                  </a:lnTo>
                  <a:lnTo>
                    <a:pt x="25699" y="27350"/>
                  </a:lnTo>
                  <a:lnTo>
                    <a:pt x="25967" y="26937"/>
                  </a:lnTo>
                  <a:lnTo>
                    <a:pt x="26215" y="26503"/>
                  </a:lnTo>
                  <a:lnTo>
                    <a:pt x="26442" y="26070"/>
                  </a:lnTo>
                  <a:lnTo>
                    <a:pt x="26648" y="25637"/>
                  </a:lnTo>
                  <a:lnTo>
                    <a:pt x="26855" y="25203"/>
                  </a:lnTo>
                  <a:lnTo>
                    <a:pt x="27040" y="24749"/>
                  </a:lnTo>
                  <a:lnTo>
                    <a:pt x="27226" y="24316"/>
                  </a:lnTo>
                  <a:lnTo>
                    <a:pt x="27371" y="23861"/>
                  </a:lnTo>
                  <a:lnTo>
                    <a:pt x="27515" y="23387"/>
                  </a:lnTo>
                  <a:lnTo>
                    <a:pt x="27660" y="22933"/>
                  </a:lnTo>
                  <a:lnTo>
                    <a:pt x="27783" y="22458"/>
                  </a:lnTo>
                  <a:lnTo>
                    <a:pt x="27866" y="21983"/>
                  </a:lnTo>
                  <a:lnTo>
                    <a:pt x="27969" y="21508"/>
                  </a:lnTo>
                  <a:lnTo>
                    <a:pt x="28031" y="21034"/>
                  </a:lnTo>
                  <a:lnTo>
                    <a:pt x="28093" y="20559"/>
                  </a:lnTo>
                  <a:lnTo>
                    <a:pt x="28134" y="20063"/>
                  </a:lnTo>
                  <a:lnTo>
                    <a:pt x="28155" y="19568"/>
                  </a:lnTo>
                  <a:lnTo>
                    <a:pt x="28155" y="19093"/>
                  </a:lnTo>
                  <a:lnTo>
                    <a:pt x="28155" y="19093"/>
                  </a:lnTo>
                  <a:lnTo>
                    <a:pt x="28155" y="18598"/>
                  </a:lnTo>
                  <a:lnTo>
                    <a:pt x="28134" y="18102"/>
                  </a:lnTo>
                  <a:lnTo>
                    <a:pt x="28093" y="17607"/>
                  </a:lnTo>
                  <a:lnTo>
                    <a:pt x="28031" y="17132"/>
                  </a:lnTo>
                  <a:lnTo>
                    <a:pt x="27969" y="16658"/>
                  </a:lnTo>
                  <a:lnTo>
                    <a:pt x="27866" y="16183"/>
                  </a:lnTo>
                  <a:lnTo>
                    <a:pt x="27783" y="15708"/>
                  </a:lnTo>
                  <a:lnTo>
                    <a:pt x="27660" y="15233"/>
                  </a:lnTo>
                  <a:lnTo>
                    <a:pt x="27515" y="14779"/>
                  </a:lnTo>
                  <a:lnTo>
                    <a:pt x="27371" y="14325"/>
                  </a:lnTo>
                  <a:lnTo>
                    <a:pt x="27226" y="13850"/>
                  </a:lnTo>
                  <a:lnTo>
                    <a:pt x="27040" y="13417"/>
                  </a:lnTo>
                  <a:lnTo>
                    <a:pt x="26855" y="12963"/>
                  </a:lnTo>
                  <a:lnTo>
                    <a:pt x="26648" y="12529"/>
                  </a:lnTo>
                  <a:lnTo>
                    <a:pt x="26442" y="12096"/>
                  </a:lnTo>
                  <a:lnTo>
                    <a:pt x="26215" y="11662"/>
                  </a:lnTo>
                  <a:lnTo>
                    <a:pt x="25967" y="11229"/>
                  </a:lnTo>
                  <a:lnTo>
                    <a:pt x="25699" y="10816"/>
                  </a:lnTo>
                  <a:lnTo>
                    <a:pt x="25430" y="10403"/>
                  </a:lnTo>
                  <a:lnTo>
                    <a:pt x="25162" y="9990"/>
                  </a:lnTo>
                  <a:lnTo>
                    <a:pt x="24873" y="9578"/>
                  </a:lnTo>
                  <a:lnTo>
                    <a:pt x="24563" y="9185"/>
                  </a:lnTo>
                  <a:lnTo>
                    <a:pt x="24233" y="8793"/>
                  </a:lnTo>
                  <a:lnTo>
                    <a:pt x="23903" y="8422"/>
                  </a:lnTo>
                  <a:lnTo>
                    <a:pt x="23573" y="8030"/>
                  </a:lnTo>
                  <a:lnTo>
                    <a:pt x="23222" y="7679"/>
                  </a:lnTo>
                  <a:lnTo>
                    <a:pt x="22850" y="7307"/>
                  </a:lnTo>
                  <a:lnTo>
                    <a:pt x="22479" y="6956"/>
                  </a:lnTo>
                  <a:lnTo>
                    <a:pt x="22087" y="6605"/>
                  </a:lnTo>
                  <a:lnTo>
                    <a:pt x="21694" y="6254"/>
                  </a:lnTo>
                  <a:lnTo>
                    <a:pt x="20869" y="5594"/>
                  </a:lnTo>
                  <a:lnTo>
                    <a:pt x="20002" y="4954"/>
                  </a:lnTo>
                  <a:lnTo>
                    <a:pt x="19094" y="4355"/>
                  </a:lnTo>
                  <a:lnTo>
                    <a:pt x="18165" y="3798"/>
                  </a:lnTo>
                  <a:lnTo>
                    <a:pt x="17195" y="3261"/>
                  </a:lnTo>
                  <a:lnTo>
                    <a:pt x="16183" y="2766"/>
                  </a:lnTo>
                  <a:lnTo>
                    <a:pt x="15130" y="2312"/>
                  </a:lnTo>
                  <a:lnTo>
                    <a:pt x="14057" y="1878"/>
                  </a:lnTo>
                  <a:lnTo>
                    <a:pt x="12963" y="1507"/>
                  </a:lnTo>
                  <a:lnTo>
                    <a:pt x="11828" y="1156"/>
                  </a:lnTo>
                  <a:lnTo>
                    <a:pt x="10672" y="867"/>
                  </a:lnTo>
                  <a:lnTo>
                    <a:pt x="9495" y="599"/>
                  </a:lnTo>
                  <a:lnTo>
                    <a:pt x="8278" y="392"/>
                  </a:lnTo>
                  <a:lnTo>
                    <a:pt x="7060" y="227"/>
                  </a:lnTo>
                  <a:lnTo>
                    <a:pt x="5821" y="103"/>
                  </a:lnTo>
                  <a:lnTo>
                    <a:pt x="4541" y="21"/>
                  </a:lnTo>
                  <a:lnTo>
                    <a:pt x="3902" y="21"/>
                  </a:lnTo>
                  <a:lnTo>
                    <a:pt x="326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6" name="Google Shape;846;p27"/>
            <p:cNvSpPr/>
            <p:nvPr/>
          </p:nvSpPr>
          <p:spPr>
            <a:xfrm>
              <a:off x="2097775" y="3789450"/>
              <a:ext cx="1166275" cy="954150"/>
            </a:xfrm>
            <a:custGeom>
              <a:avLst/>
              <a:gdLst/>
              <a:ahLst/>
              <a:cxnLst/>
              <a:rect l="l" t="t" r="r" b="b"/>
              <a:pathLst>
                <a:path w="46651" h="38166" extrusionOk="0">
                  <a:moveTo>
                    <a:pt x="23325" y="0"/>
                  </a:moveTo>
                  <a:lnTo>
                    <a:pt x="22727" y="21"/>
                  </a:lnTo>
                  <a:lnTo>
                    <a:pt x="22128" y="21"/>
                  </a:lnTo>
                  <a:lnTo>
                    <a:pt x="20931" y="103"/>
                  </a:lnTo>
                  <a:lnTo>
                    <a:pt x="19775" y="227"/>
                  </a:lnTo>
                  <a:lnTo>
                    <a:pt x="18619" y="392"/>
                  </a:lnTo>
                  <a:lnTo>
                    <a:pt x="17505" y="599"/>
                  </a:lnTo>
                  <a:lnTo>
                    <a:pt x="16390" y="867"/>
                  </a:lnTo>
                  <a:lnTo>
                    <a:pt x="15296" y="1156"/>
                  </a:lnTo>
                  <a:lnTo>
                    <a:pt x="14243" y="1507"/>
                  </a:lnTo>
                  <a:lnTo>
                    <a:pt x="13211" y="1878"/>
                  </a:lnTo>
                  <a:lnTo>
                    <a:pt x="12200" y="2312"/>
                  </a:lnTo>
                  <a:lnTo>
                    <a:pt x="11230" y="2766"/>
                  </a:lnTo>
                  <a:lnTo>
                    <a:pt x="10280" y="3261"/>
                  </a:lnTo>
                  <a:lnTo>
                    <a:pt x="9372" y="3798"/>
                  </a:lnTo>
                  <a:lnTo>
                    <a:pt x="8484" y="4355"/>
                  </a:lnTo>
                  <a:lnTo>
                    <a:pt x="7638" y="4954"/>
                  </a:lnTo>
                  <a:lnTo>
                    <a:pt x="6833" y="5594"/>
                  </a:lnTo>
                  <a:lnTo>
                    <a:pt x="6069" y="6254"/>
                  </a:lnTo>
                  <a:lnTo>
                    <a:pt x="5326" y="6956"/>
                  </a:lnTo>
                  <a:lnTo>
                    <a:pt x="4645" y="7679"/>
                  </a:lnTo>
                  <a:lnTo>
                    <a:pt x="4315" y="8030"/>
                  </a:lnTo>
                  <a:lnTo>
                    <a:pt x="3985" y="8422"/>
                  </a:lnTo>
                  <a:lnTo>
                    <a:pt x="3675" y="8793"/>
                  </a:lnTo>
                  <a:lnTo>
                    <a:pt x="3386" y="9185"/>
                  </a:lnTo>
                  <a:lnTo>
                    <a:pt x="3097" y="9578"/>
                  </a:lnTo>
                  <a:lnTo>
                    <a:pt x="2808" y="9990"/>
                  </a:lnTo>
                  <a:lnTo>
                    <a:pt x="2560" y="10403"/>
                  </a:lnTo>
                  <a:lnTo>
                    <a:pt x="2313" y="10816"/>
                  </a:lnTo>
                  <a:lnTo>
                    <a:pt x="2065" y="11229"/>
                  </a:lnTo>
                  <a:lnTo>
                    <a:pt x="1838" y="11662"/>
                  </a:lnTo>
                  <a:lnTo>
                    <a:pt x="1611" y="12096"/>
                  </a:lnTo>
                  <a:lnTo>
                    <a:pt x="1425" y="12529"/>
                  </a:lnTo>
                  <a:lnTo>
                    <a:pt x="1219" y="12963"/>
                  </a:lnTo>
                  <a:lnTo>
                    <a:pt x="1054" y="13417"/>
                  </a:lnTo>
                  <a:lnTo>
                    <a:pt x="888" y="13850"/>
                  </a:lnTo>
                  <a:lnTo>
                    <a:pt x="744" y="14325"/>
                  </a:lnTo>
                  <a:lnTo>
                    <a:pt x="599" y="14779"/>
                  </a:lnTo>
                  <a:lnTo>
                    <a:pt x="476" y="15233"/>
                  </a:lnTo>
                  <a:lnTo>
                    <a:pt x="372" y="15708"/>
                  </a:lnTo>
                  <a:lnTo>
                    <a:pt x="269" y="16183"/>
                  </a:lnTo>
                  <a:lnTo>
                    <a:pt x="187" y="16658"/>
                  </a:lnTo>
                  <a:lnTo>
                    <a:pt x="125" y="17132"/>
                  </a:lnTo>
                  <a:lnTo>
                    <a:pt x="63" y="17607"/>
                  </a:lnTo>
                  <a:lnTo>
                    <a:pt x="42" y="18102"/>
                  </a:lnTo>
                  <a:lnTo>
                    <a:pt x="1" y="18598"/>
                  </a:lnTo>
                  <a:lnTo>
                    <a:pt x="1" y="19093"/>
                  </a:lnTo>
                  <a:lnTo>
                    <a:pt x="1" y="19568"/>
                  </a:lnTo>
                  <a:lnTo>
                    <a:pt x="42" y="20063"/>
                  </a:lnTo>
                  <a:lnTo>
                    <a:pt x="63" y="20559"/>
                  </a:lnTo>
                  <a:lnTo>
                    <a:pt x="125" y="21034"/>
                  </a:lnTo>
                  <a:lnTo>
                    <a:pt x="187" y="21508"/>
                  </a:lnTo>
                  <a:lnTo>
                    <a:pt x="269" y="21983"/>
                  </a:lnTo>
                  <a:lnTo>
                    <a:pt x="372" y="22458"/>
                  </a:lnTo>
                  <a:lnTo>
                    <a:pt x="476" y="22933"/>
                  </a:lnTo>
                  <a:lnTo>
                    <a:pt x="599" y="23387"/>
                  </a:lnTo>
                  <a:lnTo>
                    <a:pt x="744" y="23861"/>
                  </a:lnTo>
                  <a:lnTo>
                    <a:pt x="888" y="24316"/>
                  </a:lnTo>
                  <a:lnTo>
                    <a:pt x="1054" y="24749"/>
                  </a:lnTo>
                  <a:lnTo>
                    <a:pt x="1219" y="25203"/>
                  </a:lnTo>
                  <a:lnTo>
                    <a:pt x="1425" y="25637"/>
                  </a:lnTo>
                  <a:lnTo>
                    <a:pt x="1611" y="26070"/>
                  </a:lnTo>
                  <a:lnTo>
                    <a:pt x="1838" y="26503"/>
                  </a:lnTo>
                  <a:lnTo>
                    <a:pt x="2065" y="26937"/>
                  </a:lnTo>
                  <a:lnTo>
                    <a:pt x="2313" y="27350"/>
                  </a:lnTo>
                  <a:lnTo>
                    <a:pt x="2560" y="27763"/>
                  </a:lnTo>
                  <a:lnTo>
                    <a:pt x="2808" y="28175"/>
                  </a:lnTo>
                  <a:lnTo>
                    <a:pt x="3097" y="28588"/>
                  </a:lnTo>
                  <a:lnTo>
                    <a:pt x="3386" y="28980"/>
                  </a:lnTo>
                  <a:lnTo>
                    <a:pt x="3675" y="29373"/>
                  </a:lnTo>
                  <a:lnTo>
                    <a:pt x="3985" y="29744"/>
                  </a:lnTo>
                  <a:lnTo>
                    <a:pt x="4315" y="30136"/>
                  </a:lnTo>
                  <a:lnTo>
                    <a:pt x="4645" y="30508"/>
                  </a:lnTo>
                  <a:lnTo>
                    <a:pt x="5326" y="31210"/>
                  </a:lnTo>
                  <a:lnTo>
                    <a:pt x="6069" y="31911"/>
                  </a:lnTo>
                  <a:lnTo>
                    <a:pt x="6833" y="32572"/>
                  </a:lnTo>
                  <a:lnTo>
                    <a:pt x="7638" y="33212"/>
                  </a:lnTo>
                  <a:lnTo>
                    <a:pt x="8484" y="33810"/>
                  </a:lnTo>
                  <a:lnTo>
                    <a:pt x="9372" y="34368"/>
                  </a:lnTo>
                  <a:lnTo>
                    <a:pt x="10280" y="34904"/>
                  </a:lnTo>
                  <a:lnTo>
                    <a:pt x="11230" y="35400"/>
                  </a:lnTo>
                  <a:lnTo>
                    <a:pt x="12200" y="35854"/>
                  </a:lnTo>
                  <a:lnTo>
                    <a:pt x="13211" y="36287"/>
                  </a:lnTo>
                  <a:lnTo>
                    <a:pt x="14243" y="36659"/>
                  </a:lnTo>
                  <a:lnTo>
                    <a:pt x="15296" y="37010"/>
                  </a:lnTo>
                  <a:lnTo>
                    <a:pt x="16390" y="37299"/>
                  </a:lnTo>
                  <a:lnTo>
                    <a:pt x="17505" y="37567"/>
                  </a:lnTo>
                  <a:lnTo>
                    <a:pt x="18619" y="37774"/>
                  </a:lnTo>
                  <a:lnTo>
                    <a:pt x="19775" y="37939"/>
                  </a:lnTo>
                  <a:lnTo>
                    <a:pt x="20931" y="38063"/>
                  </a:lnTo>
                  <a:lnTo>
                    <a:pt x="22128" y="38145"/>
                  </a:lnTo>
                  <a:lnTo>
                    <a:pt x="22727" y="38166"/>
                  </a:lnTo>
                  <a:lnTo>
                    <a:pt x="23924" y="38166"/>
                  </a:lnTo>
                  <a:lnTo>
                    <a:pt x="24523" y="38145"/>
                  </a:lnTo>
                  <a:lnTo>
                    <a:pt x="25699" y="38063"/>
                  </a:lnTo>
                  <a:lnTo>
                    <a:pt x="26876" y="37939"/>
                  </a:lnTo>
                  <a:lnTo>
                    <a:pt x="28032" y="37774"/>
                  </a:lnTo>
                  <a:lnTo>
                    <a:pt x="29146" y="37567"/>
                  </a:lnTo>
                  <a:lnTo>
                    <a:pt x="30261" y="37299"/>
                  </a:lnTo>
                  <a:lnTo>
                    <a:pt x="31334" y="37010"/>
                  </a:lnTo>
                  <a:lnTo>
                    <a:pt x="32408" y="36659"/>
                  </a:lnTo>
                  <a:lnTo>
                    <a:pt x="33440" y="36287"/>
                  </a:lnTo>
                  <a:lnTo>
                    <a:pt x="34430" y="35854"/>
                  </a:lnTo>
                  <a:lnTo>
                    <a:pt x="35421" y="35400"/>
                  </a:lnTo>
                  <a:lnTo>
                    <a:pt x="36371" y="34904"/>
                  </a:lnTo>
                  <a:lnTo>
                    <a:pt x="37279" y="34368"/>
                  </a:lnTo>
                  <a:lnTo>
                    <a:pt x="38167" y="33810"/>
                  </a:lnTo>
                  <a:lnTo>
                    <a:pt x="39013" y="33212"/>
                  </a:lnTo>
                  <a:lnTo>
                    <a:pt x="39818" y="32572"/>
                  </a:lnTo>
                  <a:lnTo>
                    <a:pt x="40582" y="31911"/>
                  </a:lnTo>
                  <a:lnTo>
                    <a:pt x="41325" y="31210"/>
                  </a:lnTo>
                  <a:lnTo>
                    <a:pt x="42006" y="30508"/>
                  </a:lnTo>
                  <a:lnTo>
                    <a:pt x="42336" y="30136"/>
                  </a:lnTo>
                  <a:lnTo>
                    <a:pt x="42666" y="29744"/>
                  </a:lnTo>
                  <a:lnTo>
                    <a:pt x="42976" y="29373"/>
                  </a:lnTo>
                  <a:lnTo>
                    <a:pt x="43265" y="28980"/>
                  </a:lnTo>
                  <a:lnTo>
                    <a:pt x="43554" y="28588"/>
                  </a:lnTo>
                  <a:lnTo>
                    <a:pt x="43822" y="28175"/>
                  </a:lnTo>
                  <a:lnTo>
                    <a:pt x="44091" y="27763"/>
                  </a:lnTo>
                  <a:lnTo>
                    <a:pt x="44338" y="27350"/>
                  </a:lnTo>
                  <a:lnTo>
                    <a:pt x="44586" y="26937"/>
                  </a:lnTo>
                  <a:lnTo>
                    <a:pt x="44813" y="26503"/>
                  </a:lnTo>
                  <a:lnTo>
                    <a:pt x="45019" y="26070"/>
                  </a:lnTo>
                  <a:lnTo>
                    <a:pt x="45226" y="25637"/>
                  </a:lnTo>
                  <a:lnTo>
                    <a:pt x="45412" y="25203"/>
                  </a:lnTo>
                  <a:lnTo>
                    <a:pt x="45597" y="24749"/>
                  </a:lnTo>
                  <a:lnTo>
                    <a:pt x="45762" y="24316"/>
                  </a:lnTo>
                  <a:lnTo>
                    <a:pt x="45907" y="23861"/>
                  </a:lnTo>
                  <a:lnTo>
                    <a:pt x="46051" y="23387"/>
                  </a:lnTo>
                  <a:lnTo>
                    <a:pt x="46175" y="22933"/>
                  </a:lnTo>
                  <a:lnTo>
                    <a:pt x="46279" y="22458"/>
                  </a:lnTo>
                  <a:lnTo>
                    <a:pt x="46382" y="21983"/>
                  </a:lnTo>
                  <a:lnTo>
                    <a:pt x="46464" y="21508"/>
                  </a:lnTo>
                  <a:lnTo>
                    <a:pt x="46526" y="21034"/>
                  </a:lnTo>
                  <a:lnTo>
                    <a:pt x="46568" y="20559"/>
                  </a:lnTo>
                  <a:lnTo>
                    <a:pt x="46609" y="20063"/>
                  </a:lnTo>
                  <a:lnTo>
                    <a:pt x="46629" y="19568"/>
                  </a:lnTo>
                  <a:lnTo>
                    <a:pt x="46650" y="19093"/>
                  </a:lnTo>
                  <a:lnTo>
                    <a:pt x="46629" y="18598"/>
                  </a:lnTo>
                  <a:lnTo>
                    <a:pt x="46609" y="18102"/>
                  </a:lnTo>
                  <a:lnTo>
                    <a:pt x="46568" y="17607"/>
                  </a:lnTo>
                  <a:lnTo>
                    <a:pt x="46526" y="17132"/>
                  </a:lnTo>
                  <a:lnTo>
                    <a:pt x="46464" y="16658"/>
                  </a:lnTo>
                  <a:lnTo>
                    <a:pt x="46382" y="16183"/>
                  </a:lnTo>
                  <a:lnTo>
                    <a:pt x="46279" y="15708"/>
                  </a:lnTo>
                  <a:lnTo>
                    <a:pt x="46175" y="15233"/>
                  </a:lnTo>
                  <a:lnTo>
                    <a:pt x="46051" y="14779"/>
                  </a:lnTo>
                  <a:lnTo>
                    <a:pt x="45907" y="14325"/>
                  </a:lnTo>
                  <a:lnTo>
                    <a:pt x="45762" y="13850"/>
                  </a:lnTo>
                  <a:lnTo>
                    <a:pt x="45597" y="13417"/>
                  </a:lnTo>
                  <a:lnTo>
                    <a:pt x="45412" y="12963"/>
                  </a:lnTo>
                  <a:lnTo>
                    <a:pt x="45226" y="12529"/>
                  </a:lnTo>
                  <a:lnTo>
                    <a:pt x="45019" y="12096"/>
                  </a:lnTo>
                  <a:lnTo>
                    <a:pt x="44813" y="11662"/>
                  </a:lnTo>
                  <a:lnTo>
                    <a:pt x="44586" y="11229"/>
                  </a:lnTo>
                  <a:lnTo>
                    <a:pt x="44338" y="10816"/>
                  </a:lnTo>
                  <a:lnTo>
                    <a:pt x="44091" y="10403"/>
                  </a:lnTo>
                  <a:lnTo>
                    <a:pt x="43822" y="9990"/>
                  </a:lnTo>
                  <a:lnTo>
                    <a:pt x="43554" y="9578"/>
                  </a:lnTo>
                  <a:lnTo>
                    <a:pt x="43265" y="9185"/>
                  </a:lnTo>
                  <a:lnTo>
                    <a:pt x="42976" y="8793"/>
                  </a:lnTo>
                  <a:lnTo>
                    <a:pt x="42666" y="8422"/>
                  </a:lnTo>
                  <a:lnTo>
                    <a:pt x="42336" y="8030"/>
                  </a:lnTo>
                  <a:lnTo>
                    <a:pt x="42006" y="7679"/>
                  </a:lnTo>
                  <a:lnTo>
                    <a:pt x="41325" y="6956"/>
                  </a:lnTo>
                  <a:lnTo>
                    <a:pt x="40582" y="6254"/>
                  </a:lnTo>
                  <a:lnTo>
                    <a:pt x="39818" y="5594"/>
                  </a:lnTo>
                  <a:lnTo>
                    <a:pt x="39013" y="4954"/>
                  </a:lnTo>
                  <a:lnTo>
                    <a:pt x="38167" y="4355"/>
                  </a:lnTo>
                  <a:lnTo>
                    <a:pt x="37279" y="3798"/>
                  </a:lnTo>
                  <a:lnTo>
                    <a:pt x="36371" y="3261"/>
                  </a:lnTo>
                  <a:lnTo>
                    <a:pt x="35421" y="2766"/>
                  </a:lnTo>
                  <a:lnTo>
                    <a:pt x="34430" y="2312"/>
                  </a:lnTo>
                  <a:lnTo>
                    <a:pt x="33440" y="1878"/>
                  </a:lnTo>
                  <a:lnTo>
                    <a:pt x="32408" y="1507"/>
                  </a:lnTo>
                  <a:lnTo>
                    <a:pt x="31334" y="1156"/>
                  </a:lnTo>
                  <a:lnTo>
                    <a:pt x="30261" y="867"/>
                  </a:lnTo>
                  <a:lnTo>
                    <a:pt x="29146" y="599"/>
                  </a:lnTo>
                  <a:lnTo>
                    <a:pt x="28032" y="392"/>
                  </a:lnTo>
                  <a:lnTo>
                    <a:pt x="26876" y="227"/>
                  </a:lnTo>
                  <a:lnTo>
                    <a:pt x="25699" y="103"/>
                  </a:lnTo>
                  <a:lnTo>
                    <a:pt x="24523" y="21"/>
                  </a:lnTo>
                  <a:lnTo>
                    <a:pt x="23924" y="21"/>
                  </a:lnTo>
                  <a:lnTo>
                    <a:pt x="233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7" name="Google Shape;847;p27"/>
            <p:cNvSpPr/>
            <p:nvPr/>
          </p:nvSpPr>
          <p:spPr>
            <a:xfrm>
              <a:off x="2097775" y="3789450"/>
              <a:ext cx="1166275" cy="954150"/>
            </a:xfrm>
            <a:custGeom>
              <a:avLst/>
              <a:gdLst/>
              <a:ahLst/>
              <a:cxnLst/>
              <a:rect l="l" t="t" r="r" b="b"/>
              <a:pathLst>
                <a:path w="46651" h="38166" fill="none" extrusionOk="0">
                  <a:moveTo>
                    <a:pt x="46650" y="19093"/>
                  </a:moveTo>
                  <a:lnTo>
                    <a:pt x="46650" y="19093"/>
                  </a:lnTo>
                  <a:lnTo>
                    <a:pt x="46629" y="19568"/>
                  </a:lnTo>
                  <a:lnTo>
                    <a:pt x="46609" y="20063"/>
                  </a:lnTo>
                  <a:lnTo>
                    <a:pt x="46568" y="20559"/>
                  </a:lnTo>
                  <a:lnTo>
                    <a:pt x="46526" y="21034"/>
                  </a:lnTo>
                  <a:lnTo>
                    <a:pt x="46464" y="21508"/>
                  </a:lnTo>
                  <a:lnTo>
                    <a:pt x="46382" y="21983"/>
                  </a:lnTo>
                  <a:lnTo>
                    <a:pt x="46279" y="22458"/>
                  </a:lnTo>
                  <a:lnTo>
                    <a:pt x="46175" y="22933"/>
                  </a:lnTo>
                  <a:lnTo>
                    <a:pt x="46051" y="23387"/>
                  </a:lnTo>
                  <a:lnTo>
                    <a:pt x="45907" y="23861"/>
                  </a:lnTo>
                  <a:lnTo>
                    <a:pt x="45762" y="24316"/>
                  </a:lnTo>
                  <a:lnTo>
                    <a:pt x="45597" y="24749"/>
                  </a:lnTo>
                  <a:lnTo>
                    <a:pt x="45412" y="25203"/>
                  </a:lnTo>
                  <a:lnTo>
                    <a:pt x="45226" y="25637"/>
                  </a:lnTo>
                  <a:lnTo>
                    <a:pt x="45019" y="26070"/>
                  </a:lnTo>
                  <a:lnTo>
                    <a:pt x="44813" y="26503"/>
                  </a:lnTo>
                  <a:lnTo>
                    <a:pt x="44586" y="26937"/>
                  </a:lnTo>
                  <a:lnTo>
                    <a:pt x="44338" y="27350"/>
                  </a:lnTo>
                  <a:lnTo>
                    <a:pt x="44091" y="27763"/>
                  </a:lnTo>
                  <a:lnTo>
                    <a:pt x="43822" y="28175"/>
                  </a:lnTo>
                  <a:lnTo>
                    <a:pt x="43554" y="28588"/>
                  </a:lnTo>
                  <a:lnTo>
                    <a:pt x="43265" y="28980"/>
                  </a:lnTo>
                  <a:lnTo>
                    <a:pt x="42976" y="29373"/>
                  </a:lnTo>
                  <a:lnTo>
                    <a:pt x="42666" y="29744"/>
                  </a:lnTo>
                  <a:lnTo>
                    <a:pt x="42336" y="30136"/>
                  </a:lnTo>
                  <a:lnTo>
                    <a:pt x="42006" y="30508"/>
                  </a:lnTo>
                  <a:lnTo>
                    <a:pt x="41325" y="31210"/>
                  </a:lnTo>
                  <a:lnTo>
                    <a:pt x="40582" y="31911"/>
                  </a:lnTo>
                  <a:lnTo>
                    <a:pt x="39818" y="32572"/>
                  </a:lnTo>
                  <a:lnTo>
                    <a:pt x="39013" y="33212"/>
                  </a:lnTo>
                  <a:lnTo>
                    <a:pt x="38167" y="33810"/>
                  </a:lnTo>
                  <a:lnTo>
                    <a:pt x="37279" y="34368"/>
                  </a:lnTo>
                  <a:lnTo>
                    <a:pt x="36371" y="34904"/>
                  </a:lnTo>
                  <a:lnTo>
                    <a:pt x="35421" y="35400"/>
                  </a:lnTo>
                  <a:lnTo>
                    <a:pt x="34430" y="35854"/>
                  </a:lnTo>
                  <a:lnTo>
                    <a:pt x="33440" y="36287"/>
                  </a:lnTo>
                  <a:lnTo>
                    <a:pt x="32408" y="36659"/>
                  </a:lnTo>
                  <a:lnTo>
                    <a:pt x="31334" y="37010"/>
                  </a:lnTo>
                  <a:lnTo>
                    <a:pt x="30261" y="37299"/>
                  </a:lnTo>
                  <a:lnTo>
                    <a:pt x="29146" y="37567"/>
                  </a:lnTo>
                  <a:lnTo>
                    <a:pt x="28032" y="37774"/>
                  </a:lnTo>
                  <a:lnTo>
                    <a:pt x="26876" y="37939"/>
                  </a:lnTo>
                  <a:lnTo>
                    <a:pt x="25699" y="38063"/>
                  </a:lnTo>
                  <a:lnTo>
                    <a:pt x="24523" y="38145"/>
                  </a:lnTo>
                  <a:lnTo>
                    <a:pt x="23924" y="38166"/>
                  </a:lnTo>
                  <a:lnTo>
                    <a:pt x="23325" y="38166"/>
                  </a:lnTo>
                  <a:lnTo>
                    <a:pt x="23325" y="38166"/>
                  </a:lnTo>
                  <a:lnTo>
                    <a:pt x="22727" y="38166"/>
                  </a:lnTo>
                  <a:lnTo>
                    <a:pt x="22128" y="38145"/>
                  </a:lnTo>
                  <a:lnTo>
                    <a:pt x="20931" y="38063"/>
                  </a:lnTo>
                  <a:lnTo>
                    <a:pt x="19775" y="37939"/>
                  </a:lnTo>
                  <a:lnTo>
                    <a:pt x="18619" y="37774"/>
                  </a:lnTo>
                  <a:lnTo>
                    <a:pt x="17505" y="37567"/>
                  </a:lnTo>
                  <a:lnTo>
                    <a:pt x="16390" y="37299"/>
                  </a:lnTo>
                  <a:lnTo>
                    <a:pt x="15296" y="37010"/>
                  </a:lnTo>
                  <a:lnTo>
                    <a:pt x="14243" y="36659"/>
                  </a:lnTo>
                  <a:lnTo>
                    <a:pt x="13211" y="36287"/>
                  </a:lnTo>
                  <a:lnTo>
                    <a:pt x="12200" y="35854"/>
                  </a:lnTo>
                  <a:lnTo>
                    <a:pt x="11230" y="35400"/>
                  </a:lnTo>
                  <a:lnTo>
                    <a:pt x="10280" y="34904"/>
                  </a:lnTo>
                  <a:lnTo>
                    <a:pt x="9372" y="34368"/>
                  </a:lnTo>
                  <a:lnTo>
                    <a:pt x="8484" y="33810"/>
                  </a:lnTo>
                  <a:lnTo>
                    <a:pt x="7638" y="33212"/>
                  </a:lnTo>
                  <a:lnTo>
                    <a:pt x="6833" y="32572"/>
                  </a:lnTo>
                  <a:lnTo>
                    <a:pt x="6069" y="31911"/>
                  </a:lnTo>
                  <a:lnTo>
                    <a:pt x="5326" y="31210"/>
                  </a:lnTo>
                  <a:lnTo>
                    <a:pt x="4645" y="30508"/>
                  </a:lnTo>
                  <a:lnTo>
                    <a:pt x="4315" y="30136"/>
                  </a:lnTo>
                  <a:lnTo>
                    <a:pt x="3985" y="29744"/>
                  </a:lnTo>
                  <a:lnTo>
                    <a:pt x="3675" y="29373"/>
                  </a:lnTo>
                  <a:lnTo>
                    <a:pt x="3386" y="28980"/>
                  </a:lnTo>
                  <a:lnTo>
                    <a:pt x="3097" y="28588"/>
                  </a:lnTo>
                  <a:lnTo>
                    <a:pt x="2808" y="28175"/>
                  </a:lnTo>
                  <a:lnTo>
                    <a:pt x="2560" y="27763"/>
                  </a:lnTo>
                  <a:lnTo>
                    <a:pt x="2313" y="27350"/>
                  </a:lnTo>
                  <a:lnTo>
                    <a:pt x="2065" y="26937"/>
                  </a:lnTo>
                  <a:lnTo>
                    <a:pt x="1838" y="26503"/>
                  </a:lnTo>
                  <a:lnTo>
                    <a:pt x="1611" y="26070"/>
                  </a:lnTo>
                  <a:lnTo>
                    <a:pt x="1425" y="25637"/>
                  </a:lnTo>
                  <a:lnTo>
                    <a:pt x="1219" y="25203"/>
                  </a:lnTo>
                  <a:lnTo>
                    <a:pt x="1054" y="24749"/>
                  </a:lnTo>
                  <a:lnTo>
                    <a:pt x="888" y="24316"/>
                  </a:lnTo>
                  <a:lnTo>
                    <a:pt x="744" y="23861"/>
                  </a:lnTo>
                  <a:lnTo>
                    <a:pt x="599" y="23387"/>
                  </a:lnTo>
                  <a:lnTo>
                    <a:pt x="476" y="22933"/>
                  </a:lnTo>
                  <a:lnTo>
                    <a:pt x="372" y="22458"/>
                  </a:lnTo>
                  <a:lnTo>
                    <a:pt x="269" y="21983"/>
                  </a:lnTo>
                  <a:lnTo>
                    <a:pt x="187" y="21508"/>
                  </a:lnTo>
                  <a:lnTo>
                    <a:pt x="125" y="21034"/>
                  </a:lnTo>
                  <a:lnTo>
                    <a:pt x="63" y="20559"/>
                  </a:lnTo>
                  <a:lnTo>
                    <a:pt x="42" y="20063"/>
                  </a:lnTo>
                  <a:lnTo>
                    <a:pt x="1" y="19568"/>
                  </a:lnTo>
                  <a:lnTo>
                    <a:pt x="1" y="19093"/>
                  </a:lnTo>
                  <a:lnTo>
                    <a:pt x="1" y="19093"/>
                  </a:lnTo>
                  <a:lnTo>
                    <a:pt x="1" y="18598"/>
                  </a:lnTo>
                  <a:lnTo>
                    <a:pt x="42" y="18102"/>
                  </a:lnTo>
                  <a:lnTo>
                    <a:pt x="63" y="17607"/>
                  </a:lnTo>
                  <a:lnTo>
                    <a:pt x="125" y="17132"/>
                  </a:lnTo>
                  <a:lnTo>
                    <a:pt x="187" y="16658"/>
                  </a:lnTo>
                  <a:lnTo>
                    <a:pt x="269" y="16183"/>
                  </a:lnTo>
                  <a:lnTo>
                    <a:pt x="372" y="15708"/>
                  </a:lnTo>
                  <a:lnTo>
                    <a:pt x="476" y="15233"/>
                  </a:lnTo>
                  <a:lnTo>
                    <a:pt x="599" y="14779"/>
                  </a:lnTo>
                  <a:lnTo>
                    <a:pt x="744" y="14325"/>
                  </a:lnTo>
                  <a:lnTo>
                    <a:pt x="888" y="13850"/>
                  </a:lnTo>
                  <a:lnTo>
                    <a:pt x="1054" y="13417"/>
                  </a:lnTo>
                  <a:lnTo>
                    <a:pt x="1219" y="12963"/>
                  </a:lnTo>
                  <a:lnTo>
                    <a:pt x="1425" y="12529"/>
                  </a:lnTo>
                  <a:lnTo>
                    <a:pt x="1611" y="12096"/>
                  </a:lnTo>
                  <a:lnTo>
                    <a:pt x="1838" y="11662"/>
                  </a:lnTo>
                  <a:lnTo>
                    <a:pt x="2065" y="11229"/>
                  </a:lnTo>
                  <a:lnTo>
                    <a:pt x="2313" y="10816"/>
                  </a:lnTo>
                  <a:lnTo>
                    <a:pt x="2560" y="10403"/>
                  </a:lnTo>
                  <a:lnTo>
                    <a:pt x="2808" y="9990"/>
                  </a:lnTo>
                  <a:lnTo>
                    <a:pt x="3097" y="9578"/>
                  </a:lnTo>
                  <a:lnTo>
                    <a:pt x="3386" y="9185"/>
                  </a:lnTo>
                  <a:lnTo>
                    <a:pt x="3675" y="8793"/>
                  </a:lnTo>
                  <a:lnTo>
                    <a:pt x="3985" y="8422"/>
                  </a:lnTo>
                  <a:lnTo>
                    <a:pt x="4315" y="8030"/>
                  </a:lnTo>
                  <a:lnTo>
                    <a:pt x="4645" y="7679"/>
                  </a:lnTo>
                  <a:lnTo>
                    <a:pt x="5326" y="6956"/>
                  </a:lnTo>
                  <a:lnTo>
                    <a:pt x="6069" y="6254"/>
                  </a:lnTo>
                  <a:lnTo>
                    <a:pt x="6833" y="5594"/>
                  </a:lnTo>
                  <a:lnTo>
                    <a:pt x="7638" y="4954"/>
                  </a:lnTo>
                  <a:lnTo>
                    <a:pt x="8484" y="4355"/>
                  </a:lnTo>
                  <a:lnTo>
                    <a:pt x="9372" y="3798"/>
                  </a:lnTo>
                  <a:lnTo>
                    <a:pt x="10280" y="3261"/>
                  </a:lnTo>
                  <a:lnTo>
                    <a:pt x="11230" y="2766"/>
                  </a:lnTo>
                  <a:lnTo>
                    <a:pt x="12200" y="2312"/>
                  </a:lnTo>
                  <a:lnTo>
                    <a:pt x="13211" y="1878"/>
                  </a:lnTo>
                  <a:lnTo>
                    <a:pt x="14243" y="1507"/>
                  </a:lnTo>
                  <a:lnTo>
                    <a:pt x="15296" y="1156"/>
                  </a:lnTo>
                  <a:lnTo>
                    <a:pt x="16390" y="867"/>
                  </a:lnTo>
                  <a:lnTo>
                    <a:pt x="17505" y="599"/>
                  </a:lnTo>
                  <a:lnTo>
                    <a:pt x="18619" y="392"/>
                  </a:lnTo>
                  <a:lnTo>
                    <a:pt x="19775" y="227"/>
                  </a:lnTo>
                  <a:lnTo>
                    <a:pt x="20931" y="103"/>
                  </a:lnTo>
                  <a:lnTo>
                    <a:pt x="22128" y="21"/>
                  </a:lnTo>
                  <a:lnTo>
                    <a:pt x="22727" y="21"/>
                  </a:lnTo>
                  <a:lnTo>
                    <a:pt x="23325" y="0"/>
                  </a:lnTo>
                  <a:lnTo>
                    <a:pt x="23325" y="0"/>
                  </a:lnTo>
                  <a:lnTo>
                    <a:pt x="23924" y="21"/>
                  </a:lnTo>
                  <a:lnTo>
                    <a:pt x="24523" y="21"/>
                  </a:lnTo>
                  <a:lnTo>
                    <a:pt x="25699" y="103"/>
                  </a:lnTo>
                  <a:lnTo>
                    <a:pt x="26876" y="227"/>
                  </a:lnTo>
                  <a:lnTo>
                    <a:pt x="28032" y="392"/>
                  </a:lnTo>
                  <a:lnTo>
                    <a:pt x="29146" y="599"/>
                  </a:lnTo>
                  <a:lnTo>
                    <a:pt x="30261" y="867"/>
                  </a:lnTo>
                  <a:lnTo>
                    <a:pt x="31334" y="1156"/>
                  </a:lnTo>
                  <a:lnTo>
                    <a:pt x="32408" y="1507"/>
                  </a:lnTo>
                  <a:lnTo>
                    <a:pt x="33440" y="1878"/>
                  </a:lnTo>
                  <a:lnTo>
                    <a:pt x="34430" y="2312"/>
                  </a:lnTo>
                  <a:lnTo>
                    <a:pt x="35421" y="2766"/>
                  </a:lnTo>
                  <a:lnTo>
                    <a:pt x="36371" y="3261"/>
                  </a:lnTo>
                  <a:lnTo>
                    <a:pt x="37279" y="3798"/>
                  </a:lnTo>
                  <a:lnTo>
                    <a:pt x="38167" y="4355"/>
                  </a:lnTo>
                  <a:lnTo>
                    <a:pt x="39013" y="4954"/>
                  </a:lnTo>
                  <a:lnTo>
                    <a:pt x="39818" y="5594"/>
                  </a:lnTo>
                  <a:lnTo>
                    <a:pt x="40582" y="6254"/>
                  </a:lnTo>
                  <a:lnTo>
                    <a:pt x="41325" y="6956"/>
                  </a:lnTo>
                  <a:lnTo>
                    <a:pt x="42006" y="7679"/>
                  </a:lnTo>
                  <a:lnTo>
                    <a:pt x="42336" y="8030"/>
                  </a:lnTo>
                  <a:lnTo>
                    <a:pt x="42666" y="8422"/>
                  </a:lnTo>
                  <a:lnTo>
                    <a:pt x="42976" y="8793"/>
                  </a:lnTo>
                  <a:lnTo>
                    <a:pt x="43265" y="9185"/>
                  </a:lnTo>
                  <a:lnTo>
                    <a:pt x="43554" y="9578"/>
                  </a:lnTo>
                  <a:lnTo>
                    <a:pt x="43822" y="9990"/>
                  </a:lnTo>
                  <a:lnTo>
                    <a:pt x="44091" y="10403"/>
                  </a:lnTo>
                  <a:lnTo>
                    <a:pt x="44338" y="10816"/>
                  </a:lnTo>
                  <a:lnTo>
                    <a:pt x="44586" y="11229"/>
                  </a:lnTo>
                  <a:lnTo>
                    <a:pt x="44813" y="11662"/>
                  </a:lnTo>
                  <a:lnTo>
                    <a:pt x="45019" y="12096"/>
                  </a:lnTo>
                  <a:lnTo>
                    <a:pt x="45226" y="12529"/>
                  </a:lnTo>
                  <a:lnTo>
                    <a:pt x="45412" y="12963"/>
                  </a:lnTo>
                  <a:lnTo>
                    <a:pt x="45597" y="13417"/>
                  </a:lnTo>
                  <a:lnTo>
                    <a:pt x="45762" y="13850"/>
                  </a:lnTo>
                  <a:lnTo>
                    <a:pt x="45907" y="14325"/>
                  </a:lnTo>
                  <a:lnTo>
                    <a:pt x="46051" y="14779"/>
                  </a:lnTo>
                  <a:lnTo>
                    <a:pt x="46175" y="15233"/>
                  </a:lnTo>
                  <a:lnTo>
                    <a:pt x="46279" y="15708"/>
                  </a:lnTo>
                  <a:lnTo>
                    <a:pt x="46382" y="16183"/>
                  </a:lnTo>
                  <a:lnTo>
                    <a:pt x="46464" y="16658"/>
                  </a:lnTo>
                  <a:lnTo>
                    <a:pt x="46526" y="17132"/>
                  </a:lnTo>
                  <a:lnTo>
                    <a:pt x="46568" y="17607"/>
                  </a:lnTo>
                  <a:lnTo>
                    <a:pt x="46609" y="18102"/>
                  </a:lnTo>
                  <a:lnTo>
                    <a:pt x="46629" y="18598"/>
                  </a:lnTo>
                  <a:lnTo>
                    <a:pt x="46650" y="190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8" name="Google Shape;848;p27"/>
            <p:cNvSpPr/>
            <p:nvPr/>
          </p:nvSpPr>
          <p:spPr>
            <a:xfrm>
              <a:off x="2394500" y="4042800"/>
              <a:ext cx="124900" cy="447425"/>
            </a:xfrm>
            <a:custGeom>
              <a:avLst/>
              <a:gdLst/>
              <a:ahLst/>
              <a:cxnLst/>
              <a:rect l="l" t="t" r="r" b="b"/>
              <a:pathLst>
                <a:path w="4996" h="17897" extrusionOk="0">
                  <a:moveTo>
                    <a:pt x="269" y="1"/>
                  </a:moveTo>
                  <a:lnTo>
                    <a:pt x="166" y="22"/>
                  </a:lnTo>
                  <a:lnTo>
                    <a:pt x="83" y="84"/>
                  </a:lnTo>
                  <a:lnTo>
                    <a:pt x="21" y="166"/>
                  </a:lnTo>
                  <a:lnTo>
                    <a:pt x="1" y="269"/>
                  </a:lnTo>
                  <a:lnTo>
                    <a:pt x="1" y="17629"/>
                  </a:lnTo>
                  <a:lnTo>
                    <a:pt x="21" y="17732"/>
                  </a:lnTo>
                  <a:lnTo>
                    <a:pt x="83" y="17814"/>
                  </a:lnTo>
                  <a:lnTo>
                    <a:pt x="166" y="17876"/>
                  </a:lnTo>
                  <a:lnTo>
                    <a:pt x="269" y="17897"/>
                  </a:lnTo>
                  <a:lnTo>
                    <a:pt x="4707" y="17897"/>
                  </a:lnTo>
                  <a:lnTo>
                    <a:pt x="4831" y="17876"/>
                  </a:lnTo>
                  <a:lnTo>
                    <a:pt x="4913" y="17814"/>
                  </a:lnTo>
                  <a:lnTo>
                    <a:pt x="4975" y="17732"/>
                  </a:lnTo>
                  <a:lnTo>
                    <a:pt x="4996" y="17629"/>
                  </a:lnTo>
                  <a:lnTo>
                    <a:pt x="4996" y="269"/>
                  </a:lnTo>
                  <a:lnTo>
                    <a:pt x="4975" y="166"/>
                  </a:lnTo>
                  <a:lnTo>
                    <a:pt x="4913" y="84"/>
                  </a:lnTo>
                  <a:lnTo>
                    <a:pt x="4831" y="22"/>
                  </a:lnTo>
                  <a:lnTo>
                    <a:pt x="47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2394500" y="4042800"/>
              <a:ext cx="124900" cy="447425"/>
            </a:xfrm>
            <a:custGeom>
              <a:avLst/>
              <a:gdLst/>
              <a:ahLst/>
              <a:cxnLst/>
              <a:rect l="l" t="t" r="r" b="b"/>
              <a:pathLst>
                <a:path w="4996" h="17897" fill="none" extrusionOk="0">
                  <a:moveTo>
                    <a:pt x="4707" y="1"/>
                  </a:moveTo>
                  <a:lnTo>
                    <a:pt x="269" y="1"/>
                  </a:lnTo>
                  <a:lnTo>
                    <a:pt x="269" y="1"/>
                  </a:lnTo>
                  <a:lnTo>
                    <a:pt x="166" y="22"/>
                  </a:lnTo>
                  <a:lnTo>
                    <a:pt x="83" y="84"/>
                  </a:lnTo>
                  <a:lnTo>
                    <a:pt x="21" y="166"/>
                  </a:lnTo>
                  <a:lnTo>
                    <a:pt x="1" y="269"/>
                  </a:lnTo>
                  <a:lnTo>
                    <a:pt x="1" y="17629"/>
                  </a:lnTo>
                  <a:lnTo>
                    <a:pt x="1" y="17629"/>
                  </a:lnTo>
                  <a:lnTo>
                    <a:pt x="21" y="17732"/>
                  </a:lnTo>
                  <a:lnTo>
                    <a:pt x="83" y="17814"/>
                  </a:lnTo>
                  <a:lnTo>
                    <a:pt x="166" y="17876"/>
                  </a:lnTo>
                  <a:lnTo>
                    <a:pt x="269" y="17897"/>
                  </a:lnTo>
                  <a:lnTo>
                    <a:pt x="4707" y="17897"/>
                  </a:lnTo>
                  <a:lnTo>
                    <a:pt x="4707" y="17897"/>
                  </a:lnTo>
                  <a:lnTo>
                    <a:pt x="4831" y="17876"/>
                  </a:lnTo>
                  <a:lnTo>
                    <a:pt x="4913" y="17814"/>
                  </a:lnTo>
                  <a:lnTo>
                    <a:pt x="4975" y="17732"/>
                  </a:lnTo>
                  <a:lnTo>
                    <a:pt x="4996" y="17629"/>
                  </a:lnTo>
                  <a:lnTo>
                    <a:pt x="4996" y="269"/>
                  </a:lnTo>
                  <a:lnTo>
                    <a:pt x="4996" y="269"/>
                  </a:lnTo>
                  <a:lnTo>
                    <a:pt x="4975" y="166"/>
                  </a:lnTo>
                  <a:lnTo>
                    <a:pt x="4913" y="84"/>
                  </a:lnTo>
                  <a:lnTo>
                    <a:pt x="4831" y="22"/>
                  </a:lnTo>
                  <a:lnTo>
                    <a:pt x="470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0" name="Google Shape;850;p27"/>
            <p:cNvSpPr/>
            <p:nvPr/>
          </p:nvSpPr>
          <p:spPr>
            <a:xfrm>
              <a:off x="2729400" y="4042800"/>
              <a:ext cx="124900" cy="447425"/>
            </a:xfrm>
            <a:custGeom>
              <a:avLst/>
              <a:gdLst/>
              <a:ahLst/>
              <a:cxnLst/>
              <a:rect l="l" t="t" r="r" b="b"/>
              <a:pathLst>
                <a:path w="4996" h="17897" extrusionOk="0">
                  <a:moveTo>
                    <a:pt x="290" y="1"/>
                  </a:moveTo>
                  <a:lnTo>
                    <a:pt x="166" y="22"/>
                  </a:lnTo>
                  <a:lnTo>
                    <a:pt x="83" y="84"/>
                  </a:lnTo>
                  <a:lnTo>
                    <a:pt x="21" y="166"/>
                  </a:lnTo>
                  <a:lnTo>
                    <a:pt x="1" y="269"/>
                  </a:lnTo>
                  <a:lnTo>
                    <a:pt x="1" y="17629"/>
                  </a:lnTo>
                  <a:lnTo>
                    <a:pt x="21" y="17732"/>
                  </a:lnTo>
                  <a:lnTo>
                    <a:pt x="83" y="17814"/>
                  </a:lnTo>
                  <a:lnTo>
                    <a:pt x="166" y="17876"/>
                  </a:lnTo>
                  <a:lnTo>
                    <a:pt x="290" y="17897"/>
                  </a:lnTo>
                  <a:lnTo>
                    <a:pt x="4728" y="17897"/>
                  </a:lnTo>
                  <a:lnTo>
                    <a:pt x="4831" y="17876"/>
                  </a:lnTo>
                  <a:lnTo>
                    <a:pt x="4913" y="17814"/>
                  </a:lnTo>
                  <a:lnTo>
                    <a:pt x="4975" y="17732"/>
                  </a:lnTo>
                  <a:lnTo>
                    <a:pt x="4996" y="17629"/>
                  </a:lnTo>
                  <a:lnTo>
                    <a:pt x="4996" y="269"/>
                  </a:lnTo>
                  <a:lnTo>
                    <a:pt x="4975" y="166"/>
                  </a:lnTo>
                  <a:lnTo>
                    <a:pt x="4913" y="84"/>
                  </a:lnTo>
                  <a:lnTo>
                    <a:pt x="4831" y="22"/>
                  </a:lnTo>
                  <a:lnTo>
                    <a:pt x="47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1" name="Google Shape;851;p27"/>
            <p:cNvSpPr/>
            <p:nvPr/>
          </p:nvSpPr>
          <p:spPr>
            <a:xfrm>
              <a:off x="2729400" y="4042800"/>
              <a:ext cx="124900" cy="447425"/>
            </a:xfrm>
            <a:custGeom>
              <a:avLst/>
              <a:gdLst/>
              <a:ahLst/>
              <a:cxnLst/>
              <a:rect l="l" t="t" r="r" b="b"/>
              <a:pathLst>
                <a:path w="4996" h="17897" fill="none" extrusionOk="0">
                  <a:moveTo>
                    <a:pt x="4728" y="1"/>
                  </a:moveTo>
                  <a:lnTo>
                    <a:pt x="290" y="1"/>
                  </a:lnTo>
                  <a:lnTo>
                    <a:pt x="290" y="1"/>
                  </a:lnTo>
                  <a:lnTo>
                    <a:pt x="166" y="22"/>
                  </a:lnTo>
                  <a:lnTo>
                    <a:pt x="83" y="84"/>
                  </a:lnTo>
                  <a:lnTo>
                    <a:pt x="21" y="166"/>
                  </a:lnTo>
                  <a:lnTo>
                    <a:pt x="1" y="269"/>
                  </a:lnTo>
                  <a:lnTo>
                    <a:pt x="1" y="17629"/>
                  </a:lnTo>
                  <a:lnTo>
                    <a:pt x="1" y="17629"/>
                  </a:lnTo>
                  <a:lnTo>
                    <a:pt x="21" y="17732"/>
                  </a:lnTo>
                  <a:lnTo>
                    <a:pt x="83" y="17814"/>
                  </a:lnTo>
                  <a:lnTo>
                    <a:pt x="166" y="17876"/>
                  </a:lnTo>
                  <a:lnTo>
                    <a:pt x="290" y="17897"/>
                  </a:lnTo>
                  <a:lnTo>
                    <a:pt x="4728" y="17897"/>
                  </a:lnTo>
                  <a:lnTo>
                    <a:pt x="4728" y="17897"/>
                  </a:lnTo>
                  <a:lnTo>
                    <a:pt x="4831" y="17876"/>
                  </a:lnTo>
                  <a:lnTo>
                    <a:pt x="4913" y="17814"/>
                  </a:lnTo>
                  <a:lnTo>
                    <a:pt x="4975" y="17732"/>
                  </a:lnTo>
                  <a:lnTo>
                    <a:pt x="4996" y="17629"/>
                  </a:lnTo>
                  <a:lnTo>
                    <a:pt x="4996" y="269"/>
                  </a:lnTo>
                  <a:lnTo>
                    <a:pt x="4996" y="269"/>
                  </a:lnTo>
                  <a:lnTo>
                    <a:pt x="4975" y="166"/>
                  </a:lnTo>
                  <a:lnTo>
                    <a:pt x="4913" y="84"/>
                  </a:lnTo>
                  <a:lnTo>
                    <a:pt x="4831" y="22"/>
                  </a:lnTo>
                  <a:lnTo>
                    <a:pt x="472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2" name="Google Shape;852;p27"/>
            <p:cNvSpPr/>
            <p:nvPr/>
          </p:nvSpPr>
          <p:spPr>
            <a:xfrm>
              <a:off x="2437325" y="2547350"/>
              <a:ext cx="120275" cy="19125"/>
            </a:xfrm>
            <a:custGeom>
              <a:avLst/>
              <a:gdLst/>
              <a:ahLst/>
              <a:cxnLst/>
              <a:rect l="l" t="t" r="r" b="b"/>
              <a:pathLst>
                <a:path w="4811" h="765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012" y="83"/>
                  </a:lnTo>
                  <a:lnTo>
                    <a:pt x="2147" y="248"/>
                  </a:lnTo>
                  <a:lnTo>
                    <a:pt x="3407" y="475"/>
                  </a:lnTo>
                  <a:lnTo>
                    <a:pt x="4790" y="764"/>
                  </a:lnTo>
                  <a:lnTo>
                    <a:pt x="4790" y="764"/>
                  </a:lnTo>
                  <a:lnTo>
                    <a:pt x="4810" y="764"/>
                  </a:lnTo>
                  <a:lnTo>
                    <a:pt x="4810" y="764"/>
                  </a:lnTo>
                  <a:lnTo>
                    <a:pt x="4790" y="764"/>
                  </a:lnTo>
                  <a:lnTo>
                    <a:pt x="4790" y="764"/>
                  </a:lnTo>
                  <a:lnTo>
                    <a:pt x="3407" y="475"/>
                  </a:lnTo>
                  <a:lnTo>
                    <a:pt x="2147" y="248"/>
                  </a:lnTo>
                  <a:lnTo>
                    <a:pt x="1012" y="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3" name="Google Shape;853;p27"/>
            <p:cNvSpPr/>
            <p:nvPr/>
          </p:nvSpPr>
          <p:spPr>
            <a:xfrm>
              <a:off x="2437325" y="2547350"/>
              <a:ext cx="120275" cy="19125"/>
            </a:xfrm>
            <a:custGeom>
              <a:avLst/>
              <a:gdLst/>
              <a:ahLst/>
              <a:cxnLst/>
              <a:rect l="l" t="t" r="r" b="b"/>
              <a:pathLst>
                <a:path w="4811" h="765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012" y="83"/>
                  </a:lnTo>
                  <a:lnTo>
                    <a:pt x="2147" y="248"/>
                  </a:lnTo>
                  <a:lnTo>
                    <a:pt x="3407" y="475"/>
                  </a:lnTo>
                  <a:lnTo>
                    <a:pt x="4790" y="764"/>
                  </a:lnTo>
                  <a:lnTo>
                    <a:pt x="4790" y="764"/>
                  </a:lnTo>
                  <a:lnTo>
                    <a:pt x="4810" y="764"/>
                  </a:lnTo>
                  <a:lnTo>
                    <a:pt x="4810" y="764"/>
                  </a:lnTo>
                  <a:lnTo>
                    <a:pt x="4790" y="764"/>
                  </a:lnTo>
                  <a:lnTo>
                    <a:pt x="4790" y="764"/>
                  </a:lnTo>
                  <a:lnTo>
                    <a:pt x="3407" y="475"/>
                  </a:lnTo>
                  <a:lnTo>
                    <a:pt x="2147" y="248"/>
                  </a:lnTo>
                  <a:lnTo>
                    <a:pt x="1012" y="83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4" name="Google Shape;854;p27"/>
            <p:cNvSpPr/>
            <p:nvPr/>
          </p:nvSpPr>
          <p:spPr>
            <a:xfrm>
              <a:off x="2990525" y="2712475"/>
              <a:ext cx="48000" cy="139350"/>
            </a:xfrm>
            <a:custGeom>
              <a:avLst/>
              <a:gdLst/>
              <a:ahLst/>
              <a:cxnLst/>
              <a:rect l="l" t="t" r="r" b="b"/>
              <a:pathLst>
                <a:path w="1920" h="5574" extrusionOk="0">
                  <a:moveTo>
                    <a:pt x="0" y="1"/>
                  </a:moveTo>
                  <a:lnTo>
                    <a:pt x="619" y="5574"/>
                  </a:lnTo>
                  <a:lnTo>
                    <a:pt x="826" y="5368"/>
                  </a:lnTo>
                  <a:lnTo>
                    <a:pt x="1012" y="5140"/>
                  </a:lnTo>
                  <a:lnTo>
                    <a:pt x="1197" y="4893"/>
                  </a:lnTo>
                  <a:lnTo>
                    <a:pt x="1363" y="4645"/>
                  </a:lnTo>
                  <a:lnTo>
                    <a:pt x="1507" y="4377"/>
                  </a:lnTo>
                  <a:lnTo>
                    <a:pt x="1631" y="4108"/>
                  </a:lnTo>
                  <a:lnTo>
                    <a:pt x="1734" y="3840"/>
                  </a:lnTo>
                  <a:lnTo>
                    <a:pt x="1817" y="3530"/>
                  </a:lnTo>
                  <a:lnTo>
                    <a:pt x="1879" y="3221"/>
                  </a:lnTo>
                  <a:lnTo>
                    <a:pt x="1920" y="2911"/>
                  </a:lnTo>
                  <a:lnTo>
                    <a:pt x="1920" y="2581"/>
                  </a:lnTo>
                  <a:lnTo>
                    <a:pt x="1920" y="2230"/>
                  </a:lnTo>
                  <a:lnTo>
                    <a:pt x="1899" y="1879"/>
                  </a:lnTo>
                  <a:lnTo>
                    <a:pt x="1858" y="1487"/>
                  </a:lnTo>
                  <a:lnTo>
                    <a:pt x="1775" y="1115"/>
                  </a:lnTo>
                  <a:lnTo>
                    <a:pt x="1672" y="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5" name="Google Shape;855;p27"/>
            <p:cNvSpPr/>
            <p:nvPr/>
          </p:nvSpPr>
          <p:spPr>
            <a:xfrm>
              <a:off x="2990525" y="2712475"/>
              <a:ext cx="48000" cy="139350"/>
            </a:xfrm>
            <a:custGeom>
              <a:avLst/>
              <a:gdLst/>
              <a:ahLst/>
              <a:cxnLst/>
              <a:rect l="l" t="t" r="r" b="b"/>
              <a:pathLst>
                <a:path w="1920" h="5574" fill="none" extrusionOk="0">
                  <a:moveTo>
                    <a:pt x="0" y="1"/>
                  </a:moveTo>
                  <a:lnTo>
                    <a:pt x="619" y="5574"/>
                  </a:lnTo>
                  <a:lnTo>
                    <a:pt x="619" y="5574"/>
                  </a:lnTo>
                  <a:lnTo>
                    <a:pt x="826" y="5368"/>
                  </a:lnTo>
                  <a:lnTo>
                    <a:pt x="1012" y="5140"/>
                  </a:lnTo>
                  <a:lnTo>
                    <a:pt x="1197" y="4893"/>
                  </a:lnTo>
                  <a:lnTo>
                    <a:pt x="1363" y="4645"/>
                  </a:lnTo>
                  <a:lnTo>
                    <a:pt x="1507" y="4377"/>
                  </a:lnTo>
                  <a:lnTo>
                    <a:pt x="1631" y="4108"/>
                  </a:lnTo>
                  <a:lnTo>
                    <a:pt x="1734" y="3840"/>
                  </a:lnTo>
                  <a:lnTo>
                    <a:pt x="1817" y="3530"/>
                  </a:lnTo>
                  <a:lnTo>
                    <a:pt x="1879" y="3221"/>
                  </a:lnTo>
                  <a:lnTo>
                    <a:pt x="1920" y="2911"/>
                  </a:lnTo>
                  <a:lnTo>
                    <a:pt x="1920" y="2581"/>
                  </a:lnTo>
                  <a:lnTo>
                    <a:pt x="1920" y="2230"/>
                  </a:lnTo>
                  <a:lnTo>
                    <a:pt x="1899" y="1879"/>
                  </a:lnTo>
                  <a:lnTo>
                    <a:pt x="1858" y="1487"/>
                  </a:lnTo>
                  <a:lnTo>
                    <a:pt x="1775" y="1115"/>
                  </a:lnTo>
                  <a:lnTo>
                    <a:pt x="1672" y="703"/>
                  </a:lnTo>
                  <a:lnTo>
                    <a:pt x="1672" y="703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6" name="Google Shape;856;p27"/>
            <p:cNvSpPr/>
            <p:nvPr/>
          </p:nvSpPr>
          <p:spPr>
            <a:xfrm>
              <a:off x="2312450" y="2545800"/>
              <a:ext cx="693575" cy="473750"/>
            </a:xfrm>
            <a:custGeom>
              <a:avLst/>
              <a:gdLst/>
              <a:ahLst/>
              <a:cxnLst/>
              <a:rect l="l" t="t" r="r" b="b"/>
              <a:pathLst>
                <a:path w="27743" h="18950" extrusionOk="0">
                  <a:moveTo>
                    <a:pt x="3097" y="1"/>
                  </a:moveTo>
                  <a:lnTo>
                    <a:pt x="2622" y="42"/>
                  </a:lnTo>
                  <a:lnTo>
                    <a:pt x="2189" y="83"/>
                  </a:lnTo>
                  <a:lnTo>
                    <a:pt x="1817" y="125"/>
                  </a:lnTo>
                  <a:lnTo>
                    <a:pt x="1487" y="186"/>
                  </a:lnTo>
                  <a:lnTo>
                    <a:pt x="1198" y="269"/>
                  </a:lnTo>
                  <a:lnTo>
                    <a:pt x="929" y="331"/>
                  </a:lnTo>
                  <a:lnTo>
                    <a:pt x="723" y="414"/>
                  </a:lnTo>
                  <a:lnTo>
                    <a:pt x="372" y="558"/>
                  </a:lnTo>
                  <a:lnTo>
                    <a:pt x="145" y="702"/>
                  </a:lnTo>
                  <a:lnTo>
                    <a:pt x="21" y="785"/>
                  </a:lnTo>
                  <a:lnTo>
                    <a:pt x="1" y="826"/>
                  </a:lnTo>
                  <a:lnTo>
                    <a:pt x="12943" y="18949"/>
                  </a:lnTo>
                  <a:lnTo>
                    <a:pt x="26359" y="13252"/>
                  </a:lnTo>
                  <a:lnTo>
                    <a:pt x="26752" y="13025"/>
                  </a:lnTo>
                  <a:lnTo>
                    <a:pt x="27103" y="12778"/>
                  </a:lnTo>
                  <a:lnTo>
                    <a:pt x="27433" y="12509"/>
                  </a:lnTo>
                  <a:lnTo>
                    <a:pt x="27742" y="12241"/>
                  </a:lnTo>
                  <a:lnTo>
                    <a:pt x="27123" y="6668"/>
                  </a:lnTo>
                  <a:lnTo>
                    <a:pt x="25658" y="6069"/>
                  </a:lnTo>
                  <a:lnTo>
                    <a:pt x="23862" y="5367"/>
                  </a:lnTo>
                  <a:lnTo>
                    <a:pt x="21798" y="4583"/>
                  </a:lnTo>
                  <a:lnTo>
                    <a:pt x="19527" y="3757"/>
                  </a:lnTo>
                  <a:lnTo>
                    <a:pt x="18351" y="3345"/>
                  </a:lnTo>
                  <a:lnTo>
                    <a:pt x="17133" y="2932"/>
                  </a:lnTo>
                  <a:lnTo>
                    <a:pt x="15894" y="2540"/>
                  </a:lnTo>
                  <a:lnTo>
                    <a:pt x="14656" y="2147"/>
                  </a:lnTo>
                  <a:lnTo>
                    <a:pt x="13417" y="1776"/>
                  </a:lnTo>
                  <a:lnTo>
                    <a:pt x="12200" y="1425"/>
                  </a:lnTo>
                  <a:lnTo>
                    <a:pt x="10982" y="1115"/>
                  </a:lnTo>
                  <a:lnTo>
                    <a:pt x="9805" y="826"/>
                  </a:lnTo>
                  <a:lnTo>
                    <a:pt x="9785" y="826"/>
                  </a:lnTo>
                  <a:lnTo>
                    <a:pt x="8402" y="537"/>
                  </a:lnTo>
                  <a:lnTo>
                    <a:pt x="7142" y="310"/>
                  </a:lnTo>
                  <a:lnTo>
                    <a:pt x="6007" y="145"/>
                  </a:lnTo>
                  <a:lnTo>
                    <a:pt x="4996" y="63"/>
                  </a:lnTo>
                  <a:lnTo>
                    <a:pt x="42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7" name="Google Shape;857;p27"/>
            <p:cNvSpPr/>
            <p:nvPr/>
          </p:nvSpPr>
          <p:spPr>
            <a:xfrm>
              <a:off x="2263950" y="2548375"/>
              <a:ext cx="726075" cy="746725"/>
            </a:xfrm>
            <a:custGeom>
              <a:avLst/>
              <a:gdLst/>
              <a:ahLst/>
              <a:cxnLst/>
              <a:rect l="l" t="t" r="r" b="b"/>
              <a:pathLst>
                <a:path w="29043" h="29869" extrusionOk="0">
                  <a:moveTo>
                    <a:pt x="4459" y="1"/>
                  </a:moveTo>
                  <a:lnTo>
                    <a:pt x="4046" y="22"/>
                  </a:lnTo>
                  <a:lnTo>
                    <a:pt x="3654" y="83"/>
                  </a:lnTo>
                  <a:lnTo>
                    <a:pt x="3282" y="145"/>
                  </a:lnTo>
                  <a:lnTo>
                    <a:pt x="2952" y="228"/>
                  </a:lnTo>
                  <a:lnTo>
                    <a:pt x="2622" y="352"/>
                  </a:lnTo>
                  <a:lnTo>
                    <a:pt x="2333" y="476"/>
                  </a:lnTo>
                  <a:lnTo>
                    <a:pt x="2064" y="641"/>
                  </a:lnTo>
                  <a:lnTo>
                    <a:pt x="1817" y="806"/>
                  </a:lnTo>
                  <a:lnTo>
                    <a:pt x="1590" y="992"/>
                  </a:lnTo>
                  <a:lnTo>
                    <a:pt x="1383" y="1198"/>
                  </a:lnTo>
                  <a:lnTo>
                    <a:pt x="1198" y="1404"/>
                  </a:lnTo>
                  <a:lnTo>
                    <a:pt x="1032" y="1632"/>
                  </a:lnTo>
                  <a:lnTo>
                    <a:pt x="867" y="1879"/>
                  </a:lnTo>
                  <a:lnTo>
                    <a:pt x="723" y="2148"/>
                  </a:lnTo>
                  <a:lnTo>
                    <a:pt x="599" y="2395"/>
                  </a:lnTo>
                  <a:lnTo>
                    <a:pt x="496" y="2684"/>
                  </a:lnTo>
                  <a:lnTo>
                    <a:pt x="413" y="2973"/>
                  </a:lnTo>
                  <a:lnTo>
                    <a:pt x="331" y="3262"/>
                  </a:lnTo>
                  <a:lnTo>
                    <a:pt x="248" y="3551"/>
                  </a:lnTo>
                  <a:lnTo>
                    <a:pt x="145" y="4170"/>
                  </a:lnTo>
                  <a:lnTo>
                    <a:pt x="62" y="4810"/>
                  </a:lnTo>
                  <a:lnTo>
                    <a:pt x="21" y="5450"/>
                  </a:lnTo>
                  <a:lnTo>
                    <a:pt x="0" y="6111"/>
                  </a:lnTo>
                  <a:lnTo>
                    <a:pt x="0" y="7370"/>
                  </a:lnTo>
                  <a:lnTo>
                    <a:pt x="21" y="8010"/>
                  </a:lnTo>
                  <a:lnTo>
                    <a:pt x="83" y="9000"/>
                  </a:lnTo>
                  <a:lnTo>
                    <a:pt x="289" y="11870"/>
                  </a:lnTo>
                  <a:lnTo>
                    <a:pt x="599" y="15502"/>
                  </a:lnTo>
                  <a:lnTo>
                    <a:pt x="950" y="19486"/>
                  </a:lnTo>
                  <a:lnTo>
                    <a:pt x="1610" y="26669"/>
                  </a:lnTo>
                  <a:lnTo>
                    <a:pt x="1899" y="29869"/>
                  </a:lnTo>
                  <a:lnTo>
                    <a:pt x="29043" y="13645"/>
                  </a:lnTo>
                  <a:lnTo>
                    <a:pt x="27412" y="12530"/>
                  </a:lnTo>
                  <a:lnTo>
                    <a:pt x="25203" y="11085"/>
                  </a:lnTo>
                  <a:lnTo>
                    <a:pt x="22355" y="9228"/>
                  </a:lnTo>
                  <a:lnTo>
                    <a:pt x="20765" y="8216"/>
                  </a:lnTo>
                  <a:lnTo>
                    <a:pt x="19114" y="7184"/>
                  </a:lnTo>
                  <a:lnTo>
                    <a:pt x="17401" y="6131"/>
                  </a:lnTo>
                  <a:lnTo>
                    <a:pt x="15688" y="5099"/>
                  </a:lnTo>
                  <a:lnTo>
                    <a:pt x="13974" y="4109"/>
                  </a:lnTo>
                  <a:lnTo>
                    <a:pt x="12323" y="3159"/>
                  </a:lnTo>
                  <a:lnTo>
                    <a:pt x="10734" y="2313"/>
                  </a:lnTo>
                  <a:lnTo>
                    <a:pt x="9970" y="1921"/>
                  </a:lnTo>
                  <a:lnTo>
                    <a:pt x="9248" y="1549"/>
                  </a:lnTo>
                  <a:lnTo>
                    <a:pt x="8546" y="1219"/>
                  </a:lnTo>
                  <a:lnTo>
                    <a:pt x="7885" y="930"/>
                  </a:lnTo>
                  <a:lnTo>
                    <a:pt x="7266" y="661"/>
                  </a:lnTo>
                  <a:lnTo>
                    <a:pt x="6709" y="434"/>
                  </a:lnTo>
                  <a:lnTo>
                    <a:pt x="6172" y="269"/>
                  </a:lnTo>
                  <a:lnTo>
                    <a:pt x="5697" y="125"/>
                  </a:lnTo>
                  <a:lnTo>
                    <a:pt x="5264" y="42"/>
                  </a:lnTo>
                  <a:lnTo>
                    <a:pt x="49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8" name="Google Shape;858;p27"/>
            <p:cNvSpPr/>
            <p:nvPr/>
          </p:nvSpPr>
          <p:spPr>
            <a:xfrm>
              <a:off x="2263950" y="2548375"/>
              <a:ext cx="726075" cy="746725"/>
            </a:xfrm>
            <a:custGeom>
              <a:avLst/>
              <a:gdLst/>
              <a:ahLst/>
              <a:cxnLst/>
              <a:rect l="l" t="t" r="r" b="b"/>
              <a:pathLst>
                <a:path w="29043" h="29869" fill="none" extrusionOk="0">
                  <a:moveTo>
                    <a:pt x="29043" y="13645"/>
                  </a:moveTo>
                  <a:lnTo>
                    <a:pt x="29043" y="13645"/>
                  </a:lnTo>
                  <a:lnTo>
                    <a:pt x="27412" y="12530"/>
                  </a:lnTo>
                  <a:lnTo>
                    <a:pt x="27412" y="12530"/>
                  </a:lnTo>
                  <a:lnTo>
                    <a:pt x="25203" y="11085"/>
                  </a:lnTo>
                  <a:lnTo>
                    <a:pt x="22355" y="9228"/>
                  </a:lnTo>
                  <a:lnTo>
                    <a:pt x="20765" y="8216"/>
                  </a:lnTo>
                  <a:lnTo>
                    <a:pt x="19114" y="7184"/>
                  </a:lnTo>
                  <a:lnTo>
                    <a:pt x="17401" y="6131"/>
                  </a:lnTo>
                  <a:lnTo>
                    <a:pt x="15688" y="5099"/>
                  </a:lnTo>
                  <a:lnTo>
                    <a:pt x="13974" y="4109"/>
                  </a:lnTo>
                  <a:lnTo>
                    <a:pt x="12323" y="3159"/>
                  </a:lnTo>
                  <a:lnTo>
                    <a:pt x="10734" y="2313"/>
                  </a:lnTo>
                  <a:lnTo>
                    <a:pt x="9970" y="1921"/>
                  </a:lnTo>
                  <a:lnTo>
                    <a:pt x="9248" y="1549"/>
                  </a:lnTo>
                  <a:lnTo>
                    <a:pt x="8546" y="1219"/>
                  </a:lnTo>
                  <a:lnTo>
                    <a:pt x="7885" y="930"/>
                  </a:lnTo>
                  <a:lnTo>
                    <a:pt x="7266" y="661"/>
                  </a:lnTo>
                  <a:lnTo>
                    <a:pt x="6709" y="434"/>
                  </a:lnTo>
                  <a:lnTo>
                    <a:pt x="6172" y="269"/>
                  </a:lnTo>
                  <a:lnTo>
                    <a:pt x="5697" y="125"/>
                  </a:lnTo>
                  <a:lnTo>
                    <a:pt x="5264" y="42"/>
                  </a:lnTo>
                  <a:lnTo>
                    <a:pt x="4913" y="1"/>
                  </a:lnTo>
                  <a:lnTo>
                    <a:pt x="4913" y="1"/>
                  </a:lnTo>
                  <a:lnTo>
                    <a:pt x="4459" y="1"/>
                  </a:lnTo>
                  <a:lnTo>
                    <a:pt x="4046" y="22"/>
                  </a:lnTo>
                  <a:lnTo>
                    <a:pt x="3654" y="83"/>
                  </a:lnTo>
                  <a:lnTo>
                    <a:pt x="3282" y="145"/>
                  </a:lnTo>
                  <a:lnTo>
                    <a:pt x="2952" y="228"/>
                  </a:lnTo>
                  <a:lnTo>
                    <a:pt x="2622" y="352"/>
                  </a:lnTo>
                  <a:lnTo>
                    <a:pt x="2333" y="476"/>
                  </a:lnTo>
                  <a:lnTo>
                    <a:pt x="2064" y="641"/>
                  </a:lnTo>
                  <a:lnTo>
                    <a:pt x="1817" y="806"/>
                  </a:lnTo>
                  <a:lnTo>
                    <a:pt x="1590" y="992"/>
                  </a:lnTo>
                  <a:lnTo>
                    <a:pt x="1383" y="1198"/>
                  </a:lnTo>
                  <a:lnTo>
                    <a:pt x="1198" y="1404"/>
                  </a:lnTo>
                  <a:lnTo>
                    <a:pt x="1032" y="1632"/>
                  </a:lnTo>
                  <a:lnTo>
                    <a:pt x="867" y="1879"/>
                  </a:lnTo>
                  <a:lnTo>
                    <a:pt x="723" y="2148"/>
                  </a:lnTo>
                  <a:lnTo>
                    <a:pt x="599" y="2395"/>
                  </a:lnTo>
                  <a:lnTo>
                    <a:pt x="496" y="2684"/>
                  </a:lnTo>
                  <a:lnTo>
                    <a:pt x="413" y="2973"/>
                  </a:lnTo>
                  <a:lnTo>
                    <a:pt x="331" y="3262"/>
                  </a:lnTo>
                  <a:lnTo>
                    <a:pt x="248" y="3551"/>
                  </a:lnTo>
                  <a:lnTo>
                    <a:pt x="145" y="4170"/>
                  </a:lnTo>
                  <a:lnTo>
                    <a:pt x="62" y="4810"/>
                  </a:lnTo>
                  <a:lnTo>
                    <a:pt x="21" y="5450"/>
                  </a:lnTo>
                  <a:lnTo>
                    <a:pt x="0" y="6111"/>
                  </a:lnTo>
                  <a:lnTo>
                    <a:pt x="0" y="7370"/>
                  </a:lnTo>
                  <a:lnTo>
                    <a:pt x="0" y="7370"/>
                  </a:lnTo>
                  <a:lnTo>
                    <a:pt x="21" y="8010"/>
                  </a:lnTo>
                  <a:lnTo>
                    <a:pt x="83" y="9000"/>
                  </a:lnTo>
                  <a:lnTo>
                    <a:pt x="289" y="11870"/>
                  </a:lnTo>
                  <a:lnTo>
                    <a:pt x="599" y="15502"/>
                  </a:lnTo>
                  <a:lnTo>
                    <a:pt x="950" y="19486"/>
                  </a:lnTo>
                  <a:lnTo>
                    <a:pt x="1610" y="26669"/>
                  </a:lnTo>
                  <a:lnTo>
                    <a:pt x="1899" y="298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9" name="Google Shape;859;p27"/>
            <p:cNvSpPr/>
            <p:nvPr/>
          </p:nvSpPr>
          <p:spPr>
            <a:xfrm>
              <a:off x="3419350" y="2479225"/>
              <a:ext cx="855600" cy="601225"/>
            </a:xfrm>
            <a:custGeom>
              <a:avLst/>
              <a:gdLst/>
              <a:ahLst/>
              <a:cxnLst/>
              <a:rect l="l" t="t" r="r" b="b"/>
              <a:pathLst>
                <a:path w="34224" h="24049" extrusionOk="0">
                  <a:moveTo>
                    <a:pt x="20270" y="1"/>
                  </a:moveTo>
                  <a:lnTo>
                    <a:pt x="19878" y="22"/>
                  </a:lnTo>
                  <a:lnTo>
                    <a:pt x="19485" y="63"/>
                  </a:lnTo>
                  <a:lnTo>
                    <a:pt x="19114" y="145"/>
                  </a:lnTo>
                  <a:lnTo>
                    <a:pt x="18763" y="249"/>
                  </a:lnTo>
                  <a:lnTo>
                    <a:pt x="18391" y="352"/>
                  </a:lnTo>
                  <a:lnTo>
                    <a:pt x="18041" y="496"/>
                  </a:lnTo>
                  <a:lnTo>
                    <a:pt x="17710" y="661"/>
                  </a:lnTo>
                  <a:lnTo>
                    <a:pt x="17380" y="827"/>
                  </a:lnTo>
                  <a:lnTo>
                    <a:pt x="17050" y="992"/>
                  </a:lnTo>
                  <a:lnTo>
                    <a:pt x="16410" y="1384"/>
                  </a:lnTo>
                  <a:lnTo>
                    <a:pt x="15811" y="1776"/>
                  </a:lnTo>
                  <a:lnTo>
                    <a:pt x="15233" y="2210"/>
                  </a:lnTo>
                  <a:lnTo>
                    <a:pt x="14655" y="2643"/>
                  </a:lnTo>
                  <a:lnTo>
                    <a:pt x="14119" y="3097"/>
                  </a:lnTo>
                  <a:lnTo>
                    <a:pt x="13582" y="3551"/>
                  </a:lnTo>
                  <a:lnTo>
                    <a:pt x="13087" y="4026"/>
                  </a:lnTo>
                  <a:lnTo>
                    <a:pt x="12571" y="4501"/>
                  </a:lnTo>
                  <a:lnTo>
                    <a:pt x="11621" y="5450"/>
                  </a:lnTo>
                  <a:lnTo>
                    <a:pt x="10713" y="6400"/>
                  </a:lnTo>
                  <a:lnTo>
                    <a:pt x="9846" y="7349"/>
                  </a:lnTo>
                  <a:lnTo>
                    <a:pt x="9020" y="8278"/>
                  </a:lnTo>
                  <a:lnTo>
                    <a:pt x="8215" y="9207"/>
                  </a:lnTo>
                  <a:lnTo>
                    <a:pt x="7472" y="10115"/>
                  </a:lnTo>
                  <a:lnTo>
                    <a:pt x="6750" y="11003"/>
                  </a:lnTo>
                  <a:lnTo>
                    <a:pt x="6089" y="11870"/>
                  </a:lnTo>
                  <a:lnTo>
                    <a:pt x="4830" y="13500"/>
                  </a:lnTo>
                  <a:lnTo>
                    <a:pt x="3716" y="15007"/>
                  </a:lnTo>
                  <a:lnTo>
                    <a:pt x="2745" y="16369"/>
                  </a:lnTo>
                  <a:lnTo>
                    <a:pt x="1920" y="17567"/>
                  </a:lnTo>
                  <a:lnTo>
                    <a:pt x="1239" y="18578"/>
                  </a:lnTo>
                  <a:lnTo>
                    <a:pt x="310" y="19982"/>
                  </a:lnTo>
                  <a:lnTo>
                    <a:pt x="83" y="20353"/>
                  </a:lnTo>
                  <a:lnTo>
                    <a:pt x="0" y="20498"/>
                  </a:lnTo>
                  <a:lnTo>
                    <a:pt x="103" y="20374"/>
                  </a:lnTo>
                  <a:lnTo>
                    <a:pt x="351" y="20023"/>
                  </a:lnTo>
                  <a:lnTo>
                    <a:pt x="1321" y="18619"/>
                  </a:lnTo>
                  <a:lnTo>
                    <a:pt x="2023" y="17629"/>
                  </a:lnTo>
                  <a:lnTo>
                    <a:pt x="2869" y="16452"/>
                  </a:lnTo>
                  <a:lnTo>
                    <a:pt x="3839" y="15110"/>
                  </a:lnTo>
                  <a:lnTo>
                    <a:pt x="4975" y="13604"/>
                  </a:lnTo>
                  <a:lnTo>
                    <a:pt x="6234" y="11994"/>
                  </a:lnTo>
                  <a:lnTo>
                    <a:pt x="6915" y="11127"/>
                  </a:lnTo>
                  <a:lnTo>
                    <a:pt x="7637" y="10260"/>
                  </a:lnTo>
                  <a:lnTo>
                    <a:pt x="8380" y="9351"/>
                  </a:lnTo>
                  <a:lnTo>
                    <a:pt x="9185" y="8423"/>
                  </a:lnTo>
                  <a:lnTo>
                    <a:pt x="10011" y="7494"/>
                  </a:lnTo>
                  <a:lnTo>
                    <a:pt x="10878" y="6565"/>
                  </a:lnTo>
                  <a:lnTo>
                    <a:pt x="11786" y="5615"/>
                  </a:lnTo>
                  <a:lnTo>
                    <a:pt x="12736" y="4666"/>
                  </a:lnTo>
                  <a:lnTo>
                    <a:pt x="13231" y="4191"/>
                  </a:lnTo>
                  <a:lnTo>
                    <a:pt x="13747" y="3737"/>
                  </a:lnTo>
                  <a:lnTo>
                    <a:pt x="14284" y="3283"/>
                  </a:lnTo>
                  <a:lnTo>
                    <a:pt x="14820" y="2829"/>
                  </a:lnTo>
                  <a:lnTo>
                    <a:pt x="15378" y="2395"/>
                  </a:lnTo>
                  <a:lnTo>
                    <a:pt x="15956" y="1983"/>
                  </a:lnTo>
                  <a:lnTo>
                    <a:pt x="16554" y="1590"/>
                  </a:lnTo>
                  <a:lnTo>
                    <a:pt x="17174" y="1219"/>
                  </a:lnTo>
                  <a:lnTo>
                    <a:pt x="17813" y="889"/>
                  </a:lnTo>
                  <a:lnTo>
                    <a:pt x="18144" y="723"/>
                  </a:lnTo>
                  <a:lnTo>
                    <a:pt x="18474" y="600"/>
                  </a:lnTo>
                  <a:lnTo>
                    <a:pt x="18825" y="476"/>
                  </a:lnTo>
                  <a:lnTo>
                    <a:pt x="19176" y="373"/>
                  </a:lnTo>
                  <a:lnTo>
                    <a:pt x="19527" y="311"/>
                  </a:lnTo>
                  <a:lnTo>
                    <a:pt x="19898" y="269"/>
                  </a:lnTo>
                  <a:lnTo>
                    <a:pt x="20084" y="249"/>
                  </a:lnTo>
                  <a:lnTo>
                    <a:pt x="20270" y="249"/>
                  </a:lnTo>
                  <a:lnTo>
                    <a:pt x="20621" y="290"/>
                  </a:lnTo>
                  <a:lnTo>
                    <a:pt x="20972" y="352"/>
                  </a:lnTo>
                  <a:lnTo>
                    <a:pt x="21302" y="476"/>
                  </a:lnTo>
                  <a:lnTo>
                    <a:pt x="21632" y="600"/>
                  </a:lnTo>
                  <a:lnTo>
                    <a:pt x="21962" y="785"/>
                  </a:lnTo>
                  <a:lnTo>
                    <a:pt x="22251" y="971"/>
                  </a:lnTo>
                  <a:lnTo>
                    <a:pt x="22561" y="1178"/>
                  </a:lnTo>
                  <a:lnTo>
                    <a:pt x="22850" y="1384"/>
                  </a:lnTo>
                  <a:lnTo>
                    <a:pt x="23118" y="1611"/>
                  </a:lnTo>
                  <a:lnTo>
                    <a:pt x="23387" y="1859"/>
                  </a:lnTo>
                  <a:lnTo>
                    <a:pt x="23634" y="2106"/>
                  </a:lnTo>
                  <a:lnTo>
                    <a:pt x="24130" y="2622"/>
                  </a:lnTo>
                  <a:lnTo>
                    <a:pt x="24584" y="3159"/>
                  </a:lnTo>
                  <a:lnTo>
                    <a:pt x="25017" y="3716"/>
                  </a:lnTo>
                  <a:lnTo>
                    <a:pt x="25430" y="4274"/>
                  </a:lnTo>
                  <a:lnTo>
                    <a:pt x="25822" y="4831"/>
                  </a:lnTo>
                  <a:lnTo>
                    <a:pt x="26194" y="5409"/>
                  </a:lnTo>
                  <a:lnTo>
                    <a:pt x="26545" y="5966"/>
                  </a:lnTo>
                  <a:lnTo>
                    <a:pt x="26896" y="6544"/>
                  </a:lnTo>
                  <a:lnTo>
                    <a:pt x="27536" y="7680"/>
                  </a:lnTo>
                  <a:lnTo>
                    <a:pt x="28134" y="8815"/>
                  </a:lnTo>
                  <a:lnTo>
                    <a:pt x="28691" y="9929"/>
                  </a:lnTo>
                  <a:lnTo>
                    <a:pt x="29228" y="11023"/>
                  </a:lnTo>
                  <a:lnTo>
                    <a:pt x="29703" y="12097"/>
                  </a:lnTo>
                  <a:lnTo>
                    <a:pt x="30157" y="13129"/>
                  </a:lnTo>
                  <a:lnTo>
                    <a:pt x="30590" y="14140"/>
                  </a:lnTo>
                  <a:lnTo>
                    <a:pt x="31375" y="16060"/>
                  </a:lnTo>
                  <a:lnTo>
                    <a:pt x="32035" y="17794"/>
                  </a:lnTo>
                  <a:lnTo>
                    <a:pt x="32613" y="19362"/>
                  </a:lnTo>
                  <a:lnTo>
                    <a:pt x="33109" y="20725"/>
                  </a:lnTo>
                  <a:lnTo>
                    <a:pt x="33501" y="21881"/>
                  </a:lnTo>
                  <a:lnTo>
                    <a:pt x="34037" y="23491"/>
                  </a:lnTo>
                  <a:lnTo>
                    <a:pt x="34182" y="23904"/>
                  </a:lnTo>
                  <a:lnTo>
                    <a:pt x="34223" y="24048"/>
                  </a:lnTo>
                  <a:lnTo>
                    <a:pt x="34203" y="23883"/>
                  </a:lnTo>
                  <a:lnTo>
                    <a:pt x="34079" y="23470"/>
                  </a:lnTo>
                  <a:lnTo>
                    <a:pt x="33872" y="22789"/>
                  </a:lnTo>
                  <a:lnTo>
                    <a:pt x="33583" y="21860"/>
                  </a:lnTo>
                  <a:lnTo>
                    <a:pt x="33212" y="20684"/>
                  </a:lnTo>
                  <a:lnTo>
                    <a:pt x="32737" y="19321"/>
                  </a:lnTo>
                  <a:lnTo>
                    <a:pt x="32180" y="17732"/>
                  </a:lnTo>
                  <a:lnTo>
                    <a:pt x="31519" y="15977"/>
                  </a:lnTo>
                  <a:lnTo>
                    <a:pt x="30776" y="14078"/>
                  </a:lnTo>
                  <a:lnTo>
                    <a:pt x="30343" y="13067"/>
                  </a:lnTo>
                  <a:lnTo>
                    <a:pt x="29909" y="12014"/>
                  </a:lnTo>
                  <a:lnTo>
                    <a:pt x="29414" y="10941"/>
                  </a:lnTo>
                  <a:lnTo>
                    <a:pt x="28898" y="9847"/>
                  </a:lnTo>
                  <a:lnTo>
                    <a:pt x="28341" y="8712"/>
                  </a:lnTo>
                  <a:lnTo>
                    <a:pt x="27742" y="7576"/>
                  </a:lnTo>
                  <a:lnTo>
                    <a:pt x="27102" y="6420"/>
                  </a:lnTo>
                  <a:lnTo>
                    <a:pt x="26751" y="5842"/>
                  </a:lnTo>
                  <a:lnTo>
                    <a:pt x="26400" y="5264"/>
                  </a:lnTo>
                  <a:lnTo>
                    <a:pt x="26029" y="4687"/>
                  </a:lnTo>
                  <a:lnTo>
                    <a:pt x="25637" y="4129"/>
                  </a:lnTo>
                  <a:lnTo>
                    <a:pt x="25203" y="3551"/>
                  </a:lnTo>
                  <a:lnTo>
                    <a:pt x="24770" y="2994"/>
                  </a:lnTo>
                  <a:lnTo>
                    <a:pt x="24315" y="2457"/>
                  </a:lnTo>
                  <a:lnTo>
                    <a:pt x="23820" y="1921"/>
                  </a:lnTo>
                  <a:lnTo>
                    <a:pt x="23552" y="1673"/>
                  </a:lnTo>
                  <a:lnTo>
                    <a:pt x="23283" y="1425"/>
                  </a:lnTo>
                  <a:lnTo>
                    <a:pt x="22994" y="1198"/>
                  </a:lnTo>
                  <a:lnTo>
                    <a:pt x="22705" y="971"/>
                  </a:lnTo>
                  <a:lnTo>
                    <a:pt x="22396" y="765"/>
                  </a:lnTo>
                  <a:lnTo>
                    <a:pt x="22066" y="558"/>
                  </a:lnTo>
                  <a:lnTo>
                    <a:pt x="21735" y="393"/>
                  </a:lnTo>
                  <a:lnTo>
                    <a:pt x="21405" y="228"/>
                  </a:lnTo>
                  <a:lnTo>
                    <a:pt x="21219" y="166"/>
                  </a:lnTo>
                  <a:lnTo>
                    <a:pt x="21034" y="104"/>
                  </a:lnTo>
                  <a:lnTo>
                    <a:pt x="20641" y="42"/>
                  </a:lnTo>
                  <a:lnTo>
                    <a:pt x="20270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0" name="Google Shape;860;p27"/>
            <p:cNvSpPr/>
            <p:nvPr/>
          </p:nvSpPr>
          <p:spPr>
            <a:xfrm>
              <a:off x="3493650" y="2250625"/>
              <a:ext cx="1159550" cy="142975"/>
            </a:xfrm>
            <a:custGeom>
              <a:avLst/>
              <a:gdLst/>
              <a:ahLst/>
              <a:cxnLst/>
              <a:rect l="l" t="t" r="r" b="b"/>
              <a:pathLst>
                <a:path w="46382" h="5719" extrusionOk="0">
                  <a:moveTo>
                    <a:pt x="39694" y="1"/>
                  </a:moveTo>
                  <a:lnTo>
                    <a:pt x="39797" y="104"/>
                  </a:lnTo>
                  <a:lnTo>
                    <a:pt x="40106" y="393"/>
                  </a:lnTo>
                  <a:lnTo>
                    <a:pt x="41365" y="1487"/>
                  </a:lnTo>
                  <a:lnTo>
                    <a:pt x="45660" y="5240"/>
                  </a:lnTo>
                  <a:lnTo>
                    <a:pt x="45660" y="5240"/>
                  </a:lnTo>
                  <a:lnTo>
                    <a:pt x="45102" y="5079"/>
                  </a:lnTo>
                  <a:lnTo>
                    <a:pt x="44131" y="4810"/>
                  </a:lnTo>
                  <a:lnTo>
                    <a:pt x="43120" y="4563"/>
                  </a:lnTo>
                  <a:lnTo>
                    <a:pt x="42067" y="4315"/>
                  </a:lnTo>
                  <a:lnTo>
                    <a:pt x="40973" y="4067"/>
                  </a:lnTo>
                  <a:lnTo>
                    <a:pt x="39838" y="3840"/>
                  </a:lnTo>
                  <a:lnTo>
                    <a:pt x="38682" y="3613"/>
                  </a:lnTo>
                  <a:lnTo>
                    <a:pt x="37464" y="3427"/>
                  </a:lnTo>
                  <a:lnTo>
                    <a:pt x="36226" y="3242"/>
                  </a:lnTo>
                  <a:lnTo>
                    <a:pt x="34967" y="3076"/>
                  </a:lnTo>
                  <a:lnTo>
                    <a:pt x="33666" y="2911"/>
                  </a:lnTo>
                  <a:lnTo>
                    <a:pt x="32325" y="2787"/>
                  </a:lnTo>
                  <a:lnTo>
                    <a:pt x="30983" y="2684"/>
                  </a:lnTo>
                  <a:lnTo>
                    <a:pt x="29600" y="2602"/>
                  </a:lnTo>
                  <a:lnTo>
                    <a:pt x="28196" y="2560"/>
                  </a:lnTo>
                  <a:lnTo>
                    <a:pt x="26772" y="2519"/>
                  </a:lnTo>
                  <a:lnTo>
                    <a:pt x="25100" y="2519"/>
                  </a:lnTo>
                  <a:lnTo>
                    <a:pt x="23449" y="2560"/>
                  </a:lnTo>
                  <a:lnTo>
                    <a:pt x="21818" y="2643"/>
                  </a:lnTo>
                  <a:lnTo>
                    <a:pt x="20229" y="2746"/>
                  </a:lnTo>
                  <a:lnTo>
                    <a:pt x="18681" y="2891"/>
                  </a:lnTo>
                  <a:lnTo>
                    <a:pt x="17174" y="3056"/>
                  </a:lnTo>
                  <a:lnTo>
                    <a:pt x="15708" y="3242"/>
                  </a:lnTo>
                  <a:lnTo>
                    <a:pt x="14284" y="3448"/>
                  </a:lnTo>
                  <a:lnTo>
                    <a:pt x="12922" y="3675"/>
                  </a:lnTo>
                  <a:lnTo>
                    <a:pt x="11601" y="3923"/>
                  </a:lnTo>
                  <a:lnTo>
                    <a:pt x="10342" y="4191"/>
                  </a:lnTo>
                  <a:lnTo>
                    <a:pt x="9144" y="4459"/>
                  </a:lnTo>
                  <a:lnTo>
                    <a:pt x="8009" y="4728"/>
                  </a:lnTo>
                  <a:lnTo>
                    <a:pt x="6936" y="5017"/>
                  </a:lnTo>
                  <a:lnTo>
                    <a:pt x="5945" y="5285"/>
                  </a:lnTo>
                  <a:lnTo>
                    <a:pt x="5037" y="5542"/>
                  </a:lnTo>
                  <a:lnTo>
                    <a:pt x="5037" y="5542"/>
                  </a:lnTo>
                  <a:lnTo>
                    <a:pt x="1342" y="3469"/>
                  </a:lnTo>
                  <a:lnTo>
                    <a:pt x="351" y="2911"/>
                  </a:lnTo>
                  <a:lnTo>
                    <a:pt x="104" y="2787"/>
                  </a:lnTo>
                  <a:lnTo>
                    <a:pt x="0" y="2746"/>
                  </a:lnTo>
                  <a:lnTo>
                    <a:pt x="83" y="2808"/>
                  </a:lnTo>
                  <a:lnTo>
                    <a:pt x="331" y="2953"/>
                  </a:lnTo>
                  <a:lnTo>
                    <a:pt x="1301" y="3531"/>
                  </a:lnTo>
                  <a:lnTo>
                    <a:pt x="4975" y="5698"/>
                  </a:lnTo>
                  <a:lnTo>
                    <a:pt x="5016" y="5719"/>
                  </a:lnTo>
                  <a:lnTo>
                    <a:pt x="5037" y="5698"/>
                  </a:lnTo>
                  <a:lnTo>
                    <a:pt x="5986" y="5430"/>
                  </a:lnTo>
                  <a:lnTo>
                    <a:pt x="6977" y="5182"/>
                  </a:lnTo>
                  <a:lnTo>
                    <a:pt x="8051" y="4914"/>
                  </a:lnTo>
                  <a:lnTo>
                    <a:pt x="9186" y="4645"/>
                  </a:lnTo>
                  <a:lnTo>
                    <a:pt x="10383" y="4377"/>
                  </a:lnTo>
                  <a:lnTo>
                    <a:pt x="11642" y="4129"/>
                  </a:lnTo>
                  <a:lnTo>
                    <a:pt x="12963" y="3902"/>
                  </a:lnTo>
                  <a:lnTo>
                    <a:pt x="14325" y="3675"/>
                  </a:lnTo>
                  <a:lnTo>
                    <a:pt x="15729" y="3469"/>
                  </a:lnTo>
                  <a:lnTo>
                    <a:pt x="17195" y="3283"/>
                  </a:lnTo>
                  <a:lnTo>
                    <a:pt x="18701" y="3118"/>
                  </a:lnTo>
                  <a:lnTo>
                    <a:pt x="20249" y="2973"/>
                  </a:lnTo>
                  <a:lnTo>
                    <a:pt x="21839" y="2870"/>
                  </a:lnTo>
                  <a:lnTo>
                    <a:pt x="23449" y="2808"/>
                  </a:lnTo>
                  <a:lnTo>
                    <a:pt x="25100" y="2767"/>
                  </a:lnTo>
                  <a:lnTo>
                    <a:pt x="26772" y="2767"/>
                  </a:lnTo>
                  <a:lnTo>
                    <a:pt x="28196" y="2808"/>
                  </a:lnTo>
                  <a:lnTo>
                    <a:pt x="29579" y="2849"/>
                  </a:lnTo>
                  <a:lnTo>
                    <a:pt x="30962" y="2932"/>
                  </a:lnTo>
                  <a:lnTo>
                    <a:pt x="32304" y="3035"/>
                  </a:lnTo>
                  <a:lnTo>
                    <a:pt x="33625" y="3159"/>
                  </a:lnTo>
                  <a:lnTo>
                    <a:pt x="34925" y="3303"/>
                  </a:lnTo>
                  <a:lnTo>
                    <a:pt x="36205" y="3469"/>
                  </a:lnTo>
                  <a:lnTo>
                    <a:pt x="37423" y="3654"/>
                  </a:lnTo>
                  <a:lnTo>
                    <a:pt x="38641" y="3840"/>
                  </a:lnTo>
                  <a:lnTo>
                    <a:pt x="39797" y="4047"/>
                  </a:lnTo>
                  <a:lnTo>
                    <a:pt x="40932" y="4274"/>
                  </a:lnTo>
                  <a:lnTo>
                    <a:pt x="42026" y="4521"/>
                  </a:lnTo>
                  <a:lnTo>
                    <a:pt x="43079" y="4748"/>
                  </a:lnTo>
                  <a:lnTo>
                    <a:pt x="44090" y="4996"/>
                  </a:lnTo>
                  <a:lnTo>
                    <a:pt x="45060" y="5264"/>
                  </a:lnTo>
                  <a:lnTo>
                    <a:pt x="45989" y="5512"/>
                  </a:lnTo>
                  <a:lnTo>
                    <a:pt x="46381" y="5615"/>
                  </a:lnTo>
                  <a:lnTo>
                    <a:pt x="46072" y="5368"/>
                  </a:lnTo>
                  <a:lnTo>
                    <a:pt x="41427" y="1404"/>
                  </a:lnTo>
                  <a:lnTo>
                    <a:pt x="40148" y="352"/>
                  </a:lnTo>
                  <a:lnTo>
                    <a:pt x="39817" y="83"/>
                  </a:lnTo>
                  <a:lnTo>
                    <a:pt x="3969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1" name="Google Shape;861;p27"/>
            <p:cNvSpPr/>
            <p:nvPr/>
          </p:nvSpPr>
          <p:spPr>
            <a:xfrm>
              <a:off x="3533375" y="3749700"/>
              <a:ext cx="278700" cy="124400"/>
            </a:xfrm>
            <a:custGeom>
              <a:avLst/>
              <a:gdLst/>
              <a:ahLst/>
              <a:cxnLst/>
              <a:rect l="l" t="t" r="r" b="b"/>
              <a:pathLst>
                <a:path w="11148" h="4976" extrusionOk="0">
                  <a:moveTo>
                    <a:pt x="5553" y="1"/>
                  </a:moveTo>
                  <a:lnTo>
                    <a:pt x="4934" y="21"/>
                  </a:lnTo>
                  <a:lnTo>
                    <a:pt x="4335" y="83"/>
                  </a:lnTo>
                  <a:lnTo>
                    <a:pt x="3778" y="166"/>
                  </a:lnTo>
                  <a:lnTo>
                    <a:pt x="3221" y="290"/>
                  </a:lnTo>
                  <a:lnTo>
                    <a:pt x="2725" y="455"/>
                  </a:lnTo>
                  <a:lnTo>
                    <a:pt x="2251" y="620"/>
                  </a:lnTo>
                  <a:lnTo>
                    <a:pt x="1797" y="806"/>
                  </a:lnTo>
                  <a:lnTo>
                    <a:pt x="1404" y="1012"/>
                  </a:lnTo>
                  <a:lnTo>
                    <a:pt x="1054" y="1239"/>
                  </a:lnTo>
                  <a:lnTo>
                    <a:pt x="744" y="1487"/>
                  </a:lnTo>
                  <a:lnTo>
                    <a:pt x="496" y="1735"/>
                  </a:lnTo>
                  <a:lnTo>
                    <a:pt x="290" y="1982"/>
                  </a:lnTo>
                  <a:lnTo>
                    <a:pt x="145" y="2251"/>
                  </a:lnTo>
                  <a:lnTo>
                    <a:pt x="83" y="2374"/>
                  </a:lnTo>
                  <a:lnTo>
                    <a:pt x="42" y="2498"/>
                  </a:lnTo>
                  <a:lnTo>
                    <a:pt x="21" y="2643"/>
                  </a:lnTo>
                  <a:lnTo>
                    <a:pt x="1" y="2767"/>
                  </a:lnTo>
                  <a:lnTo>
                    <a:pt x="1" y="2891"/>
                  </a:lnTo>
                  <a:lnTo>
                    <a:pt x="21" y="3014"/>
                  </a:lnTo>
                  <a:lnTo>
                    <a:pt x="42" y="3138"/>
                  </a:lnTo>
                  <a:lnTo>
                    <a:pt x="83" y="3262"/>
                  </a:lnTo>
                  <a:lnTo>
                    <a:pt x="145" y="3386"/>
                  </a:lnTo>
                  <a:lnTo>
                    <a:pt x="207" y="3489"/>
                  </a:lnTo>
                  <a:lnTo>
                    <a:pt x="393" y="3696"/>
                  </a:lnTo>
                  <a:lnTo>
                    <a:pt x="620" y="3902"/>
                  </a:lnTo>
                  <a:lnTo>
                    <a:pt x="868" y="4088"/>
                  </a:lnTo>
                  <a:lnTo>
                    <a:pt x="1177" y="4232"/>
                  </a:lnTo>
                  <a:lnTo>
                    <a:pt x="1508" y="4377"/>
                  </a:lnTo>
                  <a:lnTo>
                    <a:pt x="1859" y="4521"/>
                  </a:lnTo>
                  <a:lnTo>
                    <a:pt x="2230" y="4624"/>
                  </a:lnTo>
                  <a:lnTo>
                    <a:pt x="2622" y="4707"/>
                  </a:lnTo>
                  <a:lnTo>
                    <a:pt x="3056" y="4790"/>
                  </a:lnTo>
                  <a:lnTo>
                    <a:pt x="3489" y="4872"/>
                  </a:lnTo>
                  <a:lnTo>
                    <a:pt x="3943" y="4913"/>
                  </a:lnTo>
                  <a:lnTo>
                    <a:pt x="4418" y="4955"/>
                  </a:lnTo>
                  <a:lnTo>
                    <a:pt x="4893" y="4975"/>
                  </a:lnTo>
                  <a:lnTo>
                    <a:pt x="6131" y="4975"/>
                  </a:lnTo>
                  <a:lnTo>
                    <a:pt x="6647" y="4934"/>
                  </a:lnTo>
                  <a:lnTo>
                    <a:pt x="7143" y="4893"/>
                  </a:lnTo>
                  <a:lnTo>
                    <a:pt x="7617" y="4831"/>
                  </a:lnTo>
                  <a:lnTo>
                    <a:pt x="8092" y="4748"/>
                  </a:lnTo>
                  <a:lnTo>
                    <a:pt x="8526" y="4666"/>
                  </a:lnTo>
                  <a:lnTo>
                    <a:pt x="8938" y="4562"/>
                  </a:lnTo>
                  <a:lnTo>
                    <a:pt x="9331" y="4439"/>
                  </a:lnTo>
                  <a:lnTo>
                    <a:pt x="9682" y="4294"/>
                  </a:lnTo>
                  <a:lnTo>
                    <a:pt x="10012" y="4150"/>
                  </a:lnTo>
                  <a:lnTo>
                    <a:pt x="10321" y="3964"/>
                  </a:lnTo>
                  <a:lnTo>
                    <a:pt x="10569" y="3799"/>
                  </a:lnTo>
                  <a:lnTo>
                    <a:pt x="10776" y="3592"/>
                  </a:lnTo>
                  <a:lnTo>
                    <a:pt x="10961" y="3365"/>
                  </a:lnTo>
                  <a:lnTo>
                    <a:pt x="11023" y="3262"/>
                  </a:lnTo>
                  <a:lnTo>
                    <a:pt x="11065" y="3138"/>
                  </a:lnTo>
                  <a:lnTo>
                    <a:pt x="11106" y="3014"/>
                  </a:lnTo>
                  <a:lnTo>
                    <a:pt x="11147" y="2891"/>
                  </a:lnTo>
                  <a:lnTo>
                    <a:pt x="11147" y="2767"/>
                  </a:lnTo>
                  <a:lnTo>
                    <a:pt x="11147" y="2643"/>
                  </a:lnTo>
                  <a:lnTo>
                    <a:pt x="11126" y="2519"/>
                  </a:lnTo>
                  <a:lnTo>
                    <a:pt x="11106" y="2374"/>
                  </a:lnTo>
                  <a:lnTo>
                    <a:pt x="11065" y="2251"/>
                  </a:lnTo>
                  <a:lnTo>
                    <a:pt x="11003" y="2127"/>
                  </a:lnTo>
                  <a:lnTo>
                    <a:pt x="10837" y="1879"/>
                  </a:lnTo>
                  <a:lnTo>
                    <a:pt x="10631" y="1611"/>
                  </a:lnTo>
                  <a:lnTo>
                    <a:pt x="10363" y="1384"/>
                  </a:lnTo>
                  <a:lnTo>
                    <a:pt x="10053" y="1157"/>
                  </a:lnTo>
                  <a:lnTo>
                    <a:pt x="9702" y="930"/>
                  </a:lnTo>
                  <a:lnTo>
                    <a:pt x="9310" y="723"/>
                  </a:lnTo>
                  <a:lnTo>
                    <a:pt x="8877" y="558"/>
                  </a:lnTo>
                  <a:lnTo>
                    <a:pt x="8422" y="393"/>
                  </a:lnTo>
                  <a:lnTo>
                    <a:pt x="7927" y="248"/>
                  </a:lnTo>
                  <a:lnTo>
                    <a:pt x="7390" y="145"/>
                  </a:lnTo>
                  <a:lnTo>
                    <a:pt x="6833" y="63"/>
                  </a:lnTo>
                  <a:lnTo>
                    <a:pt x="6255" y="21"/>
                  </a:lnTo>
                  <a:lnTo>
                    <a:pt x="5657" y="1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2" name="Google Shape;862;p27"/>
            <p:cNvSpPr/>
            <p:nvPr/>
          </p:nvSpPr>
          <p:spPr>
            <a:xfrm>
              <a:off x="3533375" y="3749700"/>
              <a:ext cx="278700" cy="124400"/>
            </a:xfrm>
            <a:custGeom>
              <a:avLst/>
              <a:gdLst/>
              <a:ahLst/>
              <a:cxnLst/>
              <a:rect l="l" t="t" r="r" b="b"/>
              <a:pathLst>
                <a:path w="11148" h="4976" fill="none" extrusionOk="0">
                  <a:moveTo>
                    <a:pt x="5657" y="1"/>
                  </a:moveTo>
                  <a:lnTo>
                    <a:pt x="5657" y="1"/>
                  </a:lnTo>
                  <a:lnTo>
                    <a:pt x="5553" y="1"/>
                  </a:lnTo>
                  <a:lnTo>
                    <a:pt x="5553" y="1"/>
                  </a:lnTo>
                  <a:lnTo>
                    <a:pt x="4934" y="21"/>
                  </a:lnTo>
                  <a:lnTo>
                    <a:pt x="4335" y="83"/>
                  </a:lnTo>
                  <a:lnTo>
                    <a:pt x="3778" y="166"/>
                  </a:lnTo>
                  <a:lnTo>
                    <a:pt x="3221" y="290"/>
                  </a:lnTo>
                  <a:lnTo>
                    <a:pt x="2725" y="455"/>
                  </a:lnTo>
                  <a:lnTo>
                    <a:pt x="2251" y="620"/>
                  </a:lnTo>
                  <a:lnTo>
                    <a:pt x="1797" y="806"/>
                  </a:lnTo>
                  <a:lnTo>
                    <a:pt x="1404" y="1012"/>
                  </a:lnTo>
                  <a:lnTo>
                    <a:pt x="1404" y="1012"/>
                  </a:lnTo>
                  <a:lnTo>
                    <a:pt x="1054" y="1239"/>
                  </a:lnTo>
                  <a:lnTo>
                    <a:pt x="744" y="1487"/>
                  </a:lnTo>
                  <a:lnTo>
                    <a:pt x="496" y="1735"/>
                  </a:lnTo>
                  <a:lnTo>
                    <a:pt x="290" y="1982"/>
                  </a:lnTo>
                  <a:lnTo>
                    <a:pt x="145" y="2251"/>
                  </a:lnTo>
                  <a:lnTo>
                    <a:pt x="83" y="2374"/>
                  </a:lnTo>
                  <a:lnTo>
                    <a:pt x="42" y="2498"/>
                  </a:lnTo>
                  <a:lnTo>
                    <a:pt x="21" y="2643"/>
                  </a:lnTo>
                  <a:lnTo>
                    <a:pt x="1" y="2767"/>
                  </a:lnTo>
                  <a:lnTo>
                    <a:pt x="1" y="2891"/>
                  </a:lnTo>
                  <a:lnTo>
                    <a:pt x="21" y="3014"/>
                  </a:lnTo>
                  <a:lnTo>
                    <a:pt x="21" y="3014"/>
                  </a:lnTo>
                  <a:lnTo>
                    <a:pt x="42" y="3138"/>
                  </a:lnTo>
                  <a:lnTo>
                    <a:pt x="83" y="3262"/>
                  </a:lnTo>
                  <a:lnTo>
                    <a:pt x="145" y="3386"/>
                  </a:lnTo>
                  <a:lnTo>
                    <a:pt x="207" y="3489"/>
                  </a:lnTo>
                  <a:lnTo>
                    <a:pt x="393" y="3696"/>
                  </a:lnTo>
                  <a:lnTo>
                    <a:pt x="620" y="3902"/>
                  </a:lnTo>
                  <a:lnTo>
                    <a:pt x="868" y="4088"/>
                  </a:lnTo>
                  <a:lnTo>
                    <a:pt x="1177" y="4232"/>
                  </a:lnTo>
                  <a:lnTo>
                    <a:pt x="1508" y="4377"/>
                  </a:lnTo>
                  <a:lnTo>
                    <a:pt x="1859" y="4521"/>
                  </a:lnTo>
                  <a:lnTo>
                    <a:pt x="1859" y="4521"/>
                  </a:lnTo>
                  <a:lnTo>
                    <a:pt x="2230" y="4624"/>
                  </a:lnTo>
                  <a:lnTo>
                    <a:pt x="2622" y="4707"/>
                  </a:lnTo>
                  <a:lnTo>
                    <a:pt x="3056" y="4790"/>
                  </a:lnTo>
                  <a:lnTo>
                    <a:pt x="3489" y="4872"/>
                  </a:lnTo>
                  <a:lnTo>
                    <a:pt x="3943" y="4913"/>
                  </a:lnTo>
                  <a:lnTo>
                    <a:pt x="4418" y="4955"/>
                  </a:lnTo>
                  <a:lnTo>
                    <a:pt x="4893" y="4975"/>
                  </a:lnTo>
                  <a:lnTo>
                    <a:pt x="5388" y="4975"/>
                  </a:lnTo>
                  <a:lnTo>
                    <a:pt x="5388" y="4975"/>
                  </a:lnTo>
                  <a:lnTo>
                    <a:pt x="5595" y="4975"/>
                  </a:lnTo>
                  <a:lnTo>
                    <a:pt x="5595" y="4975"/>
                  </a:lnTo>
                  <a:lnTo>
                    <a:pt x="6131" y="4975"/>
                  </a:lnTo>
                  <a:lnTo>
                    <a:pt x="6647" y="4934"/>
                  </a:lnTo>
                  <a:lnTo>
                    <a:pt x="7143" y="4893"/>
                  </a:lnTo>
                  <a:lnTo>
                    <a:pt x="7617" y="4831"/>
                  </a:lnTo>
                  <a:lnTo>
                    <a:pt x="8092" y="4748"/>
                  </a:lnTo>
                  <a:lnTo>
                    <a:pt x="8526" y="4666"/>
                  </a:lnTo>
                  <a:lnTo>
                    <a:pt x="8938" y="4562"/>
                  </a:lnTo>
                  <a:lnTo>
                    <a:pt x="9331" y="4439"/>
                  </a:lnTo>
                  <a:lnTo>
                    <a:pt x="9331" y="4439"/>
                  </a:lnTo>
                  <a:lnTo>
                    <a:pt x="9682" y="4294"/>
                  </a:lnTo>
                  <a:lnTo>
                    <a:pt x="10012" y="4150"/>
                  </a:lnTo>
                  <a:lnTo>
                    <a:pt x="10321" y="3964"/>
                  </a:lnTo>
                  <a:lnTo>
                    <a:pt x="10569" y="3799"/>
                  </a:lnTo>
                  <a:lnTo>
                    <a:pt x="10776" y="3592"/>
                  </a:lnTo>
                  <a:lnTo>
                    <a:pt x="10961" y="3365"/>
                  </a:lnTo>
                  <a:lnTo>
                    <a:pt x="11023" y="3262"/>
                  </a:lnTo>
                  <a:lnTo>
                    <a:pt x="11065" y="3138"/>
                  </a:lnTo>
                  <a:lnTo>
                    <a:pt x="11106" y="3014"/>
                  </a:lnTo>
                  <a:lnTo>
                    <a:pt x="11147" y="2891"/>
                  </a:lnTo>
                  <a:lnTo>
                    <a:pt x="11147" y="2891"/>
                  </a:lnTo>
                  <a:lnTo>
                    <a:pt x="11147" y="2767"/>
                  </a:lnTo>
                  <a:lnTo>
                    <a:pt x="11147" y="2643"/>
                  </a:lnTo>
                  <a:lnTo>
                    <a:pt x="11126" y="2519"/>
                  </a:lnTo>
                  <a:lnTo>
                    <a:pt x="11106" y="2374"/>
                  </a:lnTo>
                  <a:lnTo>
                    <a:pt x="11065" y="2251"/>
                  </a:lnTo>
                  <a:lnTo>
                    <a:pt x="11003" y="2127"/>
                  </a:lnTo>
                  <a:lnTo>
                    <a:pt x="10837" y="1879"/>
                  </a:lnTo>
                  <a:lnTo>
                    <a:pt x="10631" y="1611"/>
                  </a:lnTo>
                  <a:lnTo>
                    <a:pt x="10363" y="1384"/>
                  </a:lnTo>
                  <a:lnTo>
                    <a:pt x="10053" y="1157"/>
                  </a:lnTo>
                  <a:lnTo>
                    <a:pt x="9702" y="930"/>
                  </a:lnTo>
                  <a:lnTo>
                    <a:pt x="9702" y="930"/>
                  </a:lnTo>
                  <a:lnTo>
                    <a:pt x="9310" y="723"/>
                  </a:lnTo>
                  <a:lnTo>
                    <a:pt x="8877" y="558"/>
                  </a:lnTo>
                  <a:lnTo>
                    <a:pt x="8422" y="393"/>
                  </a:lnTo>
                  <a:lnTo>
                    <a:pt x="7927" y="248"/>
                  </a:lnTo>
                  <a:lnTo>
                    <a:pt x="7390" y="145"/>
                  </a:lnTo>
                  <a:lnTo>
                    <a:pt x="6833" y="63"/>
                  </a:lnTo>
                  <a:lnTo>
                    <a:pt x="6255" y="21"/>
                  </a:lnTo>
                  <a:lnTo>
                    <a:pt x="565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3" name="Google Shape;863;p27"/>
            <p:cNvSpPr/>
            <p:nvPr/>
          </p:nvSpPr>
          <p:spPr>
            <a:xfrm>
              <a:off x="2097775" y="3784275"/>
              <a:ext cx="930950" cy="777700"/>
            </a:xfrm>
            <a:custGeom>
              <a:avLst/>
              <a:gdLst/>
              <a:ahLst/>
              <a:cxnLst/>
              <a:rect l="l" t="t" r="r" b="b"/>
              <a:pathLst>
                <a:path w="37238" h="31108" extrusionOk="0">
                  <a:moveTo>
                    <a:pt x="23305" y="1"/>
                  </a:moveTo>
                  <a:lnTo>
                    <a:pt x="22665" y="21"/>
                  </a:lnTo>
                  <a:lnTo>
                    <a:pt x="22025" y="63"/>
                  </a:lnTo>
                  <a:lnTo>
                    <a:pt x="21365" y="125"/>
                  </a:lnTo>
                  <a:lnTo>
                    <a:pt x="20704" y="186"/>
                  </a:lnTo>
                  <a:lnTo>
                    <a:pt x="20023" y="269"/>
                  </a:lnTo>
                  <a:lnTo>
                    <a:pt x="19362" y="352"/>
                  </a:lnTo>
                  <a:lnTo>
                    <a:pt x="18661" y="475"/>
                  </a:lnTo>
                  <a:lnTo>
                    <a:pt x="17979" y="599"/>
                  </a:lnTo>
                  <a:lnTo>
                    <a:pt x="17278" y="744"/>
                  </a:lnTo>
                  <a:lnTo>
                    <a:pt x="16596" y="909"/>
                  </a:lnTo>
                  <a:lnTo>
                    <a:pt x="15895" y="1095"/>
                  </a:lnTo>
                  <a:lnTo>
                    <a:pt x="15193" y="1301"/>
                  </a:lnTo>
                  <a:lnTo>
                    <a:pt x="14491" y="1549"/>
                  </a:lnTo>
                  <a:lnTo>
                    <a:pt x="13769" y="1796"/>
                  </a:lnTo>
                  <a:lnTo>
                    <a:pt x="13067" y="2065"/>
                  </a:lnTo>
                  <a:lnTo>
                    <a:pt x="12386" y="2354"/>
                  </a:lnTo>
                  <a:lnTo>
                    <a:pt x="11684" y="2684"/>
                  </a:lnTo>
                  <a:lnTo>
                    <a:pt x="10982" y="3014"/>
                  </a:lnTo>
                  <a:lnTo>
                    <a:pt x="10301" y="3386"/>
                  </a:lnTo>
                  <a:lnTo>
                    <a:pt x="9620" y="3778"/>
                  </a:lnTo>
                  <a:lnTo>
                    <a:pt x="8959" y="4191"/>
                  </a:lnTo>
                  <a:lnTo>
                    <a:pt x="8299" y="4645"/>
                  </a:lnTo>
                  <a:lnTo>
                    <a:pt x="7659" y="5099"/>
                  </a:lnTo>
                  <a:lnTo>
                    <a:pt x="7040" y="5594"/>
                  </a:lnTo>
                  <a:lnTo>
                    <a:pt x="6441" y="6090"/>
                  </a:lnTo>
                  <a:lnTo>
                    <a:pt x="5863" y="6627"/>
                  </a:lnTo>
                  <a:lnTo>
                    <a:pt x="5306" y="7163"/>
                  </a:lnTo>
                  <a:lnTo>
                    <a:pt x="4790" y="7721"/>
                  </a:lnTo>
                  <a:lnTo>
                    <a:pt x="4274" y="8298"/>
                  </a:lnTo>
                  <a:lnTo>
                    <a:pt x="3799" y="8897"/>
                  </a:lnTo>
                  <a:lnTo>
                    <a:pt x="3365" y="9496"/>
                  </a:lnTo>
                  <a:lnTo>
                    <a:pt x="2932" y="10094"/>
                  </a:lnTo>
                  <a:lnTo>
                    <a:pt x="2540" y="10714"/>
                  </a:lnTo>
                  <a:lnTo>
                    <a:pt x="2189" y="11353"/>
                  </a:lnTo>
                  <a:lnTo>
                    <a:pt x="1838" y="11973"/>
                  </a:lnTo>
                  <a:lnTo>
                    <a:pt x="1528" y="12613"/>
                  </a:lnTo>
                  <a:lnTo>
                    <a:pt x="1239" y="13273"/>
                  </a:lnTo>
                  <a:lnTo>
                    <a:pt x="992" y="13913"/>
                  </a:lnTo>
                  <a:lnTo>
                    <a:pt x="765" y="14553"/>
                  </a:lnTo>
                  <a:lnTo>
                    <a:pt x="579" y="15213"/>
                  </a:lnTo>
                  <a:lnTo>
                    <a:pt x="414" y="15853"/>
                  </a:lnTo>
                  <a:lnTo>
                    <a:pt x="290" y="16514"/>
                  </a:lnTo>
                  <a:lnTo>
                    <a:pt x="187" y="17154"/>
                  </a:lnTo>
                  <a:lnTo>
                    <a:pt x="104" y="17773"/>
                  </a:lnTo>
                  <a:lnTo>
                    <a:pt x="42" y="18413"/>
                  </a:lnTo>
                  <a:lnTo>
                    <a:pt x="1" y="19032"/>
                  </a:lnTo>
                  <a:lnTo>
                    <a:pt x="1" y="19631"/>
                  </a:lnTo>
                  <a:lnTo>
                    <a:pt x="1" y="20229"/>
                  </a:lnTo>
                  <a:lnTo>
                    <a:pt x="22" y="20807"/>
                  </a:lnTo>
                  <a:lnTo>
                    <a:pt x="63" y="21385"/>
                  </a:lnTo>
                  <a:lnTo>
                    <a:pt x="145" y="21942"/>
                  </a:lnTo>
                  <a:lnTo>
                    <a:pt x="207" y="22500"/>
                  </a:lnTo>
                  <a:lnTo>
                    <a:pt x="310" y="23036"/>
                  </a:lnTo>
                  <a:lnTo>
                    <a:pt x="414" y="23552"/>
                  </a:lnTo>
                  <a:lnTo>
                    <a:pt x="558" y="24048"/>
                  </a:lnTo>
                  <a:lnTo>
                    <a:pt x="682" y="24523"/>
                  </a:lnTo>
                  <a:lnTo>
                    <a:pt x="847" y="24997"/>
                  </a:lnTo>
                  <a:lnTo>
                    <a:pt x="1012" y="25431"/>
                  </a:lnTo>
                  <a:lnTo>
                    <a:pt x="1177" y="25864"/>
                  </a:lnTo>
                  <a:lnTo>
                    <a:pt x="1363" y="26277"/>
                  </a:lnTo>
                  <a:lnTo>
                    <a:pt x="1735" y="27061"/>
                  </a:lnTo>
                  <a:lnTo>
                    <a:pt x="2127" y="27743"/>
                  </a:lnTo>
                  <a:lnTo>
                    <a:pt x="2519" y="28362"/>
                  </a:lnTo>
                  <a:lnTo>
                    <a:pt x="2911" y="28919"/>
                  </a:lnTo>
                  <a:lnTo>
                    <a:pt x="3303" y="29394"/>
                  </a:lnTo>
                  <a:lnTo>
                    <a:pt x="3985" y="30178"/>
                  </a:lnTo>
                  <a:lnTo>
                    <a:pt x="4542" y="30694"/>
                  </a:lnTo>
                  <a:lnTo>
                    <a:pt x="4893" y="31004"/>
                  </a:lnTo>
                  <a:lnTo>
                    <a:pt x="5017" y="31107"/>
                  </a:lnTo>
                  <a:lnTo>
                    <a:pt x="4893" y="30983"/>
                  </a:lnTo>
                  <a:lnTo>
                    <a:pt x="4583" y="30653"/>
                  </a:lnTo>
                  <a:lnTo>
                    <a:pt x="4047" y="30116"/>
                  </a:lnTo>
                  <a:lnTo>
                    <a:pt x="3386" y="29353"/>
                  </a:lnTo>
                  <a:lnTo>
                    <a:pt x="3014" y="28857"/>
                  </a:lnTo>
                  <a:lnTo>
                    <a:pt x="2622" y="28300"/>
                  </a:lnTo>
                  <a:lnTo>
                    <a:pt x="2230" y="27681"/>
                  </a:lnTo>
                  <a:lnTo>
                    <a:pt x="1859" y="26999"/>
                  </a:lnTo>
                  <a:lnTo>
                    <a:pt x="1487" y="26215"/>
                  </a:lnTo>
                  <a:lnTo>
                    <a:pt x="1322" y="25802"/>
                  </a:lnTo>
                  <a:lnTo>
                    <a:pt x="1157" y="25389"/>
                  </a:lnTo>
                  <a:lnTo>
                    <a:pt x="992" y="24935"/>
                  </a:lnTo>
                  <a:lnTo>
                    <a:pt x="847" y="24481"/>
                  </a:lnTo>
                  <a:lnTo>
                    <a:pt x="723" y="24006"/>
                  </a:lnTo>
                  <a:lnTo>
                    <a:pt x="599" y="23511"/>
                  </a:lnTo>
                  <a:lnTo>
                    <a:pt x="496" y="22995"/>
                  </a:lnTo>
                  <a:lnTo>
                    <a:pt x="393" y="22479"/>
                  </a:lnTo>
                  <a:lnTo>
                    <a:pt x="331" y="21922"/>
                  </a:lnTo>
                  <a:lnTo>
                    <a:pt x="269" y="21364"/>
                  </a:lnTo>
                  <a:lnTo>
                    <a:pt x="228" y="20807"/>
                  </a:lnTo>
                  <a:lnTo>
                    <a:pt x="207" y="20229"/>
                  </a:lnTo>
                  <a:lnTo>
                    <a:pt x="187" y="19631"/>
                  </a:lnTo>
                  <a:lnTo>
                    <a:pt x="207" y="19032"/>
                  </a:lnTo>
                  <a:lnTo>
                    <a:pt x="249" y="18413"/>
                  </a:lnTo>
                  <a:lnTo>
                    <a:pt x="310" y="17793"/>
                  </a:lnTo>
                  <a:lnTo>
                    <a:pt x="393" y="17174"/>
                  </a:lnTo>
                  <a:lnTo>
                    <a:pt x="496" y="16555"/>
                  </a:lnTo>
                  <a:lnTo>
                    <a:pt x="641" y="15915"/>
                  </a:lnTo>
                  <a:lnTo>
                    <a:pt x="806" y="15275"/>
                  </a:lnTo>
                  <a:lnTo>
                    <a:pt x="992" y="14635"/>
                  </a:lnTo>
                  <a:lnTo>
                    <a:pt x="1198" y="13995"/>
                  </a:lnTo>
                  <a:lnTo>
                    <a:pt x="1466" y="13356"/>
                  </a:lnTo>
                  <a:lnTo>
                    <a:pt x="1735" y="12716"/>
                  </a:lnTo>
                  <a:lnTo>
                    <a:pt x="2044" y="12096"/>
                  </a:lnTo>
                  <a:lnTo>
                    <a:pt x="2395" y="11457"/>
                  </a:lnTo>
                  <a:lnTo>
                    <a:pt x="2746" y="10837"/>
                  </a:lnTo>
                  <a:lnTo>
                    <a:pt x="3138" y="10239"/>
                  </a:lnTo>
                  <a:lnTo>
                    <a:pt x="3551" y="9620"/>
                  </a:lnTo>
                  <a:lnTo>
                    <a:pt x="4005" y="9042"/>
                  </a:lnTo>
                  <a:lnTo>
                    <a:pt x="4459" y="8464"/>
                  </a:lnTo>
                  <a:lnTo>
                    <a:pt x="4955" y="7886"/>
                  </a:lnTo>
                  <a:lnTo>
                    <a:pt x="5491" y="7349"/>
                  </a:lnTo>
                  <a:lnTo>
                    <a:pt x="6028" y="6812"/>
                  </a:lnTo>
                  <a:lnTo>
                    <a:pt x="6585" y="6276"/>
                  </a:lnTo>
                  <a:lnTo>
                    <a:pt x="7184" y="5780"/>
                  </a:lnTo>
                  <a:lnTo>
                    <a:pt x="7803" y="5306"/>
                  </a:lnTo>
                  <a:lnTo>
                    <a:pt x="8443" y="4851"/>
                  </a:lnTo>
                  <a:lnTo>
                    <a:pt x="9083" y="4397"/>
                  </a:lnTo>
                  <a:lnTo>
                    <a:pt x="9744" y="3984"/>
                  </a:lnTo>
                  <a:lnTo>
                    <a:pt x="10425" y="3613"/>
                  </a:lnTo>
                  <a:lnTo>
                    <a:pt x="11106" y="3241"/>
                  </a:lnTo>
                  <a:lnTo>
                    <a:pt x="11787" y="2911"/>
                  </a:lnTo>
                  <a:lnTo>
                    <a:pt x="12468" y="2581"/>
                  </a:lnTo>
                  <a:lnTo>
                    <a:pt x="13170" y="2292"/>
                  </a:lnTo>
                  <a:lnTo>
                    <a:pt x="13872" y="2024"/>
                  </a:lnTo>
                  <a:lnTo>
                    <a:pt x="14553" y="1776"/>
                  </a:lnTo>
                  <a:lnTo>
                    <a:pt x="15255" y="1549"/>
                  </a:lnTo>
                  <a:lnTo>
                    <a:pt x="15957" y="1342"/>
                  </a:lnTo>
                  <a:lnTo>
                    <a:pt x="16658" y="1136"/>
                  </a:lnTo>
                  <a:lnTo>
                    <a:pt x="17340" y="971"/>
                  </a:lnTo>
                  <a:lnTo>
                    <a:pt x="18021" y="826"/>
                  </a:lnTo>
                  <a:lnTo>
                    <a:pt x="18702" y="703"/>
                  </a:lnTo>
                  <a:lnTo>
                    <a:pt x="19383" y="579"/>
                  </a:lnTo>
                  <a:lnTo>
                    <a:pt x="20064" y="475"/>
                  </a:lnTo>
                  <a:lnTo>
                    <a:pt x="20725" y="414"/>
                  </a:lnTo>
                  <a:lnTo>
                    <a:pt x="21385" y="331"/>
                  </a:lnTo>
                  <a:lnTo>
                    <a:pt x="22025" y="290"/>
                  </a:lnTo>
                  <a:lnTo>
                    <a:pt x="22686" y="248"/>
                  </a:lnTo>
                  <a:lnTo>
                    <a:pt x="23305" y="228"/>
                  </a:lnTo>
                  <a:lnTo>
                    <a:pt x="24543" y="207"/>
                  </a:lnTo>
                  <a:lnTo>
                    <a:pt x="25740" y="248"/>
                  </a:lnTo>
                  <a:lnTo>
                    <a:pt x="26896" y="331"/>
                  </a:lnTo>
                  <a:lnTo>
                    <a:pt x="27990" y="455"/>
                  </a:lnTo>
                  <a:lnTo>
                    <a:pt x="29043" y="620"/>
                  </a:lnTo>
                  <a:lnTo>
                    <a:pt x="30013" y="826"/>
                  </a:lnTo>
                  <a:lnTo>
                    <a:pt x="30942" y="1053"/>
                  </a:lnTo>
                  <a:lnTo>
                    <a:pt x="31830" y="1301"/>
                  </a:lnTo>
                  <a:lnTo>
                    <a:pt x="32635" y="1569"/>
                  </a:lnTo>
                  <a:lnTo>
                    <a:pt x="33357" y="1858"/>
                  </a:lnTo>
                  <a:lnTo>
                    <a:pt x="34038" y="2147"/>
                  </a:lnTo>
                  <a:lnTo>
                    <a:pt x="34658" y="2436"/>
                  </a:lnTo>
                  <a:lnTo>
                    <a:pt x="35194" y="2705"/>
                  </a:lnTo>
                  <a:lnTo>
                    <a:pt x="35669" y="2973"/>
                  </a:lnTo>
                  <a:lnTo>
                    <a:pt x="36082" y="3221"/>
                  </a:lnTo>
                  <a:lnTo>
                    <a:pt x="36701" y="3634"/>
                  </a:lnTo>
                  <a:lnTo>
                    <a:pt x="37093" y="3902"/>
                  </a:lnTo>
                  <a:lnTo>
                    <a:pt x="37238" y="3984"/>
                  </a:lnTo>
                  <a:lnTo>
                    <a:pt x="37114" y="3881"/>
                  </a:lnTo>
                  <a:lnTo>
                    <a:pt x="36742" y="3592"/>
                  </a:lnTo>
                  <a:lnTo>
                    <a:pt x="36123" y="3159"/>
                  </a:lnTo>
                  <a:lnTo>
                    <a:pt x="35710" y="2911"/>
                  </a:lnTo>
                  <a:lnTo>
                    <a:pt x="35235" y="2622"/>
                  </a:lnTo>
                  <a:lnTo>
                    <a:pt x="34699" y="2333"/>
                  </a:lnTo>
                  <a:lnTo>
                    <a:pt x="34100" y="2044"/>
                  </a:lnTo>
                  <a:lnTo>
                    <a:pt x="33419" y="1735"/>
                  </a:lnTo>
                  <a:lnTo>
                    <a:pt x="32676" y="1446"/>
                  </a:lnTo>
                  <a:lnTo>
                    <a:pt x="31871" y="1157"/>
                  </a:lnTo>
                  <a:lnTo>
                    <a:pt x="30983" y="909"/>
                  </a:lnTo>
                  <a:lnTo>
                    <a:pt x="30055" y="661"/>
                  </a:lnTo>
                  <a:lnTo>
                    <a:pt x="29064" y="455"/>
                  </a:lnTo>
                  <a:lnTo>
                    <a:pt x="28011" y="290"/>
                  </a:lnTo>
                  <a:lnTo>
                    <a:pt x="26896" y="145"/>
                  </a:lnTo>
                  <a:lnTo>
                    <a:pt x="25761" y="42"/>
                  </a:lnTo>
                  <a:lnTo>
                    <a:pt x="24543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4" name="Google Shape;864;p27"/>
            <p:cNvSpPr/>
            <p:nvPr/>
          </p:nvSpPr>
          <p:spPr>
            <a:xfrm>
              <a:off x="2417200" y="4084600"/>
              <a:ext cx="109425" cy="406675"/>
            </a:xfrm>
            <a:custGeom>
              <a:avLst/>
              <a:gdLst/>
              <a:ahLst/>
              <a:cxnLst/>
              <a:rect l="l" t="t" r="r" b="b"/>
              <a:pathLst>
                <a:path w="4377" h="16267" extrusionOk="0">
                  <a:moveTo>
                    <a:pt x="3943" y="1"/>
                  </a:moveTo>
                  <a:lnTo>
                    <a:pt x="3923" y="63"/>
                  </a:lnTo>
                  <a:lnTo>
                    <a:pt x="3923" y="207"/>
                  </a:lnTo>
                  <a:lnTo>
                    <a:pt x="3902" y="765"/>
                  </a:lnTo>
                  <a:lnTo>
                    <a:pt x="3902" y="1673"/>
                  </a:lnTo>
                  <a:lnTo>
                    <a:pt x="3902" y="2849"/>
                  </a:lnTo>
                  <a:lnTo>
                    <a:pt x="3943" y="4294"/>
                  </a:lnTo>
                  <a:lnTo>
                    <a:pt x="4005" y="5925"/>
                  </a:lnTo>
                  <a:lnTo>
                    <a:pt x="4067" y="7762"/>
                  </a:lnTo>
                  <a:lnTo>
                    <a:pt x="4129" y="9702"/>
                  </a:lnTo>
                  <a:lnTo>
                    <a:pt x="4150" y="11663"/>
                  </a:lnTo>
                  <a:lnTo>
                    <a:pt x="4129" y="12138"/>
                  </a:lnTo>
                  <a:lnTo>
                    <a:pt x="4129" y="12592"/>
                  </a:lnTo>
                  <a:lnTo>
                    <a:pt x="4088" y="13026"/>
                  </a:lnTo>
                  <a:lnTo>
                    <a:pt x="4026" y="13459"/>
                  </a:lnTo>
                  <a:lnTo>
                    <a:pt x="3943" y="13872"/>
                  </a:lnTo>
                  <a:lnTo>
                    <a:pt x="3819" y="14264"/>
                  </a:lnTo>
                  <a:lnTo>
                    <a:pt x="3654" y="14615"/>
                  </a:lnTo>
                  <a:lnTo>
                    <a:pt x="3469" y="14945"/>
                  </a:lnTo>
                  <a:lnTo>
                    <a:pt x="3241" y="15255"/>
                  </a:lnTo>
                  <a:lnTo>
                    <a:pt x="3014" y="15502"/>
                  </a:lnTo>
                  <a:lnTo>
                    <a:pt x="2746" y="15730"/>
                  </a:lnTo>
                  <a:lnTo>
                    <a:pt x="2622" y="15812"/>
                  </a:lnTo>
                  <a:lnTo>
                    <a:pt x="2478" y="15895"/>
                  </a:lnTo>
                  <a:lnTo>
                    <a:pt x="2189" y="16019"/>
                  </a:lnTo>
                  <a:lnTo>
                    <a:pt x="1900" y="16101"/>
                  </a:lnTo>
                  <a:lnTo>
                    <a:pt x="1631" y="16122"/>
                  </a:lnTo>
                  <a:lnTo>
                    <a:pt x="1384" y="16122"/>
                  </a:lnTo>
                  <a:lnTo>
                    <a:pt x="1136" y="16080"/>
                  </a:lnTo>
                  <a:lnTo>
                    <a:pt x="909" y="16039"/>
                  </a:lnTo>
                  <a:lnTo>
                    <a:pt x="723" y="15957"/>
                  </a:lnTo>
                  <a:lnTo>
                    <a:pt x="558" y="15874"/>
                  </a:lnTo>
                  <a:lnTo>
                    <a:pt x="414" y="15771"/>
                  </a:lnTo>
                  <a:lnTo>
                    <a:pt x="290" y="15688"/>
                  </a:lnTo>
                  <a:lnTo>
                    <a:pt x="125" y="15502"/>
                  </a:lnTo>
                  <a:lnTo>
                    <a:pt x="42" y="15399"/>
                  </a:lnTo>
                  <a:lnTo>
                    <a:pt x="1" y="15358"/>
                  </a:lnTo>
                  <a:lnTo>
                    <a:pt x="1" y="15358"/>
                  </a:lnTo>
                  <a:lnTo>
                    <a:pt x="21" y="15420"/>
                  </a:lnTo>
                  <a:lnTo>
                    <a:pt x="83" y="15544"/>
                  </a:lnTo>
                  <a:lnTo>
                    <a:pt x="166" y="15626"/>
                  </a:lnTo>
                  <a:lnTo>
                    <a:pt x="248" y="15730"/>
                  </a:lnTo>
                  <a:lnTo>
                    <a:pt x="352" y="15833"/>
                  </a:lnTo>
                  <a:lnTo>
                    <a:pt x="496" y="15957"/>
                  </a:lnTo>
                  <a:lnTo>
                    <a:pt x="661" y="16060"/>
                  </a:lnTo>
                  <a:lnTo>
                    <a:pt x="868" y="16142"/>
                  </a:lnTo>
                  <a:lnTo>
                    <a:pt x="1095" y="16204"/>
                  </a:lnTo>
                  <a:lnTo>
                    <a:pt x="1363" y="16266"/>
                  </a:lnTo>
                  <a:lnTo>
                    <a:pt x="1631" y="16266"/>
                  </a:lnTo>
                  <a:lnTo>
                    <a:pt x="1941" y="16246"/>
                  </a:lnTo>
                  <a:lnTo>
                    <a:pt x="2251" y="16184"/>
                  </a:lnTo>
                  <a:lnTo>
                    <a:pt x="2395" y="16122"/>
                  </a:lnTo>
                  <a:lnTo>
                    <a:pt x="2560" y="16060"/>
                  </a:lnTo>
                  <a:lnTo>
                    <a:pt x="2705" y="15977"/>
                  </a:lnTo>
                  <a:lnTo>
                    <a:pt x="2849" y="15874"/>
                  </a:lnTo>
                  <a:lnTo>
                    <a:pt x="3014" y="15771"/>
                  </a:lnTo>
                  <a:lnTo>
                    <a:pt x="3138" y="15647"/>
                  </a:lnTo>
                  <a:lnTo>
                    <a:pt x="3407" y="15379"/>
                  </a:lnTo>
                  <a:lnTo>
                    <a:pt x="3634" y="15069"/>
                  </a:lnTo>
                  <a:lnTo>
                    <a:pt x="3840" y="14718"/>
                  </a:lnTo>
                  <a:lnTo>
                    <a:pt x="4026" y="14326"/>
                  </a:lnTo>
                  <a:lnTo>
                    <a:pt x="4150" y="13934"/>
                  </a:lnTo>
                  <a:lnTo>
                    <a:pt x="4253" y="13500"/>
                  </a:lnTo>
                  <a:lnTo>
                    <a:pt x="4315" y="13046"/>
                  </a:lnTo>
                  <a:lnTo>
                    <a:pt x="4356" y="12592"/>
                  </a:lnTo>
                  <a:lnTo>
                    <a:pt x="4377" y="12138"/>
                  </a:lnTo>
                  <a:lnTo>
                    <a:pt x="4377" y="11663"/>
                  </a:lnTo>
                  <a:lnTo>
                    <a:pt x="4377" y="10693"/>
                  </a:lnTo>
                  <a:lnTo>
                    <a:pt x="4377" y="9702"/>
                  </a:lnTo>
                  <a:lnTo>
                    <a:pt x="4315" y="7741"/>
                  </a:lnTo>
                  <a:lnTo>
                    <a:pt x="4232" y="5925"/>
                  </a:lnTo>
                  <a:lnTo>
                    <a:pt x="4088" y="2849"/>
                  </a:lnTo>
                  <a:lnTo>
                    <a:pt x="4005" y="765"/>
                  </a:lnTo>
                  <a:lnTo>
                    <a:pt x="3964" y="207"/>
                  </a:lnTo>
                  <a:lnTo>
                    <a:pt x="3964" y="63"/>
                  </a:lnTo>
                  <a:lnTo>
                    <a:pt x="3943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5" name="Google Shape;865;p27"/>
            <p:cNvSpPr/>
            <p:nvPr/>
          </p:nvSpPr>
          <p:spPr>
            <a:xfrm>
              <a:off x="2747975" y="4084600"/>
              <a:ext cx="109425" cy="406675"/>
            </a:xfrm>
            <a:custGeom>
              <a:avLst/>
              <a:gdLst/>
              <a:ahLst/>
              <a:cxnLst/>
              <a:rect l="l" t="t" r="r" b="b"/>
              <a:pathLst>
                <a:path w="4377" h="16267" extrusionOk="0">
                  <a:moveTo>
                    <a:pt x="3943" y="1"/>
                  </a:moveTo>
                  <a:lnTo>
                    <a:pt x="3923" y="63"/>
                  </a:lnTo>
                  <a:lnTo>
                    <a:pt x="3902" y="207"/>
                  </a:lnTo>
                  <a:lnTo>
                    <a:pt x="3881" y="765"/>
                  </a:lnTo>
                  <a:lnTo>
                    <a:pt x="3881" y="1673"/>
                  </a:lnTo>
                  <a:lnTo>
                    <a:pt x="3902" y="2849"/>
                  </a:lnTo>
                  <a:lnTo>
                    <a:pt x="3943" y="4294"/>
                  </a:lnTo>
                  <a:lnTo>
                    <a:pt x="3985" y="5925"/>
                  </a:lnTo>
                  <a:lnTo>
                    <a:pt x="4047" y="7762"/>
                  </a:lnTo>
                  <a:lnTo>
                    <a:pt x="4108" y="9702"/>
                  </a:lnTo>
                  <a:lnTo>
                    <a:pt x="4129" y="11663"/>
                  </a:lnTo>
                  <a:lnTo>
                    <a:pt x="4129" y="12138"/>
                  </a:lnTo>
                  <a:lnTo>
                    <a:pt x="4108" y="12592"/>
                  </a:lnTo>
                  <a:lnTo>
                    <a:pt x="4067" y="13026"/>
                  </a:lnTo>
                  <a:lnTo>
                    <a:pt x="4026" y="13459"/>
                  </a:lnTo>
                  <a:lnTo>
                    <a:pt x="3923" y="13872"/>
                  </a:lnTo>
                  <a:lnTo>
                    <a:pt x="3799" y="14264"/>
                  </a:lnTo>
                  <a:lnTo>
                    <a:pt x="3654" y="14615"/>
                  </a:lnTo>
                  <a:lnTo>
                    <a:pt x="3469" y="14945"/>
                  </a:lnTo>
                  <a:lnTo>
                    <a:pt x="3242" y="15255"/>
                  </a:lnTo>
                  <a:lnTo>
                    <a:pt x="3014" y="15502"/>
                  </a:lnTo>
                  <a:lnTo>
                    <a:pt x="2746" y="15730"/>
                  </a:lnTo>
                  <a:lnTo>
                    <a:pt x="2602" y="15812"/>
                  </a:lnTo>
                  <a:lnTo>
                    <a:pt x="2478" y="15895"/>
                  </a:lnTo>
                  <a:lnTo>
                    <a:pt x="2189" y="16019"/>
                  </a:lnTo>
                  <a:lnTo>
                    <a:pt x="1900" y="16101"/>
                  </a:lnTo>
                  <a:lnTo>
                    <a:pt x="1631" y="16122"/>
                  </a:lnTo>
                  <a:lnTo>
                    <a:pt x="1363" y="16122"/>
                  </a:lnTo>
                  <a:lnTo>
                    <a:pt x="1115" y="16080"/>
                  </a:lnTo>
                  <a:lnTo>
                    <a:pt x="909" y="16039"/>
                  </a:lnTo>
                  <a:lnTo>
                    <a:pt x="703" y="15957"/>
                  </a:lnTo>
                  <a:lnTo>
                    <a:pt x="538" y="15874"/>
                  </a:lnTo>
                  <a:lnTo>
                    <a:pt x="414" y="15771"/>
                  </a:lnTo>
                  <a:lnTo>
                    <a:pt x="290" y="15688"/>
                  </a:lnTo>
                  <a:lnTo>
                    <a:pt x="125" y="15502"/>
                  </a:lnTo>
                  <a:lnTo>
                    <a:pt x="42" y="15399"/>
                  </a:lnTo>
                  <a:lnTo>
                    <a:pt x="1" y="15358"/>
                  </a:lnTo>
                  <a:lnTo>
                    <a:pt x="1" y="15358"/>
                  </a:lnTo>
                  <a:lnTo>
                    <a:pt x="21" y="15420"/>
                  </a:lnTo>
                  <a:lnTo>
                    <a:pt x="83" y="15544"/>
                  </a:lnTo>
                  <a:lnTo>
                    <a:pt x="145" y="15626"/>
                  </a:lnTo>
                  <a:lnTo>
                    <a:pt x="228" y="15730"/>
                  </a:lnTo>
                  <a:lnTo>
                    <a:pt x="352" y="15833"/>
                  </a:lnTo>
                  <a:lnTo>
                    <a:pt x="496" y="15957"/>
                  </a:lnTo>
                  <a:lnTo>
                    <a:pt x="661" y="16060"/>
                  </a:lnTo>
                  <a:lnTo>
                    <a:pt x="868" y="16142"/>
                  </a:lnTo>
                  <a:lnTo>
                    <a:pt x="1095" y="16204"/>
                  </a:lnTo>
                  <a:lnTo>
                    <a:pt x="1363" y="16266"/>
                  </a:lnTo>
                  <a:lnTo>
                    <a:pt x="1631" y="16266"/>
                  </a:lnTo>
                  <a:lnTo>
                    <a:pt x="1920" y="16246"/>
                  </a:lnTo>
                  <a:lnTo>
                    <a:pt x="2230" y="16184"/>
                  </a:lnTo>
                  <a:lnTo>
                    <a:pt x="2395" y="16122"/>
                  </a:lnTo>
                  <a:lnTo>
                    <a:pt x="2540" y="16060"/>
                  </a:lnTo>
                  <a:lnTo>
                    <a:pt x="2705" y="15977"/>
                  </a:lnTo>
                  <a:lnTo>
                    <a:pt x="2849" y="15874"/>
                  </a:lnTo>
                  <a:lnTo>
                    <a:pt x="2994" y="15771"/>
                  </a:lnTo>
                  <a:lnTo>
                    <a:pt x="3138" y="15647"/>
                  </a:lnTo>
                  <a:lnTo>
                    <a:pt x="3407" y="15379"/>
                  </a:lnTo>
                  <a:lnTo>
                    <a:pt x="3634" y="15069"/>
                  </a:lnTo>
                  <a:lnTo>
                    <a:pt x="3840" y="14718"/>
                  </a:lnTo>
                  <a:lnTo>
                    <a:pt x="4005" y="14326"/>
                  </a:lnTo>
                  <a:lnTo>
                    <a:pt x="4150" y="13934"/>
                  </a:lnTo>
                  <a:lnTo>
                    <a:pt x="4232" y="13500"/>
                  </a:lnTo>
                  <a:lnTo>
                    <a:pt x="4315" y="13046"/>
                  </a:lnTo>
                  <a:lnTo>
                    <a:pt x="4356" y="12592"/>
                  </a:lnTo>
                  <a:lnTo>
                    <a:pt x="4377" y="12138"/>
                  </a:lnTo>
                  <a:lnTo>
                    <a:pt x="4377" y="11663"/>
                  </a:lnTo>
                  <a:lnTo>
                    <a:pt x="4377" y="10693"/>
                  </a:lnTo>
                  <a:lnTo>
                    <a:pt x="4356" y="9702"/>
                  </a:lnTo>
                  <a:lnTo>
                    <a:pt x="4294" y="7741"/>
                  </a:lnTo>
                  <a:lnTo>
                    <a:pt x="4212" y="5925"/>
                  </a:lnTo>
                  <a:lnTo>
                    <a:pt x="4067" y="2849"/>
                  </a:lnTo>
                  <a:lnTo>
                    <a:pt x="3985" y="765"/>
                  </a:lnTo>
                  <a:lnTo>
                    <a:pt x="3964" y="207"/>
                  </a:lnTo>
                  <a:lnTo>
                    <a:pt x="3943" y="63"/>
                  </a:lnTo>
                  <a:lnTo>
                    <a:pt x="3943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6" name="Google Shape;866;p27"/>
            <p:cNvSpPr/>
            <p:nvPr/>
          </p:nvSpPr>
          <p:spPr>
            <a:xfrm>
              <a:off x="2564275" y="4370500"/>
              <a:ext cx="692550" cy="375175"/>
            </a:xfrm>
            <a:custGeom>
              <a:avLst/>
              <a:gdLst/>
              <a:ahLst/>
              <a:cxnLst/>
              <a:rect l="l" t="t" r="r" b="b"/>
              <a:pathLst>
                <a:path w="27702" h="15007" extrusionOk="0">
                  <a:moveTo>
                    <a:pt x="27701" y="0"/>
                  </a:moveTo>
                  <a:lnTo>
                    <a:pt x="27660" y="83"/>
                  </a:lnTo>
                  <a:lnTo>
                    <a:pt x="27557" y="310"/>
                  </a:lnTo>
                  <a:lnTo>
                    <a:pt x="27391" y="681"/>
                  </a:lnTo>
                  <a:lnTo>
                    <a:pt x="27288" y="929"/>
                  </a:lnTo>
                  <a:lnTo>
                    <a:pt x="27164" y="1218"/>
                  </a:lnTo>
                  <a:lnTo>
                    <a:pt x="26855" y="1858"/>
                  </a:lnTo>
                  <a:lnTo>
                    <a:pt x="26442" y="2601"/>
                  </a:lnTo>
                  <a:lnTo>
                    <a:pt x="25947" y="3427"/>
                  </a:lnTo>
                  <a:lnTo>
                    <a:pt x="25658" y="3860"/>
                  </a:lnTo>
                  <a:lnTo>
                    <a:pt x="25348" y="4335"/>
                  </a:lnTo>
                  <a:lnTo>
                    <a:pt x="25018" y="4810"/>
                  </a:lnTo>
                  <a:lnTo>
                    <a:pt x="24646" y="5284"/>
                  </a:lnTo>
                  <a:lnTo>
                    <a:pt x="24233" y="5780"/>
                  </a:lnTo>
                  <a:lnTo>
                    <a:pt x="23821" y="6296"/>
                  </a:lnTo>
                  <a:lnTo>
                    <a:pt x="23346" y="6791"/>
                  </a:lnTo>
                  <a:lnTo>
                    <a:pt x="22871" y="7307"/>
                  </a:lnTo>
                  <a:lnTo>
                    <a:pt x="22355" y="7803"/>
                  </a:lnTo>
                  <a:lnTo>
                    <a:pt x="21798" y="8319"/>
                  </a:lnTo>
                  <a:lnTo>
                    <a:pt x="21220" y="8814"/>
                  </a:lnTo>
                  <a:lnTo>
                    <a:pt x="20621" y="9309"/>
                  </a:lnTo>
                  <a:lnTo>
                    <a:pt x="19981" y="9805"/>
                  </a:lnTo>
                  <a:lnTo>
                    <a:pt x="19321" y="10280"/>
                  </a:lnTo>
                  <a:lnTo>
                    <a:pt x="18619" y="10734"/>
                  </a:lnTo>
                  <a:lnTo>
                    <a:pt x="17917" y="11167"/>
                  </a:lnTo>
                  <a:lnTo>
                    <a:pt x="17174" y="11580"/>
                  </a:lnTo>
                  <a:lnTo>
                    <a:pt x="16390" y="11993"/>
                  </a:lnTo>
                  <a:lnTo>
                    <a:pt x="15626" y="12364"/>
                  </a:lnTo>
                  <a:lnTo>
                    <a:pt x="14842" y="12715"/>
                  </a:lnTo>
                  <a:lnTo>
                    <a:pt x="14057" y="13045"/>
                  </a:lnTo>
                  <a:lnTo>
                    <a:pt x="13294" y="13334"/>
                  </a:lnTo>
                  <a:lnTo>
                    <a:pt x="12509" y="13603"/>
                  </a:lnTo>
                  <a:lnTo>
                    <a:pt x="11766" y="13850"/>
                  </a:lnTo>
                  <a:lnTo>
                    <a:pt x="11002" y="14057"/>
                  </a:lnTo>
                  <a:lnTo>
                    <a:pt x="10259" y="14243"/>
                  </a:lnTo>
                  <a:lnTo>
                    <a:pt x="9537" y="14387"/>
                  </a:lnTo>
                  <a:lnTo>
                    <a:pt x="8814" y="14511"/>
                  </a:lnTo>
                  <a:lnTo>
                    <a:pt x="8113" y="14614"/>
                  </a:lnTo>
                  <a:lnTo>
                    <a:pt x="7431" y="14676"/>
                  </a:lnTo>
                  <a:lnTo>
                    <a:pt x="6771" y="14738"/>
                  </a:lnTo>
                  <a:lnTo>
                    <a:pt x="6152" y="14779"/>
                  </a:lnTo>
                  <a:lnTo>
                    <a:pt x="4954" y="14821"/>
                  </a:lnTo>
                  <a:lnTo>
                    <a:pt x="3860" y="14821"/>
                  </a:lnTo>
                  <a:lnTo>
                    <a:pt x="2890" y="14800"/>
                  </a:lnTo>
                  <a:lnTo>
                    <a:pt x="1322" y="14738"/>
                  </a:lnTo>
                  <a:lnTo>
                    <a:pt x="351" y="14717"/>
                  </a:lnTo>
                  <a:lnTo>
                    <a:pt x="1" y="14717"/>
                  </a:lnTo>
                  <a:lnTo>
                    <a:pt x="83" y="14738"/>
                  </a:lnTo>
                  <a:lnTo>
                    <a:pt x="331" y="14759"/>
                  </a:lnTo>
                  <a:lnTo>
                    <a:pt x="1322" y="14841"/>
                  </a:lnTo>
                  <a:lnTo>
                    <a:pt x="2870" y="14944"/>
                  </a:lnTo>
                  <a:lnTo>
                    <a:pt x="3860" y="14986"/>
                  </a:lnTo>
                  <a:lnTo>
                    <a:pt x="4954" y="15006"/>
                  </a:lnTo>
                  <a:lnTo>
                    <a:pt x="6152" y="14965"/>
                  </a:lnTo>
                  <a:lnTo>
                    <a:pt x="6792" y="14944"/>
                  </a:lnTo>
                  <a:lnTo>
                    <a:pt x="7452" y="14883"/>
                  </a:lnTo>
                  <a:lnTo>
                    <a:pt x="8133" y="14821"/>
                  </a:lnTo>
                  <a:lnTo>
                    <a:pt x="8856" y="14738"/>
                  </a:lnTo>
                  <a:lnTo>
                    <a:pt x="9578" y="14614"/>
                  </a:lnTo>
                  <a:lnTo>
                    <a:pt x="10301" y="14449"/>
                  </a:lnTo>
                  <a:lnTo>
                    <a:pt x="11064" y="14284"/>
                  </a:lnTo>
                  <a:lnTo>
                    <a:pt x="11828" y="14077"/>
                  </a:lnTo>
                  <a:lnTo>
                    <a:pt x="12592" y="13830"/>
                  </a:lnTo>
                  <a:lnTo>
                    <a:pt x="13376" y="13561"/>
                  </a:lnTo>
                  <a:lnTo>
                    <a:pt x="14160" y="13272"/>
                  </a:lnTo>
                  <a:lnTo>
                    <a:pt x="14945" y="12942"/>
                  </a:lnTo>
                  <a:lnTo>
                    <a:pt x="15729" y="12591"/>
                  </a:lnTo>
                  <a:lnTo>
                    <a:pt x="16514" y="12220"/>
                  </a:lnTo>
                  <a:lnTo>
                    <a:pt x="17277" y="11807"/>
                  </a:lnTo>
                  <a:lnTo>
                    <a:pt x="18041" y="11373"/>
                  </a:lnTo>
                  <a:lnTo>
                    <a:pt x="18763" y="10940"/>
                  </a:lnTo>
                  <a:lnTo>
                    <a:pt x="19465" y="10465"/>
                  </a:lnTo>
                  <a:lnTo>
                    <a:pt x="20126" y="9991"/>
                  </a:lnTo>
                  <a:lnTo>
                    <a:pt x="20766" y="9495"/>
                  </a:lnTo>
                  <a:lnTo>
                    <a:pt x="21364" y="9000"/>
                  </a:lnTo>
                  <a:lnTo>
                    <a:pt x="21963" y="8484"/>
                  </a:lnTo>
                  <a:lnTo>
                    <a:pt x="22500" y="7968"/>
                  </a:lnTo>
                  <a:lnTo>
                    <a:pt x="23016" y="7452"/>
                  </a:lnTo>
                  <a:lnTo>
                    <a:pt x="23511" y="6936"/>
                  </a:lnTo>
                  <a:lnTo>
                    <a:pt x="23965" y="6420"/>
                  </a:lnTo>
                  <a:lnTo>
                    <a:pt x="24398" y="5924"/>
                  </a:lnTo>
                  <a:lnTo>
                    <a:pt x="24791" y="5408"/>
                  </a:lnTo>
                  <a:lnTo>
                    <a:pt x="25162" y="4913"/>
                  </a:lnTo>
                  <a:lnTo>
                    <a:pt x="25492" y="4438"/>
                  </a:lnTo>
                  <a:lnTo>
                    <a:pt x="25802" y="3963"/>
                  </a:lnTo>
                  <a:lnTo>
                    <a:pt x="26091" y="3509"/>
                  </a:lnTo>
                  <a:lnTo>
                    <a:pt x="26566" y="2663"/>
                  </a:lnTo>
                  <a:lnTo>
                    <a:pt x="26958" y="1899"/>
                  </a:lnTo>
                  <a:lnTo>
                    <a:pt x="27247" y="1239"/>
                  </a:lnTo>
                  <a:lnTo>
                    <a:pt x="27371" y="970"/>
                  </a:lnTo>
                  <a:lnTo>
                    <a:pt x="27453" y="723"/>
                  </a:lnTo>
                  <a:lnTo>
                    <a:pt x="27598" y="330"/>
                  </a:lnTo>
                  <a:lnTo>
                    <a:pt x="27680" y="83"/>
                  </a:lnTo>
                  <a:lnTo>
                    <a:pt x="27701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7" name="Google Shape;867;p27"/>
            <p:cNvSpPr/>
            <p:nvPr/>
          </p:nvSpPr>
          <p:spPr>
            <a:xfrm>
              <a:off x="2390375" y="4039725"/>
              <a:ext cx="118200" cy="279200"/>
            </a:xfrm>
            <a:custGeom>
              <a:avLst/>
              <a:gdLst/>
              <a:ahLst/>
              <a:cxnLst/>
              <a:rect l="l" t="t" r="r" b="b"/>
              <a:pathLst>
                <a:path w="4728" h="11168" extrusionOk="0">
                  <a:moveTo>
                    <a:pt x="2766" y="0"/>
                  </a:moveTo>
                  <a:lnTo>
                    <a:pt x="2498" y="21"/>
                  </a:lnTo>
                  <a:lnTo>
                    <a:pt x="2209" y="83"/>
                  </a:lnTo>
                  <a:lnTo>
                    <a:pt x="1920" y="186"/>
                  </a:lnTo>
                  <a:lnTo>
                    <a:pt x="1631" y="310"/>
                  </a:lnTo>
                  <a:lnTo>
                    <a:pt x="1363" y="475"/>
                  </a:lnTo>
                  <a:lnTo>
                    <a:pt x="1094" y="681"/>
                  </a:lnTo>
                  <a:lnTo>
                    <a:pt x="847" y="929"/>
                  </a:lnTo>
                  <a:lnTo>
                    <a:pt x="620" y="1197"/>
                  </a:lnTo>
                  <a:lnTo>
                    <a:pt x="434" y="1507"/>
                  </a:lnTo>
                  <a:lnTo>
                    <a:pt x="269" y="1837"/>
                  </a:lnTo>
                  <a:lnTo>
                    <a:pt x="166" y="2188"/>
                  </a:lnTo>
                  <a:lnTo>
                    <a:pt x="83" y="2560"/>
                  </a:lnTo>
                  <a:lnTo>
                    <a:pt x="42" y="2952"/>
                  </a:lnTo>
                  <a:lnTo>
                    <a:pt x="21" y="3323"/>
                  </a:lnTo>
                  <a:lnTo>
                    <a:pt x="0" y="3716"/>
                  </a:lnTo>
                  <a:lnTo>
                    <a:pt x="42" y="6626"/>
                  </a:lnTo>
                  <a:lnTo>
                    <a:pt x="104" y="8979"/>
                  </a:lnTo>
                  <a:lnTo>
                    <a:pt x="145" y="10589"/>
                  </a:lnTo>
                  <a:lnTo>
                    <a:pt x="186" y="11023"/>
                  </a:lnTo>
                  <a:lnTo>
                    <a:pt x="186" y="11126"/>
                  </a:lnTo>
                  <a:lnTo>
                    <a:pt x="207" y="11167"/>
                  </a:lnTo>
                  <a:lnTo>
                    <a:pt x="228" y="11126"/>
                  </a:lnTo>
                  <a:lnTo>
                    <a:pt x="228" y="11023"/>
                  </a:lnTo>
                  <a:lnTo>
                    <a:pt x="248" y="10589"/>
                  </a:lnTo>
                  <a:lnTo>
                    <a:pt x="269" y="8979"/>
                  </a:lnTo>
                  <a:lnTo>
                    <a:pt x="269" y="6626"/>
                  </a:lnTo>
                  <a:lnTo>
                    <a:pt x="269" y="3716"/>
                  </a:lnTo>
                  <a:lnTo>
                    <a:pt x="269" y="3344"/>
                  </a:lnTo>
                  <a:lnTo>
                    <a:pt x="289" y="2972"/>
                  </a:lnTo>
                  <a:lnTo>
                    <a:pt x="331" y="2601"/>
                  </a:lnTo>
                  <a:lnTo>
                    <a:pt x="393" y="2250"/>
                  </a:lnTo>
                  <a:lnTo>
                    <a:pt x="496" y="1920"/>
                  </a:lnTo>
                  <a:lnTo>
                    <a:pt x="640" y="1610"/>
                  </a:lnTo>
                  <a:lnTo>
                    <a:pt x="805" y="1321"/>
                  </a:lnTo>
                  <a:lnTo>
                    <a:pt x="1012" y="1073"/>
                  </a:lnTo>
                  <a:lnTo>
                    <a:pt x="1239" y="846"/>
                  </a:lnTo>
                  <a:lnTo>
                    <a:pt x="1487" y="661"/>
                  </a:lnTo>
                  <a:lnTo>
                    <a:pt x="1734" y="496"/>
                  </a:lnTo>
                  <a:lnTo>
                    <a:pt x="2003" y="372"/>
                  </a:lnTo>
                  <a:lnTo>
                    <a:pt x="2271" y="268"/>
                  </a:lnTo>
                  <a:lnTo>
                    <a:pt x="2519" y="207"/>
                  </a:lnTo>
                  <a:lnTo>
                    <a:pt x="2787" y="186"/>
                  </a:lnTo>
                  <a:lnTo>
                    <a:pt x="3035" y="165"/>
                  </a:lnTo>
                  <a:lnTo>
                    <a:pt x="3262" y="207"/>
                  </a:lnTo>
                  <a:lnTo>
                    <a:pt x="3489" y="248"/>
                  </a:lnTo>
                  <a:lnTo>
                    <a:pt x="3695" y="310"/>
                  </a:lnTo>
                  <a:lnTo>
                    <a:pt x="3881" y="392"/>
                  </a:lnTo>
                  <a:lnTo>
                    <a:pt x="4025" y="496"/>
                  </a:lnTo>
                  <a:lnTo>
                    <a:pt x="4170" y="578"/>
                  </a:lnTo>
                  <a:lnTo>
                    <a:pt x="4294" y="681"/>
                  </a:lnTo>
                  <a:lnTo>
                    <a:pt x="4397" y="784"/>
                  </a:lnTo>
                  <a:lnTo>
                    <a:pt x="4542" y="991"/>
                  </a:lnTo>
                  <a:lnTo>
                    <a:pt x="4645" y="1135"/>
                  </a:lnTo>
                  <a:lnTo>
                    <a:pt x="4707" y="1239"/>
                  </a:lnTo>
                  <a:lnTo>
                    <a:pt x="4727" y="1259"/>
                  </a:lnTo>
                  <a:lnTo>
                    <a:pt x="4727" y="1218"/>
                  </a:lnTo>
                  <a:lnTo>
                    <a:pt x="4686" y="1115"/>
                  </a:lnTo>
                  <a:lnTo>
                    <a:pt x="4603" y="950"/>
                  </a:lnTo>
                  <a:lnTo>
                    <a:pt x="4562" y="846"/>
                  </a:lnTo>
                  <a:lnTo>
                    <a:pt x="4480" y="723"/>
                  </a:lnTo>
                  <a:lnTo>
                    <a:pt x="4376" y="619"/>
                  </a:lnTo>
                  <a:lnTo>
                    <a:pt x="4253" y="496"/>
                  </a:lnTo>
                  <a:lnTo>
                    <a:pt x="4108" y="372"/>
                  </a:lnTo>
                  <a:lnTo>
                    <a:pt x="3943" y="268"/>
                  </a:lnTo>
                  <a:lnTo>
                    <a:pt x="3737" y="165"/>
                  </a:lnTo>
                  <a:lnTo>
                    <a:pt x="3530" y="83"/>
                  </a:lnTo>
                  <a:lnTo>
                    <a:pt x="3303" y="41"/>
                  </a:lnTo>
                  <a:lnTo>
                    <a:pt x="30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8" name="Google Shape;868;p27"/>
            <p:cNvSpPr/>
            <p:nvPr/>
          </p:nvSpPr>
          <p:spPr>
            <a:xfrm>
              <a:off x="2724250" y="4099050"/>
              <a:ext cx="6725" cy="281275"/>
            </a:xfrm>
            <a:custGeom>
              <a:avLst/>
              <a:gdLst/>
              <a:ahLst/>
              <a:cxnLst/>
              <a:rect l="l" t="t" r="r" b="b"/>
              <a:pathLst>
                <a:path w="269" h="11251" extrusionOk="0">
                  <a:moveTo>
                    <a:pt x="145" y="1"/>
                  </a:moveTo>
                  <a:lnTo>
                    <a:pt x="124" y="22"/>
                  </a:lnTo>
                  <a:lnTo>
                    <a:pt x="104" y="104"/>
                  </a:lnTo>
                  <a:lnTo>
                    <a:pt x="83" y="434"/>
                  </a:lnTo>
                  <a:lnTo>
                    <a:pt x="42" y="1652"/>
                  </a:lnTo>
                  <a:lnTo>
                    <a:pt x="21" y="3427"/>
                  </a:lnTo>
                  <a:lnTo>
                    <a:pt x="0" y="5636"/>
                  </a:lnTo>
                  <a:lnTo>
                    <a:pt x="21" y="7824"/>
                  </a:lnTo>
                  <a:lnTo>
                    <a:pt x="42" y="9620"/>
                  </a:lnTo>
                  <a:lnTo>
                    <a:pt x="83" y="10817"/>
                  </a:lnTo>
                  <a:lnTo>
                    <a:pt x="104" y="11147"/>
                  </a:lnTo>
                  <a:lnTo>
                    <a:pt x="124" y="11230"/>
                  </a:lnTo>
                  <a:lnTo>
                    <a:pt x="145" y="11250"/>
                  </a:lnTo>
                  <a:lnTo>
                    <a:pt x="145" y="11230"/>
                  </a:lnTo>
                  <a:lnTo>
                    <a:pt x="165" y="11147"/>
                  </a:lnTo>
                  <a:lnTo>
                    <a:pt x="186" y="10817"/>
                  </a:lnTo>
                  <a:lnTo>
                    <a:pt x="227" y="9620"/>
                  </a:lnTo>
                  <a:lnTo>
                    <a:pt x="248" y="7824"/>
                  </a:lnTo>
                  <a:lnTo>
                    <a:pt x="269" y="5636"/>
                  </a:lnTo>
                  <a:lnTo>
                    <a:pt x="248" y="3427"/>
                  </a:lnTo>
                  <a:lnTo>
                    <a:pt x="227" y="1652"/>
                  </a:lnTo>
                  <a:lnTo>
                    <a:pt x="186" y="434"/>
                  </a:lnTo>
                  <a:lnTo>
                    <a:pt x="165" y="104"/>
                  </a:lnTo>
                  <a:lnTo>
                    <a:pt x="145" y="22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9" name="Google Shape;869;p27"/>
            <p:cNvSpPr/>
            <p:nvPr/>
          </p:nvSpPr>
          <p:spPr>
            <a:xfrm>
              <a:off x="2114300" y="3826075"/>
              <a:ext cx="512950" cy="419050"/>
            </a:xfrm>
            <a:custGeom>
              <a:avLst/>
              <a:gdLst/>
              <a:ahLst/>
              <a:cxnLst/>
              <a:rect l="l" t="t" r="r" b="b"/>
              <a:pathLst>
                <a:path w="20518" h="16762" extrusionOk="0">
                  <a:moveTo>
                    <a:pt x="18763" y="1"/>
                  </a:moveTo>
                  <a:lnTo>
                    <a:pt x="18041" y="42"/>
                  </a:lnTo>
                  <a:lnTo>
                    <a:pt x="17215" y="124"/>
                  </a:lnTo>
                  <a:lnTo>
                    <a:pt x="16286" y="248"/>
                  </a:lnTo>
                  <a:lnTo>
                    <a:pt x="15791" y="352"/>
                  </a:lnTo>
                  <a:lnTo>
                    <a:pt x="15275" y="455"/>
                  </a:lnTo>
                  <a:lnTo>
                    <a:pt x="14738" y="579"/>
                  </a:lnTo>
                  <a:lnTo>
                    <a:pt x="14181" y="723"/>
                  </a:lnTo>
                  <a:lnTo>
                    <a:pt x="13624" y="888"/>
                  </a:lnTo>
                  <a:lnTo>
                    <a:pt x="13046" y="1074"/>
                  </a:lnTo>
                  <a:lnTo>
                    <a:pt x="12447" y="1301"/>
                  </a:lnTo>
                  <a:lnTo>
                    <a:pt x="11848" y="1528"/>
                  </a:lnTo>
                  <a:lnTo>
                    <a:pt x="11250" y="1796"/>
                  </a:lnTo>
                  <a:lnTo>
                    <a:pt x="10651" y="2085"/>
                  </a:lnTo>
                  <a:lnTo>
                    <a:pt x="10032" y="2416"/>
                  </a:lnTo>
                  <a:lnTo>
                    <a:pt x="9413" y="2746"/>
                  </a:lnTo>
                  <a:lnTo>
                    <a:pt x="8814" y="3117"/>
                  </a:lnTo>
                  <a:lnTo>
                    <a:pt x="8195" y="3530"/>
                  </a:lnTo>
                  <a:lnTo>
                    <a:pt x="7596" y="3964"/>
                  </a:lnTo>
                  <a:lnTo>
                    <a:pt x="7018" y="4418"/>
                  </a:lnTo>
                  <a:lnTo>
                    <a:pt x="6440" y="4913"/>
                  </a:lnTo>
                  <a:lnTo>
                    <a:pt x="5883" y="5409"/>
                  </a:lnTo>
                  <a:lnTo>
                    <a:pt x="5367" y="5925"/>
                  </a:lnTo>
                  <a:lnTo>
                    <a:pt x="4892" y="6441"/>
                  </a:lnTo>
                  <a:lnTo>
                    <a:pt x="4418" y="6977"/>
                  </a:lnTo>
                  <a:lnTo>
                    <a:pt x="3984" y="7514"/>
                  </a:lnTo>
                  <a:lnTo>
                    <a:pt x="3571" y="8051"/>
                  </a:lnTo>
                  <a:lnTo>
                    <a:pt x="3200" y="8587"/>
                  </a:lnTo>
                  <a:lnTo>
                    <a:pt x="2849" y="9124"/>
                  </a:lnTo>
                  <a:lnTo>
                    <a:pt x="2519" y="9661"/>
                  </a:lnTo>
                  <a:lnTo>
                    <a:pt x="2209" y="10177"/>
                  </a:lnTo>
                  <a:lnTo>
                    <a:pt x="1920" y="10693"/>
                  </a:lnTo>
                  <a:lnTo>
                    <a:pt x="1672" y="11209"/>
                  </a:lnTo>
                  <a:lnTo>
                    <a:pt x="1445" y="11704"/>
                  </a:lnTo>
                  <a:lnTo>
                    <a:pt x="1239" y="12200"/>
                  </a:lnTo>
                  <a:lnTo>
                    <a:pt x="1053" y="12654"/>
                  </a:lnTo>
                  <a:lnTo>
                    <a:pt x="743" y="13541"/>
                  </a:lnTo>
                  <a:lnTo>
                    <a:pt x="496" y="14346"/>
                  </a:lnTo>
                  <a:lnTo>
                    <a:pt x="310" y="15048"/>
                  </a:lnTo>
                  <a:lnTo>
                    <a:pt x="166" y="15647"/>
                  </a:lnTo>
                  <a:lnTo>
                    <a:pt x="83" y="16121"/>
                  </a:lnTo>
                  <a:lnTo>
                    <a:pt x="21" y="16472"/>
                  </a:lnTo>
                  <a:lnTo>
                    <a:pt x="0" y="16699"/>
                  </a:lnTo>
                  <a:lnTo>
                    <a:pt x="0" y="16761"/>
                  </a:lnTo>
                  <a:lnTo>
                    <a:pt x="21" y="16699"/>
                  </a:lnTo>
                  <a:lnTo>
                    <a:pt x="83" y="16493"/>
                  </a:lnTo>
                  <a:lnTo>
                    <a:pt x="145" y="16142"/>
                  </a:lnTo>
                  <a:lnTo>
                    <a:pt x="269" y="15667"/>
                  </a:lnTo>
                  <a:lnTo>
                    <a:pt x="413" y="15069"/>
                  </a:lnTo>
                  <a:lnTo>
                    <a:pt x="620" y="14388"/>
                  </a:lnTo>
                  <a:lnTo>
                    <a:pt x="888" y="13603"/>
                  </a:lnTo>
                  <a:lnTo>
                    <a:pt x="1218" y="12736"/>
                  </a:lnTo>
                  <a:lnTo>
                    <a:pt x="1404" y="12262"/>
                  </a:lnTo>
                  <a:lnTo>
                    <a:pt x="1610" y="11787"/>
                  </a:lnTo>
                  <a:lnTo>
                    <a:pt x="1858" y="11291"/>
                  </a:lnTo>
                  <a:lnTo>
                    <a:pt x="2106" y="10796"/>
                  </a:lnTo>
                  <a:lnTo>
                    <a:pt x="2395" y="10280"/>
                  </a:lnTo>
                  <a:lnTo>
                    <a:pt x="2704" y="9764"/>
                  </a:lnTo>
                  <a:lnTo>
                    <a:pt x="3035" y="9248"/>
                  </a:lnTo>
                  <a:lnTo>
                    <a:pt x="3386" y="8711"/>
                  </a:lnTo>
                  <a:lnTo>
                    <a:pt x="3778" y="8175"/>
                  </a:lnTo>
                  <a:lnTo>
                    <a:pt x="4170" y="7659"/>
                  </a:lnTo>
                  <a:lnTo>
                    <a:pt x="4603" y="7122"/>
                  </a:lnTo>
                  <a:lnTo>
                    <a:pt x="5057" y="6606"/>
                  </a:lnTo>
                  <a:lnTo>
                    <a:pt x="5553" y="6090"/>
                  </a:lnTo>
                  <a:lnTo>
                    <a:pt x="6069" y="5594"/>
                  </a:lnTo>
                  <a:lnTo>
                    <a:pt x="6606" y="5099"/>
                  </a:lnTo>
                  <a:lnTo>
                    <a:pt x="7163" y="4604"/>
                  </a:lnTo>
                  <a:lnTo>
                    <a:pt x="7741" y="4150"/>
                  </a:lnTo>
                  <a:lnTo>
                    <a:pt x="8339" y="3737"/>
                  </a:lnTo>
                  <a:lnTo>
                    <a:pt x="8938" y="3324"/>
                  </a:lnTo>
                  <a:lnTo>
                    <a:pt x="9537" y="2952"/>
                  </a:lnTo>
                  <a:lnTo>
                    <a:pt x="10156" y="2622"/>
                  </a:lnTo>
                  <a:lnTo>
                    <a:pt x="10754" y="2292"/>
                  </a:lnTo>
                  <a:lnTo>
                    <a:pt x="11353" y="2003"/>
                  </a:lnTo>
                  <a:lnTo>
                    <a:pt x="11952" y="1735"/>
                  </a:lnTo>
                  <a:lnTo>
                    <a:pt x="12530" y="1507"/>
                  </a:lnTo>
                  <a:lnTo>
                    <a:pt x="13108" y="1280"/>
                  </a:lnTo>
                  <a:lnTo>
                    <a:pt x="13686" y="1095"/>
                  </a:lnTo>
                  <a:lnTo>
                    <a:pt x="14243" y="909"/>
                  </a:lnTo>
                  <a:lnTo>
                    <a:pt x="14780" y="764"/>
                  </a:lnTo>
                  <a:lnTo>
                    <a:pt x="15316" y="641"/>
                  </a:lnTo>
                  <a:lnTo>
                    <a:pt x="15832" y="517"/>
                  </a:lnTo>
                  <a:lnTo>
                    <a:pt x="16307" y="434"/>
                  </a:lnTo>
                  <a:lnTo>
                    <a:pt x="17236" y="290"/>
                  </a:lnTo>
                  <a:lnTo>
                    <a:pt x="18061" y="186"/>
                  </a:lnTo>
                  <a:lnTo>
                    <a:pt x="18784" y="124"/>
                  </a:lnTo>
                  <a:lnTo>
                    <a:pt x="19383" y="104"/>
                  </a:lnTo>
                  <a:lnTo>
                    <a:pt x="19878" y="83"/>
                  </a:lnTo>
                  <a:lnTo>
                    <a:pt x="20229" y="83"/>
                  </a:lnTo>
                  <a:lnTo>
                    <a:pt x="20435" y="63"/>
                  </a:lnTo>
                  <a:lnTo>
                    <a:pt x="20518" y="63"/>
                  </a:lnTo>
                  <a:lnTo>
                    <a:pt x="20435" y="42"/>
                  </a:lnTo>
                  <a:lnTo>
                    <a:pt x="20229" y="21"/>
                  </a:lnTo>
                  <a:lnTo>
                    <a:pt x="198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0" name="Google Shape;870;p27"/>
            <p:cNvSpPr/>
            <p:nvPr/>
          </p:nvSpPr>
          <p:spPr>
            <a:xfrm>
              <a:off x="2215950" y="3218200"/>
              <a:ext cx="98600" cy="682725"/>
            </a:xfrm>
            <a:custGeom>
              <a:avLst/>
              <a:gdLst/>
              <a:ahLst/>
              <a:cxnLst/>
              <a:rect l="l" t="t" r="r" b="b"/>
              <a:pathLst>
                <a:path w="3944" h="27309" extrusionOk="0">
                  <a:moveTo>
                    <a:pt x="3943" y="0"/>
                  </a:moveTo>
                  <a:lnTo>
                    <a:pt x="3902" y="62"/>
                  </a:lnTo>
                  <a:lnTo>
                    <a:pt x="3819" y="248"/>
                  </a:lnTo>
                  <a:lnTo>
                    <a:pt x="3468" y="991"/>
                  </a:lnTo>
                  <a:lnTo>
                    <a:pt x="3241" y="1528"/>
                  </a:lnTo>
                  <a:lnTo>
                    <a:pt x="2973" y="2188"/>
                  </a:lnTo>
                  <a:lnTo>
                    <a:pt x="2684" y="2931"/>
                  </a:lnTo>
                  <a:lnTo>
                    <a:pt x="2519" y="3344"/>
                  </a:lnTo>
                  <a:lnTo>
                    <a:pt x="2374" y="3778"/>
                  </a:lnTo>
                  <a:lnTo>
                    <a:pt x="2065" y="4727"/>
                  </a:lnTo>
                  <a:lnTo>
                    <a:pt x="1900" y="5222"/>
                  </a:lnTo>
                  <a:lnTo>
                    <a:pt x="1755" y="5759"/>
                  </a:lnTo>
                  <a:lnTo>
                    <a:pt x="1590" y="6296"/>
                  </a:lnTo>
                  <a:lnTo>
                    <a:pt x="1446" y="6874"/>
                  </a:lnTo>
                  <a:lnTo>
                    <a:pt x="1136" y="8050"/>
                  </a:lnTo>
                  <a:lnTo>
                    <a:pt x="868" y="9309"/>
                  </a:lnTo>
                  <a:lnTo>
                    <a:pt x="620" y="10630"/>
                  </a:lnTo>
                  <a:lnTo>
                    <a:pt x="414" y="11993"/>
                  </a:lnTo>
                  <a:lnTo>
                    <a:pt x="228" y="13417"/>
                  </a:lnTo>
                  <a:lnTo>
                    <a:pt x="125" y="14841"/>
                  </a:lnTo>
                  <a:lnTo>
                    <a:pt x="42" y="16224"/>
                  </a:lnTo>
                  <a:lnTo>
                    <a:pt x="1" y="17566"/>
                  </a:lnTo>
                  <a:lnTo>
                    <a:pt x="21" y="18866"/>
                  </a:lnTo>
                  <a:lnTo>
                    <a:pt x="63" y="20084"/>
                  </a:lnTo>
                  <a:lnTo>
                    <a:pt x="83" y="20662"/>
                  </a:lnTo>
                  <a:lnTo>
                    <a:pt x="145" y="21240"/>
                  </a:lnTo>
                  <a:lnTo>
                    <a:pt x="186" y="21777"/>
                  </a:lnTo>
                  <a:lnTo>
                    <a:pt x="228" y="22293"/>
                  </a:lnTo>
                  <a:lnTo>
                    <a:pt x="352" y="23284"/>
                  </a:lnTo>
                  <a:lnTo>
                    <a:pt x="414" y="23758"/>
                  </a:lnTo>
                  <a:lnTo>
                    <a:pt x="475" y="24192"/>
                  </a:lnTo>
                  <a:lnTo>
                    <a:pt x="599" y="24976"/>
                  </a:lnTo>
                  <a:lnTo>
                    <a:pt x="723" y="25657"/>
                  </a:lnTo>
                  <a:lnTo>
                    <a:pt x="847" y="26235"/>
                  </a:lnTo>
                  <a:lnTo>
                    <a:pt x="1033" y="27040"/>
                  </a:lnTo>
                  <a:lnTo>
                    <a:pt x="1074" y="27247"/>
                  </a:lnTo>
                  <a:lnTo>
                    <a:pt x="1095" y="27309"/>
                  </a:lnTo>
                  <a:lnTo>
                    <a:pt x="1095" y="27226"/>
                  </a:lnTo>
                  <a:lnTo>
                    <a:pt x="1074" y="27020"/>
                  </a:lnTo>
                  <a:lnTo>
                    <a:pt x="950" y="26215"/>
                  </a:lnTo>
                  <a:lnTo>
                    <a:pt x="847" y="25637"/>
                  </a:lnTo>
                  <a:lnTo>
                    <a:pt x="744" y="24956"/>
                  </a:lnTo>
                  <a:lnTo>
                    <a:pt x="620" y="24171"/>
                  </a:lnTo>
                  <a:lnTo>
                    <a:pt x="579" y="23717"/>
                  </a:lnTo>
                  <a:lnTo>
                    <a:pt x="517" y="23263"/>
                  </a:lnTo>
                  <a:lnTo>
                    <a:pt x="414" y="22293"/>
                  </a:lnTo>
                  <a:lnTo>
                    <a:pt x="352" y="21219"/>
                  </a:lnTo>
                  <a:lnTo>
                    <a:pt x="310" y="20662"/>
                  </a:lnTo>
                  <a:lnTo>
                    <a:pt x="290" y="20064"/>
                  </a:lnTo>
                  <a:lnTo>
                    <a:pt x="248" y="18846"/>
                  </a:lnTo>
                  <a:lnTo>
                    <a:pt x="248" y="17566"/>
                  </a:lnTo>
                  <a:lnTo>
                    <a:pt x="290" y="16245"/>
                  </a:lnTo>
                  <a:lnTo>
                    <a:pt x="352" y="14862"/>
                  </a:lnTo>
                  <a:lnTo>
                    <a:pt x="475" y="13438"/>
                  </a:lnTo>
                  <a:lnTo>
                    <a:pt x="661" y="12034"/>
                  </a:lnTo>
                  <a:lnTo>
                    <a:pt x="868" y="10672"/>
                  </a:lnTo>
                  <a:lnTo>
                    <a:pt x="1095" y="9351"/>
                  </a:lnTo>
                  <a:lnTo>
                    <a:pt x="1363" y="8112"/>
                  </a:lnTo>
                  <a:lnTo>
                    <a:pt x="1652" y="6915"/>
                  </a:lnTo>
                  <a:lnTo>
                    <a:pt x="1797" y="6358"/>
                  </a:lnTo>
                  <a:lnTo>
                    <a:pt x="1941" y="5821"/>
                  </a:lnTo>
                  <a:lnTo>
                    <a:pt x="2251" y="4789"/>
                  </a:lnTo>
                  <a:lnTo>
                    <a:pt x="2540" y="3840"/>
                  </a:lnTo>
                  <a:lnTo>
                    <a:pt x="2684" y="3406"/>
                  </a:lnTo>
                  <a:lnTo>
                    <a:pt x="2829" y="2993"/>
                  </a:lnTo>
                  <a:lnTo>
                    <a:pt x="3097" y="2229"/>
                  </a:lnTo>
                  <a:lnTo>
                    <a:pt x="3345" y="1569"/>
                  </a:lnTo>
                  <a:lnTo>
                    <a:pt x="3572" y="1032"/>
                  </a:lnTo>
                  <a:lnTo>
                    <a:pt x="3861" y="269"/>
                  </a:lnTo>
                  <a:lnTo>
                    <a:pt x="3923" y="83"/>
                  </a:lnTo>
                  <a:lnTo>
                    <a:pt x="39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1" name="Google Shape;871;p27"/>
            <p:cNvSpPr/>
            <p:nvPr/>
          </p:nvSpPr>
          <p:spPr>
            <a:xfrm>
              <a:off x="2286125" y="2596375"/>
              <a:ext cx="46475" cy="565075"/>
            </a:xfrm>
            <a:custGeom>
              <a:avLst/>
              <a:gdLst/>
              <a:ahLst/>
              <a:cxnLst/>
              <a:rect l="l" t="t" r="r" b="b"/>
              <a:pathLst>
                <a:path w="1859" h="22603" extrusionOk="0">
                  <a:moveTo>
                    <a:pt x="1859" y="1"/>
                  </a:moveTo>
                  <a:lnTo>
                    <a:pt x="1797" y="42"/>
                  </a:lnTo>
                  <a:lnTo>
                    <a:pt x="1694" y="166"/>
                  </a:lnTo>
                  <a:lnTo>
                    <a:pt x="1508" y="393"/>
                  </a:lnTo>
                  <a:lnTo>
                    <a:pt x="1281" y="723"/>
                  </a:lnTo>
                  <a:lnTo>
                    <a:pt x="1054" y="1136"/>
                  </a:lnTo>
                  <a:lnTo>
                    <a:pt x="930" y="1383"/>
                  </a:lnTo>
                  <a:lnTo>
                    <a:pt x="806" y="1672"/>
                  </a:lnTo>
                  <a:lnTo>
                    <a:pt x="682" y="1961"/>
                  </a:lnTo>
                  <a:lnTo>
                    <a:pt x="579" y="2292"/>
                  </a:lnTo>
                  <a:lnTo>
                    <a:pt x="476" y="2643"/>
                  </a:lnTo>
                  <a:lnTo>
                    <a:pt x="393" y="3014"/>
                  </a:lnTo>
                  <a:lnTo>
                    <a:pt x="311" y="3427"/>
                  </a:lnTo>
                  <a:lnTo>
                    <a:pt x="249" y="3840"/>
                  </a:lnTo>
                  <a:lnTo>
                    <a:pt x="145" y="4727"/>
                  </a:lnTo>
                  <a:lnTo>
                    <a:pt x="83" y="5677"/>
                  </a:lnTo>
                  <a:lnTo>
                    <a:pt x="42" y="6668"/>
                  </a:lnTo>
                  <a:lnTo>
                    <a:pt x="22" y="7741"/>
                  </a:lnTo>
                  <a:lnTo>
                    <a:pt x="1" y="8835"/>
                  </a:lnTo>
                  <a:lnTo>
                    <a:pt x="1" y="9970"/>
                  </a:lnTo>
                  <a:lnTo>
                    <a:pt x="22" y="11147"/>
                  </a:lnTo>
                  <a:lnTo>
                    <a:pt x="63" y="12344"/>
                  </a:lnTo>
                  <a:lnTo>
                    <a:pt x="125" y="13479"/>
                  </a:lnTo>
                  <a:lnTo>
                    <a:pt x="187" y="14573"/>
                  </a:lnTo>
                  <a:lnTo>
                    <a:pt x="269" y="15626"/>
                  </a:lnTo>
                  <a:lnTo>
                    <a:pt x="352" y="16637"/>
                  </a:lnTo>
                  <a:lnTo>
                    <a:pt x="455" y="17587"/>
                  </a:lnTo>
                  <a:lnTo>
                    <a:pt x="661" y="19279"/>
                  </a:lnTo>
                  <a:lnTo>
                    <a:pt x="868" y="20662"/>
                  </a:lnTo>
                  <a:lnTo>
                    <a:pt x="1054" y="21715"/>
                  </a:lnTo>
                  <a:lnTo>
                    <a:pt x="1177" y="22376"/>
                  </a:lnTo>
                  <a:lnTo>
                    <a:pt x="1219" y="22541"/>
                  </a:lnTo>
                  <a:lnTo>
                    <a:pt x="1239" y="22603"/>
                  </a:lnTo>
                  <a:lnTo>
                    <a:pt x="1239" y="22541"/>
                  </a:lnTo>
                  <a:lnTo>
                    <a:pt x="1239" y="22355"/>
                  </a:lnTo>
                  <a:lnTo>
                    <a:pt x="1157" y="21694"/>
                  </a:lnTo>
                  <a:lnTo>
                    <a:pt x="847" y="19259"/>
                  </a:lnTo>
                  <a:lnTo>
                    <a:pt x="661" y="17566"/>
                  </a:lnTo>
                  <a:lnTo>
                    <a:pt x="496" y="15605"/>
                  </a:lnTo>
                  <a:lnTo>
                    <a:pt x="414" y="14553"/>
                  </a:lnTo>
                  <a:lnTo>
                    <a:pt x="352" y="13459"/>
                  </a:lnTo>
                  <a:lnTo>
                    <a:pt x="311" y="12323"/>
                  </a:lnTo>
                  <a:lnTo>
                    <a:pt x="269" y="11147"/>
                  </a:lnTo>
                  <a:lnTo>
                    <a:pt x="249" y="9970"/>
                  </a:lnTo>
                  <a:lnTo>
                    <a:pt x="249" y="8835"/>
                  </a:lnTo>
                  <a:lnTo>
                    <a:pt x="249" y="7741"/>
                  </a:lnTo>
                  <a:lnTo>
                    <a:pt x="269" y="6688"/>
                  </a:lnTo>
                  <a:lnTo>
                    <a:pt x="311" y="5677"/>
                  </a:lnTo>
                  <a:lnTo>
                    <a:pt x="352" y="4727"/>
                  </a:lnTo>
                  <a:lnTo>
                    <a:pt x="455" y="3860"/>
                  </a:lnTo>
                  <a:lnTo>
                    <a:pt x="496" y="3448"/>
                  </a:lnTo>
                  <a:lnTo>
                    <a:pt x="579" y="3055"/>
                  </a:lnTo>
                  <a:lnTo>
                    <a:pt x="641" y="2684"/>
                  </a:lnTo>
                  <a:lnTo>
                    <a:pt x="744" y="2333"/>
                  </a:lnTo>
                  <a:lnTo>
                    <a:pt x="827" y="2023"/>
                  </a:lnTo>
                  <a:lnTo>
                    <a:pt x="930" y="1714"/>
                  </a:lnTo>
                  <a:lnTo>
                    <a:pt x="1157" y="1198"/>
                  </a:lnTo>
                  <a:lnTo>
                    <a:pt x="1363" y="764"/>
                  </a:lnTo>
                  <a:lnTo>
                    <a:pt x="1570" y="434"/>
                  </a:lnTo>
                  <a:lnTo>
                    <a:pt x="1735" y="207"/>
                  </a:lnTo>
                  <a:lnTo>
                    <a:pt x="1817" y="62"/>
                  </a:lnTo>
                  <a:lnTo>
                    <a:pt x="1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2" name="Google Shape;872;p27"/>
            <p:cNvSpPr/>
            <p:nvPr/>
          </p:nvSpPr>
          <p:spPr>
            <a:xfrm>
              <a:off x="2786675" y="2221725"/>
              <a:ext cx="710100" cy="369525"/>
            </a:xfrm>
            <a:custGeom>
              <a:avLst/>
              <a:gdLst/>
              <a:ahLst/>
              <a:cxnLst/>
              <a:rect l="l" t="t" r="r" b="b"/>
              <a:pathLst>
                <a:path w="28404" h="14781" extrusionOk="0">
                  <a:moveTo>
                    <a:pt x="28403" y="1"/>
                  </a:moveTo>
                  <a:lnTo>
                    <a:pt x="28300" y="22"/>
                  </a:lnTo>
                  <a:lnTo>
                    <a:pt x="28073" y="84"/>
                  </a:lnTo>
                  <a:lnTo>
                    <a:pt x="27165" y="352"/>
                  </a:lnTo>
                  <a:lnTo>
                    <a:pt x="25741" y="785"/>
                  </a:lnTo>
                  <a:lnTo>
                    <a:pt x="23862" y="1405"/>
                  </a:lnTo>
                  <a:lnTo>
                    <a:pt x="21592" y="2168"/>
                  </a:lnTo>
                  <a:lnTo>
                    <a:pt x="20333" y="2602"/>
                  </a:lnTo>
                  <a:lnTo>
                    <a:pt x="19012" y="3097"/>
                  </a:lnTo>
                  <a:lnTo>
                    <a:pt x="17608" y="3634"/>
                  </a:lnTo>
                  <a:lnTo>
                    <a:pt x="16184" y="4212"/>
                  </a:lnTo>
                  <a:lnTo>
                    <a:pt x="14697" y="4831"/>
                  </a:lnTo>
                  <a:lnTo>
                    <a:pt x="13191" y="5533"/>
                  </a:lnTo>
                  <a:lnTo>
                    <a:pt x="12427" y="5884"/>
                  </a:lnTo>
                  <a:lnTo>
                    <a:pt x="11684" y="6255"/>
                  </a:lnTo>
                  <a:lnTo>
                    <a:pt x="10982" y="6627"/>
                  </a:lnTo>
                  <a:lnTo>
                    <a:pt x="10260" y="6998"/>
                  </a:lnTo>
                  <a:lnTo>
                    <a:pt x="8918" y="7762"/>
                  </a:lnTo>
                  <a:lnTo>
                    <a:pt x="7638" y="8526"/>
                  </a:lnTo>
                  <a:lnTo>
                    <a:pt x="6441" y="9290"/>
                  </a:lnTo>
                  <a:lnTo>
                    <a:pt x="5347" y="10053"/>
                  </a:lnTo>
                  <a:lnTo>
                    <a:pt x="4336" y="10796"/>
                  </a:lnTo>
                  <a:lnTo>
                    <a:pt x="3448" y="11519"/>
                  </a:lnTo>
                  <a:lnTo>
                    <a:pt x="2643" y="12179"/>
                  </a:lnTo>
                  <a:lnTo>
                    <a:pt x="1941" y="12799"/>
                  </a:lnTo>
                  <a:lnTo>
                    <a:pt x="1343" y="13356"/>
                  </a:lnTo>
                  <a:lnTo>
                    <a:pt x="868" y="13851"/>
                  </a:lnTo>
                  <a:lnTo>
                    <a:pt x="496" y="14243"/>
                  </a:lnTo>
                  <a:lnTo>
                    <a:pt x="207" y="14532"/>
                  </a:lnTo>
                  <a:lnTo>
                    <a:pt x="63" y="14718"/>
                  </a:lnTo>
                  <a:lnTo>
                    <a:pt x="1" y="14780"/>
                  </a:lnTo>
                  <a:lnTo>
                    <a:pt x="1" y="14780"/>
                  </a:lnTo>
                  <a:lnTo>
                    <a:pt x="63" y="14739"/>
                  </a:lnTo>
                  <a:lnTo>
                    <a:pt x="249" y="14574"/>
                  </a:lnTo>
                  <a:lnTo>
                    <a:pt x="538" y="14285"/>
                  </a:lnTo>
                  <a:lnTo>
                    <a:pt x="930" y="13913"/>
                  </a:lnTo>
                  <a:lnTo>
                    <a:pt x="1425" y="13459"/>
                  </a:lnTo>
                  <a:lnTo>
                    <a:pt x="2044" y="12902"/>
                  </a:lnTo>
                  <a:lnTo>
                    <a:pt x="2746" y="12303"/>
                  </a:lnTo>
                  <a:lnTo>
                    <a:pt x="3551" y="11643"/>
                  </a:lnTo>
                  <a:lnTo>
                    <a:pt x="4459" y="10941"/>
                  </a:lnTo>
                  <a:lnTo>
                    <a:pt x="5471" y="10218"/>
                  </a:lnTo>
                  <a:lnTo>
                    <a:pt x="6565" y="9475"/>
                  </a:lnTo>
                  <a:lnTo>
                    <a:pt x="7762" y="8712"/>
                  </a:lnTo>
                  <a:lnTo>
                    <a:pt x="9042" y="7969"/>
                  </a:lnTo>
                  <a:lnTo>
                    <a:pt x="10383" y="7205"/>
                  </a:lnTo>
                  <a:lnTo>
                    <a:pt x="11808" y="6462"/>
                  </a:lnTo>
                  <a:lnTo>
                    <a:pt x="12551" y="6111"/>
                  </a:lnTo>
                  <a:lnTo>
                    <a:pt x="13294" y="5739"/>
                  </a:lnTo>
                  <a:lnTo>
                    <a:pt x="14801" y="5058"/>
                  </a:lnTo>
                  <a:lnTo>
                    <a:pt x="16266" y="4439"/>
                  </a:lnTo>
                  <a:lnTo>
                    <a:pt x="17711" y="3840"/>
                  </a:lnTo>
                  <a:lnTo>
                    <a:pt x="19094" y="3304"/>
                  </a:lnTo>
                  <a:lnTo>
                    <a:pt x="20415" y="2808"/>
                  </a:lnTo>
                  <a:lnTo>
                    <a:pt x="21654" y="2354"/>
                  </a:lnTo>
                  <a:lnTo>
                    <a:pt x="23924" y="1570"/>
                  </a:lnTo>
                  <a:lnTo>
                    <a:pt x="27206" y="434"/>
                  </a:lnTo>
                  <a:lnTo>
                    <a:pt x="28094" y="125"/>
                  </a:lnTo>
                  <a:lnTo>
                    <a:pt x="28321" y="42"/>
                  </a:lnTo>
                  <a:lnTo>
                    <a:pt x="28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3" name="Google Shape;873;p27"/>
            <p:cNvSpPr/>
            <p:nvPr/>
          </p:nvSpPr>
          <p:spPr>
            <a:xfrm>
              <a:off x="3452875" y="2518450"/>
              <a:ext cx="459825" cy="477350"/>
            </a:xfrm>
            <a:custGeom>
              <a:avLst/>
              <a:gdLst/>
              <a:ahLst/>
              <a:cxnLst/>
              <a:rect l="l" t="t" r="r" b="b"/>
              <a:pathLst>
                <a:path w="18393" h="19094" extrusionOk="0">
                  <a:moveTo>
                    <a:pt x="18392" y="1"/>
                  </a:moveTo>
                  <a:lnTo>
                    <a:pt x="18330" y="21"/>
                  </a:lnTo>
                  <a:lnTo>
                    <a:pt x="18144" y="125"/>
                  </a:lnTo>
                  <a:lnTo>
                    <a:pt x="17484" y="537"/>
                  </a:lnTo>
                  <a:lnTo>
                    <a:pt x="17009" y="847"/>
                  </a:lnTo>
                  <a:lnTo>
                    <a:pt x="16452" y="1219"/>
                  </a:lnTo>
                  <a:lnTo>
                    <a:pt x="15131" y="2147"/>
                  </a:lnTo>
                  <a:lnTo>
                    <a:pt x="14367" y="2725"/>
                  </a:lnTo>
                  <a:lnTo>
                    <a:pt x="13541" y="3345"/>
                  </a:lnTo>
                  <a:lnTo>
                    <a:pt x="12674" y="4046"/>
                  </a:lnTo>
                  <a:lnTo>
                    <a:pt x="11787" y="4789"/>
                  </a:lnTo>
                  <a:lnTo>
                    <a:pt x="10858" y="5615"/>
                  </a:lnTo>
                  <a:lnTo>
                    <a:pt x="9909" y="6482"/>
                  </a:lnTo>
                  <a:lnTo>
                    <a:pt x="8959" y="7411"/>
                  </a:lnTo>
                  <a:lnTo>
                    <a:pt x="7989" y="8381"/>
                  </a:lnTo>
                  <a:lnTo>
                    <a:pt x="7060" y="9372"/>
                  </a:lnTo>
                  <a:lnTo>
                    <a:pt x="6173" y="10383"/>
                  </a:lnTo>
                  <a:lnTo>
                    <a:pt x="5326" y="11353"/>
                  </a:lnTo>
                  <a:lnTo>
                    <a:pt x="4562" y="12303"/>
                  </a:lnTo>
                  <a:lnTo>
                    <a:pt x="3840" y="13232"/>
                  </a:lnTo>
                  <a:lnTo>
                    <a:pt x="3180" y="14119"/>
                  </a:lnTo>
                  <a:lnTo>
                    <a:pt x="2581" y="14945"/>
                  </a:lnTo>
                  <a:lnTo>
                    <a:pt x="2044" y="15729"/>
                  </a:lnTo>
                  <a:lnTo>
                    <a:pt x="1136" y="17112"/>
                  </a:lnTo>
                  <a:lnTo>
                    <a:pt x="785" y="17670"/>
                  </a:lnTo>
                  <a:lnTo>
                    <a:pt x="496" y="18165"/>
                  </a:lnTo>
                  <a:lnTo>
                    <a:pt x="125" y="18846"/>
                  </a:lnTo>
                  <a:lnTo>
                    <a:pt x="21" y="19032"/>
                  </a:lnTo>
                  <a:lnTo>
                    <a:pt x="1" y="19094"/>
                  </a:lnTo>
                  <a:lnTo>
                    <a:pt x="1" y="19094"/>
                  </a:lnTo>
                  <a:lnTo>
                    <a:pt x="42" y="19032"/>
                  </a:lnTo>
                  <a:lnTo>
                    <a:pt x="166" y="18867"/>
                  </a:lnTo>
                  <a:lnTo>
                    <a:pt x="579" y="18206"/>
                  </a:lnTo>
                  <a:lnTo>
                    <a:pt x="1260" y="17174"/>
                  </a:lnTo>
                  <a:lnTo>
                    <a:pt x="2189" y="15833"/>
                  </a:lnTo>
                  <a:lnTo>
                    <a:pt x="2725" y="15069"/>
                  </a:lnTo>
                  <a:lnTo>
                    <a:pt x="3345" y="14243"/>
                  </a:lnTo>
                  <a:lnTo>
                    <a:pt x="4005" y="13356"/>
                  </a:lnTo>
                  <a:lnTo>
                    <a:pt x="4728" y="12447"/>
                  </a:lnTo>
                  <a:lnTo>
                    <a:pt x="5512" y="11498"/>
                  </a:lnTo>
                  <a:lnTo>
                    <a:pt x="6358" y="10528"/>
                  </a:lnTo>
                  <a:lnTo>
                    <a:pt x="7246" y="9558"/>
                  </a:lnTo>
                  <a:lnTo>
                    <a:pt x="8175" y="8546"/>
                  </a:lnTo>
                  <a:lnTo>
                    <a:pt x="9124" y="7576"/>
                  </a:lnTo>
                  <a:lnTo>
                    <a:pt x="10074" y="6668"/>
                  </a:lnTo>
                  <a:lnTo>
                    <a:pt x="11023" y="5801"/>
                  </a:lnTo>
                  <a:lnTo>
                    <a:pt x="11931" y="4975"/>
                  </a:lnTo>
                  <a:lnTo>
                    <a:pt x="12819" y="4212"/>
                  </a:lnTo>
                  <a:lnTo>
                    <a:pt x="13665" y="3510"/>
                  </a:lnTo>
                  <a:lnTo>
                    <a:pt x="14470" y="2870"/>
                  </a:lnTo>
                  <a:lnTo>
                    <a:pt x="15234" y="2292"/>
                  </a:lnTo>
                  <a:lnTo>
                    <a:pt x="16534" y="1322"/>
                  </a:lnTo>
                  <a:lnTo>
                    <a:pt x="17546" y="620"/>
                  </a:lnTo>
                  <a:lnTo>
                    <a:pt x="18186" y="166"/>
                  </a:lnTo>
                  <a:lnTo>
                    <a:pt x="18351" y="42"/>
                  </a:lnTo>
                  <a:lnTo>
                    <a:pt x="183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4" name="Google Shape;874;p27"/>
            <p:cNvSpPr/>
            <p:nvPr/>
          </p:nvSpPr>
          <p:spPr>
            <a:xfrm>
              <a:off x="5755925" y="3350300"/>
              <a:ext cx="55750" cy="218825"/>
            </a:xfrm>
            <a:custGeom>
              <a:avLst/>
              <a:gdLst/>
              <a:ahLst/>
              <a:cxnLst/>
              <a:rect l="l" t="t" r="r" b="b"/>
              <a:pathLst>
                <a:path w="2230" h="8753" extrusionOk="0">
                  <a:moveTo>
                    <a:pt x="1" y="0"/>
                  </a:moveTo>
                  <a:lnTo>
                    <a:pt x="1" y="21"/>
                  </a:lnTo>
                  <a:lnTo>
                    <a:pt x="1" y="83"/>
                  </a:lnTo>
                  <a:lnTo>
                    <a:pt x="83" y="351"/>
                  </a:lnTo>
                  <a:lnTo>
                    <a:pt x="393" y="1260"/>
                  </a:lnTo>
                  <a:lnTo>
                    <a:pt x="599" y="1899"/>
                  </a:lnTo>
                  <a:lnTo>
                    <a:pt x="826" y="2642"/>
                  </a:lnTo>
                  <a:lnTo>
                    <a:pt x="1074" y="3447"/>
                  </a:lnTo>
                  <a:lnTo>
                    <a:pt x="1301" y="4335"/>
                  </a:lnTo>
                  <a:lnTo>
                    <a:pt x="1528" y="5223"/>
                  </a:lnTo>
                  <a:lnTo>
                    <a:pt x="1693" y="6048"/>
                  </a:lnTo>
                  <a:lnTo>
                    <a:pt x="1838" y="6791"/>
                  </a:lnTo>
                  <a:lnTo>
                    <a:pt x="1962" y="7452"/>
                  </a:lnTo>
                  <a:lnTo>
                    <a:pt x="2127" y="8422"/>
                  </a:lnTo>
                  <a:lnTo>
                    <a:pt x="2189" y="8670"/>
                  </a:lnTo>
                  <a:lnTo>
                    <a:pt x="2209" y="8732"/>
                  </a:lnTo>
                  <a:lnTo>
                    <a:pt x="2209" y="8752"/>
                  </a:lnTo>
                  <a:lnTo>
                    <a:pt x="2230" y="8670"/>
                  </a:lnTo>
                  <a:lnTo>
                    <a:pt x="2230" y="8401"/>
                  </a:lnTo>
                  <a:lnTo>
                    <a:pt x="2189" y="7989"/>
                  </a:lnTo>
                  <a:lnTo>
                    <a:pt x="2147" y="7431"/>
                  </a:lnTo>
                  <a:lnTo>
                    <a:pt x="2044" y="6771"/>
                  </a:lnTo>
                  <a:lnTo>
                    <a:pt x="1920" y="6007"/>
                  </a:lnTo>
                  <a:lnTo>
                    <a:pt x="1755" y="5161"/>
                  </a:lnTo>
                  <a:lnTo>
                    <a:pt x="1549" y="4273"/>
                  </a:lnTo>
                  <a:lnTo>
                    <a:pt x="1301" y="3386"/>
                  </a:lnTo>
                  <a:lnTo>
                    <a:pt x="1053" y="2560"/>
                  </a:lnTo>
                  <a:lnTo>
                    <a:pt x="806" y="1837"/>
                  </a:lnTo>
                  <a:lnTo>
                    <a:pt x="558" y="1198"/>
                  </a:lnTo>
                  <a:lnTo>
                    <a:pt x="352" y="702"/>
                  </a:lnTo>
                  <a:lnTo>
                    <a:pt x="166" y="310"/>
                  </a:lnTo>
                  <a:lnTo>
                    <a:pt x="42" y="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5" name="Google Shape;875;p27"/>
            <p:cNvSpPr/>
            <p:nvPr/>
          </p:nvSpPr>
          <p:spPr>
            <a:xfrm>
              <a:off x="2801125" y="4720875"/>
              <a:ext cx="2668425" cy="468575"/>
            </a:xfrm>
            <a:custGeom>
              <a:avLst/>
              <a:gdLst/>
              <a:ahLst/>
              <a:cxnLst/>
              <a:rect l="l" t="t" r="r" b="b"/>
              <a:pathLst>
                <a:path w="106737" h="18743" extrusionOk="0">
                  <a:moveTo>
                    <a:pt x="106737" y="1"/>
                  </a:moveTo>
                  <a:lnTo>
                    <a:pt x="106489" y="166"/>
                  </a:lnTo>
                  <a:lnTo>
                    <a:pt x="105767" y="640"/>
                  </a:lnTo>
                  <a:lnTo>
                    <a:pt x="104611" y="1425"/>
                  </a:lnTo>
                  <a:lnTo>
                    <a:pt x="103868" y="1941"/>
                  </a:lnTo>
                  <a:lnTo>
                    <a:pt x="103001" y="2478"/>
                  </a:lnTo>
                  <a:lnTo>
                    <a:pt x="102051" y="3097"/>
                  </a:lnTo>
                  <a:lnTo>
                    <a:pt x="100978" y="3757"/>
                  </a:lnTo>
                  <a:lnTo>
                    <a:pt x="99801" y="4480"/>
                  </a:lnTo>
                  <a:lnTo>
                    <a:pt x="98522" y="5223"/>
                  </a:lnTo>
                  <a:lnTo>
                    <a:pt x="97139" y="5987"/>
                  </a:lnTo>
                  <a:lnTo>
                    <a:pt x="95652" y="6792"/>
                  </a:lnTo>
                  <a:lnTo>
                    <a:pt x="94063" y="7617"/>
                  </a:lnTo>
                  <a:lnTo>
                    <a:pt x="92391" y="8463"/>
                  </a:lnTo>
                  <a:lnTo>
                    <a:pt x="90595" y="9310"/>
                  </a:lnTo>
                  <a:lnTo>
                    <a:pt x="88717" y="10156"/>
                  </a:lnTo>
                  <a:lnTo>
                    <a:pt x="86735" y="10982"/>
                  </a:lnTo>
                  <a:lnTo>
                    <a:pt x="85703" y="11415"/>
                  </a:lnTo>
                  <a:lnTo>
                    <a:pt x="84651" y="11807"/>
                  </a:lnTo>
                  <a:lnTo>
                    <a:pt x="82504" y="12633"/>
                  </a:lnTo>
                  <a:lnTo>
                    <a:pt x="80254" y="13417"/>
                  </a:lnTo>
                  <a:lnTo>
                    <a:pt x="79676" y="13603"/>
                  </a:lnTo>
                  <a:lnTo>
                    <a:pt x="79098" y="13789"/>
                  </a:lnTo>
                  <a:lnTo>
                    <a:pt x="77901" y="14160"/>
                  </a:lnTo>
                  <a:lnTo>
                    <a:pt x="76704" y="14532"/>
                  </a:lnTo>
                  <a:lnTo>
                    <a:pt x="76105" y="14697"/>
                  </a:lnTo>
                  <a:lnTo>
                    <a:pt x="75486" y="14883"/>
                  </a:lnTo>
                  <a:lnTo>
                    <a:pt x="74247" y="15213"/>
                  </a:lnTo>
                  <a:lnTo>
                    <a:pt x="72988" y="15543"/>
                  </a:lnTo>
                  <a:lnTo>
                    <a:pt x="71709" y="15853"/>
                  </a:lnTo>
                  <a:lnTo>
                    <a:pt x="70429" y="16142"/>
                  </a:lnTo>
                  <a:lnTo>
                    <a:pt x="69108" y="16431"/>
                  </a:lnTo>
                  <a:lnTo>
                    <a:pt x="67787" y="16699"/>
                  </a:lnTo>
                  <a:lnTo>
                    <a:pt x="66424" y="16968"/>
                  </a:lnTo>
                  <a:lnTo>
                    <a:pt x="65062" y="17195"/>
                  </a:lnTo>
                  <a:lnTo>
                    <a:pt x="63700" y="17422"/>
                  </a:lnTo>
                  <a:lnTo>
                    <a:pt x="62296" y="17628"/>
                  </a:lnTo>
                  <a:lnTo>
                    <a:pt x="60893" y="17814"/>
                  </a:lnTo>
                  <a:lnTo>
                    <a:pt x="59468" y="17979"/>
                  </a:lnTo>
                  <a:lnTo>
                    <a:pt x="58044" y="18144"/>
                  </a:lnTo>
                  <a:lnTo>
                    <a:pt x="56599" y="18247"/>
                  </a:lnTo>
                  <a:lnTo>
                    <a:pt x="55154" y="18351"/>
                  </a:lnTo>
                  <a:lnTo>
                    <a:pt x="53689" y="18433"/>
                  </a:lnTo>
                  <a:lnTo>
                    <a:pt x="52203" y="18474"/>
                  </a:lnTo>
                  <a:lnTo>
                    <a:pt x="50758" y="18495"/>
                  </a:lnTo>
                  <a:lnTo>
                    <a:pt x="49313" y="18495"/>
                  </a:lnTo>
                  <a:lnTo>
                    <a:pt x="47868" y="18454"/>
                  </a:lnTo>
                  <a:lnTo>
                    <a:pt x="46444" y="18392"/>
                  </a:lnTo>
                  <a:lnTo>
                    <a:pt x="45019" y="18309"/>
                  </a:lnTo>
                  <a:lnTo>
                    <a:pt x="43616" y="18206"/>
                  </a:lnTo>
                  <a:lnTo>
                    <a:pt x="42233" y="18062"/>
                  </a:lnTo>
                  <a:lnTo>
                    <a:pt x="40850" y="17938"/>
                  </a:lnTo>
                  <a:lnTo>
                    <a:pt x="40169" y="17855"/>
                  </a:lnTo>
                  <a:lnTo>
                    <a:pt x="39488" y="17752"/>
                  </a:lnTo>
                  <a:lnTo>
                    <a:pt x="36825" y="17381"/>
                  </a:lnTo>
                  <a:lnTo>
                    <a:pt x="34224" y="16906"/>
                  </a:lnTo>
                  <a:lnTo>
                    <a:pt x="32944" y="16658"/>
                  </a:lnTo>
                  <a:lnTo>
                    <a:pt x="31685" y="16369"/>
                  </a:lnTo>
                  <a:lnTo>
                    <a:pt x="30447" y="16101"/>
                  </a:lnTo>
                  <a:lnTo>
                    <a:pt x="29229" y="15812"/>
                  </a:lnTo>
                  <a:lnTo>
                    <a:pt x="28032" y="15502"/>
                  </a:lnTo>
                  <a:lnTo>
                    <a:pt x="26855" y="15193"/>
                  </a:lnTo>
                  <a:lnTo>
                    <a:pt x="25699" y="14862"/>
                  </a:lnTo>
                  <a:lnTo>
                    <a:pt x="24564" y="14532"/>
                  </a:lnTo>
                  <a:lnTo>
                    <a:pt x="23449" y="14181"/>
                  </a:lnTo>
                  <a:lnTo>
                    <a:pt x="22376" y="13830"/>
                  </a:lnTo>
                  <a:lnTo>
                    <a:pt x="21303" y="13479"/>
                  </a:lnTo>
                  <a:lnTo>
                    <a:pt x="20250" y="13108"/>
                  </a:lnTo>
                  <a:lnTo>
                    <a:pt x="19239" y="12757"/>
                  </a:lnTo>
                  <a:lnTo>
                    <a:pt x="18227" y="12365"/>
                  </a:lnTo>
                  <a:lnTo>
                    <a:pt x="17257" y="11993"/>
                  </a:lnTo>
                  <a:lnTo>
                    <a:pt x="16307" y="11622"/>
                  </a:lnTo>
                  <a:lnTo>
                    <a:pt x="15399" y="11229"/>
                  </a:lnTo>
                  <a:lnTo>
                    <a:pt x="14491" y="10837"/>
                  </a:lnTo>
                  <a:lnTo>
                    <a:pt x="12778" y="10074"/>
                  </a:lnTo>
                  <a:lnTo>
                    <a:pt x="11168" y="9310"/>
                  </a:lnTo>
                  <a:lnTo>
                    <a:pt x="9640" y="8546"/>
                  </a:lnTo>
                  <a:lnTo>
                    <a:pt x="8237" y="7824"/>
                  </a:lnTo>
                  <a:lnTo>
                    <a:pt x="6936" y="7101"/>
                  </a:lnTo>
                  <a:lnTo>
                    <a:pt x="5760" y="6420"/>
                  </a:lnTo>
                  <a:lnTo>
                    <a:pt x="4686" y="5759"/>
                  </a:lnTo>
                  <a:lnTo>
                    <a:pt x="3716" y="5161"/>
                  </a:lnTo>
                  <a:lnTo>
                    <a:pt x="2849" y="4624"/>
                  </a:lnTo>
                  <a:lnTo>
                    <a:pt x="2106" y="4108"/>
                  </a:lnTo>
                  <a:lnTo>
                    <a:pt x="1487" y="3675"/>
                  </a:lnTo>
                  <a:lnTo>
                    <a:pt x="950" y="3303"/>
                  </a:lnTo>
                  <a:lnTo>
                    <a:pt x="249" y="2828"/>
                  </a:lnTo>
                  <a:lnTo>
                    <a:pt x="1" y="2663"/>
                  </a:lnTo>
                  <a:lnTo>
                    <a:pt x="228" y="2849"/>
                  </a:lnTo>
                  <a:lnTo>
                    <a:pt x="930" y="3344"/>
                  </a:lnTo>
                  <a:lnTo>
                    <a:pt x="2065" y="4170"/>
                  </a:lnTo>
                  <a:lnTo>
                    <a:pt x="2808" y="4686"/>
                  </a:lnTo>
                  <a:lnTo>
                    <a:pt x="3654" y="5243"/>
                  </a:lnTo>
                  <a:lnTo>
                    <a:pt x="4625" y="5863"/>
                  </a:lnTo>
                  <a:lnTo>
                    <a:pt x="5698" y="6523"/>
                  </a:lnTo>
                  <a:lnTo>
                    <a:pt x="6874" y="7204"/>
                  </a:lnTo>
                  <a:lnTo>
                    <a:pt x="8175" y="7947"/>
                  </a:lnTo>
                  <a:lnTo>
                    <a:pt x="9578" y="8691"/>
                  </a:lnTo>
                  <a:lnTo>
                    <a:pt x="11085" y="9454"/>
                  </a:lnTo>
                  <a:lnTo>
                    <a:pt x="12716" y="10218"/>
                  </a:lnTo>
                  <a:lnTo>
                    <a:pt x="14429" y="11002"/>
                  </a:lnTo>
                  <a:lnTo>
                    <a:pt x="15317" y="11395"/>
                  </a:lnTo>
                  <a:lnTo>
                    <a:pt x="16246" y="11787"/>
                  </a:lnTo>
                  <a:lnTo>
                    <a:pt x="17195" y="12179"/>
                  </a:lnTo>
                  <a:lnTo>
                    <a:pt x="18165" y="12550"/>
                  </a:lnTo>
                  <a:lnTo>
                    <a:pt x="19156" y="12922"/>
                  </a:lnTo>
                  <a:lnTo>
                    <a:pt x="20188" y="13294"/>
                  </a:lnTo>
                  <a:lnTo>
                    <a:pt x="21241" y="13665"/>
                  </a:lnTo>
                  <a:lnTo>
                    <a:pt x="22293" y="14037"/>
                  </a:lnTo>
                  <a:lnTo>
                    <a:pt x="23387" y="14388"/>
                  </a:lnTo>
                  <a:lnTo>
                    <a:pt x="24502" y="14738"/>
                  </a:lnTo>
                  <a:lnTo>
                    <a:pt x="25637" y="15069"/>
                  </a:lnTo>
                  <a:lnTo>
                    <a:pt x="26793" y="15399"/>
                  </a:lnTo>
                  <a:lnTo>
                    <a:pt x="27970" y="15709"/>
                  </a:lnTo>
                  <a:lnTo>
                    <a:pt x="29188" y="16018"/>
                  </a:lnTo>
                  <a:lnTo>
                    <a:pt x="30405" y="16328"/>
                  </a:lnTo>
                  <a:lnTo>
                    <a:pt x="31644" y="16596"/>
                  </a:lnTo>
                  <a:lnTo>
                    <a:pt x="32903" y="16885"/>
                  </a:lnTo>
                  <a:lnTo>
                    <a:pt x="34183" y="17133"/>
                  </a:lnTo>
                  <a:lnTo>
                    <a:pt x="36784" y="17608"/>
                  </a:lnTo>
                  <a:lnTo>
                    <a:pt x="39467" y="18000"/>
                  </a:lnTo>
                  <a:lnTo>
                    <a:pt x="40148" y="18082"/>
                  </a:lnTo>
                  <a:lnTo>
                    <a:pt x="40829" y="18186"/>
                  </a:lnTo>
                  <a:lnTo>
                    <a:pt x="42212" y="18309"/>
                  </a:lnTo>
                  <a:lnTo>
                    <a:pt x="43595" y="18454"/>
                  </a:lnTo>
                  <a:lnTo>
                    <a:pt x="44999" y="18557"/>
                  </a:lnTo>
                  <a:lnTo>
                    <a:pt x="46423" y="18640"/>
                  </a:lnTo>
                  <a:lnTo>
                    <a:pt x="47847" y="18702"/>
                  </a:lnTo>
                  <a:lnTo>
                    <a:pt x="49292" y="18743"/>
                  </a:lnTo>
                  <a:lnTo>
                    <a:pt x="50758" y="18743"/>
                  </a:lnTo>
                  <a:lnTo>
                    <a:pt x="52223" y="18722"/>
                  </a:lnTo>
                  <a:lnTo>
                    <a:pt x="53689" y="18681"/>
                  </a:lnTo>
                  <a:lnTo>
                    <a:pt x="55154" y="18598"/>
                  </a:lnTo>
                  <a:lnTo>
                    <a:pt x="56620" y="18495"/>
                  </a:lnTo>
                  <a:lnTo>
                    <a:pt x="58065" y="18392"/>
                  </a:lnTo>
                  <a:lnTo>
                    <a:pt x="59510" y="18227"/>
                  </a:lnTo>
                  <a:lnTo>
                    <a:pt x="60934" y="18062"/>
                  </a:lnTo>
                  <a:lnTo>
                    <a:pt x="62337" y="17876"/>
                  </a:lnTo>
                  <a:lnTo>
                    <a:pt x="63741" y="17669"/>
                  </a:lnTo>
                  <a:lnTo>
                    <a:pt x="65103" y="17442"/>
                  </a:lnTo>
                  <a:lnTo>
                    <a:pt x="66486" y="17195"/>
                  </a:lnTo>
                  <a:lnTo>
                    <a:pt x="67828" y="16947"/>
                  </a:lnTo>
                  <a:lnTo>
                    <a:pt x="69149" y="16679"/>
                  </a:lnTo>
                  <a:lnTo>
                    <a:pt x="70470" y="16390"/>
                  </a:lnTo>
                  <a:lnTo>
                    <a:pt x="71770" y="16080"/>
                  </a:lnTo>
                  <a:lnTo>
                    <a:pt x="73050" y="15770"/>
                  </a:lnTo>
                  <a:lnTo>
                    <a:pt x="74309" y="15440"/>
                  </a:lnTo>
                  <a:lnTo>
                    <a:pt x="75548" y="15089"/>
                  </a:lnTo>
                  <a:lnTo>
                    <a:pt x="76167" y="14924"/>
                  </a:lnTo>
                  <a:lnTo>
                    <a:pt x="76766" y="14738"/>
                  </a:lnTo>
                  <a:lnTo>
                    <a:pt x="77963" y="14367"/>
                  </a:lnTo>
                  <a:lnTo>
                    <a:pt x="79160" y="13995"/>
                  </a:lnTo>
                  <a:lnTo>
                    <a:pt x="79738" y="13810"/>
                  </a:lnTo>
                  <a:lnTo>
                    <a:pt x="80316" y="13624"/>
                  </a:lnTo>
                  <a:lnTo>
                    <a:pt x="82566" y="12839"/>
                  </a:lnTo>
                  <a:lnTo>
                    <a:pt x="84733" y="12014"/>
                  </a:lnTo>
                  <a:lnTo>
                    <a:pt x="85786" y="11601"/>
                  </a:lnTo>
                  <a:lnTo>
                    <a:pt x="86797" y="11167"/>
                  </a:lnTo>
                  <a:lnTo>
                    <a:pt x="88799" y="10342"/>
                  </a:lnTo>
                  <a:lnTo>
                    <a:pt x="90678" y="9475"/>
                  </a:lnTo>
                  <a:lnTo>
                    <a:pt x="92453" y="8629"/>
                  </a:lnTo>
                  <a:lnTo>
                    <a:pt x="94146" y="7762"/>
                  </a:lnTo>
                  <a:lnTo>
                    <a:pt x="95735" y="6936"/>
                  </a:lnTo>
                  <a:lnTo>
                    <a:pt x="97221" y="6131"/>
                  </a:lnTo>
                  <a:lnTo>
                    <a:pt x="98604" y="5326"/>
                  </a:lnTo>
                  <a:lnTo>
                    <a:pt x="99884" y="4583"/>
                  </a:lnTo>
                  <a:lnTo>
                    <a:pt x="101040" y="3860"/>
                  </a:lnTo>
                  <a:lnTo>
                    <a:pt x="102113" y="3200"/>
                  </a:lnTo>
                  <a:lnTo>
                    <a:pt x="103063" y="2560"/>
                  </a:lnTo>
                  <a:lnTo>
                    <a:pt x="103909" y="2003"/>
                  </a:lnTo>
                  <a:lnTo>
                    <a:pt x="104652" y="1487"/>
                  </a:lnTo>
                  <a:lnTo>
                    <a:pt x="105808" y="682"/>
                  </a:lnTo>
                  <a:lnTo>
                    <a:pt x="106510" y="186"/>
                  </a:lnTo>
                  <a:lnTo>
                    <a:pt x="106737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6" name="Google Shape;876;p27"/>
            <p:cNvSpPr/>
            <p:nvPr/>
          </p:nvSpPr>
          <p:spPr>
            <a:xfrm>
              <a:off x="4954525" y="4489700"/>
              <a:ext cx="562500" cy="974275"/>
            </a:xfrm>
            <a:custGeom>
              <a:avLst/>
              <a:gdLst/>
              <a:ahLst/>
              <a:cxnLst/>
              <a:rect l="l" t="t" r="r" b="b"/>
              <a:pathLst>
                <a:path w="22500" h="38971" extrusionOk="0">
                  <a:moveTo>
                    <a:pt x="22500" y="0"/>
                  </a:moveTo>
                  <a:lnTo>
                    <a:pt x="1" y="14367"/>
                  </a:lnTo>
                  <a:lnTo>
                    <a:pt x="9620" y="38971"/>
                  </a:lnTo>
                  <a:lnTo>
                    <a:pt x="16184" y="38971"/>
                  </a:lnTo>
                  <a:lnTo>
                    <a:pt x="17628" y="36824"/>
                  </a:lnTo>
                  <a:lnTo>
                    <a:pt x="19300" y="38971"/>
                  </a:lnTo>
                  <a:lnTo>
                    <a:pt x="21633" y="38971"/>
                  </a:lnTo>
                  <a:lnTo>
                    <a:pt x="225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7" name="Google Shape;877;p27"/>
            <p:cNvSpPr/>
            <p:nvPr/>
          </p:nvSpPr>
          <p:spPr>
            <a:xfrm>
              <a:off x="3444625" y="4849375"/>
              <a:ext cx="520175" cy="614600"/>
            </a:xfrm>
            <a:custGeom>
              <a:avLst/>
              <a:gdLst/>
              <a:ahLst/>
              <a:cxnLst/>
              <a:rect l="l" t="t" r="r" b="b"/>
              <a:pathLst>
                <a:path w="20807" h="24584" extrusionOk="0">
                  <a:moveTo>
                    <a:pt x="19754" y="0"/>
                  </a:moveTo>
                  <a:lnTo>
                    <a:pt x="19341" y="21"/>
                  </a:lnTo>
                  <a:lnTo>
                    <a:pt x="18268" y="124"/>
                  </a:lnTo>
                  <a:lnTo>
                    <a:pt x="16906" y="310"/>
                  </a:lnTo>
                  <a:lnTo>
                    <a:pt x="15358" y="558"/>
                  </a:lnTo>
                  <a:lnTo>
                    <a:pt x="13624" y="847"/>
                  </a:lnTo>
                  <a:lnTo>
                    <a:pt x="11807" y="1156"/>
                  </a:lnTo>
                  <a:lnTo>
                    <a:pt x="9929" y="1507"/>
                  </a:lnTo>
                  <a:lnTo>
                    <a:pt x="6255" y="2209"/>
                  </a:lnTo>
                  <a:lnTo>
                    <a:pt x="3076" y="2828"/>
                  </a:lnTo>
                  <a:lnTo>
                    <a:pt x="1" y="3447"/>
                  </a:lnTo>
                  <a:lnTo>
                    <a:pt x="8133" y="24584"/>
                  </a:lnTo>
                  <a:lnTo>
                    <a:pt x="15605" y="24584"/>
                  </a:lnTo>
                  <a:lnTo>
                    <a:pt x="17133" y="22128"/>
                  </a:lnTo>
                  <a:lnTo>
                    <a:pt x="18598" y="24584"/>
                  </a:lnTo>
                  <a:lnTo>
                    <a:pt x="20456" y="24584"/>
                  </a:lnTo>
                  <a:lnTo>
                    <a:pt x="20559" y="20848"/>
                  </a:lnTo>
                  <a:lnTo>
                    <a:pt x="20662" y="16988"/>
                  </a:lnTo>
                  <a:lnTo>
                    <a:pt x="20766" y="12571"/>
                  </a:lnTo>
                  <a:lnTo>
                    <a:pt x="20786" y="10321"/>
                  </a:lnTo>
                  <a:lnTo>
                    <a:pt x="20807" y="8112"/>
                  </a:lnTo>
                  <a:lnTo>
                    <a:pt x="20807" y="6048"/>
                  </a:lnTo>
                  <a:lnTo>
                    <a:pt x="20786" y="4170"/>
                  </a:lnTo>
                  <a:lnTo>
                    <a:pt x="20745" y="2580"/>
                  </a:lnTo>
                  <a:lnTo>
                    <a:pt x="20724" y="1899"/>
                  </a:lnTo>
                  <a:lnTo>
                    <a:pt x="20683" y="1321"/>
                  </a:lnTo>
                  <a:lnTo>
                    <a:pt x="20642" y="826"/>
                  </a:lnTo>
                  <a:lnTo>
                    <a:pt x="20580" y="454"/>
                  </a:lnTo>
                  <a:lnTo>
                    <a:pt x="20518" y="186"/>
                  </a:lnTo>
                  <a:lnTo>
                    <a:pt x="20497" y="103"/>
                  </a:lnTo>
                  <a:lnTo>
                    <a:pt x="20456" y="62"/>
                  </a:lnTo>
                  <a:lnTo>
                    <a:pt x="20394" y="42"/>
                  </a:lnTo>
                  <a:lnTo>
                    <a:pt x="20311" y="21"/>
                  </a:lnTo>
                  <a:lnTo>
                    <a:pt x="200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8" name="Google Shape;878;p27"/>
            <p:cNvSpPr/>
            <p:nvPr/>
          </p:nvSpPr>
          <p:spPr>
            <a:xfrm>
              <a:off x="5121200" y="3755375"/>
              <a:ext cx="696675" cy="1105875"/>
            </a:xfrm>
            <a:custGeom>
              <a:avLst/>
              <a:gdLst/>
              <a:ahLst/>
              <a:cxnLst/>
              <a:rect l="l" t="t" r="r" b="b"/>
              <a:pathLst>
                <a:path w="27867" h="44235" extrusionOk="0">
                  <a:moveTo>
                    <a:pt x="27867" y="1"/>
                  </a:moveTo>
                  <a:lnTo>
                    <a:pt x="27846" y="145"/>
                  </a:lnTo>
                  <a:lnTo>
                    <a:pt x="27784" y="537"/>
                  </a:lnTo>
                  <a:lnTo>
                    <a:pt x="27578" y="2106"/>
                  </a:lnTo>
                  <a:lnTo>
                    <a:pt x="27454" y="3241"/>
                  </a:lnTo>
                  <a:lnTo>
                    <a:pt x="27351" y="3902"/>
                  </a:lnTo>
                  <a:lnTo>
                    <a:pt x="27206" y="4583"/>
                  </a:lnTo>
                  <a:lnTo>
                    <a:pt x="26938" y="6131"/>
                  </a:lnTo>
                  <a:lnTo>
                    <a:pt x="26773" y="6957"/>
                  </a:lnTo>
                  <a:lnTo>
                    <a:pt x="26566" y="7824"/>
                  </a:lnTo>
                  <a:lnTo>
                    <a:pt x="26112" y="9702"/>
                  </a:lnTo>
                  <a:lnTo>
                    <a:pt x="25968" y="10198"/>
                  </a:lnTo>
                  <a:lnTo>
                    <a:pt x="25823" y="10693"/>
                  </a:lnTo>
                  <a:lnTo>
                    <a:pt x="25513" y="11704"/>
                  </a:lnTo>
                  <a:lnTo>
                    <a:pt x="25348" y="12220"/>
                  </a:lnTo>
                  <a:lnTo>
                    <a:pt x="25183" y="12757"/>
                  </a:lnTo>
                  <a:lnTo>
                    <a:pt x="24812" y="13830"/>
                  </a:lnTo>
                  <a:lnTo>
                    <a:pt x="23986" y="16039"/>
                  </a:lnTo>
                  <a:lnTo>
                    <a:pt x="23511" y="17174"/>
                  </a:lnTo>
                  <a:lnTo>
                    <a:pt x="22995" y="18330"/>
                  </a:lnTo>
                  <a:lnTo>
                    <a:pt x="22459" y="19486"/>
                  </a:lnTo>
                  <a:lnTo>
                    <a:pt x="21881" y="20663"/>
                  </a:lnTo>
                  <a:lnTo>
                    <a:pt x="21261" y="21860"/>
                  </a:lnTo>
                  <a:lnTo>
                    <a:pt x="20621" y="23057"/>
                  </a:lnTo>
                  <a:lnTo>
                    <a:pt x="19920" y="24234"/>
                  </a:lnTo>
                  <a:lnTo>
                    <a:pt x="19197" y="25431"/>
                  </a:lnTo>
                  <a:lnTo>
                    <a:pt x="18434" y="26607"/>
                  </a:lnTo>
                  <a:lnTo>
                    <a:pt x="17670" y="27743"/>
                  </a:lnTo>
                  <a:lnTo>
                    <a:pt x="16865" y="28837"/>
                  </a:lnTo>
                  <a:lnTo>
                    <a:pt x="16060" y="29910"/>
                  </a:lnTo>
                  <a:lnTo>
                    <a:pt x="15255" y="30921"/>
                  </a:lnTo>
                  <a:lnTo>
                    <a:pt x="14429" y="31933"/>
                  </a:lnTo>
                  <a:lnTo>
                    <a:pt x="13624" y="32882"/>
                  </a:lnTo>
                  <a:lnTo>
                    <a:pt x="12798" y="33811"/>
                  </a:lnTo>
                  <a:lnTo>
                    <a:pt x="11168" y="35504"/>
                  </a:lnTo>
                  <a:lnTo>
                    <a:pt x="10363" y="36309"/>
                  </a:lnTo>
                  <a:lnTo>
                    <a:pt x="9950" y="36680"/>
                  </a:lnTo>
                  <a:lnTo>
                    <a:pt x="9537" y="37052"/>
                  </a:lnTo>
                  <a:lnTo>
                    <a:pt x="8773" y="37774"/>
                  </a:lnTo>
                  <a:lnTo>
                    <a:pt x="8381" y="38125"/>
                  </a:lnTo>
                  <a:lnTo>
                    <a:pt x="8010" y="38455"/>
                  </a:lnTo>
                  <a:lnTo>
                    <a:pt x="6503" y="39673"/>
                  </a:lnTo>
                  <a:lnTo>
                    <a:pt x="5822" y="40251"/>
                  </a:lnTo>
                  <a:lnTo>
                    <a:pt x="5141" y="40767"/>
                  </a:lnTo>
                  <a:lnTo>
                    <a:pt x="3861" y="41675"/>
                  </a:lnTo>
                  <a:lnTo>
                    <a:pt x="3303" y="42088"/>
                  </a:lnTo>
                  <a:lnTo>
                    <a:pt x="2767" y="42460"/>
                  </a:lnTo>
                  <a:lnTo>
                    <a:pt x="1797" y="43079"/>
                  </a:lnTo>
                  <a:lnTo>
                    <a:pt x="476" y="43925"/>
                  </a:lnTo>
                  <a:lnTo>
                    <a:pt x="125" y="44152"/>
                  </a:lnTo>
                  <a:lnTo>
                    <a:pt x="1" y="44235"/>
                  </a:lnTo>
                  <a:lnTo>
                    <a:pt x="145" y="44173"/>
                  </a:lnTo>
                  <a:lnTo>
                    <a:pt x="496" y="43967"/>
                  </a:lnTo>
                  <a:lnTo>
                    <a:pt x="1859" y="43162"/>
                  </a:lnTo>
                  <a:lnTo>
                    <a:pt x="2829" y="42563"/>
                  </a:lnTo>
                  <a:lnTo>
                    <a:pt x="3365" y="42192"/>
                  </a:lnTo>
                  <a:lnTo>
                    <a:pt x="3943" y="41779"/>
                  </a:lnTo>
                  <a:lnTo>
                    <a:pt x="5223" y="40891"/>
                  </a:lnTo>
                  <a:lnTo>
                    <a:pt x="5925" y="40375"/>
                  </a:lnTo>
                  <a:lnTo>
                    <a:pt x="6627" y="39818"/>
                  </a:lnTo>
                  <a:lnTo>
                    <a:pt x="8134" y="38600"/>
                  </a:lnTo>
                  <a:lnTo>
                    <a:pt x="8505" y="38270"/>
                  </a:lnTo>
                  <a:lnTo>
                    <a:pt x="8897" y="37919"/>
                  </a:lnTo>
                  <a:lnTo>
                    <a:pt x="9682" y="37217"/>
                  </a:lnTo>
                  <a:lnTo>
                    <a:pt x="10094" y="36845"/>
                  </a:lnTo>
                  <a:lnTo>
                    <a:pt x="10507" y="36474"/>
                  </a:lnTo>
                  <a:lnTo>
                    <a:pt x="11312" y="35669"/>
                  </a:lnTo>
                  <a:lnTo>
                    <a:pt x="12964" y="33956"/>
                  </a:lnTo>
                  <a:lnTo>
                    <a:pt x="13789" y="33047"/>
                  </a:lnTo>
                  <a:lnTo>
                    <a:pt x="14615" y="32077"/>
                  </a:lnTo>
                  <a:lnTo>
                    <a:pt x="15441" y="31087"/>
                  </a:lnTo>
                  <a:lnTo>
                    <a:pt x="16266" y="30054"/>
                  </a:lnTo>
                  <a:lnTo>
                    <a:pt x="17071" y="28981"/>
                  </a:lnTo>
                  <a:lnTo>
                    <a:pt x="17856" y="27887"/>
                  </a:lnTo>
                  <a:lnTo>
                    <a:pt x="18640" y="26731"/>
                  </a:lnTo>
                  <a:lnTo>
                    <a:pt x="19424" y="25575"/>
                  </a:lnTo>
                  <a:lnTo>
                    <a:pt x="20147" y="24378"/>
                  </a:lnTo>
                  <a:lnTo>
                    <a:pt x="20828" y="23160"/>
                  </a:lnTo>
                  <a:lnTo>
                    <a:pt x="21488" y="21963"/>
                  </a:lnTo>
                  <a:lnTo>
                    <a:pt x="22087" y="20787"/>
                  </a:lnTo>
                  <a:lnTo>
                    <a:pt x="22665" y="19589"/>
                  </a:lnTo>
                  <a:lnTo>
                    <a:pt x="23222" y="18433"/>
                  </a:lnTo>
                  <a:lnTo>
                    <a:pt x="23718" y="17278"/>
                  </a:lnTo>
                  <a:lnTo>
                    <a:pt x="24192" y="16122"/>
                  </a:lnTo>
                  <a:lnTo>
                    <a:pt x="25018" y="13892"/>
                  </a:lnTo>
                  <a:lnTo>
                    <a:pt x="25390" y="12819"/>
                  </a:lnTo>
                  <a:lnTo>
                    <a:pt x="25555" y="12282"/>
                  </a:lnTo>
                  <a:lnTo>
                    <a:pt x="25699" y="11766"/>
                  </a:lnTo>
                  <a:lnTo>
                    <a:pt x="26009" y="10734"/>
                  </a:lnTo>
                  <a:lnTo>
                    <a:pt x="26153" y="10239"/>
                  </a:lnTo>
                  <a:lnTo>
                    <a:pt x="26298" y="9743"/>
                  </a:lnTo>
                  <a:lnTo>
                    <a:pt x="26731" y="7865"/>
                  </a:lnTo>
                  <a:lnTo>
                    <a:pt x="26938" y="6998"/>
                  </a:lnTo>
                  <a:lnTo>
                    <a:pt x="27103" y="6152"/>
                  </a:lnTo>
                  <a:lnTo>
                    <a:pt x="27351" y="4604"/>
                  </a:lnTo>
                  <a:lnTo>
                    <a:pt x="27474" y="3902"/>
                  </a:lnTo>
                  <a:lnTo>
                    <a:pt x="27578" y="3262"/>
                  </a:lnTo>
                  <a:lnTo>
                    <a:pt x="27681" y="2127"/>
                  </a:lnTo>
                  <a:lnTo>
                    <a:pt x="27825" y="558"/>
                  </a:lnTo>
                  <a:lnTo>
                    <a:pt x="27867" y="145"/>
                  </a:lnTo>
                  <a:lnTo>
                    <a:pt x="278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9" name="Google Shape;879;p27"/>
            <p:cNvSpPr/>
            <p:nvPr/>
          </p:nvSpPr>
          <p:spPr>
            <a:xfrm>
              <a:off x="5003550" y="2905475"/>
              <a:ext cx="652800" cy="1403125"/>
            </a:xfrm>
            <a:custGeom>
              <a:avLst/>
              <a:gdLst/>
              <a:ahLst/>
              <a:cxnLst/>
              <a:rect l="l" t="t" r="r" b="b"/>
              <a:pathLst>
                <a:path w="26112" h="56125" extrusionOk="0">
                  <a:moveTo>
                    <a:pt x="6771" y="1"/>
                  </a:moveTo>
                  <a:lnTo>
                    <a:pt x="6420" y="21"/>
                  </a:lnTo>
                  <a:lnTo>
                    <a:pt x="6090" y="63"/>
                  </a:lnTo>
                  <a:lnTo>
                    <a:pt x="5760" y="124"/>
                  </a:lnTo>
                  <a:lnTo>
                    <a:pt x="5450" y="186"/>
                  </a:lnTo>
                  <a:lnTo>
                    <a:pt x="5120" y="290"/>
                  </a:lnTo>
                  <a:lnTo>
                    <a:pt x="4810" y="393"/>
                  </a:lnTo>
                  <a:lnTo>
                    <a:pt x="4500" y="496"/>
                  </a:lnTo>
                  <a:lnTo>
                    <a:pt x="4191" y="620"/>
                  </a:lnTo>
                  <a:lnTo>
                    <a:pt x="3902" y="764"/>
                  </a:lnTo>
                  <a:lnTo>
                    <a:pt x="3613" y="929"/>
                  </a:lnTo>
                  <a:lnTo>
                    <a:pt x="3324" y="1095"/>
                  </a:lnTo>
                  <a:lnTo>
                    <a:pt x="3056" y="1280"/>
                  </a:lnTo>
                  <a:lnTo>
                    <a:pt x="2787" y="1466"/>
                  </a:lnTo>
                  <a:lnTo>
                    <a:pt x="2519" y="1673"/>
                  </a:lnTo>
                  <a:lnTo>
                    <a:pt x="2271" y="1900"/>
                  </a:lnTo>
                  <a:lnTo>
                    <a:pt x="2044" y="2127"/>
                  </a:lnTo>
                  <a:lnTo>
                    <a:pt x="1817" y="2374"/>
                  </a:lnTo>
                  <a:lnTo>
                    <a:pt x="1590" y="2622"/>
                  </a:lnTo>
                  <a:lnTo>
                    <a:pt x="1404" y="2890"/>
                  </a:lnTo>
                  <a:lnTo>
                    <a:pt x="1198" y="3159"/>
                  </a:lnTo>
                  <a:lnTo>
                    <a:pt x="1012" y="3427"/>
                  </a:lnTo>
                  <a:lnTo>
                    <a:pt x="847" y="3737"/>
                  </a:lnTo>
                  <a:lnTo>
                    <a:pt x="702" y="4026"/>
                  </a:lnTo>
                  <a:lnTo>
                    <a:pt x="558" y="4335"/>
                  </a:lnTo>
                  <a:lnTo>
                    <a:pt x="434" y="4666"/>
                  </a:lnTo>
                  <a:lnTo>
                    <a:pt x="331" y="4975"/>
                  </a:lnTo>
                  <a:lnTo>
                    <a:pt x="228" y="5305"/>
                  </a:lnTo>
                  <a:lnTo>
                    <a:pt x="145" y="5656"/>
                  </a:lnTo>
                  <a:lnTo>
                    <a:pt x="83" y="6007"/>
                  </a:lnTo>
                  <a:lnTo>
                    <a:pt x="42" y="6358"/>
                  </a:lnTo>
                  <a:lnTo>
                    <a:pt x="21" y="6730"/>
                  </a:lnTo>
                  <a:lnTo>
                    <a:pt x="1" y="6833"/>
                  </a:lnTo>
                  <a:lnTo>
                    <a:pt x="1" y="7473"/>
                  </a:lnTo>
                  <a:lnTo>
                    <a:pt x="21" y="8113"/>
                  </a:lnTo>
                  <a:lnTo>
                    <a:pt x="63" y="8753"/>
                  </a:lnTo>
                  <a:lnTo>
                    <a:pt x="145" y="9392"/>
                  </a:lnTo>
                  <a:lnTo>
                    <a:pt x="248" y="10032"/>
                  </a:lnTo>
                  <a:lnTo>
                    <a:pt x="393" y="10672"/>
                  </a:lnTo>
                  <a:lnTo>
                    <a:pt x="558" y="11291"/>
                  </a:lnTo>
                  <a:lnTo>
                    <a:pt x="744" y="11911"/>
                  </a:lnTo>
                  <a:lnTo>
                    <a:pt x="950" y="12530"/>
                  </a:lnTo>
                  <a:lnTo>
                    <a:pt x="1177" y="13149"/>
                  </a:lnTo>
                  <a:lnTo>
                    <a:pt x="1425" y="13748"/>
                  </a:lnTo>
                  <a:lnTo>
                    <a:pt x="1693" y="14346"/>
                  </a:lnTo>
                  <a:lnTo>
                    <a:pt x="1962" y="14945"/>
                  </a:lnTo>
                  <a:lnTo>
                    <a:pt x="2251" y="15544"/>
                  </a:lnTo>
                  <a:lnTo>
                    <a:pt x="2870" y="16699"/>
                  </a:lnTo>
                  <a:lnTo>
                    <a:pt x="3489" y="17835"/>
                  </a:lnTo>
                  <a:lnTo>
                    <a:pt x="4150" y="18949"/>
                  </a:lnTo>
                  <a:lnTo>
                    <a:pt x="5471" y="21199"/>
                  </a:lnTo>
                  <a:lnTo>
                    <a:pt x="6111" y="22334"/>
                  </a:lnTo>
                  <a:lnTo>
                    <a:pt x="6730" y="23470"/>
                  </a:lnTo>
                  <a:lnTo>
                    <a:pt x="7019" y="24048"/>
                  </a:lnTo>
                  <a:lnTo>
                    <a:pt x="7308" y="24626"/>
                  </a:lnTo>
                  <a:lnTo>
                    <a:pt x="7576" y="25224"/>
                  </a:lnTo>
                  <a:lnTo>
                    <a:pt x="7824" y="25823"/>
                  </a:lnTo>
                  <a:lnTo>
                    <a:pt x="8009" y="26318"/>
                  </a:lnTo>
                  <a:lnTo>
                    <a:pt x="8195" y="26834"/>
                  </a:lnTo>
                  <a:lnTo>
                    <a:pt x="8360" y="27330"/>
                  </a:lnTo>
                  <a:lnTo>
                    <a:pt x="8526" y="27846"/>
                  </a:lnTo>
                  <a:lnTo>
                    <a:pt x="8670" y="28362"/>
                  </a:lnTo>
                  <a:lnTo>
                    <a:pt x="8815" y="28878"/>
                  </a:lnTo>
                  <a:lnTo>
                    <a:pt x="8918" y="29394"/>
                  </a:lnTo>
                  <a:lnTo>
                    <a:pt x="9042" y="29930"/>
                  </a:lnTo>
                  <a:lnTo>
                    <a:pt x="9227" y="30983"/>
                  </a:lnTo>
                  <a:lnTo>
                    <a:pt x="9351" y="32036"/>
                  </a:lnTo>
                  <a:lnTo>
                    <a:pt x="9434" y="33109"/>
                  </a:lnTo>
                  <a:lnTo>
                    <a:pt x="9475" y="34183"/>
                  </a:lnTo>
                  <a:lnTo>
                    <a:pt x="9454" y="35256"/>
                  </a:lnTo>
                  <a:lnTo>
                    <a:pt x="9392" y="36309"/>
                  </a:lnTo>
                  <a:lnTo>
                    <a:pt x="9289" y="37382"/>
                  </a:lnTo>
                  <a:lnTo>
                    <a:pt x="9124" y="38435"/>
                  </a:lnTo>
                  <a:lnTo>
                    <a:pt x="9042" y="38971"/>
                  </a:lnTo>
                  <a:lnTo>
                    <a:pt x="8918" y="39487"/>
                  </a:lnTo>
                  <a:lnTo>
                    <a:pt x="8815" y="40003"/>
                  </a:lnTo>
                  <a:lnTo>
                    <a:pt x="8670" y="40519"/>
                  </a:lnTo>
                  <a:lnTo>
                    <a:pt x="8526" y="41035"/>
                  </a:lnTo>
                  <a:lnTo>
                    <a:pt x="8360" y="41551"/>
                  </a:lnTo>
                  <a:lnTo>
                    <a:pt x="8195" y="42068"/>
                  </a:lnTo>
                  <a:lnTo>
                    <a:pt x="8009" y="42563"/>
                  </a:lnTo>
                  <a:lnTo>
                    <a:pt x="7493" y="43843"/>
                  </a:lnTo>
                  <a:lnTo>
                    <a:pt x="6977" y="45164"/>
                  </a:lnTo>
                  <a:lnTo>
                    <a:pt x="6709" y="45804"/>
                  </a:lnTo>
                  <a:lnTo>
                    <a:pt x="6482" y="46464"/>
                  </a:lnTo>
                  <a:lnTo>
                    <a:pt x="6255" y="47125"/>
                  </a:lnTo>
                  <a:lnTo>
                    <a:pt x="6069" y="47785"/>
                  </a:lnTo>
                  <a:lnTo>
                    <a:pt x="5925" y="48446"/>
                  </a:lnTo>
                  <a:lnTo>
                    <a:pt x="5822" y="49106"/>
                  </a:lnTo>
                  <a:lnTo>
                    <a:pt x="5780" y="49436"/>
                  </a:lnTo>
                  <a:lnTo>
                    <a:pt x="5760" y="49746"/>
                  </a:lnTo>
                  <a:lnTo>
                    <a:pt x="5760" y="50076"/>
                  </a:lnTo>
                  <a:lnTo>
                    <a:pt x="5780" y="50407"/>
                  </a:lnTo>
                  <a:lnTo>
                    <a:pt x="5801" y="50737"/>
                  </a:lnTo>
                  <a:lnTo>
                    <a:pt x="5842" y="51067"/>
                  </a:lnTo>
                  <a:lnTo>
                    <a:pt x="5904" y="51377"/>
                  </a:lnTo>
                  <a:lnTo>
                    <a:pt x="5987" y="51707"/>
                  </a:lnTo>
                  <a:lnTo>
                    <a:pt x="6090" y="52037"/>
                  </a:lnTo>
                  <a:lnTo>
                    <a:pt x="6214" y="52347"/>
                  </a:lnTo>
                  <a:lnTo>
                    <a:pt x="6358" y="52677"/>
                  </a:lnTo>
                  <a:lnTo>
                    <a:pt x="6523" y="52987"/>
                  </a:lnTo>
                  <a:lnTo>
                    <a:pt x="6750" y="53358"/>
                  </a:lnTo>
                  <a:lnTo>
                    <a:pt x="7019" y="53709"/>
                  </a:lnTo>
                  <a:lnTo>
                    <a:pt x="7287" y="54039"/>
                  </a:lnTo>
                  <a:lnTo>
                    <a:pt x="7576" y="54328"/>
                  </a:lnTo>
                  <a:lnTo>
                    <a:pt x="7886" y="54617"/>
                  </a:lnTo>
                  <a:lnTo>
                    <a:pt x="8216" y="54865"/>
                  </a:lnTo>
                  <a:lnTo>
                    <a:pt x="8567" y="55113"/>
                  </a:lnTo>
                  <a:lnTo>
                    <a:pt x="8938" y="55319"/>
                  </a:lnTo>
                  <a:lnTo>
                    <a:pt x="9310" y="55505"/>
                  </a:lnTo>
                  <a:lnTo>
                    <a:pt x="9702" y="55670"/>
                  </a:lnTo>
                  <a:lnTo>
                    <a:pt x="10094" y="55794"/>
                  </a:lnTo>
                  <a:lnTo>
                    <a:pt x="10507" y="55918"/>
                  </a:lnTo>
                  <a:lnTo>
                    <a:pt x="10920" y="56000"/>
                  </a:lnTo>
                  <a:lnTo>
                    <a:pt x="11353" y="56062"/>
                  </a:lnTo>
                  <a:lnTo>
                    <a:pt x="11787" y="56104"/>
                  </a:lnTo>
                  <a:lnTo>
                    <a:pt x="12220" y="56124"/>
                  </a:lnTo>
                  <a:lnTo>
                    <a:pt x="12551" y="56104"/>
                  </a:lnTo>
                  <a:lnTo>
                    <a:pt x="12881" y="56083"/>
                  </a:lnTo>
                  <a:lnTo>
                    <a:pt x="13335" y="56042"/>
                  </a:lnTo>
                  <a:lnTo>
                    <a:pt x="13768" y="55959"/>
                  </a:lnTo>
                  <a:lnTo>
                    <a:pt x="14202" y="55856"/>
                  </a:lnTo>
                  <a:lnTo>
                    <a:pt x="14615" y="55732"/>
                  </a:lnTo>
                  <a:lnTo>
                    <a:pt x="15007" y="55608"/>
                  </a:lnTo>
                  <a:lnTo>
                    <a:pt x="15399" y="55443"/>
                  </a:lnTo>
                  <a:lnTo>
                    <a:pt x="15771" y="55278"/>
                  </a:lnTo>
                  <a:lnTo>
                    <a:pt x="16142" y="55072"/>
                  </a:lnTo>
                  <a:lnTo>
                    <a:pt x="16493" y="54865"/>
                  </a:lnTo>
                  <a:lnTo>
                    <a:pt x="16844" y="54638"/>
                  </a:lnTo>
                  <a:lnTo>
                    <a:pt x="17174" y="54390"/>
                  </a:lnTo>
                  <a:lnTo>
                    <a:pt x="17504" y="54143"/>
                  </a:lnTo>
                  <a:lnTo>
                    <a:pt x="17814" y="53874"/>
                  </a:lnTo>
                  <a:lnTo>
                    <a:pt x="18124" y="53585"/>
                  </a:lnTo>
                  <a:lnTo>
                    <a:pt x="18413" y="53296"/>
                  </a:lnTo>
                  <a:lnTo>
                    <a:pt x="18722" y="52987"/>
                  </a:lnTo>
                  <a:lnTo>
                    <a:pt x="19280" y="52347"/>
                  </a:lnTo>
                  <a:lnTo>
                    <a:pt x="19816" y="51666"/>
                  </a:lnTo>
                  <a:lnTo>
                    <a:pt x="20312" y="50964"/>
                  </a:lnTo>
                  <a:lnTo>
                    <a:pt x="20807" y="50241"/>
                  </a:lnTo>
                  <a:lnTo>
                    <a:pt x="21282" y="49498"/>
                  </a:lnTo>
                  <a:lnTo>
                    <a:pt x="21736" y="48735"/>
                  </a:lnTo>
                  <a:lnTo>
                    <a:pt x="22623" y="47228"/>
                  </a:lnTo>
                  <a:lnTo>
                    <a:pt x="22954" y="46609"/>
                  </a:lnTo>
                  <a:lnTo>
                    <a:pt x="23305" y="45927"/>
                  </a:lnTo>
                  <a:lnTo>
                    <a:pt x="23614" y="45246"/>
                  </a:lnTo>
                  <a:lnTo>
                    <a:pt x="23924" y="44524"/>
                  </a:lnTo>
                  <a:lnTo>
                    <a:pt x="24234" y="43760"/>
                  </a:lnTo>
                  <a:lnTo>
                    <a:pt x="24522" y="42996"/>
                  </a:lnTo>
                  <a:lnTo>
                    <a:pt x="24770" y="42212"/>
                  </a:lnTo>
                  <a:lnTo>
                    <a:pt x="25018" y="41428"/>
                  </a:lnTo>
                  <a:lnTo>
                    <a:pt x="25245" y="40623"/>
                  </a:lnTo>
                  <a:lnTo>
                    <a:pt x="25451" y="39818"/>
                  </a:lnTo>
                  <a:lnTo>
                    <a:pt x="25637" y="39013"/>
                  </a:lnTo>
                  <a:lnTo>
                    <a:pt x="25782" y="38228"/>
                  </a:lnTo>
                  <a:lnTo>
                    <a:pt x="25905" y="37444"/>
                  </a:lnTo>
                  <a:lnTo>
                    <a:pt x="26009" y="36680"/>
                  </a:lnTo>
                  <a:lnTo>
                    <a:pt x="26071" y="35916"/>
                  </a:lnTo>
                  <a:lnTo>
                    <a:pt x="26091" y="35194"/>
                  </a:lnTo>
                  <a:lnTo>
                    <a:pt x="26112" y="33749"/>
                  </a:lnTo>
                  <a:lnTo>
                    <a:pt x="26112" y="32304"/>
                  </a:lnTo>
                  <a:lnTo>
                    <a:pt x="26050" y="30901"/>
                  </a:lnTo>
                  <a:lnTo>
                    <a:pt x="25967" y="29497"/>
                  </a:lnTo>
                  <a:lnTo>
                    <a:pt x="25864" y="28114"/>
                  </a:lnTo>
                  <a:lnTo>
                    <a:pt x="25720" y="26731"/>
                  </a:lnTo>
                  <a:lnTo>
                    <a:pt x="25534" y="25369"/>
                  </a:lnTo>
                  <a:lnTo>
                    <a:pt x="25307" y="24006"/>
                  </a:lnTo>
                  <a:lnTo>
                    <a:pt x="25039" y="22665"/>
                  </a:lnTo>
                  <a:lnTo>
                    <a:pt x="24750" y="21323"/>
                  </a:lnTo>
                  <a:lnTo>
                    <a:pt x="24419" y="19981"/>
                  </a:lnTo>
                  <a:lnTo>
                    <a:pt x="24048" y="18640"/>
                  </a:lnTo>
                  <a:lnTo>
                    <a:pt x="23635" y="17298"/>
                  </a:lnTo>
                  <a:lnTo>
                    <a:pt x="23181" y="15956"/>
                  </a:lnTo>
                  <a:lnTo>
                    <a:pt x="22706" y="14615"/>
                  </a:lnTo>
                  <a:lnTo>
                    <a:pt x="22169" y="13252"/>
                  </a:lnTo>
                  <a:lnTo>
                    <a:pt x="21963" y="12757"/>
                  </a:lnTo>
                  <a:lnTo>
                    <a:pt x="21736" y="12241"/>
                  </a:lnTo>
                  <a:lnTo>
                    <a:pt x="21488" y="11746"/>
                  </a:lnTo>
                  <a:lnTo>
                    <a:pt x="21241" y="11250"/>
                  </a:lnTo>
                  <a:lnTo>
                    <a:pt x="20972" y="10755"/>
                  </a:lnTo>
                  <a:lnTo>
                    <a:pt x="20683" y="10259"/>
                  </a:lnTo>
                  <a:lnTo>
                    <a:pt x="20394" y="9785"/>
                  </a:lnTo>
                  <a:lnTo>
                    <a:pt x="20085" y="9289"/>
                  </a:lnTo>
                  <a:lnTo>
                    <a:pt x="19754" y="8814"/>
                  </a:lnTo>
                  <a:lnTo>
                    <a:pt x="19424" y="8360"/>
                  </a:lnTo>
                  <a:lnTo>
                    <a:pt x="19073" y="7886"/>
                  </a:lnTo>
                  <a:lnTo>
                    <a:pt x="18722" y="7431"/>
                  </a:lnTo>
                  <a:lnTo>
                    <a:pt x="18351" y="6998"/>
                  </a:lnTo>
                  <a:lnTo>
                    <a:pt x="17979" y="6544"/>
                  </a:lnTo>
                  <a:lnTo>
                    <a:pt x="17587" y="6110"/>
                  </a:lnTo>
                  <a:lnTo>
                    <a:pt x="17195" y="5698"/>
                  </a:lnTo>
                  <a:lnTo>
                    <a:pt x="16782" y="5285"/>
                  </a:lnTo>
                  <a:lnTo>
                    <a:pt x="16369" y="4872"/>
                  </a:lnTo>
                  <a:lnTo>
                    <a:pt x="15936" y="4480"/>
                  </a:lnTo>
                  <a:lnTo>
                    <a:pt x="15502" y="4108"/>
                  </a:lnTo>
                  <a:lnTo>
                    <a:pt x="15069" y="3737"/>
                  </a:lnTo>
                  <a:lnTo>
                    <a:pt x="14615" y="3365"/>
                  </a:lnTo>
                  <a:lnTo>
                    <a:pt x="14161" y="3014"/>
                  </a:lnTo>
                  <a:lnTo>
                    <a:pt x="13686" y="2684"/>
                  </a:lnTo>
                  <a:lnTo>
                    <a:pt x="13211" y="2354"/>
                  </a:lnTo>
                  <a:lnTo>
                    <a:pt x="12736" y="2044"/>
                  </a:lnTo>
                  <a:lnTo>
                    <a:pt x="12241" y="1755"/>
                  </a:lnTo>
                  <a:lnTo>
                    <a:pt x="11746" y="1487"/>
                  </a:lnTo>
                  <a:lnTo>
                    <a:pt x="11250" y="1218"/>
                  </a:lnTo>
                  <a:lnTo>
                    <a:pt x="10755" y="971"/>
                  </a:lnTo>
                  <a:lnTo>
                    <a:pt x="10239" y="723"/>
                  </a:lnTo>
                  <a:lnTo>
                    <a:pt x="9723" y="517"/>
                  </a:lnTo>
                  <a:lnTo>
                    <a:pt x="9392" y="393"/>
                  </a:lnTo>
                  <a:lnTo>
                    <a:pt x="9062" y="290"/>
                  </a:lnTo>
                  <a:lnTo>
                    <a:pt x="8732" y="186"/>
                  </a:lnTo>
                  <a:lnTo>
                    <a:pt x="8422" y="124"/>
                  </a:lnTo>
                  <a:lnTo>
                    <a:pt x="8092" y="63"/>
                  </a:lnTo>
                  <a:lnTo>
                    <a:pt x="7762" y="21"/>
                  </a:lnTo>
                  <a:lnTo>
                    <a:pt x="7432" y="1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0" name="Google Shape;880;p27"/>
            <p:cNvSpPr/>
            <p:nvPr/>
          </p:nvSpPr>
          <p:spPr>
            <a:xfrm>
              <a:off x="5003550" y="2905475"/>
              <a:ext cx="652800" cy="1403125"/>
            </a:xfrm>
            <a:custGeom>
              <a:avLst/>
              <a:gdLst/>
              <a:ahLst/>
              <a:cxnLst/>
              <a:rect l="l" t="t" r="r" b="b"/>
              <a:pathLst>
                <a:path w="26112" h="56125" fill="none" extrusionOk="0">
                  <a:moveTo>
                    <a:pt x="7101" y="1"/>
                  </a:moveTo>
                  <a:lnTo>
                    <a:pt x="7101" y="1"/>
                  </a:lnTo>
                  <a:lnTo>
                    <a:pt x="6771" y="1"/>
                  </a:lnTo>
                  <a:lnTo>
                    <a:pt x="6420" y="21"/>
                  </a:lnTo>
                  <a:lnTo>
                    <a:pt x="6090" y="63"/>
                  </a:lnTo>
                  <a:lnTo>
                    <a:pt x="5760" y="124"/>
                  </a:lnTo>
                  <a:lnTo>
                    <a:pt x="5450" y="186"/>
                  </a:lnTo>
                  <a:lnTo>
                    <a:pt x="5120" y="290"/>
                  </a:lnTo>
                  <a:lnTo>
                    <a:pt x="4810" y="393"/>
                  </a:lnTo>
                  <a:lnTo>
                    <a:pt x="4500" y="496"/>
                  </a:lnTo>
                  <a:lnTo>
                    <a:pt x="4191" y="620"/>
                  </a:lnTo>
                  <a:lnTo>
                    <a:pt x="3902" y="764"/>
                  </a:lnTo>
                  <a:lnTo>
                    <a:pt x="3613" y="929"/>
                  </a:lnTo>
                  <a:lnTo>
                    <a:pt x="3324" y="1095"/>
                  </a:lnTo>
                  <a:lnTo>
                    <a:pt x="3056" y="1280"/>
                  </a:lnTo>
                  <a:lnTo>
                    <a:pt x="2787" y="1466"/>
                  </a:lnTo>
                  <a:lnTo>
                    <a:pt x="2519" y="1673"/>
                  </a:lnTo>
                  <a:lnTo>
                    <a:pt x="2271" y="1900"/>
                  </a:lnTo>
                  <a:lnTo>
                    <a:pt x="2044" y="2127"/>
                  </a:lnTo>
                  <a:lnTo>
                    <a:pt x="1817" y="2374"/>
                  </a:lnTo>
                  <a:lnTo>
                    <a:pt x="1590" y="2622"/>
                  </a:lnTo>
                  <a:lnTo>
                    <a:pt x="1404" y="2890"/>
                  </a:lnTo>
                  <a:lnTo>
                    <a:pt x="1198" y="3159"/>
                  </a:lnTo>
                  <a:lnTo>
                    <a:pt x="1012" y="3427"/>
                  </a:lnTo>
                  <a:lnTo>
                    <a:pt x="847" y="3737"/>
                  </a:lnTo>
                  <a:lnTo>
                    <a:pt x="702" y="4026"/>
                  </a:lnTo>
                  <a:lnTo>
                    <a:pt x="558" y="4335"/>
                  </a:lnTo>
                  <a:lnTo>
                    <a:pt x="434" y="4666"/>
                  </a:lnTo>
                  <a:lnTo>
                    <a:pt x="331" y="4975"/>
                  </a:lnTo>
                  <a:lnTo>
                    <a:pt x="228" y="5305"/>
                  </a:lnTo>
                  <a:lnTo>
                    <a:pt x="145" y="5656"/>
                  </a:lnTo>
                  <a:lnTo>
                    <a:pt x="83" y="6007"/>
                  </a:lnTo>
                  <a:lnTo>
                    <a:pt x="42" y="6358"/>
                  </a:lnTo>
                  <a:lnTo>
                    <a:pt x="21" y="6730"/>
                  </a:lnTo>
                  <a:lnTo>
                    <a:pt x="21" y="6730"/>
                  </a:lnTo>
                  <a:lnTo>
                    <a:pt x="1" y="6833"/>
                  </a:lnTo>
                  <a:lnTo>
                    <a:pt x="1" y="6833"/>
                  </a:lnTo>
                  <a:lnTo>
                    <a:pt x="1" y="7473"/>
                  </a:lnTo>
                  <a:lnTo>
                    <a:pt x="21" y="8113"/>
                  </a:lnTo>
                  <a:lnTo>
                    <a:pt x="63" y="8753"/>
                  </a:lnTo>
                  <a:lnTo>
                    <a:pt x="145" y="9392"/>
                  </a:lnTo>
                  <a:lnTo>
                    <a:pt x="248" y="10032"/>
                  </a:lnTo>
                  <a:lnTo>
                    <a:pt x="393" y="10672"/>
                  </a:lnTo>
                  <a:lnTo>
                    <a:pt x="558" y="11291"/>
                  </a:lnTo>
                  <a:lnTo>
                    <a:pt x="744" y="11911"/>
                  </a:lnTo>
                  <a:lnTo>
                    <a:pt x="950" y="12530"/>
                  </a:lnTo>
                  <a:lnTo>
                    <a:pt x="1177" y="13149"/>
                  </a:lnTo>
                  <a:lnTo>
                    <a:pt x="1425" y="13748"/>
                  </a:lnTo>
                  <a:lnTo>
                    <a:pt x="1693" y="14346"/>
                  </a:lnTo>
                  <a:lnTo>
                    <a:pt x="1962" y="14945"/>
                  </a:lnTo>
                  <a:lnTo>
                    <a:pt x="2251" y="15544"/>
                  </a:lnTo>
                  <a:lnTo>
                    <a:pt x="2870" y="16699"/>
                  </a:lnTo>
                  <a:lnTo>
                    <a:pt x="2870" y="16699"/>
                  </a:lnTo>
                  <a:lnTo>
                    <a:pt x="3489" y="17835"/>
                  </a:lnTo>
                  <a:lnTo>
                    <a:pt x="4150" y="18949"/>
                  </a:lnTo>
                  <a:lnTo>
                    <a:pt x="5471" y="21199"/>
                  </a:lnTo>
                  <a:lnTo>
                    <a:pt x="6111" y="22334"/>
                  </a:lnTo>
                  <a:lnTo>
                    <a:pt x="6730" y="23470"/>
                  </a:lnTo>
                  <a:lnTo>
                    <a:pt x="7019" y="24048"/>
                  </a:lnTo>
                  <a:lnTo>
                    <a:pt x="7308" y="24626"/>
                  </a:lnTo>
                  <a:lnTo>
                    <a:pt x="7576" y="25224"/>
                  </a:lnTo>
                  <a:lnTo>
                    <a:pt x="7824" y="25823"/>
                  </a:lnTo>
                  <a:lnTo>
                    <a:pt x="7824" y="25823"/>
                  </a:lnTo>
                  <a:lnTo>
                    <a:pt x="8009" y="26318"/>
                  </a:lnTo>
                  <a:lnTo>
                    <a:pt x="8195" y="26834"/>
                  </a:lnTo>
                  <a:lnTo>
                    <a:pt x="8360" y="27330"/>
                  </a:lnTo>
                  <a:lnTo>
                    <a:pt x="8526" y="27846"/>
                  </a:lnTo>
                  <a:lnTo>
                    <a:pt x="8670" y="28362"/>
                  </a:lnTo>
                  <a:lnTo>
                    <a:pt x="8815" y="28878"/>
                  </a:lnTo>
                  <a:lnTo>
                    <a:pt x="8918" y="29394"/>
                  </a:lnTo>
                  <a:lnTo>
                    <a:pt x="9042" y="29930"/>
                  </a:lnTo>
                  <a:lnTo>
                    <a:pt x="9227" y="30983"/>
                  </a:lnTo>
                  <a:lnTo>
                    <a:pt x="9351" y="32036"/>
                  </a:lnTo>
                  <a:lnTo>
                    <a:pt x="9434" y="33109"/>
                  </a:lnTo>
                  <a:lnTo>
                    <a:pt x="9475" y="34183"/>
                  </a:lnTo>
                  <a:lnTo>
                    <a:pt x="9454" y="35256"/>
                  </a:lnTo>
                  <a:lnTo>
                    <a:pt x="9392" y="36309"/>
                  </a:lnTo>
                  <a:lnTo>
                    <a:pt x="9289" y="37382"/>
                  </a:lnTo>
                  <a:lnTo>
                    <a:pt x="9124" y="38435"/>
                  </a:lnTo>
                  <a:lnTo>
                    <a:pt x="9042" y="38971"/>
                  </a:lnTo>
                  <a:lnTo>
                    <a:pt x="8918" y="39487"/>
                  </a:lnTo>
                  <a:lnTo>
                    <a:pt x="8815" y="40003"/>
                  </a:lnTo>
                  <a:lnTo>
                    <a:pt x="8670" y="40519"/>
                  </a:lnTo>
                  <a:lnTo>
                    <a:pt x="8526" y="41035"/>
                  </a:lnTo>
                  <a:lnTo>
                    <a:pt x="8360" y="41551"/>
                  </a:lnTo>
                  <a:lnTo>
                    <a:pt x="8195" y="42068"/>
                  </a:lnTo>
                  <a:lnTo>
                    <a:pt x="8009" y="42563"/>
                  </a:lnTo>
                  <a:lnTo>
                    <a:pt x="8009" y="42563"/>
                  </a:lnTo>
                  <a:lnTo>
                    <a:pt x="7493" y="43843"/>
                  </a:lnTo>
                  <a:lnTo>
                    <a:pt x="6977" y="45164"/>
                  </a:lnTo>
                  <a:lnTo>
                    <a:pt x="6709" y="45804"/>
                  </a:lnTo>
                  <a:lnTo>
                    <a:pt x="6482" y="46464"/>
                  </a:lnTo>
                  <a:lnTo>
                    <a:pt x="6255" y="47125"/>
                  </a:lnTo>
                  <a:lnTo>
                    <a:pt x="6069" y="47785"/>
                  </a:lnTo>
                  <a:lnTo>
                    <a:pt x="5925" y="48446"/>
                  </a:lnTo>
                  <a:lnTo>
                    <a:pt x="5822" y="49106"/>
                  </a:lnTo>
                  <a:lnTo>
                    <a:pt x="5780" y="49436"/>
                  </a:lnTo>
                  <a:lnTo>
                    <a:pt x="5760" y="49746"/>
                  </a:lnTo>
                  <a:lnTo>
                    <a:pt x="5760" y="50076"/>
                  </a:lnTo>
                  <a:lnTo>
                    <a:pt x="5780" y="50407"/>
                  </a:lnTo>
                  <a:lnTo>
                    <a:pt x="5801" y="50737"/>
                  </a:lnTo>
                  <a:lnTo>
                    <a:pt x="5842" y="51067"/>
                  </a:lnTo>
                  <a:lnTo>
                    <a:pt x="5904" y="51377"/>
                  </a:lnTo>
                  <a:lnTo>
                    <a:pt x="5987" y="51707"/>
                  </a:lnTo>
                  <a:lnTo>
                    <a:pt x="6090" y="52037"/>
                  </a:lnTo>
                  <a:lnTo>
                    <a:pt x="6214" y="52347"/>
                  </a:lnTo>
                  <a:lnTo>
                    <a:pt x="6358" y="52677"/>
                  </a:lnTo>
                  <a:lnTo>
                    <a:pt x="6523" y="52987"/>
                  </a:lnTo>
                  <a:lnTo>
                    <a:pt x="6523" y="52987"/>
                  </a:lnTo>
                  <a:lnTo>
                    <a:pt x="6750" y="53358"/>
                  </a:lnTo>
                  <a:lnTo>
                    <a:pt x="7019" y="53709"/>
                  </a:lnTo>
                  <a:lnTo>
                    <a:pt x="7287" y="54039"/>
                  </a:lnTo>
                  <a:lnTo>
                    <a:pt x="7576" y="54328"/>
                  </a:lnTo>
                  <a:lnTo>
                    <a:pt x="7886" y="54617"/>
                  </a:lnTo>
                  <a:lnTo>
                    <a:pt x="8216" y="54865"/>
                  </a:lnTo>
                  <a:lnTo>
                    <a:pt x="8567" y="55113"/>
                  </a:lnTo>
                  <a:lnTo>
                    <a:pt x="8938" y="55319"/>
                  </a:lnTo>
                  <a:lnTo>
                    <a:pt x="9310" y="55505"/>
                  </a:lnTo>
                  <a:lnTo>
                    <a:pt x="9702" y="55670"/>
                  </a:lnTo>
                  <a:lnTo>
                    <a:pt x="10094" y="55794"/>
                  </a:lnTo>
                  <a:lnTo>
                    <a:pt x="10507" y="55918"/>
                  </a:lnTo>
                  <a:lnTo>
                    <a:pt x="10920" y="56000"/>
                  </a:lnTo>
                  <a:lnTo>
                    <a:pt x="11353" y="56062"/>
                  </a:lnTo>
                  <a:lnTo>
                    <a:pt x="11787" y="56104"/>
                  </a:lnTo>
                  <a:lnTo>
                    <a:pt x="12220" y="56124"/>
                  </a:lnTo>
                  <a:lnTo>
                    <a:pt x="12220" y="56124"/>
                  </a:lnTo>
                  <a:lnTo>
                    <a:pt x="12551" y="56104"/>
                  </a:lnTo>
                  <a:lnTo>
                    <a:pt x="12881" y="56083"/>
                  </a:lnTo>
                  <a:lnTo>
                    <a:pt x="12881" y="56083"/>
                  </a:lnTo>
                  <a:lnTo>
                    <a:pt x="13335" y="56042"/>
                  </a:lnTo>
                  <a:lnTo>
                    <a:pt x="13768" y="55959"/>
                  </a:lnTo>
                  <a:lnTo>
                    <a:pt x="14202" y="55856"/>
                  </a:lnTo>
                  <a:lnTo>
                    <a:pt x="14615" y="55732"/>
                  </a:lnTo>
                  <a:lnTo>
                    <a:pt x="15007" y="55608"/>
                  </a:lnTo>
                  <a:lnTo>
                    <a:pt x="15399" y="55443"/>
                  </a:lnTo>
                  <a:lnTo>
                    <a:pt x="15771" y="55278"/>
                  </a:lnTo>
                  <a:lnTo>
                    <a:pt x="16142" y="55072"/>
                  </a:lnTo>
                  <a:lnTo>
                    <a:pt x="16493" y="54865"/>
                  </a:lnTo>
                  <a:lnTo>
                    <a:pt x="16844" y="54638"/>
                  </a:lnTo>
                  <a:lnTo>
                    <a:pt x="17174" y="54390"/>
                  </a:lnTo>
                  <a:lnTo>
                    <a:pt x="17504" y="54143"/>
                  </a:lnTo>
                  <a:lnTo>
                    <a:pt x="17814" y="53874"/>
                  </a:lnTo>
                  <a:lnTo>
                    <a:pt x="18124" y="53585"/>
                  </a:lnTo>
                  <a:lnTo>
                    <a:pt x="18413" y="53296"/>
                  </a:lnTo>
                  <a:lnTo>
                    <a:pt x="18722" y="52987"/>
                  </a:lnTo>
                  <a:lnTo>
                    <a:pt x="19280" y="52347"/>
                  </a:lnTo>
                  <a:lnTo>
                    <a:pt x="19816" y="51666"/>
                  </a:lnTo>
                  <a:lnTo>
                    <a:pt x="20312" y="50964"/>
                  </a:lnTo>
                  <a:lnTo>
                    <a:pt x="20807" y="50241"/>
                  </a:lnTo>
                  <a:lnTo>
                    <a:pt x="21282" y="49498"/>
                  </a:lnTo>
                  <a:lnTo>
                    <a:pt x="21736" y="48735"/>
                  </a:lnTo>
                  <a:lnTo>
                    <a:pt x="22623" y="47228"/>
                  </a:lnTo>
                  <a:lnTo>
                    <a:pt x="22623" y="47228"/>
                  </a:lnTo>
                  <a:lnTo>
                    <a:pt x="22954" y="46609"/>
                  </a:lnTo>
                  <a:lnTo>
                    <a:pt x="23305" y="45927"/>
                  </a:lnTo>
                  <a:lnTo>
                    <a:pt x="23614" y="45246"/>
                  </a:lnTo>
                  <a:lnTo>
                    <a:pt x="23924" y="44524"/>
                  </a:lnTo>
                  <a:lnTo>
                    <a:pt x="24234" y="43760"/>
                  </a:lnTo>
                  <a:lnTo>
                    <a:pt x="24522" y="42996"/>
                  </a:lnTo>
                  <a:lnTo>
                    <a:pt x="24770" y="42212"/>
                  </a:lnTo>
                  <a:lnTo>
                    <a:pt x="25018" y="41428"/>
                  </a:lnTo>
                  <a:lnTo>
                    <a:pt x="25245" y="40623"/>
                  </a:lnTo>
                  <a:lnTo>
                    <a:pt x="25451" y="39818"/>
                  </a:lnTo>
                  <a:lnTo>
                    <a:pt x="25637" y="39013"/>
                  </a:lnTo>
                  <a:lnTo>
                    <a:pt x="25782" y="38228"/>
                  </a:lnTo>
                  <a:lnTo>
                    <a:pt x="25905" y="37444"/>
                  </a:lnTo>
                  <a:lnTo>
                    <a:pt x="26009" y="36680"/>
                  </a:lnTo>
                  <a:lnTo>
                    <a:pt x="26071" y="35916"/>
                  </a:lnTo>
                  <a:lnTo>
                    <a:pt x="26091" y="35194"/>
                  </a:lnTo>
                  <a:lnTo>
                    <a:pt x="26091" y="35194"/>
                  </a:lnTo>
                  <a:lnTo>
                    <a:pt x="26112" y="33749"/>
                  </a:lnTo>
                  <a:lnTo>
                    <a:pt x="26112" y="32304"/>
                  </a:lnTo>
                  <a:lnTo>
                    <a:pt x="26050" y="30901"/>
                  </a:lnTo>
                  <a:lnTo>
                    <a:pt x="25967" y="29497"/>
                  </a:lnTo>
                  <a:lnTo>
                    <a:pt x="25864" y="28114"/>
                  </a:lnTo>
                  <a:lnTo>
                    <a:pt x="25720" y="26731"/>
                  </a:lnTo>
                  <a:lnTo>
                    <a:pt x="25534" y="25369"/>
                  </a:lnTo>
                  <a:lnTo>
                    <a:pt x="25307" y="24006"/>
                  </a:lnTo>
                  <a:lnTo>
                    <a:pt x="25039" y="22665"/>
                  </a:lnTo>
                  <a:lnTo>
                    <a:pt x="24750" y="21323"/>
                  </a:lnTo>
                  <a:lnTo>
                    <a:pt x="24419" y="19981"/>
                  </a:lnTo>
                  <a:lnTo>
                    <a:pt x="24048" y="18640"/>
                  </a:lnTo>
                  <a:lnTo>
                    <a:pt x="23635" y="17298"/>
                  </a:lnTo>
                  <a:lnTo>
                    <a:pt x="23181" y="15956"/>
                  </a:lnTo>
                  <a:lnTo>
                    <a:pt x="22706" y="14615"/>
                  </a:lnTo>
                  <a:lnTo>
                    <a:pt x="22169" y="13252"/>
                  </a:lnTo>
                  <a:lnTo>
                    <a:pt x="22169" y="13252"/>
                  </a:lnTo>
                  <a:lnTo>
                    <a:pt x="21963" y="12757"/>
                  </a:lnTo>
                  <a:lnTo>
                    <a:pt x="21736" y="12241"/>
                  </a:lnTo>
                  <a:lnTo>
                    <a:pt x="21488" y="11746"/>
                  </a:lnTo>
                  <a:lnTo>
                    <a:pt x="21241" y="11250"/>
                  </a:lnTo>
                  <a:lnTo>
                    <a:pt x="20972" y="10755"/>
                  </a:lnTo>
                  <a:lnTo>
                    <a:pt x="20683" y="10259"/>
                  </a:lnTo>
                  <a:lnTo>
                    <a:pt x="20394" y="9785"/>
                  </a:lnTo>
                  <a:lnTo>
                    <a:pt x="20085" y="9289"/>
                  </a:lnTo>
                  <a:lnTo>
                    <a:pt x="19754" y="8814"/>
                  </a:lnTo>
                  <a:lnTo>
                    <a:pt x="19424" y="8360"/>
                  </a:lnTo>
                  <a:lnTo>
                    <a:pt x="19073" y="7886"/>
                  </a:lnTo>
                  <a:lnTo>
                    <a:pt x="18722" y="7431"/>
                  </a:lnTo>
                  <a:lnTo>
                    <a:pt x="18351" y="6998"/>
                  </a:lnTo>
                  <a:lnTo>
                    <a:pt x="17979" y="6544"/>
                  </a:lnTo>
                  <a:lnTo>
                    <a:pt x="17587" y="6110"/>
                  </a:lnTo>
                  <a:lnTo>
                    <a:pt x="17195" y="5698"/>
                  </a:lnTo>
                  <a:lnTo>
                    <a:pt x="16782" y="5285"/>
                  </a:lnTo>
                  <a:lnTo>
                    <a:pt x="16369" y="4872"/>
                  </a:lnTo>
                  <a:lnTo>
                    <a:pt x="15936" y="4480"/>
                  </a:lnTo>
                  <a:lnTo>
                    <a:pt x="15502" y="4108"/>
                  </a:lnTo>
                  <a:lnTo>
                    <a:pt x="15069" y="3737"/>
                  </a:lnTo>
                  <a:lnTo>
                    <a:pt x="14615" y="3365"/>
                  </a:lnTo>
                  <a:lnTo>
                    <a:pt x="14161" y="3014"/>
                  </a:lnTo>
                  <a:lnTo>
                    <a:pt x="13686" y="2684"/>
                  </a:lnTo>
                  <a:lnTo>
                    <a:pt x="13211" y="2354"/>
                  </a:lnTo>
                  <a:lnTo>
                    <a:pt x="12736" y="2044"/>
                  </a:lnTo>
                  <a:lnTo>
                    <a:pt x="12241" y="1755"/>
                  </a:lnTo>
                  <a:lnTo>
                    <a:pt x="11746" y="1487"/>
                  </a:lnTo>
                  <a:lnTo>
                    <a:pt x="11250" y="1218"/>
                  </a:lnTo>
                  <a:lnTo>
                    <a:pt x="10755" y="971"/>
                  </a:lnTo>
                  <a:lnTo>
                    <a:pt x="10239" y="723"/>
                  </a:lnTo>
                  <a:lnTo>
                    <a:pt x="9723" y="517"/>
                  </a:lnTo>
                  <a:lnTo>
                    <a:pt x="9723" y="517"/>
                  </a:lnTo>
                  <a:lnTo>
                    <a:pt x="9392" y="393"/>
                  </a:lnTo>
                  <a:lnTo>
                    <a:pt x="9062" y="290"/>
                  </a:lnTo>
                  <a:lnTo>
                    <a:pt x="8732" y="186"/>
                  </a:lnTo>
                  <a:lnTo>
                    <a:pt x="8422" y="124"/>
                  </a:lnTo>
                  <a:lnTo>
                    <a:pt x="8092" y="63"/>
                  </a:lnTo>
                  <a:lnTo>
                    <a:pt x="7762" y="21"/>
                  </a:lnTo>
                  <a:lnTo>
                    <a:pt x="7432" y="1"/>
                  </a:lnTo>
                  <a:lnTo>
                    <a:pt x="710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1" name="Google Shape;881;p27"/>
            <p:cNvSpPr/>
            <p:nvPr/>
          </p:nvSpPr>
          <p:spPr>
            <a:xfrm>
              <a:off x="5100575" y="2888450"/>
              <a:ext cx="9825" cy="25"/>
            </a:xfrm>
            <a:custGeom>
              <a:avLst/>
              <a:gdLst/>
              <a:ahLst/>
              <a:cxnLst/>
              <a:rect l="l" t="t" r="r" b="b"/>
              <a:pathLst>
                <a:path w="393" h="1" extrusionOk="0">
                  <a:moveTo>
                    <a:pt x="83" y="0"/>
                  </a:moveTo>
                  <a:lnTo>
                    <a:pt x="83" y="0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392" y="0"/>
                  </a:lnTo>
                  <a:lnTo>
                    <a:pt x="83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2" name="Google Shape;882;p27"/>
            <p:cNvSpPr/>
            <p:nvPr/>
          </p:nvSpPr>
          <p:spPr>
            <a:xfrm>
              <a:off x="5102625" y="2888450"/>
              <a:ext cx="7775" cy="25"/>
            </a:xfrm>
            <a:custGeom>
              <a:avLst/>
              <a:gdLst/>
              <a:ahLst/>
              <a:cxnLst/>
              <a:rect l="l" t="t" r="r" b="b"/>
              <a:pathLst>
                <a:path w="31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90" y="0"/>
                  </a:lnTo>
                  <a:lnTo>
                    <a:pt x="290" y="0"/>
                  </a:lnTo>
                  <a:lnTo>
                    <a:pt x="310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3" name="Google Shape;883;p27"/>
            <p:cNvSpPr/>
            <p:nvPr/>
          </p:nvSpPr>
          <p:spPr>
            <a:xfrm>
              <a:off x="5100575" y="2888450"/>
              <a:ext cx="2075" cy="25"/>
            </a:xfrm>
            <a:custGeom>
              <a:avLst/>
              <a:gdLst/>
              <a:ahLst/>
              <a:cxnLst/>
              <a:rect l="l" t="t" r="r" b="b"/>
              <a:pathLst>
                <a:path w="83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4" name="Google Shape;884;p27"/>
            <p:cNvSpPr/>
            <p:nvPr/>
          </p:nvSpPr>
          <p:spPr>
            <a:xfrm>
              <a:off x="3511200" y="3483950"/>
              <a:ext cx="198700" cy="134700"/>
            </a:xfrm>
            <a:custGeom>
              <a:avLst/>
              <a:gdLst/>
              <a:ahLst/>
              <a:cxnLst/>
              <a:rect l="l" t="t" r="r" b="b"/>
              <a:pathLst>
                <a:path w="7948" h="5388" extrusionOk="0">
                  <a:moveTo>
                    <a:pt x="4108" y="0"/>
                  </a:moveTo>
                  <a:lnTo>
                    <a:pt x="3695" y="21"/>
                  </a:lnTo>
                  <a:lnTo>
                    <a:pt x="3303" y="83"/>
                  </a:lnTo>
                  <a:lnTo>
                    <a:pt x="2911" y="186"/>
                  </a:lnTo>
                  <a:lnTo>
                    <a:pt x="2560" y="331"/>
                  </a:lnTo>
                  <a:lnTo>
                    <a:pt x="2229" y="496"/>
                  </a:lnTo>
                  <a:lnTo>
                    <a:pt x="1920" y="682"/>
                  </a:lnTo>
                  <a:lnTo>
                    <a:pt x="1652" y="909"/>
                  </a:lnTo>
                  <a:lnTo>
                    <a:pt x="1383" y="1136"/>
                  </a:lnTo>
                  <a:lnTo>
                    <a:pt x="1156" y="1383"/>
                  </a:lnTo>
                  <a:lnTo>
                    <a:pt x="950" y="1631"/>
                  </a:lnTo>
                  <a:lnTo>
                    <a:pt x="785" y="1879"/>
                  </a:lnTo>
                  <a:lnTo>
                    <a:pt x="640" y="2127"/>
                  </a:lnTo>
                  <a:lnTo>
                    <a:pt x="496" y="2374"/>
                  </a:lnTo>
                  <a:lnTo>
                    <a:pt x="392" y="2622"/>
                  </a:lnTo>
                  <a:lnTo>
                    <a:pt x="289" y="2870"/>
                  </a:lnTo>
                  <a:lnTo>
                    <a:pt x="227" y="3097"/>
                  </a:lnTo>
                  <a:lnTo>
                    <a:pt x="103" y="3551"/>
                  </a:lnTo>
                  <a:lnTo>
                    <a:pt x="42" y="3943"/>
                  </a:lnTo>
                  <a:lnTo>
                    <a:pt x="0" y="4273"/>
                  </a:lnTo>
                  <a:lnTo>
                    <a:pt x="0" y="4562"/>
                  </a:lnTo>
                  <a:lnTo>
                    <a:pt x="21" y="4810"/>
                  </a:lnTo>
                  <a:lnTo>
                    <a:pt x="62" y="4975"/>
                  </a:lnTo>
                  <a:lnTo>
                    <a:pt x="103" y="5078"/>
                  </a:lnTo>
                  <a:lnTo>
                    <a:pt x="124" y="5120"/>
                  </a:lnTo>
                  <a:lnTo>
                    <a:pt x="186" y="5120"/>
                  </a:lnTo>
                  <a:lnTo>
                    <a:pt x="227" y="5099"/>
                  </a:lnTo>
                  <a:lnTo>
                    <a:pt x="310" y="5016"/>
                  </a:lnTo>
                  <a:lnTo>
                    <a:pt x="372" y="4872"/>
                  </a:lnTo>
                  <a:lnTo>
                    <a:pt x="475" y="4665"/>
                  </a:lnTo>
                  <a:lnTo>
                    <a:pt x="702" y="4129"/>
                  </a:lnTo>
                  <a:lnTo>
                    <a:pt x="867" y="3798"/>
                  </a:lnTo>
                  <a:lnTo>
                    <a:pt x="1032" y="3427"/>
                  </a:lnTo>
                  <a:lnTo>
                    <a:pt x="1239" y="3055"/>
                  </a:lnTo>
                  <a:lnTo>
                    <a:pt x="1507" y="2684"/>
                  </a:lnTo>
                  <a:lnTo>
                    <a:pt x="1652" y="2498"/>
                  </a:lnTo>
                  <a:lnTo>
                    <a:pt x="1817" y="2312"/>
                  </a:lnTo>
                  <a:lnTo>
                    <a:pt x="1982" y="2147"/>
                  </a:lnTo>
                  <a:lnTo>
                    <a:pt x="2168" y="1982"/>
                  </a:lnTo>
                  <a:lnTo>
                    <a:pt x="2353" y="1817"/>
                  </a:lnTo>
                  <a:lnTo>
                    <a:pt x="2580" y="1693"/>
                  </a:lnTo>
                  <a:lnTo>
                    <a:pt x="2807" y="1569"/>
                  </a:lnTo>
                  <a:lnTo>
                    <a:pt x="3055" y="1445"/>
                  </a:lnTo>
                  <a:lnTo>
                    <a:pt x="3303" y="1363"/>
                  </a:lnTo>
                  <a:lnTo>
                    <a:pt x="3551" y="1301"/>
                  </a:lnTo>
                  <a:lnTo>
                    <a:pt x="3819" y="1260"/>
                  </a:lnTo>
                  <a:lnTo>
                    <a:pt x="4067" y="1260"/>
                  </a:lnTo>
                  <a:lnTo>
                    <a:pt x="4335" y="1280"/>
                  </a:lnTo>
                  <a:lnTo>
                    <a:pt x="4583" y="1322"/>
                  </a:lnTo>
                  <a:lnTo>
                    <a:pt x="4810" y="1404"/>
                  </a:lnTo>
                  <a:lnTo>
                    <a:pt x="5057" y="1507"/>
                  </a:lnTo>
                  <a:lnTo>
                    <a:pt x="5284" y="1652"/>
                  </a:lnTo>
                  <a:lnTo>
                    <a:pt x="5491" y="1796"/>
                  </a:lnTo>
                  <a:lnTo>
                    <a:pt x="5677" y="1961"/>
                  </a:lnTo>
                  <a:lnTo>
                    <a:pt x="5862" y="2127"/>
                  </a:lnTo>
                  <a:lnTo>
                    <a:pt x="6048" y="2312"/>
                  </a:lnTo>
                  <a:lnTo>
                    <a:pt x="6193" y="2519"/>
                  </a:lnTo>
                  <a:lnTo>
                    <a:pt x="6482" y="2911"/>
                  </a:lnTo>
                  <a:lnTo>
                    <a:pt x="6709" y="3303"/>
                  </a:lnTo>
                  <a:lnTo>
                    <a:pt x="6894" y="3695"/>
                  </a:lnTo>
                  <a:lnTo>
                    <a:pt x="7225" y="4397"/>
                  </a:lnTo>
                  <a:lnTo>
                    <a:pt x="7472" y="4954"/>
                  </a:lnTo>
                  <a:lnTo>
                    <a:pt x="7576" y="5161"/>
                  </a:lnTo>
                  <a:lnTo>
                    <a:pt x="7679" y="5305"/>
                  </a:lnTo>
                  <a:lnTo>
                    <a:pt x="7761" y="5388"/>
                  </a:lnTo>
                  <a:lnTo>
                    <a:pt x="7865" y="5388"/>
                  </a:lnTo>
                  <a:lnTo>
                    <a:pt x="7885" y="5347"/>
                  </a:lnTo>
                  <a:lnTo>
                    <a:pt x="7926" y="5243"/>
                  </a:lnTo>
                  <a:lnTo>
                    <a:pt x="7947" y="5058"/>
                  </a:lnTo>
                  <a:lnTo>
                    <a:pt x="7947" y="4831"/>
                  </a:lnTo>
                  <a:lnTo>
                    <a:pt x="7926" y="4562"/>
                  </a:lnTo>
                  <a:lnTo>
                    <a:pt x="7885" y="4211"/>
                  </a:lnTo>
                  <a:lnTo>
                    <a:pt x="7823" y="3840"/>
                  </a:lnTo>
                  <a:lnTo>
                    <a:pt x="7741" y="3406"/>
                  </a:lnTo>
                  <a:lnTo>
                    <a:pt x="7596" y="2932"/>
                  </a:lnTo>
                  <a:lnTo>
                    <a:pt x="7493" y="2684"/>
                  </a:lnTo>
                  <a:lnTo>
                    <a:pt x="7390" y="2416"/>
                  </a:lnTo>
                  <a:lnTo>
                    <a:pt x="7245" y="2147"/>
                  </a:lnTo>
                  <a:lnTo>
                    <a:pt x="7101" y="1899"/>
                  </a:lnTo>
                  <a:lnTo>
                    <a:pt x="6936" y="1631"/>
                  </a:lnTo>
                  <a:lnTo>
                    <a:pt x="6729" y="1363"/>
                  </a:lnTo>
                  <a:lnTo>
                    <a:pt x="6502" y="1115"/>
                  </a:lnTo>
                  <a:lnTo>
                    <a:pt x="6234" y="867"/>
                  </a:lnTo>
                  <a:lnTo>
                    <a:pt x="5966" y="640"/>
                  </a:lnTo>
                  <a:lnTo>
                    <a:pt x="5635" y="455"/>
                  </a:lnTo>
                  <a:lnTo>
                    <a:pt x="5284" y="269"/>
                  </a:lnTo>
                  <a:lnTo>
                    <a:pt x="4913" y="145"/>
                  </a:lnTo>
                  <a:lnTo>
                    <a:pt x="4727" y="83"/>
                  </a:lnTo>
                  <a:lnTo>
                    <a:pt x="4521" y="42"/>
                  </a:lnTo>
                  <a:lnTo>
                    <a:pt x="4314" y="21"/>
                  </a:lnTo>
                  <a:lnTo>
                    <a:pt x="4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5" name="Google Shape;885;p27"/>
            <p:cNvSpPr/>
            <p:nvPr/>
          </p:nvSpPr>
          <p:spPr>
            <a:xfrm>
              <a:off x="2626725" y="3459700"/>
              <a:ext cx="171850" cy="171850"/>
            </a:xfrm>
            <a:custGeom>
              <a:avLst/>
              <a:gdLst/>
              <a:ahLst/>
              <a:cxnLst/>
              <a:rect l="l" t="t" r="r" b="b"/>
              <a:pathLst>
                <a:path w="6874" h="6874" extrusionOk="0">
                  <a:moveTo>
                    <a:pt x="3447" y="0"/>
                  </a:moveTo>
                  <a:lnTo>
                    <a:pt x="3096" y="21"/>
                  </a:lnTo>
                  <a:lnTo>
                    <a:pt x="2745" y="83"/>
                  </a:lnTo>
                  <a:lnTo>
                    <a:pt x="2415" y="165"/>
                  </a:lnTo>
                  <a:lnTo>
                    <a:pt x="2106" y="269"/>
                  </a:lnTo>
                  <a:lnTo>
                    <a:pt x="1796" y="413"/>
                  </a:lnTo>
                  <a:lnTo>
                    <a:pt x="1528" y="599"/>
                  </a:lnTo>
                  <a:lnTo>
                    <a:pt x="1259" y="785"/>
                  </a:lnTo>
                  <a:lnTo>
                    <a:pt x="1012" y="1012"/>
                  </a:lnTo>
                  <a:lnTo>
                    <a:pt x="785" y="1259"/>
                  </a:lnTo>
                  <a:lnTo>
                    <a:pt x="599" y="1528"/>
                  </a:lnTo>
                  <a:lnTo>
                    <a:pt x="413" y="1796"/>
                  </a:lnTo>
                  <a:lnTo>
                    <a:pt x="268" y="2106"/>
                  </a:lnTo>
                  <a:lnTo>
                    <a:pt x="165" y="2415"/>
                  </a:lnTo>
                  <a:lnTo>
                    <a:pt x="83" y="2746"/>
                  </a:lnTo>
                  <a:lnTo>
                    <a:pt x="21" y="3097"/>
                  </a:lnTo>
                  <a:lnTo>
                    <a:pt x="0" y="3447"/>
                  </a:lnTo>
                  <a:lnTo>
                    <a:pt x="21" y="3798"/>
                  </a:lnTo>
                  <a:lnTo>
                    <a:pt x="83" y="4129"/>
                  </a:lnTo>
                  <a:lnTo>
                    <a:pt x="165" y="4459"/>
                  </a:lnTo>
                  <a:lnTo>
                    <a:pt x="268" y="4789"/>
                  </a:lnTo>
                  <a:lnTo>
                    <a:pt x="413" y="5078"/>
                  </a:lnTo>
                  <a:lnTo>
                    <a:pt x="599" y="5367"/>
                  </a:lnTo>
                  <a:lnTo>
                    <a:pt x="785" y="5635"/>
                  </a:lnTo>
                  <a:lnTo>
                    <a:pt x="1012" y="5883"/>
                  </a:lnTo>
                  <a:lnTo>
                    <a:pt x="1259" y="6090"/>
                  </a:lnTo>
                  <a:lnTo>
                    <a:pt x="1528" y="6296"/>
                  </a:lnTo>
                  <a:lnTo>
                    <a:pt x="1796" y="6461"/>
                  </a:lnTo>
                  <a:lnTo>
                    <a:pt x="2106" y="6606"/>
                  </a:lnTo>
                  <a:lnTo>
                    <a:pt x="2415" y="6729"/>
                  </a:lnTo>
                  <a:lnTo>
                    <a:pt x="2745" y="6812"/>
                  </a:lnTo>
                  <a:lnTo>
                    <a:pt x="3096" y="6853"/>
                  </a:lnTo>
                  <a:lnTo>
                    <a:pt x="3447" y="6874"/>
                  </a:lnTo>
                  <a:lnTo>
                    <a:pt x="3798" y="6853"/>
                  </a:lnTo>
                  <a:lnTo>
                    <a:pt x="4128" y="6812"/>
                  </a:lnTo>
                  <a:lnTo>
                    <a:pt x="4459" y="6729"/>
                  </a:lnTo>
                  <a:lnTo>
                    <a:pt x="4789" y="6606"/>
                  </a:lnTo>
                  <a:lnTo>
                    <a:pt x="5078" y="6461"/>
                  </a:lnTo>
                  <a:lnTo>
                    <a:pt x="5367" y="6296"/>
                  </a:lnTo>
                  <a:lnTo>
                    <a:pt x="5635" y="6090"/>
                  </a:lnTo>
                  <a:lnTo>
                    <a:pt x="5883" y="5883"/>
                  </a:lnTo>
                  <a:lnTo>
                    <a:pt x="6089" y="5635"/>
                  </a:lnTo>
                  <a:lnTo>
                    <a:pt x="6296" y="5367"/>
                  </a:lnTo>
                  <a:lnTo>
                    <a:pt x="6461" y="5078"/>
                  </a:lnTo>
                  <a:lnTo>
                    <a:pt x="6605" y="4789"/>
                  </a:lnTo>
                  <a:lnTo>
                    <a:pt x="6729" y="4459"/>
                  </a:lnTo>
                  <a:lnTo>
                    <a:pt x="6812" y="4129"/>
                  </a:lnTo>
                  <a:lnTo>
                    <a:pt x="6853" y="3798"/>
                  </a:lnTo>
                  <a:lnTo>
                    <a:pt x="6874" y="3447"/>
                  </a:lnTo>
                  <a:lnTo>
                    <a:pt x="6853" y="3097"/>
                  </a:lnTo>
                  <a:lnTo>
                    <a:pt x="6812" y="2746"/>
                  </a:lnTo>
                  <a:lnTo>
                    <a:pt x="6729" y="2415"/>
                  </a:lnTo>
                  <a:lnTo>
                    <a:pt x="6605" y="2106"/>
                  </a:lnTo>
                  <a:lnTo>
                    <a:pt x="6461" y="1796"/>
                  </a:lnTo>
                  <a:lnTo>
                    <a:pt x="6296" y="1528"/>
                  </a:lnTo>
                  <a:lnTo>
                    <a:pt x="6089" y="1259"/>
                  </a:lnTo>
                  <a:lnTo>
                    <a:pt x="5883" y="1012"/>
                  </a:lnTo>
                  <a:lnTo>
                    <a:pt x="5635" y="785"/>
                  </a:lnTo>
                  <a:lnTo>
                    <a:pt x="5367" y="599"/>
                  </a:lnTo>
                  <a:lnTo>
                    <a:pt x="5078" y="413"/>
                  </a:lnTo>
                  <a:lnTo>
                    <a:pt x="4789" y="269"/>
                  </a:lnTo>
                  <a:lnTo>
                    <a:pt x="4459" y="165"/>
                  </a:lnTo>
                  <a:lnTo>
                    <a:pt x="4128" y="83"/>
                  </a:lnTo>
                  <a:lnTo>
                    <a:pt x="3798" y="21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6" name="Google Shape;886;p27"/>
            <p:cNvSpPr/>
            <p:nvPr/>
          </p:nvSpPr>
          <p:spPr>
            <a:xfrm>
              <a:off x="4855450" y="2306375"/>
              <a:ext cx="673975" cy="520175"/>
            </a:xfrm>
            <a:custGeom>
              <a:avLst/>
              <a:gdLst/>
              <a:ahLst/>
              <a:cxnLst/>
              <a:rect l="l" t="t" r="r" b="b"/>
              <a:pathLst>
                <a:path w="26959" h="20807" extrusionOk="0">
                  <a:moveTo>
                    <a:pt x="1" y="0"/>
                  </a:moveTo>
                  <a:lnTo>
                    <a:pt x="83" y="41"/>
                  </a:lnTo>
                  <a:lnTo>
                    <a:pt x="310" y="165"/>
                  </a:lnTo>
                  <a:lnTo>
                    <a:pt x="1218" y="599"/>
                  </a:lnTo>
                  <a:lnTo>
                    <a:pt x="1879" y="888"/>
                  </a:lnTo>
                  <a:lnTo>
                    <a:pt x="2663" y="1280"/>
                  </a:lnTo>
                  <a:lnTo>
                    <a:pt x="3551" y="1713"/>
                  </a:lnTo>
                  <a:lnTo>
                    <a:pt x="4026" y="1961"/>
                  </a:lnTo>
                  <a:lnTo>
                    <a:pt x="4542" y="2209"/>
                  </a:lnTo>
                  <a:lnTo>
                    <a:pt x="5615" y="2787"/>
                  </a:lnTo>
                  <a:lnTo>
                    <a:pt x="6771" y="3447"/>
                  </a:lnTo>
                  <a:lnTo>
                    <a:pt x="7370" y="3777"/>
                  </a:lnTo>
                  <a:lnTo>
                    <a:pt x="7989" y="4149"/>
                  </a:lnTo>
                  <a:lnTo>
                    <a:pt x="9269" y="4933"/>
                  </a:lnTo>
                  <a:lnTo>
                    <a:pt x="10590" y="5800"/>
                  </a:lnTo>
                  <a:lnTo>
                    <a:pt x="11952" y="6709"/>
                  </a:lnTo>
                  <a:lnTo>
                    <a:pt x="13356" y="7699"/>
                  </a:lnTo>
                  <a:lnTo>
                    <a:pt x="14759" y="8752"/>
                  </a:lnTo>
                  <a:lnTo>
                    <a:pt x="16142" y="9846"/>
                  </a:lnTo>
                  <a:lnTo>
                    <a:pt x="17443" y="10940"/>
                  </a:lnTo>
                  <a:lnTo>
                    <a:pt x="18681" y="12034"/>
                  </a:lnTo>
                  <a:lnTo>
                    <a:pt x="19858" y="13107"/>
                  </a:lnTo>
                  <a:lnTo>
                    <a:pt x="20931" y="14139"/>
                  </a:lnTo>
                  <a:lnTo>
                    <a:pt x="21447" y="14635"/>
                  </a:lnTo>
                  <a:lnTo>
                    <a:pt x="21922" y="15151"/>
                  </a:lnTo>
                  <a:lnTo>
                    <a:pt x="22851" y="16100"/>
                  </a:lnTo>
                  <a:lnTo>
                    <a:pt x="23676" y="16988"/>
                  </a:lnTo>
                  <a:lnTo>
                    <a:pt x="24068" y="17421"/>
                  </a:lnTo>
                  <a:lnTo>
                    <a:pt x="24419" y="17814"/>
                  </a:lnTo>
                  <a:lnTo>
                    <a:pt x="25059" y="18577"/>
                  </a:lnTo>
                  <a:lnTo>
                    <a:pt x="25637" y="19217"/>
                  </a:lnTo>
                  <a:lnTo>
                    <a:pt x="26091" y="19774"/>
                  </a:lnTo>
                  <a:lnTo>
                    <a:pt x="26731" y="20559"/>
                  </a:lnTo>
                  <a:lnTo>
                    <a:pt x="26896" y="20745"/>
                  </a:lnTo>
                  <a:lnTo>
                    <a:pt x="26958" y="20807"/>
                  </a:lnTo>
                  <a:lnTo>
                    <a:pt x="26917" y="20724"/>
                  </a:lnTo>
                  <a:lnTo>
                    <a:pt x="26772" y="20518"/>
                  </a:lnTo>
                  <a:lnTo>
                    <a:pt x="26174" y="19713"/>
                  </a:lnTo>
                  <a:lnTo>
                    <a:pt x="25720" y="19155"/>
                  </a:lnTo>
                  <a:lnTo>
                    <a:pt x="25183" y="18474"/>
                  </a:lnTo>
                  <a:lnTo>
                    <a:pt x="24543" y="17710"/>
                  </a:lnTo>
                  <a:lnTo>
                    <a:pt x="24192" y="17298"/>
                  </a:lnTo>
                  <a:lnTo>
                    <a:pt x="23800" y="16885"/>
                  </a:lnTo>
                  <a:lnTo>
                    <a:pt x="22995" y="15956"/>
                  </a:lnTo>
                  <a:lnTo>
                    <a:pt x="22541" y="15481"/>
                  </a:lnTo>
                  <a:lnTo>
                    <a:pt x="22087" y="15006"/>
                  </a:lnTo>
                  <a:lnTo>
                    <a:pt x="21591" y="14490"/>
                  </a:lnTo>
                  <a:lnTo>
                    <a:pt x="21075" y="13974"/>
                  </a:lnTo>
                  <a:lnTo>
                    <a:pt x="20002" y="12922"/>
                  </a:lnTo>
                  <a:lnTo>
                    <a:pt x="18846" y="11848"/>
                  </a:lnTo>
                  <a:lnTo>
                    <a:pt x="17608" y="10754"/>
                  </a:lnTo>
                  <a:lnTo>
                    <a:pt x="16287" y="9660"/>
                  </a:lnTo>
                  <a:lnTo>
                    <a:pt x="14904" y="8566"/>
                  </a:lnTo>
                  <a:lnTo>
                    <a:pt x="13500" y="7514"/>
                  </a:lnTo>
                  <a:lnTo>
                    <a:pt x="12096" y="6523"/>
                  </a:lnTo>
                  <a:lnTo>
                    <a:pt x="10734" y="5594"/>
                  </a:lnTo>
                  <a:lnTo>
                    <a:pt x="9392" y="4748"/>
                  </a:lnTo>
                  <a:lnTo>
                    <a:pt x="8092" y="3963"/>
                  </a:lnTo>
                  <a:lnTo>
                    <a:pt x="7473" y="3592"/>
                  </a:lnTo>
                  <a:lnTo>
                    <a:pt x="6874" y="3261"/>
                  </a:lnTo>
                  <a:lnTo>
                    <a:pt x="6276" y="2931"/>
                  </a:lnTo>
                  <a:lnTo>
                    <a:pt x="5698" y="2622"/>
                  </a:lnTo>
                  <a:lnTo>
                    <a:pt x="4604" y="2064"/>
                  </a:lnTo>
                  <a:lnTo>
                    <a:pt x="4108" y="1796"/>
                  </a:lnTo>
                  <a:lnTo>
                    <a:pt x="3613" y="1569"/>
                  </a:lnTo>
                  <a:lnTo>
                    <a:pt x="2725" y="1156"/>
                  </a:lnTo>
                  <a:lnTo>
                    <a:pt x="1941" y="785"/>
                  </a:lnTo>
                  <a:lnTo>
                    <a:pt x="1260" y="496"/>
                  </a:lnTo>
                  <a:lnTo>
                    <a:pt x="331" y="124"/>
                  </a:lnTo>
                  <a:lnTo>
                    <a:pt x="83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7" name="Google Shape;887;p27"/>
            <p:cNvSpPr/>
            <p:nvPr/>
          </p:nvSpPr>
          <p:spPr>
            <a:xfrm>
              <a:off x="3691300" y="2342500"/>
              <a:ext cx="934025" cy="97550"/>
            </a:xfrm>
            <a:custGeom>
              <a:avLst/>
              <a:gdLst/>
              <a:ahLst/>
              <a:cxnLst/>
              <a:rect l="l" t="t" r="r" b="b"/>
              <a:pathLst>
                <a:path w="37361" h="3902" extrusionOk="0">
                  <a:moveTo>
                    <a:pt x="16823" y="0"/>
                  </a:moveTo>
                  <a:lnTo>
                    <a:pt x="15873" y="21"/>
                  </a:lnTo>
                  <a:lnTo>
                    <a:pt x="14924" y="41"/>
                  </a:lnTo>
                  <a:lnTo>
                    <a:pt x="14015" y="103"/>
                  </a:lnTo>
                  <a:lnTo>
                    <a:pt x="13107" y="145"/>
                  </a:lnTo>
                  <a:lnTo>
                    <a:pt x="12220" y="227"/>
                  </a:lnTo>
                  <a:lnTo>
                    <a:pt x="11353" y="310"/>
                  </a:lnTo>
                  <a:lnTo>
                    <a:pt x="9701" y="516"/>
                  </a:lnTo>
                  <a:lnTo>
                    <a:pt x="8917" y="619"/>
                  </a:lnTo>
                  <a:lnTo>
                    <a:pt x="8153" y="764"/>
                  </a:lnTo>
                  <a:lnTo>
                    <a:pt x="7410" y="888"/>
                  </a:lnTo>
                  <a:lnTo>
                    <a:pt x="6688" y="1011"/>
                  </a:lnTo>
                  <a:lnTo>
                    <a:pt x="5367" y="1300"/>
                  </a:lnTo>
                  <a:lnTo>
                    <a:pt x="4748" y="1424"/>
                  </a:lnTo>
                  <a:lnTo>
                    <a:pt x="4170" y="1569"/>
                  </a:lnTo>
                  <a:lnTo>
                    <a:pt x="3117" y="1858"/>
                  </a:lnTo>
                  <a:lnTo>
                    <a:pt x="2188" y="2105"/>
                  </a:lnTo>
                  <a:lnTo>
                    <a:pt x="1424" y="2353"/>
                  </a:lnTo>
                  <a:lnTo>
                    <a:pt x="372" y="2704"/>
                  </a:lnTo>
                  <a:lnTo>
                    <a:pt x="83" y="2787"/>
                  </a:lnTo>
                  <a:lnTo>
                    <a:pt x="0" y="2828"/>
                  </a:lnTo>
                  <a:lnTo>
                    <a:pt x="103" y="2828"/>
                  </a:lnTo>
                  <a:lnTo>
                    <a:pt x="372" y="2745"/>
                  </a:lnTo>
                  <a:lnTo>
                    <a:pt x="1445" y="2436"/>
                  </a:lnTo>
                  <a:lnTo>
                    <a:pt x="2209" y="2229"/>
                  </a:lnTo>
                  <a:lnTo>
                    <a:pt x="3137" y="1982"/>
                  </a:lnTo>
                  <a:lnTo>
                    <a:pt x="4211" y="1734"/>
                  </a:lnTo>
                  <a:lnTo>
                    <a:pt x="4789" y="1589"/>
                  </a:lnTo>
                  <a:lnTo>
                    <a:pt x="5408" y="1466"/>
                  </a:lnTo>
                  <a:lnTo>
                    <a:pt x="6729" y="1197"/>
                  </a:lnTo>
                  <a:lnTo>
                    <a:pt x="7431" y="1073"/>
                  </a:lnTo>
                  <a:lnTo>
                    <a:pt x="8174" y="950"/>
                  </a:lnTo>
                  <a:lnTo>
                    <a:pt x="8938" y="826"/>
                  </a:lnTo>
                  <a:lnTo>
                    <a:pt x="9722" y="722"/>
                  </a:lnTo>
                  <a:lnTo>
                    <a:pt x="11373" y="537"/>
                  </a:lnTo>
                  <a:lnTo>
                    <a:pt x="13128" y="392"/>
                  </a:lnTo>
                  <a:lnTo>
                    <a:pt x="14015" y="330"/>
                  </a:lnTo>
                  <a:lnTo>
                    <a:pt x="14944" y="289"/>
                  </a:lnTo>
                  <a:lnTo>
                    <a:pt x="15873" y="268"/>
                  </a:lnTo>
                  <a:lnTo>
                    <a:pt x="16823" y="248"/>
                  </a:lnTo>
                  <a:lnTo>
                    <a:pt x="17793" y="248"/>
                  </a:lnTo>
                  <a:lnTo>
                    <a:pt x="18784" y="268"/>
                  </a:lnTo>
                  <a:lnTo>
                    <a:pt x="19754" y="310"/>
                  </a:lnTo>
                  <a:lnTo>
                    <a:pt x="20724" y="351"/>
                  </a:lnTo>
                  <a:lnTo>
                    <a:pt x="21673" y="433"/>
                  </a:lnTo>
                  <a:lnTo>
                    <a:pt x="22602" y="516"/>
                  </a:lnTo>
                  <a:lnTo>
                    <a:pt x="23510" y="599"/>
                  </a:lnTo>
                  <a:lnTo>
                    <a:pt x="24419" y="722"/>
                  </a:lnTo>
                  <a:lnTo>
                    <a:pt x="26132" y="950"/>
                  </a:lnTo>
                  <a:lnTo>
                    <a:pt x="27783" y="1239"/>
                  </a:lnTo>
                  <a:lnTo>
                    <a:pt x="28567" y="1404"/>
                  </a:lnTo>
                  <a:lnTo>
                    <a:pt x="29311" y="1569"/>
                  </a:lnTo>
                  <a:lnTo>
                    <a:pt x="30054" y="1734"/>
                  </a:lnTo>
                  <a:lnTo>
                    <a:pt x="30735" y="1878"/>
                  </a:lnTo>
                  <a:lnTo>
                    <a:pt x="32056" y="2229"/>
                  </a:lnTo>
                  <a:lnTo>
                    <a:pt x="32654" y="2394"/>
                  </a:lnTo>
                  <a:lnTo>
                    <a:pt x="33232" y="2560"/>
                  </a:lnTo>
                  <a:lnTo>
                    <a:pt x="34285" y="2890"/>
                  </a:lnTo>
                  <a:lnTo>
                    <a:pt x="35193" y="3179"/>
                  </a:lnTo>
                  <a:lnTo>
                    <a:pt x="35957" y="3447"/>
                  </a:lnTo>
                  <a:lnTo>
                    <a:pt x="36989" y="3798"/>
                  </a:lnTo>
                  <a:lnTo>
                    <a:pt x="37278" y="3881"/>
                  </a:lnTo>
                  <a:lnTo>
                    <a:pt x="37361" y="3901"/>
                  </a:lnTo>
                  <a:lnTo>
                    <a:pt x="37361" y="3901"/>
                  </a:lnTo>
                  <a:lnTo>
                    <a:pt x="37278" y="3860"/>
                  </a:lnTo>
                  <a:lnTo>
                    <a:pt x="37010" y="3757"/>
                  </a:lnTo>
                  <a:lnTo>
                    <a:pt x="35978" y="3344"/>
                  </a:lnTo>
                  <a:lnTo>
                    <a:pt x="35235" y="3055"/>
                  </a:lnTo>
                  <a:lnTo>
                    <a:pt x="34326" y="2745"/>
                  </a:lnTo>
                  <a:lnTo>
                    <a:pt x="33274" y="2415"/>
                  </a:lnTo>
                  <a:lnTo>
                    <a:pt x="32716" y="2229"/>
                  </a:lnTo>
                  <a:lnTo>
                    <a:pt x="32097" y="2064"/>
                  </a:lnTo>
                  <a:lnTo>
                    <a:pt x="30797" y="1693"/>
                  </a:lnTo>
                  <a:lnTo>
                    <a:pt x="30095" y="1527"/>
                  </a:lnTo>
                  <a:lnTo>
                    <a:pt x="29352" y="1362"/>
                  </a:lnTo>
                  <a:lnTo>
                    <a:pt x="28609" y="1197"/>
                  </a:lnTo>
                  <a:lnTo>
                    <a:pt x="27824" y="1032"/>
                  </a:lnTo>
                  <a:lnTo>
                    <a:pt x="26173" y="722"/>
                  </a:lnTo>
                  <a:lnTo>
                    <a:pt x="25327" y="599"/>
                  </a:lnTo>
                  <a:lnTo>
                    <a:pt x="24439" y="475"/>
                  </a:lnTo>
                  <a:lnTo>
                    <a:pt x="23552" y="372"/>
                  </a:lnTo>
                  <a:lnTo>
                    <a:pt x="22623" y="268"/>
                  </a:lnTo>
                  <a:lnTo>
                    <a:pt x="21694" y="186"/>
                  </a:lnTo>
                  <a:lnTo>
                    <a:pt x="20724" y="103"/>
                  </a:lnTo>
                  <a:lnTo>
                    <a:pt x="19774" y="62"/>
                  </a:lnTo>
                  <a:lnTo>
                    <a:pt x="18784" y="21"/>
                  </a:lnTo>
                  <a:lnTo>
                    <a:pt x="177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8" name="Google Shape;888;p27"/>
            <p:cNvSpPr/>
            <p:nvPr/>
          </p:nvSpPr>
          <p:spPr>
            <a:xfrm>
              <a:off x="5040200" y="4974250"/>
              <a:ext cx="116125" cy="262675"/>
            </a:xfrm>
            <a:custGeom>
              <a:avLst/>
              <a:gdLst/>
              <a:ahLst/>
              <a:cxnLst/>
              <a:rect l="l" t="t" r="r" b="b"/>
              <a:pathLst>
                <a:path w="4645" h="10507" extrusionOk="0">
                  <a:moveTo>
                    <a:pt x="2250" y="0"/>
                  </a:moveTo>
                  <a:lnTo>
                    <a:pt x="2106" y="21"/>
                  </a:lnTo>
                  <a:lnTo>
                    <a:pt x="1961" y="42"/>
                  </a:lnTo>
                  <a:lnTo>
                    <a:pt x="1817" y="83"/>
                  </a:lnTo>
                  <a:lnTo>
                    <a:pt x="1693" y="145"/>
                  </a:lnTo>
                  <a:lnTo>
                    <a:pt x="1548" y="227"/>
                  </a:lnTo>
                  <a:lnTo>
                    <a:pt x="1424" y="331"/>
                  </a:lnTo>
                  <a:lnTo>
                    <a:pt x="1301" y="455"/>
                  </a:lnTo>
                  <a:lnTo>
                    <a:pt x="1197" y="599"/>
                  </a:lnTo>
                  <a:lnTo>
                    <a:pt x="1074" y="744"/>
                  </a:lnTo>
                  <a:lnTo>
                    <a:pt x="867" y="1074"/>
                  </a:lnTo>
                  <a:lnTo>
                    <a:pt x="681" y="1445"/>
                  </a:lnTo>
                  <a:lnTo>
                    <a:pt x="516" y="1858"/>
                  </a:lnTo>
                  <a:lnTo>
                    <a:pt x="372" y="2292"/>
                  </a:lnTo>
                  <a:lnTo>
                    <a:pt x="269" y="2746"/>
                  </a:lnTo>
                  <a:lnTo>
                    <a:pt x="165" y="3220"/>
                  </a:lnTo>
                  <a:lnTo>
                    <a:pt x="83" y="3675"/>
                  </a:lnTo>
                  <a:lnTo>
                    <a:pt x="42" y="4149"/>
                  </a:lnTo>
                  <a:lnTo>
                    <a:pt x="0" y="4583"/>
                  </a:lnTo>
                  <a:lnTo>
                    <a:pt x="0" y="5016"/>
                  </a:lnTo>
                  <a:lnTo>
                    <a:pt x="21" y="5408"/>
                  </a:lnTo>
                  <a:lnTo>
                    <a:pt x="83" y="5924"/>
                  </a:lnTo>
                  <a:lnTo>
                    <a:pt x="165" y="6523"/>
                  </a:lnTo>
                  <a:lnTo>
                    <a:pt x="310" y="7204"/>
                  </a:lnTo>
                  <a:lnTo>
                    <a:pt x="392" y="7555"/>
                  </a:lnTo>
                  <a:lnTo>
                    <a:pt x="496" y="7906"/>
                  </a:lnTo>
                  <a:lnTo>
                    <a:pt x="619" y="8257"/>
                  </a:lnTo>
                  <a:lnTo>
                    <a:pt x="764" y="8608"/>
                  </a:lnTo>
                  <a:lnTo>
                    <a:pt x="929" y="8959"/>
                  </a:lnTo>
                  <a:lnTo>
                    <a:pt x="1115" y="9289"/>
                  </a:lnTo>
                  <a:lnTo>
                    <a:pt x="1321" y="9619"/>
                  </a:lnTo>
                  <a:lnTo>
                    <a:pt x="1569" y="9950"/>
                  </a:lnTo>
                  <a:lnTo>
                    <a:pt x="1817" y="10238"/>
                  </a:lnTo>
                  <a:lnTo>
                    <a:pt x="2106" y="10507"/>
                  </a:lnTo>
                  <a:lnTo>
                    <a:pt x="2539" y="9929"/>
                  </a:lnTo>
                  <a:lnTo>
                    <a:pt x="2952" y="9289"/>
                  </a:lnTo>
                  <a:lnTo>
                    <a:pt x="3344" y="8649"/>
                  </a:lnTo>
                  <a:lnTo>
                    <a:pt x="3716" y="7968"/>
                  </a:lnTo>
                  <a:lnTo>
                    <a:pt x="3860" y="7617"/>
                  </a:lnTo>
                  <a:lnTo>
                    <a:pt x="4025" y="7287"/>
                  </a:lnTo>
                  <a:lnTo>
                    <a:pt x="4149" y="6936"/>
                  </a:lnTo>
                  <a:lnTo>
                    <a:pt x="4273" y="6564"/>
                  </a:lnTo>
                  <a:lnTo>
                    <a:pt x="4376" y="6213"/>
                  </a:lnTo>
                  <a:lnTo>
                    <a:pt x="4459" y="5863"/>
                  </a:lnTo>
                  <a:lnTo>
                    <a:pt x="4541" y="5491"/>
                  </a:lnTo>
                  <a:lnTo>
                    <a:pt x="4583" y="5140"/>
                  </a:lnTo>
                  <a:lnTo>
                    <a:pt x="4624" y="4769"/>
                  </a:lnTo>
                  <a:lnTo>
                    <a:pt x="4645" y="4397"/>
                  </a:lnTo>
                  <a:lnTo>
                    <a:pt x="4645" y="4025"/>
                  </a:lnTo>
                  <a:lnTo>
                    <a:pt x="4624" y="3654"/>
                  </a:lnTo>
                  <a:lnTo>
                    <a:pt x="4583" y="3282"/>
                  </a:lnTo>
                  <a:lnTo>
                    <a:pt x="4521" y="2911"/>
                  </a:lnTo>
                  <a:lnTo>
                    <a:pt x="4438" y="2560"/>
                  </a:lnTo>
                  <a:lnTo>
                    <a:pt x="4335" y="2188"/>
                  </a:lnTo>
                  <a:lnTo>
                    <a:pt x="4190" y="1858"/>
                  </a:lnTo>
                  <a:lnTo>
                    <a:pt x="4025" y="1507"/>
                  </a:lnTo>
                  <a:lnTo>
                    <a:pt x="3819" y="1198"/>
                  </a:lnTo>
                  <a:lnTo>
                    <a:pt x="3592" y="909"/>
                  </a:lnTo>
                  <a:lnTo>
                    <a:pt x="3323" y="640"/>
                  </a:lnTo>
                  <a:lnTo>
                    <a:pt x="3055" y="393"/>
                  </a:lnTo>
                  <a:lnTo>
                    <a:pt x="2746" y="186"/>
                  </a:lnTo>
                  <a:lnTo>
                    <a:pt x="2415" y="21"/>
                  </a:lnTo>
                  <a:lnTo>
                    <a:pt x="22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9" name="Google Shape;889;p27"/>
            <p:cNvSpPr/>
            <p:nvPr/>
          </p:nvSpPr>
          <p:spPr>
            <a:xfrm>
              <a:off x="5040200" y="4974250"/>
              <a:ext cx="116125" cy="262675"/>
            </a:xfrm>
            <a:custGeom>
              <a:avLst/>
              <a:gdLst/>
              <a:ahLst/>
              <a:cxnLst/>
              <a:rect l="l" t="t" r="r" b="b"/>
              <a:pathLst>
                <a:path w="4645" h="10507" fill="none" extrusionOk="0">
                  <a:moveTo>
                    <a:pt x="2415" y="21"/>
                  </a:moveTo>
                  <a:lnTo>
                    <a:pt x="2415" y="21"/>
                  </a:lnTo>
                  <a:lnTo>
                    <a:pt x="2746" y="186"/>
                  </a:lnTo>
                  <a:lnTo>
                    <a:pt x="3055" y="393"/>
                  </a:lnTo>
                  <a:lnTo>
                    <a:pt x="3323" y="640"/>
                  </a:lnTo>
                  <a:lnTo>
                    <a:pt x="3592" y="909"/>
                  </a:lnTo>
                  <a:lnTo>
                    <a:pt x="3819" y="1198"/>
                  </a:lnTo>
                  <a:lnTo>
                    <a:pt x="4025" y="1507"/>
                  </a:lnTo>
                  <a:lnTo>
                    <a:pt x="4190" y="1858"/>
                  </a:lnTo>
                  <a:lnTo>
                    <a:pt x="4335" y="2188"/>
                  </a:lnTo>
                  <a:lnTo>
                    <a:pt x="4335" y="2188"/>
                  </a:lnTo>
                  <a:lnTo>
                    <a:pt x="4438" y="2560"/>
                  </a:lnTo>
                  <a:lnTo>
                    <a:pt x="4521" y="2911"/>
                  </a:lnTo>
                  <a:lnTo>
                    <a:pt x="4583" y="3282"/>
                  </a:lnTo>
                  <a:lnTo>
                    <a:pt x="4624" y="3654"/>
                  </a:lnTo>
                  <a:lnTo>
                    <a:pt x="4645" y="4025"/>
                  </a:lnTo>
                  <a:lnTo>
                    <a:pt x="4645" y="4397"/>
                  </a:lnTo>
                  <a:lnTo>
                    <a:pt x="4624" y="4769"/>
                  </a:lnTo>
                  <a:lnTo>
                    <a:pt x="4583" y="5140"/>
                  </a:lnTo>
                  <a:lnTo>
                    <a:pt x="4583" y="5140"/>
                  </a:lnTo>
                  <a:lnTo>
                    <a:pt x="4541" y="5491"/>
                  </a:lnTo>
                  <a:lnTo>
                    <a:pt x="4459" y="5863"/>
                  </a:lnTo>
                  <a:lnTo>
                    <a:pt x="4376" y="6213"/>
                  </a:lnTo>
                  <a:lnTo>
                    <a:pt x="4273" y="6564"/>
                  </a:lnTo>
                  <a:lnTo>
                    <a:pt x="4149" y="6936"/>
                  </a:lnTo>
                  <a:lnTo>
                    <a:pt x="4025" y="7287"/>
                  </a:lnTo>
                  <a:lnTo>
                    <a:pt x="3860" y="7617"/>
                  </a:lnTo>
                  <a:lnTo>
                    <a:pt x="3716" y="7968"/>
                  </a:lnTo>
                  <a:lnTo>
                    <a:pt x="3344" y="8649"/>
                  </a:lnTo>
                  <a:lnTo>
                    <a:pt x="2952" y="9289"/>
                  </a:lnTo>
                  <a:lnTo>
                    <a:pt x="2539" y="9929"/>
                  </a:lnTo>
                  <a:lnTo>
                    <a:pt x="2106" y="10507"/>
                  </a:lnTo>
                  <a:lnTo>
                    <a:pt x="2106" y="10507"/>
                  </a:lnTo>
                  <a:lnTo>
                    <a:pt x="1817" y="10238"/>
                  </a:lnTo>
                  <a:lnTo>
                    <a:pt x="1569" y="9950"/>
                  </a:lnTo>
                  <a:lnTo>
                    <a:pt x="1321" y="9619"/>
                  </a:lnTo>
                  <a:lnTo>
                    <a:pt x="1115" y="9289"/>
                  </a:lnTo>
                  <a:lnTo>
                    <a:pt x="929" y="8959"/>
                  </a:lnTo>
                  <a:lnTo>
                    <a:pt x="764" y="8608"/>
                  </a:lnTo>
                  <a:lnTo>
                    <a:pt x="619" y="8257"/>
                  </a:lnTo>
                  <a:lnTo>
                    <a:pt x="496" y="7906"/>
                  </a:lnTo>
                  <a:lnTo>
                    <a:pt x="392" y="7555"/>
                  </a:lnTo>
                  <a:lnTo>
                    <a:pt x="310" y="7204"/>
                  </a:lnTo>
                  <a:lnTo>
                    <a:pt x="165" y="6523"/>
                  </a:lnTo>
                  <a:lnTo>
                    <a:pt x="83" y="5924"/>
                  </a:lnTo>
                  <a:lnTo>
                    <a:pt x="21" y="5408"/>
                  </a:lnTo>
                  <a:lnTo>
                    <a:pt x="21" y="5408"/>
                  </a:lnTo>
                  <a:lnTo>
                    <a:pt x="0" y="5016"/>
                  </a:lnTo>
                  <a:lnTo>
                    <a:pt x="0" y="4583"/>
                  </a:lnTo>
                  <a:lnTo>
                    <a:pt x="42" y="4149"/>
                  </a:lnTo>
                  <a:lnTo>
                    <a:pt x="83" y="3675"/>
                  </a:lnTo>
                  <a:lnTo>
                    <a:pt x="165" y="3220"/>
                  </a:lnTo>
                  <a:lnTo>
                    <a:pt x="269" y="2746"/>
                  </a:lnTo>
                  <a:lnTo>
                    <a:pt x="372" y="2292"/>
                  </a:lnTo>
                  <a:lnTo>
                    <a:pt x="516" y="1858"/>
                  </a:lnTo>
                  <a:lnTo>
                    <a:pt x="681" y="1445"/>
                  </a:lnTo>
                  <a:lnTo>
                    <a:pt x="867" y="1074"/>
                  </a:lnTo>
                  <a:lnTo>
                    <a:pt x="1074" y="744"/>
                  </a:lnTo>
                  <a:lnTo>
                    <a:pt x="1197" y="599"/>
                  </a:lnTo>
                  <a:lnTo>
                    <a:pt x="1301" y="455"/>
                  </a:lnTo>
                  <a:lnTo>
                    <a:pt x="1424" y="331"/>
                  </a:lnTo>
                  <a:lnTo>
                    <a:pt x="1548" y="227"/>
                  </a:lnTo>
                  <a:lnTo>
                    <a:pt x="1693" y="145"/>
                  </a:lnTo>
                  <a:lnTo>
                    <a:pt x="1817" y="83"/>
                  </a:lnTo>
                  <a:lnTo>
                    <a:pt x="1961" y="42"/>
                  </a:lnTo>
                  <a:lnTo>
                    <a:pt x="2106" y="21"/>
                  </a:lnTo>
                  <a:lnTo>
                    <a:pt x="2250" y="0"/>
                  </a:lnTo>
                  <a:lnTo>
                    <a:pt x="2415" y="2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0" name="Google Shape;890;p27"/>
            <p:cNvSpPr/>
            <p:nvPr/>
          </p:nvSpPr>
          <p:spPr>
            <a:xfrm>
              <a:off x="5137725" y="5216275"/>
              <a:ext cx="144000" cy="103750"/>
            </a:xfrm>
            <a:custGeom>
              <a:avLst/>
              <a:gdLst/>
              <a:ahLst/>
              <a:cxnLst/>
              <a:rect l="l" t="t" r="r" b="b"/>
              <a:pathLst>
                <a:path w="5760" h="4150" extrusionOk="0">
                  <a:moveTo>
                    <a:pt x="3778" y="0"/>
                  </a:moveTo>
                  <a:lnTo>
                    <a:pt x="3365" y="21"/>
                  </a:lnTo>
                  <a:lnTo>
                    <a:pt x="2952" y="83"/>
                  </a:lnTo>
                  <a:lnTo>
                    <a:pt x="2539" y="186"/>
                  </a:lnTo>
                  <a:lnTo>
                    <a:pt x="2147" y="330"/>
                  </a:lnTo>
                  <a:lnTo>
                    <a:pt x="1776" y="516"/>
                  </a:lnTo>
                  <a:lnTo>
                    <a:pt x="1425" y="723"/>
                  </a:lnTo>
                  <a:lnTo>
                    <a:pt x="1094" y="991"/>
                  </a:lnTo>
                  <a:lnTo>
                    <a:pt x="950" y="1135"/>
                  </a:lnTo>
                  <a:lnTo>
                    <a:pt x="805" y="1280"/>
                  </a:lnTo>
                  <a:lnTo>
                    <a:pt x="682" y="1445"/>
                  </a:lnTo>
                  <a:lnTo>
                    <a:pt x="558" y="1610"/>
                  </a:lnTo>
                  <a:lnTo>
                    <a:pt x="455" y="1796"/>
                  </a:lnTo>
                  <a:lnTo>
                    <a:pt x="351" y="1982"/>
                  </a:lnTo>
                  <a:lnTo>
                    <a:pt x="269" y="2168"/>
                  </a:lnTo>
                  <a:lnTo>
                    <a:pt x="186" y="2353"/>
                  </a:lnTo>
                  <a:lnTo>
                    <a:pt x="124" y="2560"/>
                  </a:lnTo>
                  <a:lnTo>
                    <a:pt x="83" y="2745"/>
                  </a:lnTo>
                  <a:lnTo>
                    <a:pt x="42" y="2952"/>
                  </a:lnTo>
                  <a:lnTo>
                    <a:pt x="21" y="3158"/>
                  </a:lnTo>
                  <a:lnTo>
                    <a:pt x="0" y="3365"/>
                  </a:lnTo>
                  <a:lnTo>
                    <a:pt x="21" y="3571"/>
                  </a:lnTo>
                  <a:lnTo>
                    <a:pt x="42" y="3778"/>
                  </a:lnTo>
                  <a:lnTo>
                    <a:pt x="83" y="3984"/>
                  </a:lnTo>
                  <a:lnTo>
                    <a:pt x="372" y="4067"/>
                  </a:lnTo>
                  <a:lnTo>
                    <a:pt x="661" y="4108"/>
                  </a:lnTo>
                  <a:lnTo>
                    <a:pt x="971" y="4149"/>
                  </a:lnTo>
                  <a:lnTo>
                    <a:pt x="1549" y="4149"/>
                  </a:lnTo>
                  <a:lnTo>
                    <a:pt x="1817" y="4108"/>
                  </a:lnTo>
                  <a:lnTo>
                    <a:pt x="2106" y="4067"/>
                  </a:lnTo>
                  <a:lnTo>
                    <a:pt x="2395" y="4005"/>
                  </a:lnTo>
                  <a:lnTo>
                    <a:pt x="2663" y="3922"/>
                  </a:lnTo>
                  <a:lnTo>
                    <a:pt x="2952" y="3819"/>
                  </a:lnTo>
                  <a:lnTo>
                    <a:pt x="3220" y="3716"/>
                  </a:lnTo>
                  <a:lnTo>
                    <a:pt x="3489" y="3592"/>
                  </a:lnTo>
                  <a:lnTo>
                    <a:pt x="4046" y="3303"/>
                  </a:lnTo>
                  <a:lnTo>
                    <a:pt x="4562" y="2993"/>
                  </a:lnTo>
                  <a:lnTo>
                    <a:pt x="4872" y="2787"/>
                  </a:lnTo>
                  <a:lnTo>
                    <a:pt x="5140" y="2560"/>
                  </a:lnTo>
                  <a:lnTo>
                    <a:pt x="5264" y="2436"/>
                  </a:lnTo>
                  <a:lnTo>
                    <a:pt x="5388" y="2291"/>
                  </a:lnTo>
                  <a:lnTo>
                    <a:pt x="5491" y="2147"/>
                  </a:lnTo>
                  <a:lnTo>
                    <a:pt x="5574" y="2002"/>
                  </a:lnTo>
                  <a:lnTo>
                    <a:pt x="5656" y="1837"/>
                  </a:lnTo>
                  <a:lnTo>
                    <a:pt x="5718" y="1651"/>
                  </a:lnTo>
                  <a:lnTo>
                    <a:pt x="5739" y="1486"/>
                  </a:lnTo>
                  <a:lnTo>
                    <a:pt x="5759" y="1301"/>
                  </a:lnTo>
                  <a:lnTo>
                    <a:pt x="5739" y="1115"/>
                  </a:lnTo>
                  <a:lnTo>
                    <a:pt x="5718" y="950"/>
                  </a:lnTo>
                  <a:lnTo>
                    <a:pt x="5656" y="785"/>
                  </a:lnTo>
                  <a:lnTo>
                    <a:pt x="5553" y="619"/>
                  </a:lnTo>
                  <a:lnTo>
                    <a:pt x="5429" y="475"/>
                  </a:lnTo>
                  <a:lnTo>
                    <a:pt x="5285" y="351"/>
                  </a:lnTo>
                  <a:lnTo>
                    <a:pt x="5140" y="248"/>
                  </a:lnTo>
                  <a:lnTo>
                    <a:pt x="4954" y="186"/>
                  </a:lnTo>
                  <a:lnTo>
                    <a:pt x="4769" y="103"/>
                  </a:lnTo>
                  <a:lnTo>
                    <a:pt x="4583" y="62"/>
                  </a:lnTo>
                  <a:lnTo>
                    <a:pt x="4397" y="41"/>
                  </a:lnTo>
                  <a:lnTo>
                    <a:pt x="4191" y="21"/>
                  </a:lnTo>
                  <a:lnTo>
                    <a:pt x="37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1" name="Google Shape;891;p27"/>
            <p:cNvSpPr/>
            <p:nvPr/>
          </p:nvSpPr>
          <p:spPr>
            <a:xfrm>
              <a:off x="5088175" y="5263750"/>
              <a:ext cx="128525" cy="198700"/>
            </a:xfrm>
            <a:custGeom>
              <a:avLst/>
              <a:gdLst/>
              <a:ahLst/>
              <a:cxnLst/>
              <a:rect l="l" t="t" r="r" b="b"/>
              <a:pathLst>
                <a:path w="5141" h="7948" extrusionOk="0">
                  <a:moveTo>
                    <a:pt x="5058" y="0"/>
                  </a:moveTo>
                  <a:lnTo>
                    <a:pt x="4934" y="41"/>
                  </a:lnTo>
                  <a:lnTo>
                    <a:pt x="4769" y="83"/>
                  </a:lnTo>
                  <a:lnTo>
                    <a:pt x="4563" y="145"/>
                  </a:lnTo>
                  <a:lnTo>
                    <a:pt x="4336" y="248"/>
                  </a:lnTo>
                  <a:lnTo>
                    <a:pt x="4067" y="351"/>
                  </a:lnTo>
                  <a:lnTo>
                    <a:pt x="3778" y="516"/>
                  </a:lnTo>
                  <a:lnTo>
                    <a:pt x="3469" y="702"/>
                  </a:lnTo>
                  <a:lnTo>
                    <a:pt x="3159" y="929"/>
                  </a:lnTo>
                  <a:lnTo>
                    <a:pt x="2829" y="1218"/>
                  </a:lnTo>
                  <a:lnTo>
                    <a:pt x="2519" y="1528"/>
                  </a:lnTo>
                  <a:lnTo>
                    <a:pt x="2209" y="1858"/>
                  </a:lnTo>
                  <a:lnTo>
                    <a:pt x="1900" y="2250"/>
                  </a:lnTo>
                  <a:lnTo>
                    <a:pt x="1611" y="2663"/>
                  </a:lnTo>
                  <a:lnTo>
                    <a:pt x="1343" y="3096"/>
                  </a:lnTo>
                  <a:lnTo>
                    <a:pt x="1115" y="3571"/>
                  </a:lnTo>
                  <a:lnTo>
                    <a:pt x="909" y="4025"/>
                  </a:lnTo>
                  <a:lnTo>
                    <a:pt x="744" y="4479"/>
                  </a:lnTo>
                  <a:lnTo>
                    <a:pt x="599" y="4933"/>
                  </a:lnTo>
                  <a:lnTo>
                    <a:pt x="496" y="5367"/>
                  </a:lnTo>
                  <a:lnTo>
                    <a:pt x="393" y="5759"/>
                  </a:lnTo>
                  <a:lnTo>
                    <a:pt x="249" y="6502"/>
                  </a:lnTo>
                  <a:lnTo>
                    <a:pt x="63" y="7555"/>
                  </a:lnTo>
                  <a:lnTo>
                    <a:pt x="1" y="7844"/>
                  </a:lnTo>
                  <a:lnTo>
                    <a:pt x="1" y="7947"/>
                  </a:lnTo>
                  <a:lnTo>
                    <a:pt x="42" y="7844"/>
                  </a:lnTo>
                  <a:lnTo>
                    <a:pt x="104" y="7576"/>
                  </a:lnTo>
                  <a:lnTo>
                    <a:pt x="352" y="6523"/>
                  </a:lnTo>
                  <a:lnTo>
                    <a:pt x="517" y="5800"/>
                  </a:lnTo>
                  <a:lnTo>
                    <a:pt x="620" y="5388"/>
                  </a:lnTo>
                  <a:lnTo>
                    <a:pt x="723" y="4975"/>
                  </a:lnTo>
                  <a:lnTo>
                    <a:pt x="868" y="4521"/>
                  </a:lnTo>
                  <a:lnTo>
                    <a:pt x="1033" y="4087"/>
                  </a:lnTo>
                  <a:lnTo>
                    <a:pt x="1239" y="3633"/>
                  </a:lnTo>
                  <a:lnTo>
                    <a:pt x="1466" y="3179"/>
                  </a:lnTo>
                  <a:lnTo>
                    <a:pt x="1735" y="2725"/>
                  </a:lnTo>
                  <a:lnTo>
                    <a:pt x="2003" y="2333"/>
                  </a:lnTo>
                  <a:lnTo>
                    <a:pt x="2313" y="1940"/>
                  </a:lnTo>
                  <a:lnTo>
                    <a:pt x="2602" y="1610"/>
                  </a:lnTo>
                  <a:lnTo>
                    <a:pt x="2911" y="1301"/>
                  </a:lnTo>
                  <a:lnTo>
                    <a:pt x="3221" y="1032"/>
                  </a:lnTo>
                  <a:lnTo>
                    <a:pt x="3531" y="805"/>
                  </a:lnTo>
                  <a:lnTo>
                    <a:pt x="3840" y="599"/>
                  </a:lnTo>
                  <a:lnTo>
                    <a:pt x="4108" y="434"/>
                  </a:lnTo>
                  <a:lnTo>
                    <a:pt x="4377" y="310"/>
                  </a:lnTo>
                  <a:lnTo>
                    <a:pt x="4790" y="124"/>
                  </a:lnTo>
                  <a:lnTo>
                    <a:pt x="5058" y="41"/>
                  </a:lnTo>
                  <a:lnTo>
                    <a:pt x="5141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2" name="Google Shape;892;p27"/>
            <p:cNvSpPr/>
            <p:nvPr/>
          </p:nvSpPr>
          <p:spPr>
            <a:xfrm>
              <a:off x="5087675" y="5046500"/>
              <a:ext cx="7250" cy="423175"/>
            </a:xfrm>
            <a:custGeom>
              <a:avLst/>
              <a:gdLst/>
              <a:ahLst/>
              <a:cxnLst/>
              <a:rect l="l" t="t" r="r" b="b"/>
              <a:pathLst>
                <a:path w="290" h="16927" extrusionOk="0">
                  <a:moveTo>
                    <a:pt x="83" y="0"/>
                  </a:moveTo>
                  <a:lnTo>
                    <a:pt x="62" y="165"/>
                  </a:lnTo>
                  <a:lnTo>
                    <a:pt x="83" y="661"/>
                  </a:lnTo>
                  <a:lnTo>
                    <a:pt x="103" y="2477"/>
                  </a:lnTo>
                  <a:lnTo>
                    <a:pt x="145" y="5181"/>
                  </a:lnTo>
                  <a:lnTo>
                    <a:pt x="145" y="8463"/>
                  </a:lnTo>
                  <a:lnTo>
                    <a:pt x="103" y="11766"/>
                  </a:lnTo>
                  <a:lnTo>
                    <a:pt x="41" y="14449"/>
                  </a:lnTo>
                  <a:lnTo>
                    <a:pt x="0" y="16266"/>
                  </a:lnTo>
                  <a:lnTo>
                    <a:pt x="0" y="16761"/>
                  </a:lnTo>
                  <a:lnTo>
                    <a:pt x="0" y="16926"/>
                  </a:lnTo>
                  <a:lnTo>
                    <a:pt x="21" y="16761"/>
                  </a:lnTo>
                  <a:lnTo>
                    <a:pt x="62" y="16266"/>
                  </a:lnTo>
                  <a:lnTo>
                    <a:pt x="145" y="14449"/>
                  </a:lnTo>
                  <a:lnTo>
                    <a:pt x="186" y="13211"/>
                  </a:lnTo>
                  <a:lnTo>
                    <a:pt x="227" y="11766"/>
                  </a:lnTo>
                  <a:lnTo>
                    <a:pt x="269" y="10176"/>
                  </a:lnTo>
                  <a:lnTo>
                    <a:pt x="289" y="8463"/>
                  </a:lnTo>
                  <a:lnTo>
                    <a:pt x="289" y="6771"/>
                  </a:lnTo>
                  <a:lnTo>
                    <a:pt x="269" y="5181"/>
                  </a:lnTo>
                  <a:lnTo>
                    <a:pt x="227" y="3736"/>
                  </a:lnTo>
                  <a:lnTo>
                    <a:pt x="207" y="2477"/>
                  </a:lnTo>
                  <a:lnTo>
                    <a:pt x="124" y="661"/>
                  </a:lnTo>
                  <a:lnTo>
                    <a:pt x="103" y="16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3" name="Google Shape;893;p27"/>
            <p:cNvSpPr/>
            <p:nvPr/>
          </p:nvSpPr>
          <p:spPr>
            <a:xfrm>
              <a:off x="4919450" y="5202850"/>
              <a:ext cx="150700" cy="146050"/>
            </a:xfrm>
            <a:custGeom>
              <a:avLst/>
              <a:gdLst/>
              <a:ahLst/>
              <a:cxnLst/>
              <a:rect l="l" t="t" r="r" b="b"/>
              <a:pathLst>
                <a:path w="6028" h="5842" extrusionOk="0">
                  <a:moveTo>
                    <a:pt x="888" y="1"/>
                  </a:moveTo>
                  <a:lnTo>
                    <a:pt x="681" y="42"/>
                  </a:lnTo>
                  <a:lnTo>
                    <a:pt x="475" y="124"/>
                  </a:lnTo>
                  <a:lnTo>
                    <a:pt x="392" y="186"/>
                  </a:lnTo>
                  <a:lnTo>
                    <a:pt x="310" y="248"/>
                  </a:lnTo>
                  <a:lnTo>
                    <a:pt x="227" y="331"/>
                  </a:lnTo>
                  <a:lnTo>
                    <a:pt x="165" y="413"/>
                  </a:lnTo>
                  <a:lnTo>
                    <a:pt x="62" y="599"/>
                  </a:lnTo>
                  <a:lnTo>
                    <a:pt x="21" y="806"/>
                  </a:lnTo>
                  <a:lnTo>
                    <a:pt x="0" y="1033"/>
                  </a:lnTo>
                  <a:lnTo>
                    <a:pt x="0" y="1260"/>
                  </a:lnTo>
                  <a:lnTo>
                    <a:pt x="41" y="1487"/>
                  </a:lnTo>
                  <a:lnTo>
                    <a:pt x="103" y="1714"/>
                  </a:lnTo>
                  <a:lnTo>
                    <a:pt x="186" y="1920"/>
                  </a:lnTo>
                  <a:lnTo>
                    <a:pt x="372" y="2354"/>
                  </a:lnTo>
                  <a:lnTo>
                    <a:pt x="578" y="2766"/>
                  </a:lnTo>
                  <a:lnTo>
                    <a:pt x="846" y="3138"/>
                  </a:lnTo>
                  <a:lnTo>
                    <a:pt x="1115" y="3510"/>
                  </a:lnTo>
                  <a:lnTo>
                    <a:pt x="1424" y="3860"/>
                  </a:lnTo>
                  <a:lnTo>
                    <a:pt x="1755" y="4191"/>
                  </a:lnTo>
                  <a:lnTo>
                    <a:pt x="2106" y="4480"/>
                  </a:lnTo>
                  <a:lnTo>
                    <a:pt x="2498" y="4769"/>
                  </a:lnTo>
                  <a:lnTo>
                    <a:pt x="2890" y="5016"/>
                  </a:lnTo>
                  <a:lnTo>
                    <a:pt x="3303" y="5223"/>
                  </a:lnTo>
                  <a:lnTo>
                    <a:pt x="3716" y="5409"/>
                  </a:lnTo>
                  <a:lnTo>
                    <a:pt x="4170" y="5574"/>
                  </a:lnTo>
                  <a:lnTo>
                    <a:pt x="4603" y="5697"/>
                  </a:lnTo>
                  <a:lnTo>
                    <a:pt x="5057" y="5780"/>
                  </a:lnTo>
                  <a:lnTo>
                    <a:pt x="5532" y="5821"/>
                  </a:lnTo>
                  <a:lnTo>
                    <a:pt x="5986" y="5842"/>
                  </a:lnTo>
                  <a:lnTo>
                    <a:pt x="6027" y="5697"/>
                  </a:lnTo>
                  <a:lnTo>
                    <a:pt x="5945" y="5264"/>
                  </a:lnTo>
                  <a:lnTo>
                    <a:pt x="5842" y="4831"/>
                  </a:lnTo>
                  <a:lnTo>
                    <a:pt x="5697" y="4418"/>
                  </a:lnTo>
                  <a:lnTo>
                    <a:pt x="5532" y="4005"/>
                  </a:lnTo>
                  <a:lnTo>
                    <a:pt x="5346" y="3613"/>
                  </a:lnTo>
                  <a:lnTo>
                    <a:pt x="5140" y="3221"/>
                  </a:lnTo>
                  <a:lnTo>
                    <a:pt x="4913" y="2849"/>
                  </a:lnTo>
                  <a:lnTo>
                    <a:pt x="4665" y="2498"/>
                  </a:lnTo>
                  <a:lnTo>
                    <a:pt x="4397" y="2147"/>
                  </a:lnTo>
                  <a:lnTo>
                    <a:pt x="4108" y="1817"/>
                  </a:lnTo>
                  <a:lnTo>
                    <a:pt x="3798" y="1507"/>
                  </a:lnTo>
                  <a:lnTo>
                    <a:pt x="3468" y="1218"/>
                  </a:lnTo>
                  <a:lnTo>
                    <a:pt x="3117" y="950"/>
                  </a:lnTo>
                  <a:lnTo>
                    <a:pt x="2745" y="702"/>
                  </a:lnTo>
                  <a:lnTo>
                    <a:pt x="2374" y="475"/>
                  </a:lnTo>
                  <a:lnTo>
                    <a:pt x="1982" y="269"/>
                  </a:lnTo>
                  <a:lnTo>
                    <a:pt x="1775" y="186"/>
                  </a:lnTo>
                  <a:lnTo>
                    <a:pt x="1569" y="104"/>
                  </a:lnTo>
                  <a:lnTo>
                    <a:pt x="1342" y="42"/>
                  </a:lnTo>
                  <a:lnTo>
                    <a:pt x="1115" y="21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4" name="Google Shape;894;p27"/>
            <p:cNvSpPr/>
            <p:nvPr/>
          </p:nvSpPr>
          <p:spPr>
            <a:xfrm>
              <a:off x="4919450" y="5202850"/>
              <a:ext cx="150700" cy="146050"/>
            </a:xfrm>
            <a:custGeom>
              <a:avLst/>
              <a:gdLst/>
              <a:ahLst/>
              <a:cxnLst/>
              <a:rect l="l" t="t" r="r" b="b"/>
              <a:pathLst>
                <a:path w="6028" h="5842" fill="none" extrusionOk="0">
                  <a:moveTo>
                    <a:pt x="6027" y="5697"/>
                  </a:moveTo>
                  <a:lnTo>
                    <a:pt x="6027" y="5697"/>
                  </a:lnTo>
                  <a:lnTo>
                    <a:pt x="5945" y="5264"/>
                  </a:lnTo>
                  <a:lnTo>
                    <a:pt x="5842" y="4831"/>
                  </a:lnTo>
                  <a:lnTo>
                    <a:pt x="5697" y="4418"/>
                  </a:lnTo>
                  <a:lnTo>
                    <a:pt x="5532" y="4005"/>
                  </a:lnTo>
                  <a:lnTo>
                    <a:pt x="5346" y="3613"/>
                  </a:lnTo>
                  <a:lnTo>
                    <a:pt x="5140" y="3221"/>
                  </a:lnTo>
                  <a:lnTo>
                    <a:pt x="4913" y="2849"/>
                  </a:lnTo>
                  <a:lnTo>
                    <a:pt x="4665" y="2498"/>
                  </a:lnTo>
                  <a:lnTo>
                    <a:pt x="4397" y="2147"/>
                  </a:lnTo>
                  <a:lnTo>
                    <a:pt x="4108" y="1817"/>
                  </a:lnTo>
                  <a:lnTo>
                    <a:pt x="3798" y="1507"/>
                  </a:lnTo>
                  <a:lnTo>
                    <a:pt x="3468" y="1218"/>
                  </a:lnTo>
                  <a:lnTo>
                    <a:pt x="3117" y="950"/>
                  </a:lnTo>
                  <a:lnTo>
                    <a:pt x="2745" y="702"/>
                  </a:lnTo>
                  <a:lnTo>
                    <a:pt x="2374" y="475"/>
                  </a:lnTo>
                  <a:lnTo>
                    <a:pt x="1982" y="269"/>
                  </a:lnTo>
                  <a:lnTo>
                    <a:pt x="1982" y="269"/>
                  </a:lnTo>
                  <a:lnTo>
                    <a:pt x="1775" y="186"/>
                  </a:lnTo>
                  <a:lnTo>
                    <a:pt x="1569" y="104"/>
                  </a:lnTo>
                  <a:lnTo>
                    <a:pt x="1342" y="42"/>
                  </a:lnTo>
                  <a:lnTo>
                    <a:pt x="1115" y="21"/>
                  </a:lnTo>
                  <a:lnTo>
                    <a:pt x="888" y="1"/>
                  </a:lnTo>
                  <a:lnTo>
                    <a:pt x="681" y="42"/>
                  </a:lnTo>
                  <a:lnTo>
                    <a:pt x="475" y="124"/>
                  </a:lnTo>
                  <a:lnTo>
                    <a:pt x="392" y="186"/>
                  </a:lnTo>
                  <a:lnTo>
                    <a:pt x="310" y="248"/>
                  </a:lnTo>
                  <a:lnTo>
                    <a:pt x="310" y="248"/>
                  </a:lnTo>
                  <a:lnTo>
                    <a:pt x="227" y="331"/>
                  </a:lnTo>
                  <a:lnTo>
                    <a:pt x="165" y="413"/>
                  </a:lnTo>
                  <a:lnTo>
                    <a:pt x="62" y="599"/>
                  </a:lnTo>
                  <a:lnTo>
                    <a:pt x="21" y="806"/>
                  </a:lnTo>
                  <a:lnTo>
                    <a:pt x="0" y="1033"/>
                  </a:lnTo>
                  <a:lnTo>
                    <a:pt x="0" y="1260"/>
                  </a:lnTo>
                  <a:lnTo>
                    <a:pt x="41" y="1487"/>
                  </a:lnTo>
                  <a:lnTo>
                    <a:pt x="103" y="1714"/>
                  </a:lnTo>
                  <a:lnTo>
                    <a:pt x="186" y="1920"/>
                  </a:lnTo>
                  <a:lnTo>
                    <a:pt x="186" y="1920"/>
                  </a:lnTo>
                  <a:lnTo>
                    <a:pt x="372" y="2354"/>
                  </a:lnTo>
                  <a:lnTo>
                    <a:pt x="578" y="2766"/>
                  </a:lnTo>
                  <a:lnTo>
                    <a:pt x="846" y="3138"/>
                  </a:lnTo>
                  <a:lnTo>
                    <a:pt x="1115" y="3510"/>
                  </a:lnTo>
                  <a:lnTo>
                    <a:pt x="1424" y="3860"/>
                  </a:lnTo>
                  <a:lnTo>
                    <a:pt x="1755" y="4191"/>
                  </a:lnTo>
                  <a:lnTo>
                    <a:pt x="2106" y="4480"/>
                  </a:lnTo>
                  <a:lnTo>
                    <a:pt x="2498" y="4769"/>
                  </a:lnTo>
                  <a:lnTo>
                    <a:pt x="2890" y="5016"/>
                  </a:lnTo>
                  <a:lnTo>
                    <a:pt x="3303" y="5223"/>
                  </a:lnTo>
                  <a:lnTo>
                    <a:pt x="3716" y="5409"/>
                  </a:lnTo>
                  <a:lnTo>
                    <a:pt x="4170" y="5574"/>
                  </a:lnTo>
                  <a:lnTo>
                    <a:pt x="4603" y="5697"/>
                  </a:lnTo>
                  <a:lnTo>
                    <a:pt x="5057" y="5780"/>
                  </a:lnTo>
                  <a:lnTo>
                    <a:pt x="5532" y="5821"/>
                  </a:lnTo>
                  <a:lnTo>
                    <a:pt x="5986" y="584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5" name="Google Shape;895;p27"/>
            <p:cNvSpPr/>
            <p:nvPr/>
          </p:nvSpPr>
          <p:spPr>
            <a:xfrm>
              <a:off x="4975700" y="5254975"/>
              <a:ext cx="114575" cy="191475"/>
            </a:xfrm>
            <a:custGeom>
              <a:avLst/>
              <a:gdLst/>
              <a:ahLst/>
              <a:cxnLst/>
              <a:rect l="l" t="t" r="r" b="b"/>
              <a:pathLst>
                <a:path w="4583" h="7659" extrusionOk="0">
                  <a:moveTo>
                    <a:pt x="0" y="0"/>
                  </a:moveTo>
                  <a:lnTo>
                    <a:pt x="83" y="62"/>
                  </a:lnTo>
                  <a:lnTo>
                    <a:pt x="310" y="186"/>
                  </a:lnTo>
                  <a:lnTo>
                    <a:pt x="681" y="413"/>
                  </a:lnTo>
                  <a:lnTo>
                    <a:pt x="1156" y="743"/>
                  </a:lnTo>
                  <a:lnTo>
                    <a:pt x="1424" y="950"/>
                  </a:lnTo>
                  <a:lnTo>
                    <a:pt x="1713" y="1177"/>
                  </a:lnTo>
                  <a:lnTo>
                    <a:pt x="2002" y="1425"/>
                  </a:lnTo>
                  <a:lnTo>
                    <a:pt x="2291" y="1713"/>
                  </a:lnTo>
                  <a:lnTo>
                    <a:pt x="2580" y="2044"/>
                  </a:lnTo>
                  <a:lnTo>
                    <a:pt x="2869" y="2395"/>
                  </a:lnTo>
                  <a:lnTo>
                    <a:pt x="3138" y="2766"/>
                  </a:lnTo>
                  <a:lnTo>
                    <a:pt x="3406" y="3158"/>
                  </a:lnTo>
                  <a:lnTo>
                    <a:pt x="3633" y="3571"/>
                  </a:lnTo>
                  <a:lnTo>
                    <a:pt x="3839" y="4005"/>
                  </a:lnTo>
                  <a:lnTo>
                    <a:pt x="4004" y="4417"/>
                  </a:lnTo>
                  <a:lnTo>
                    <a:pt x="4149" y="4830"/>
                  </a:lnTo>
                  <a:lnTo>
                    <a:pt x="4252" y="5223"/>
                  </a:lnTo>
                  <a:lnTo>
                    <a:pt x="4335" y="5594"/>
                  </a:lnTo>
                  <a:lnTo>
                    <a:pt x="4417" y="5945"/>
                  </a:lnTo>
                  <a:lnTo>
                    <a:pt x="4459" y="6275"/>
                  </a:lnTo>
                  <a:lnTo>
                    <a:pt x="4500" y="6853"/>
                  </a:lnTo>
                  <a:lnTo>
                    <a:pt x="4520" y="7287"/>
                  </a:lnTo>
                  <a:lnTo>
                    <a:pt x="4520" y="7555"/>
                  </a:lnTo>
                  <a:lnTo>
                    <a:pt x="4520" y="7658"/>
                  </a:lnTo>
                  <a:lnTo>
                    <a:pt x="4541" y="7555"/>
                  </a:lnTo>
                  <a:lnTo>
                    <a:pt x="4562" y="7287"/>
                  </a:lnTo>
                  <a:lnTo>
                    <a:pt x="4582" y="7080"/>
                  </a:lnTo>
                  <a:lnTo>
                    <a:pt x="4582" y="6853"/>
                  </a:lnTo>
                  <a:lnTo>
                    <a:pt x="4582" y="6564"/>
                  </a:lnTo>
                  <a:lnTo>
                    <a:pt x="4562" y="6275"/>
                  </a:lnTo>
                  <a:lnTo>
                    <a:pt x="4520" y="5924"/>
                  </a:lnTo>
                  <a:lnTo>
                    <a:pt x="4459" y="5573"/>
                  </a:lnTo>
                  <a:lnTo>
                    <a:pt x="4376" y="5181"/>
                  </a:lnTo>
                  <a:lnTo>
                    <a:pt x="4273" y="4789"/>
                  </a:lnTo>
                  <a:lnTo>
                    <a:pt x="4128" y="4376"/>
                  </a:lnTo>
                  <a:lnTo>
                    <a:pt x="3963" y="3943"/>
                  </a:lnTo>
                  <a:lnTo>
                    <a:pt x="3757" y="3509"/>
                  </a:lnTo>
                  <a:lnTo>
                    <a:pt x="3509" y="3096"/>
                  </a:lnTo>
                  <a:lnTo>
                    <a:pt x="3261" y="2684"/>
                  </a:lnTo>
                  <a:lnTo>
                    <a:pt x="2972" y="2291"/>
                  </a:lnTo>
                  <a:lnTo>
                    <a:pt x="2683" y="1941"/>
                  </a:lnTo>
                  <a:lnTo>
                    <a:pt x="2374" y="1631"/>
                  </a:lnTo>
                  <a:lnTo>
                    <a:pt x="2085" y="1342"/>
                  </a:lnTo>
                  <a:lnTo>
                    <a:pt x="1775" y="1094"/>
                  </a:lnTo>
                  <a:lnTo>
                    <a:pt x="1486" y="867"/>
                  </a:lnTo>
                  <a:lnTo>
                    <a:pt x="1218" y="661"/>
                  </a:lnTo>
                  <a:lnTo>
                    <a:pt x="970" y="496"/>
                  </a:lnTo>
                  <a:lnTo>
                    <a:pt x="723" y="351"/>
                  </a:lnTo>
                  <a:lnTo>
                    <a:pt x="516" y="227"/>
                  </a:lnTo>
                  <a:lnTo>
                    <a:pt x="351" y="145"/>
                  </a:lnTo>
                  <a:lnTo>
                    <a:pt x="83" y="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6" name="Google Shape;896;p27"/>
            <p:cNvSpPr/>
            <p:nvPr/>
          </p:nvSpPr>
          <p:spPr>
            <a:xfrm>
              <a:off x="1187500" y="4993350"/>
              <a:ext cx="120775" cy="256475"/>
            </a:xfrm>
            <a:custGeom>
              <a:avLst/>
              <a:gdLst/>
              <a:ahLst/>
              <a:cxnLst/>
              <a:rect l="l" t="t" r="r" b="b"/>
              <a:pathLst>
                <a:path w="4831" h="10259" extrusionOk="0">
                  <a:moveTo>
                    <a:pt x="1425" y="0"/>
                  </a:moveTo>
                  <a:lnTo>
                    <a:pt x="1280" y="41"/>
                  </a:lnTo>
                  <a:lnTo>
                    <a:pt x="1136" y="83"/>
                  </a:lnTo>
                  <a:lnTo>
                    <a:pt x="992" y="145"/>
                  </a:lnTo>
                  <a:lnTo>
                    <a:pt x="868" y="207"/>
                  </a:lnTo>
                  <a:lnTo>
                    <a:pt x="764" y="310"/>
                  </a:lnTo>
                  <a:lnTo>
                    <a:pt x="641" y="434"/>
                  </a:lnTo>
                  <a:lnTo>
                    <a:pt x="558" y="557"/>
                  </a:lnTo>
                  <a:lnTo>
                    <a:pt x="455" y="702"/>
                  </a:lnTo>
                  <a:lnTo>
                    <a:pt x="393" y="867"/>
                  </a:lnTo>
                  <a:lnTo>
                    <a:pt x="310" y="1032"/>
                  </a:lnTo>
                  <a:lnTo>
                    <a:pt x="186" y="1404"/>
                  </a:lnTo>
                  <a:lnTo>
                    <a:pt x="104" y="1817"/>
                  </a:lnTo>
                  <a:lnTo>
                    <a:pt x="42" y="2250"/>
                  </a:lnTo>
                  <a:lnTo>
                    <a:pt x="21" y="2704"/>
                  </a:lnTo>
                  <a:lnTo>
                    <a:pt x="1" y="3179"/>
                  </a:lnTo>
                  <a:lnTo>
                    <a:pt x="21" y="3654"/>
                  </a:lnTo>
                  <a:lnTo>
                    <a:pt x="63" y="4128"/>
                  </a:lnTo>
                  <a:lnTo>
                    <a:pt x="125" y="4583"/>
                  </a:lnTo>
                  <a:lnTo>
                    <a:pt x="207" y="5016"/>
                  </a:lnTo>
                  <a:lnTo>
                    <a:pt x="310" y="5429"/>
                  </a:lnTo>
                  <a:lnTo>
                    <a:pt x="414" y="5800"/>
                  </a:lnTo>
                  <a:lnTo>
                    <a:pt x="599" y="6296"/>
                  </a:lnTo>
                  <a:lnTo>
                    <a:pt x="826" y="6874"/>
                  </a:lnTo>
                  <a:lnTo>
                    <a:pt x="1136" y="7493"/>
                  </a:lnTo>
                  <a:lnTo>
                    <a:pt x="1301" y="7803"/>
                  </a:lnTo>
                  <a:lnTo>
                    <a:pt x="1487" y="8112"/>
                  </a:lnTo>
                  <a:lnTo>
                    <a:pt x="1693" y="8422"/>
                  </a:lnTo>
                  <a:lnTo>
                    <a:pt x="1920" y="8731"/>
                  </a:lnTo>
                  <a:lnTo>
                    <a:pt x="2168" y="9041"/>
                  </a:lnTo>
                  <a:lnTo>
                    <a:pt x="2436" y="9330"/>
                  </a:lnTo>
                  <a:lnTo>
                    <a:pt x="2705" y="9598"/>
                  </a:lnTo>
                  <a:lnTo>
                    <a:pt x="3014" y="9846"/>
                  </a:lnTo>
                  <a:lnTo>
                    <a:pt x="3345" y="10052"/>
                  </a:lnTo>
                  <a:lnTo>
                    <a:pt x="3675" y="10259"/>
                  </a:lnTo>
                  <a:lnTo>
                    <a:pt x="3964" y="9578"/>
                  </a:lnTo>
                  <a:lnTo>
                    <a:pt x="4212" y="8876"/>
                  </a:lnTo>
                  <a:lnTo>
                    <a:pt x="4439" y="8153"/>
                  </a:lnTo>
                  <a:lnTo>
                    <a:pt x="4604" y="7410"/>
                  </a:lnTo>
                  <a:lnTo>
                    <a:pt x="4686" y="7039"/>
                  </a:lnTo>
                  <a:lnTo>
                    <a:pt x="4748" y="6667"/>
                  </a:lnTo>
                  <a:lnTo>
                    <a:pt x="4789" y="6296"/>
                  </a:lnTo>
                  <a:lnTo>
                    <a:pt x="4831" y="5924"/>
                  </a:lnTo>
                  <a:lnTo>
                    <a:pt x="4831" y="5553"/>
                  </a:lnTo>
                  <a:lnTo>
                    <a:pt x="4831" y="5181"/>
                  </a:lnTo>
                  <a:lnTo>
                    <a:pt x="4810" y="4810"/>
                  </a:lnTo>
                  <a:lnTo>
                    <a:pt x="4789" y="4459"/>
                  </a:lnTo>
                  <a:lnTo>
                    <a:pt x="4728" y="4087"/>
                  </a:lnTo>
                  <a:lnTo>
                    <a:pt x="4645" y="3716"/>
                  </a:lnTo>
                  <a:lnTo>
                    <a:pt x="4562" y="3344"/>
                  </a:lnTo>
                  <a:lnTo>
                    <a:pt x="4459" y="2993"/>
                  </a:lnTo>
                  <a:lnTo>
                    <a:pt x="4335" y="2642"/>
                  </a:lnTo>
                  <a:lnTo>
                    <a:pt x="4191" y="2291"/>
                  </a:lnTo>
                  <a:lnTo>
                    <a:pt x="4005" y="1961"/>
                  </a:lnTo>
                  <a:lnTo>
                    <a:pt x="3819" y="1651"/>
                  </a:lnTo>
                  <a:lnTo>
                    <a:pt x="3592" y="1362"/>
                  </a:lnTo>
                  <a:lnTo>
                    <a:pt x="3345" y="1073"/>
                  </a:lnTo>
                  <a:lnTo>
                    <a:pt x="3076" y="805"/>
                  </a:lnTo>
                  <a:lnTo>
                    <a:pt x="2787" y="578"/>
                  </a:lnTo>
                  <a:lnTo>
                    <a:pt x="2478" y="392"/>
                  </a:lnTo>
                  <a:lnTo>
                    <a:pt x="2147" y="227"/>
                  </a:lnTo>
                  <a:lnTo>
                    <a:pt x="1797" y="103"/>
                  </a:lnTo>
                  <a:lnTo>
                    <a:pt x="142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7" name="Google Shape;897;p27"/>
            <p:cNvSpPr/>
            <p:nvPr/>
          </p:nvSpPr>
          <p:spPr>
            <a:xfrm>
              <a:off x="1187500" y="4993350"/>
              <a:ext cx="120775" cy="256475"/>
            </a:xfrm>
            <a:custGeom>
              <a:avLst/>
              <a:gdLst/>
              <a:ahLst/>
              <a:cxnLst/>
              <a:rect l="l" t="t" r="r" b="b"/>
              <a:pathLst>
                <a:path w="4831" h="10259" fill="none" extrusionOk="0">
                  <a:moveTo>
                    <a:pt x="1425" y="0"/>
                  </a:moveTo>
                  <a:lnTo>
                    <a:pt x="1425" y="0"/>
                  </a:lnTo>
                  <a:lnTo>
                    <a:pt x="1797" y="103"/>
                  </a:lnTo>
                  <a:lnTo>
                    <a:pt x="2147" y="227"/>
                  </a:lnTo>
                  <a:lnTo>
                    <a:pt x="2478" y="392"/>
                  </a:lnTo>
                  <a:lnTo>
                    <a:pt x="2787" y="578"/>
                  </a:lnTo>
                  <a:lnTo>
                    <a:pt x="3076" y="805"/>
                  </a:lnTo>
                  <a:lnTo>
                    <a:pt x="3345" y="1073"/>
                  </a:lnTo>
                  <a:lnTo>
                    <a:pt x="3592" y="1362"/>
                  </a:lnTo>
                  <a:lnTo>
                    <a:pt x="3819" y="1651"/>
                  </a:lnTo>
                  <a:lnTo>
                    <a:pt x="3819" y="1651"/>
                  </a:lnTo>
                  <a:lnTo>
                    <a:pt x="4005" y="1961"/>
                  </a:lnTo>
                  <a:lnTo>
                    <a:pt x="4191" y="2291"/>
                  </a:lnTo>
                  <a:lnTo>
                    <a:pt x="4335" y="2642"/>
                  </a:lnTo>
                  <a:lnTo>
                    <a:pt x="4459" y="2993"/>
                  </a:lnTo>
                  <a:lnTo>
                    <a:pt x="4562" y="3344"/>
                  </a:lnTo>
                  <a:lnTo>
                    <a:pt x="4645" y="3716"/>
                  </a:lnTo>
                  <a:lnTo>
                    <a:pt x="4728" y="4087"/>
                  </a:lnTo>
                  <a:lnTo>
                    <a:pt x="4789" y="4459"/>
                  </a:lnTo>
                  <a:lnTo>
                    <a:pt x="4789" y="4459"/>
                  </a:lnTo>
                  <a:lnTo>
                    <a:pt x="4810" y="4810"/>
                  </a:lnTo>
                  <a:lnTo>
                    <a:pt x="4831" y="5181"/>
                  </a:lnTo>
                  <a:lnTo>
                    <a:pt x="4831" y="5553"/>
                  </a:lnTo>
                  <a:lnTo>
                    <a:pt x="4831" y="5924"/>
                  </a:lnTo>
                  <a:lnTo>
                    <a:pt x="4789" y="6296"/>
                  </a:lnTo>
                  <a:lnTo>
                    <a:pt x="4748" y="6667"/>
                  </a:lnTo>
                  <a:lnTo>
                    <a:pt x="4686" y="7039"/>
                  </a:lnTo>
                  <a:lnTo>
                    <a:pt x="4604" y="7410"/>
                  </a:lnTo>
                  <a:lnTo>
                    <a:pt x="4439" y="8153"/>
                  </a:lnTo>
                  <a:lnTo>
                    <a:pt x="4212" y="8876"/>
                  </a:lnTo>
                  <a:lnTo>
                    <a:pt x="3964" y="9578"/>
                  </a:lnTo>
                  <a:lnTo>
                    <a:pt x="3675" y="10259"/>
                  </a:lnTo>
                  <a:lnTo>
                    <a:pt x="3675" y="10259"/>
                  </a:lnTo>
                  <a:lnTo>
                    <a:pt x="3345" y="10052"/>
                  </a:lnTo>
                  <a:lnTo>
                    <a:pt x="3014" y="9846"/>
                  </a:lnTo>
                  <a:lnTo>
                    <a:pt x="2705" y="9598"/>
                  </a:lnTo>
                  <a:lnTo>
                    <a:pt x="2436" y="9330"/>
                  </a:lnTo>
                  <a:lnTo>
                    <a:pt x="2168" y="9041"/>
                  </a:lnTo>
                  <a:lnTo>
                    <a:pt x="1920" y="8731"/>
                  </a:lnTo>
                  <a:lnTo>
                    <a:pt x="1693" y="8422"/>
                  </a:lnTo>
                  <a:lnTo>
                    <a:pt x="1487" y="8112"/>
                  </a:lnTo>
                  <a:lnTo>
                    <a:pt x="1301" y="7803"/>
                  </a:lnTo>
                  <a:lnTo>
                    <a:pt x="1136" y="7493"/>
                  </a:lnTo>
                  <a:lnTo>
                    <a:pt x="826" y="6874"/>
                  </a:lnTo>
                  <a:lnTo>
                    <a:pt x="599" y="6296"/>
                  </a:lnTo>
                  <a:lnTo>
                    <a:pt x="414" y="5800"/>
                  </a:lnTo>
                  <a:lnTo>
                    <a:pt x="414" y="5800"/>
                  </a:lnTo>
                  <a:lnTo>
                    <a:pt x="310" y="5429"/>
                  </a:lnTo>
                  <a:lnTo>
                    <a:pt x="207" y="5016"/>
                  </a:lnTo>
                  <a:lnTo>
                    <a:pt x="125" y="4583"/>
                  </a:lnTo>
                  <a:lnTo>
                    <a:pt x="63" y="4128"/>
                  </a:lnTo>
                  <a:lnTo>
                    <a:pt x="21" y="3654"/>
                  </a:lnTo>
                  <a:lnTo>
                    <a:pt x="1" y="3179"/>
                  </a:lnTo>
                  <a:lnTo>
                    <a:pt x="21" y="2704"/>
                  </a:lnTo>
                  <a:lnTo>
                    <a:pt x="42" y="2250"/>
                  </a:lnTo>
                  <a:lnTo>
                    <a:pt x="104" y="1817"/>
                  </a:lnTo>
                  <a:lnTo>
                    <a:pt x="186" y="1404"/>
                  </a:lnTo>
                  <a:lnTo>
                    <a:pt x="310" y="1032"/>
                  </a:lnTo>
                  <a:lnTo>
                    <a:pt x="393" y="867"/>
                  </a:lnTo>
                  <a:lnTo>
                    <a:pt x="455" y="702"/>
                  </a:lnTo>
                  <a:lnTo>
                    <a:pt x="558" y="557"/>
                  </a:lnTo>
                  <a:lnTo>
                    <a:pt x="641" y="434"/>
                  </a:lnTo>
                  <a:lnTo>
                    <a:pt x="764" y="310"/>
                  </a:lnTo>
                  <a:lnTo>
                    <a:pt x="868" y="207"/>
                  </a:lnTo>
                  <a:lnTo>
                    <a:pt x="992" y="145"/>
                  </a:lnTo>
                  <a:lnTo>
                    <a:pt x="1136" y="83"/>
                  </a:lnTo>
                  <a:lnTo>
                    <a:pt x="1280" y="41"/>
                  </a:lnTo>
                  <a:lnTo>
                    <a:pt x="142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8" name="Google Shape;898;p27"/>
            <p:cNvSpPr/>
            <p:nvPr/>
          </p:nvSpPr>
          <p:spPr>
            <a:xfrm>
              <a:off x="1336125" y="5192525"/>
              <a:ext cx="130050" cy="122850"/>
            </a:xfrm>
            <a:custGeom>
              <a:avLst/>
              <a:gdLst/>
              <a:ahLst/>
              <a:cxnLst/>
              <a:rect l="l" t="t" r="r" b="b"/>
              <a:pathLst>
                <a:path w="5202" h="4914" extrusionOk="0">
                  <a:moveTo>
                    <a:pt x="3736" y="1"/>
                  </a:moveTo>
                  <a:lnTo>
                    <a:pt x="3551" y="21"/>
                  </a:lnTo>
                  <a:lnTo>
                    <a:pt x="3344" y="42"/>
                  </a:lnTo>
                  <a:lnTo>
                    <a:pt x="2952" y="145"/>
                  </a:lnTo>
                  <a:lnTo>
                    <a:pt x="2539" y="269"/>
                  </a:lnTo>
                  <a:lnTo>
                    <a:pt x="2147" y="414"/>
                  </a:lnTo>
                  <a:lnTo>
                    <a:pt x="1796" y="620"/>
                  </a:lnTo>
                  <a:lnTo>
                    <a:pt x="1445" y="847"/>
                  </a:lnTo>
                  <a:lnTo>
                    <a:pt x="1115" y="1115"/>
                  </a:lnTo>
                  <a:lnTo>
                    <a:pt x="826" y="1404"/>
                  </a:lnTo>
                  <a:lnTo>
                    <a:pt x="578" y="1735"/>
                  </a:lnTo>
                  <a:lnTo>
                    <a:pt x="475" y="1920"/>
                  </a:lnTo>
                  <a:lnTo>
                    <a:pt x="372" y="2106"/>
                  </a:lnTo>
                  <a:lnTo>
                    <a:pt x="289" y="2292"/>
                  </a:lnTo>
                  <a:lnTo>
                    <a:pt x="207" y="2478"/>
                  </a:lnTo>
                  <a:lnTo>
                    <a:pt x="145" y="2684"/>
                  </a:lnTo>
                  <a:lnTo>
                    <a:pt x="83" y="2890"/>
                  </a:lnTo>
                  <a:lnTo>
                    <a:pt x="42" y="3097"/>
                  </a:lnTo>
                  <a:lnTo>
                    <a:pt x="21" y="3303"/>
                  </a:lnTo>
                  <a:lnTo>
                    <a:pt x="0" y="3510"/>
                  </a:lnTo>
                  <a:lnTo>
                    <a:pt x="21" y="3716"/>
                  </a:lnTo>
                  <a:lnTo>
                    <a:pt x="21" y="3923"/>
                  </a:lnTo>
                  <a:lnTo>
                    <a:pt x="62" y="4129"/>
                  </a:lnTo>
                  <a:lnTo>
                    <a:pt x="104" y="4315"/>
                  </a:lnTo>
                  <a:lnTo>
                    <a:pt x="166" y="4521"/>
                  </a:lnTo>
                  <a:lnTo>
                    <a:pt x="227" y="4707"/>
                  </a:lnTo>
                  <a:lnTo>
                    <a:pt x="310" y="4893"/>
                  </a:lnTo>
                  <a:lnTo>
                    <a:pt x="620" y="4913"/>
                  </a:lnTo>
                  <a:lnTo>
                    <a:pt x="929" y="4893"/>
                  </a:lnTo>
                  <a:lnTo>
                    <a:pt x="1218" y="4851"/>
                  </a:lnTo>
                  <a:lnTo>
                    <a:pt x="1487" y="4789"/>
                  </a:lnTo>
                  <a:lnTo>
                    <a:pt x="1776" y="4707"/>
                  </a:lnTo>
                  <a:lnTo>
                    <a:pt x="2044" y="4604"/>
                  </a:lnTo>
                  <a:lnTo>
                    <a:pt x="2312" y="4480"/>
                  </a:lnTo>
                  <a:lnTo>
                    <a:pt x="2560" y="4356"/>
                  </a:lnTo>
                  <a:lnTo>
                    <a:pt x="2808" y="4211"/>
                  </a:lnTo>
                  <a:lnTo>
                    <a:pt x="3055" y="4046"/>
                  </a:lnTo>
                  <a:lnTo>
                    <a:pt x="3303" y="3861"/>
                  </a:lnTo>
                  <a:lnTo>
                    <a:pt x="3530" y="3675"/>
                  </a:lnTo>
                  <a:lnTo>
                    <a:pt x="3984" y="3283"/>
                  </a:lnTo>
                  <a:lnTo>
                    <a:pt x="4418" y="2849"/>
                  </a:lnTo>
                  <a:lnTo>
                    <a:pt x="4665" y="2581"/>
                  </a:lnTo>
                  <a:lnTo>
                    <a:pt x="4872" y="2292"/>
                  </a:lnTo>
                  <a:lnTo>
                    <a:pt x="4975" y="2127"/>
                  </a:lnTo>
                  <a:lnTo>
                    <a:pt x="5058" y="1982"/>
                  </a:lnTo>
                  <a:lnTo>
                    <a:pt x="5119" y="1817"/>
                  </a:lnTo>
                  <a:lnTo>
                    <a:pt x="5161" y="1631"/>
                  </a:lnTo>
                  <a:lnTo>
                    <a:pt x="5202" y="1466"/>
                  </a:lnTo>
                  <a:lnTo>
                    <a:pt x="5202" y="1280"/>
                  </a:lnTo>
                  <a:lnTo>
                    <a:pt x="5202" y="1095"/>
                  </a:lnTo>
                  <a:lnTo>
                    <a:pt x="5161" y="909"/>
                  </a:lnTo>
                  <a:lnTo>
                    <a:pt x="5119" y="744"/>
                  </a:lnTo>
                  <a:lnTo>
                    <a:pt x="5037" y="579"/>
                  </a:lnTo>
                  <a:lnTo>
                    <a:pt x="4934" y="434"/>
                  </a:lnTo>
                  <a:lnTo>
                    <a:pt x="4810" y="310"/>
                  </a:lnTo>
                  <a:lnTo>
                    <a:pt x="4665" y="207"/>
                  </a:lnTo>
                  <a:lnTo>
                    <a:pt x="4500" y="125"/>
                  </a:lnTo>
                  <a:lnTo>
                    <a:pt x="4314" y="63"/>
                  </a:lnTo>
                  <a:lnTo>
                    <a:pt x="4129" y="21"/>
                  </a:lnTo>
                  <a:lnTo>
                    <a:pt x="394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9" name="Google Shape;899;p27"/>
            <p:cNvSpPr/>
            <p:nvPr/>
          </p:nvSpPr>
          <p:spPr>
            <a:xfrm>
              <a:off x="1336125" y="5192525"/>
              <a:ext cx="130050" cy="122850"/>
            </a:xfrm>
            <a:custGeom>
              <a:avLst/>
              <a:gdLst/>
              <a:ahLst/>
              <a:cxnLst/>
              <a:rect l="l" t="t" r="r" b="b"/>
              <a:pathLst>
                <a:path w="5202" h="4914" fill="none" extrusionOk="0">
                  <a:moveTo>
                    <a:pt x="310" y="4893"/>
                  </a:moveTo>
                  <a:lnTo>
                    <a:pt x="310" y="4893"/>
                  </a:lnTo>
                  <a:lnTo>
                    <a:pt x="227" y="4707"/>
                  </a:lnTo>
                  <a:lnTo>
                    <a:pt x="166" y="4521"/>
                  </a:lnTo>
                  <a:lnTo>
                    <a:pt x="104" y="4315"/>
                  </a:lnTo>
                  <a:lnTo>
                    <a:pt x="62" y="4129"/>
                  </a:lnTo>
                  <a:lnTo>
                    <a:pt x="21" y="3923"/>
                  </a:lnTo>
                  <a:lnTo>
                    <a:pt x="21" y="3716"/>
                  </a:lnTo>
                  <a:lnTo>
                    <a:pt x="0" y="3510"/>
                  </a:lnTo>
                  <a:lnTo>
                    <a:pt x="21" y="3303"/>
                  </a:lnTo>
                  <a:lnTo>
                    <a:pt x="42" y="3097"/>
                  </a:lnTo>
                  <a:lnTo>
                    <a:pt x="83" y="2890"/>
                  </a:lnTo>
                  <a:lnTo>
                    <a:pt x="145" y="2684"/>
                  </a:lnTo>
                  <a:lnTo>
                    <a:pt x="207" y="2478"/>
                  </a:lnTo>
                  <a:lnTo>
                    <a:pt x="289" y="2292"/>
                  </a:lnTo>
                  <a:lnTo>
                    <a:pt x="372" y="2106"/>
                  </a:lnTo>
                  <a:lnTo>
                    <a:pt x="475" y="1920"/>
                  </a:lnTo>
                  <a:lnTo>
                    <a:pt x="578" y="1735"/>
                  </a:lnTo>
                  <a:lnTo>
                    <a:pt x="578" y="1735"/>
                  </a:lnTo>
                  <a:lnTo>
                    <a:pt x="826" y="1404"/>
                  </a:lnTo>
                  <a:lnTo>
                    <a:pt x="1115" y="1115"/>
                  </a:lnTo>
                  <a:lnTo>
                    <a:pt x="1445" y="847"/>
                  </a:lnTo>
                  <a:lnTo>
                    <a:pt x="1796" y="620"/>
                  </a:lnTo>
                  <a:lnTo>
                    <a:pt x="2147" y="414"/>
                  </a:lnTo>
                  <a:lnTo>
                    <a:pt x="2539" y="269"/>
                  </a:lnTo>
                  <a:lnTo>
                    <a:pt x="2952" y="145"/>
                  </a:lnTo>
                  <a:lnTo>
                    <a:pt x="3344" y="42"/>
                  </a:lnTo>
                  <a:lnTo>
                    <a:pt x="3344" y="42"/>
                  </a:lnTo>
                  <a:lnTo>
                    <a:pt x="3551" y="21"/>
                  </a:lnTo>
                  <a:lnTo>
                    <a:pt x="3736" y="1"/>
                  </a:lnTo>
                  <a:lnTo>
                    <a:pt x="3943" y="1"/>
                  </a:lnTo>
                  <a:lnTo>
                    <a:pt x="4129" y="21"/>
                  </a:lnTo>
                  <a:lnTo>
                    <a:pt x="4314" y="63"/>
                  </a:lnTo>
                  <a:lnTo>
                    <a:pt x="4500" y="125"/>
                  </a:lnTo>
                  <a:lnTo>
                    <a:pt x="4665" y="207"/>
                  </a:lnTo>
                  <a:lnTo>
                    <a:pt x="4810" y="310"/>
                  </a:lnTo>
                  <a:lnTo>
                    <a:pt x="4810" y="310"/>
                  </a:lnTo>
                  <a:lnTo>
                    <a:pt x="4934" y="434"/>
                  </a:lnTo>
                  <a:lnTo>
                    <a:pt x="5037" y="579"/>
                  </a:lnTo>
                  <a:lnTo>
                    <a:pt x="5119" y="744"/>
                  </a:lnTo>
                  <a:lnTo>
                    <a:pt x="5161" y="909"/>
                  </a:lnTo>
                  <a:lnTo>
                    <a:pt x="5202" y="1095"/>
                  </a:lnTo>
                  <a:lnTo>
                    <a:pt x="5202" y="1280"/>
                  </a:lnTo>
                  <a:lnTo>
                    <a:pt x="5202" y="1466"/>
                  </a:lnTo>
                  <a:lnTo>
                    <a:pt x="5161" y="1631"/>
                  </a:lnTo>
                  <a:lnTo>
                    <a:pt x="5161" y="1631"/>
                  </a:lnTo>
                  <a:lnTo>
                    <a:pt x="5119" y="1817"/>
                  </a:lnTo>
                  <a:lnTo>
                    <a:pt x="5058" y="1982"/>
                  </a:lnTo>
                  <a:lnTo>
                    <a:pt x="4975" y="2127"/>
                  </a:lnTo>
                  <a:lnTo>
                    <a:pt x="4872" y="2292"/>
                  </a:lnTo>
                  <a:lnTo>
                    <a:pt x="4665" y="2581"/>
                  </a:lnTo>
                  <a:lnTo>
                    <a:pt x="4418" y="2849"/>
                  </a:lnTo>
                  <a:lnTo>
                    <a:pt x="4418" y="2849"/>
                  </a:lnTo>
                  <a:lnTo>
                    <a:pt x="3984" y="3283"/>
                  </a:lnTo>
                  <a:lnTo>
                    <a:pt x="3530" y="3675"/>
                  </a:lnTo>
                  <a:lnTo>
                    <a:pt x="3303" y="3861"/>
                  </a:lnTo>
                  <a:lnTo>
                    <a:pt x="3055" y="4046"/>
                  </a:lnTo>
                  <a:lnTo>
                    <a:pt x="2808" y="4211"/>
                  </a:lnTo>
                  <a:lnTo>
                    <a:pt x="2560" y="4356"/>
                  </a:lnTo>
                  <a:lnTo>
                    <a:pt x="2312" y="4480"/>
                  </a:lnTo>
                  <a:lnTo>
                    <a:pt x="2044" y="4604"/>
                  </a:lnTo>
                  <a:lnTo>
                    <a:pt x="1776" y="4707"/>
                  </a:lnTo>
                  <a:lnTo>
                    <a:pt x="1487" y="4789"/>
                  </a:lnTo>
                  <a:lnTo>
                    <a:pt x="1218" y="4851"/>
                  </a:lnTo>
                  <a:lnTo>
                    <a:pt x="929" y="4893"/>
                  </a:lnTo>
                  <a:lnTo>
                    <a:pt x="620" y="4913"/>
                  </a:lnTo>
                  <a:lnTo>
                    <a:pt x="310" y="4893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0" name="Google Shape;900;p27"/>
            <p:cNvSpPr/>
            <p:nvPr/>
          </p:nvSpPr>
          <p:spPr>
            <a:xfrm>
              <a:off x="1325800" y="5245175"/>
              <a:ext cx="80525" cy="224500"/>
            </a:xfrm>
            <a:custGeom>
              <a:avLst/>
              <a:gdLst/>
              <a:ahLst/>
              <a:cxnLst/>
              <a:rect l="l" t="t" r="r" b="b"/>
              <a:pathLst>
                <a:path w="3221" h="8980" extrusionOk="0">
                  <a:moveTo>
                    <a:pt x="3221" y="0"/>
                  </a:moveTo>
                  <a:lnTo>
                    <a:pt x="3138" y="41"/>
                  </a:lnTo>
                  <a:lnTo>
                    <a:pt x="3014" y="103"/>
                  </a:lnTo>
                  <a:lnTo>
                    <a:pt x="2870" y="186"/>
                  </a:lnTo>
                  <a:lnTo>
                    <a:pt x="2684" y="310"/>
                  </a:lnTo>
                  <a:lnTo>
                    <a:pt x="2478" y="454"/>
                  </a:lnTo>
                  <a:lnTo>
                    <a:pt x="2250" y="640"/>
                  </a:lnTo>
                  <a:lnTo>
                    <a:pt x="2023" y="846"/>
                  </a:lnTo>
                  <a:lnTo>
                    <a:pt x="1755" y="1115"/>
                  </a:lnTo>
                  <a:lnTo>
                    <a:pt x="1507" y="1424"/>
                  </a:lnTo>
                  <a:lnTo>
                    <a:pt x="1260" y="1755"/>
                  </a:lnTo>
                  <a:lnTo>
                    <a:pt x="1033" y="2126"/>
                  </a:lnTo>
                  <a:lnTo>
                    <a:pt x="806" y="2539"/>
                  </a:lnTo>
                  <a:lnTo>
                    <a:pt x="620" y="2993"/>
                  </a:lnTo>
                  <a:lnTo>
                    <a:pt x="434" y="3447"/>
                  </a:lnTo>
                  <a:lnTo>
                    <a:pt x="290" y="3963"/>
                  </a:lnTo>
                  <a:lnTo>
                    <a:pt x="166" y="4459"/>
                  </a:lnTo>
                  <a:lnTo>
                    <a:pt x="83" y="4954"/>
                  </a:lnTo>
                  <a:lnTo>
                    <a:pt x="21" y="5449"/>
                  </a:lnTo>
                  <a:lnTo>
                    <a:pt x="1" y="5903"/>
                  </a:lnTo>
                  <a:lnTo>
                    <a:pt x="1" y="6358"/>
                  </a:lnTo>
                  <a:lnTo>
                    <a:pt x="1" y="6770"/>
                  </a:lnTo>
                  <a:lnTo>
                    <a:pt x="42" y="7514"/>
                  </a:lnTo>
                  <a:lnTo>
                    <a:pt x="104" y="8587"/>
                  </a:lnTo>
                  <a:lnTo>
                    <a:pt x="124" y="8876"/>
                  </a:lnTo>
                  <a:lnTo>
                    <a:pt x="145" y="8979"/>
                  </a:lnTo>
                  <a:lnTo>
                    <a:pt x="166" y="8876"/>
                  </a:lnTo>
                  <a:lnTo>
                    <a:pt x="166" y="8587"/>
                  </a:lnTo>
                  <a:lnTo>
                    <a:pt x="145" y="7514"/>
                  </a:lnTo>
                  <a:lnTo>
                    <a:pt x="124" y="6770"/>
                  </a:lnTo>
                  <a:lnTo>
                    <a:pt x="124" y="6358"/>
                  </a:lnTo>
                  <a:lnTo>
                    <a:pt x="145" y="5903"/>
                  </a:lnTo>
                  <a:lnTo>
                    <a:pt x="166" y="5449"/>
                  </a:lnTo>
                  <a:lnTo>
                    <a:pt x="207" y="4975"/>
                  </a:lnTo>
                  <a:lnTo>
                    <a:pt x="290" y="4479"/>
                  </a:lnTo>
                  <a:lnTo>
                    <a:pt x="413" y="3984"/>
                  </a:lnTo>
                  <a:lnTo>
                    <a:pt x="558" y="3509"/>
                  </a:lnTo>
                  <a:lnTo>
                    <a:pt x="744" y="3034"/>
                  </a:lnTo>
                  <a:lnTo>
                    <a:pt x="929" y="2601"/>
                  </a:lnTo>
                  <a:lnTo>
                    <a:pt x="1136" y="2188"/>
                  </a:lnTo>
                  <a:lnTo>
                    <a:pt x="1363" y="1817"/>
                  </a:lnTo>
                  <a:lnTo>
                    <a:pt x="1611" y="1486"/>
                  </a:lnTo>
                  <a:lnTo>
                    <a:pt x="1838" y="1177"/>
                  </a:lnTo>
                  <a:lnTo>
                    <a:pt x="2085" y="929"/>
                  </a:lnTo>
                  <a:lnTo>
                    <a:pt x="2312" y="702"/>
                  </a:lnTo>
                  <a:lnTo>
                    <a:pt x="2539" y="516"/>
                  </a:lnTo>
                  <a:lnTo>
                    <a:pt x="2911" y="227"/>
                  </a:lnTo>
                  <a:lnTo>
                    <a:pt x="3138" y="83"/>
                  </a:lnTo>
                  <a:lnTo>
                    <a:pt x="3221" y="21"/>
                  </a:lnTo>
                  <a:lnTo>
                    <a:pt x="3221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1" name="Google Shape;901;p27"/>
            <p:cNvSpPr/>
            <p:nvPr/>
          </p:nvSpPr>
          <p:spPr>
            <a:xfrm>
              <a:off x="1230325" y="5065575"/>
              <a:ext cx="100650" cy="411300"/>
            </a:xfrm>
            <a:custGeom>
              <a:avLst/>
              <a:gdLst/>
              <a:ahLst/>
              <a:cxnLst/>
              <a:rect l="l" t="t" r="r" b="b"/>
              <a:pathLst>
                <a:path w="4026" h="16452" extrusionOk="0">
                  <a:moveTo>
                    <a:pt x="1" y="1"/>
                  </a:moveTo>
                  <a:lnTo>
                    <a:pt x="22" y="187"/>
                  </a:lnTo>
                  <a:lnTo>
                    <a:pt x="145" y="661"/>
                  </a:lnTo>
                  <a:lnTo>
                    <a:pt x="620" y="2416"/>
                  </a:lnTo>
                  <a:lnTo>
                    <a:pt x="1301" y="5017"/>
                  </a:lnTo>
                  <a:lnTo>
                    <a:pt x="2106" y="8216"/>
                  </a:lnTo>
                  <a:lnTo>
                    <a:pt x="2870" y="11416"/>
                  </a:lnTo>
                  <a:lnTo>
                    <a:pt x="3469" y="14037"/>
                  </a:lnTo>
                  <a:lnTo>
                    <a:pt x="3861" y="15812"/>
                  </a:lnTo>
                  <a:lnTo>
                    <a:pt x="3985" y="16287"/>
                  </a:lnTo>
                  <a:lnTo>
                    <a:pt x="4026" y="16452"/>
                  </a:lnTo>
                  <a:lnTo>
                    <a:pt x="4026" y="16452"/>
                  </a:lnTo>
                  <a:lnTo>
                    <a:pt x="4005" y="16287"/>
                  </a:lnTo>
                  <a:lnTo>
                    <a:pt x="3923" y="15791"/>
                  </a:lnTo>
                  <a:lnTo>
                    <a:pt x="3572" y="14016"/>
                  </a:lnTo>
                  <a:lnTo>
                    <a:pt x="3304" y="12799"/>
                  </a:lnTo>
                  <a:lnTo>
                    <a:pt x="2994" y="11395"/>
                  </a:lnTo>
                  <a:lnTo>
                    <a:pt x="2643" y="9826"/>
                  </a:lnTo>
                  <a:lnTo>
                    <a:pt x="2230" y="8175"/>
                  </a:lnTo>
                  <a:lnTo>
                    <a:pt x="1817" y="6524"/>
                  </a:lnTo>
                  <a:lnTo>
                    <a:pt x="1425" y="4975"/>
                  </a:lnTo>
                  <a:lnTo>
                    <a:pt x="1054" y="3593"/>
                  </a:lnTo>
                  <a:lnTo>
                    <a:pt x="703" y="2375"/>
                  </a:lnTo>
                  <a:lnTo>
                    <a:pt x="207" y="641"/>
                  </a:lnTo>
                  <a:lnTo>
                    <a:pt x="63" y="1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2" name="Google Shape;902;p27"/>
            <p:cNvSpPr/>
            <p:nvPr/>
          </p:nvSpPr>
          <p:spPr>
            <a:xfrm>
              <a:off x="1108025" y="5251875"/>
              <a:ext cx="175475" cy="117150"/>
            </a:xfrm>
            <a:custGeom>
              <a:avLst/>
              <a:gdLst/>
              <a:ahLst/>
              <a:cxnLst/>
              <a:rect l="l" t="t" r="r" b="b"/>
              <a:pathLst>
                <a:path w="7019" h="4686" extrusionOk="0">
                  <a:moveTo>
                    <a:pt x="1095" y="0"/>
                  </a:moveTo>
                  <a:lnTo>
                    <a:pt x="868" y="21"/>
                  </a:lnTo>
                  <a:lnTo>
                    <a:pt x="661" y="62"/>
                  </a:lnTo>
                  <a:lnTo>
                    <a:pt x="476" y="145"/>
                  </a:lnTo>
                  <a:lnTo>
                    <a:pt x="290" y="269"/>
                  </a:lnTo>
                  <a:lnTo>
                    <a:pt x="228" y="351"/>
                  </a:lnTo>
                  <a:lnTo>
                    <a:pt x="145" y="434"/>
                  </a:lnTo>
                  <a:lnTo>
                    <a:pt x="104" y="537"/>
                  </a:lnTo>
                  <a:lnTo>
                    <a:pt x="63" y="640"/>
                  </a:lnTo>
                  <a:lnTo>
                    <a:pt x="1" y="847"/>
                  </a:lnTo>
                  <a:lnTo>
                    <a:pt x="1" y="1053"/>
                  </a:lnTo>
                  <a:lnTo>
                    <a:pt x="42" y="1260"/>
                  </a:lnTo>
                  <a:lnTo>
                    <a:pt x="104" y="1487"/>
                  </a:lnTo>
                  <a:lnTo>
                    <a:pt x="207" y="1693"/>
                  </a:lnTo>
                  <a:lnTo>
                    <a:pt x="311" y="1899"/>
                  </a:lnTo>
                  <a:lnTo>
                    <a:pt x="434" y="2085"/>
                  </a:lnTo>
                  <a:lnTo>
                    <a:pt x="723" y="2457"/>
                  </a:lnTo>
                  <a:lnTo>
                    <a:pt x="1033" y="2808"/>
                  </a:lnTo>
                  <a:lnTo>
                    <a:pt x="1363" y="3117"/>
                  </a:lnTo>
                  <a:lnTo>
                    <a:pt x="1735" y="3406"/>
                  </a:lnTo>
                  <a:lnTo>
                    <a:pt x="2106" y="3675"/>
                  </a:lnTo>
                  <a:lnTo>
                    <a:pt x="2519" y="3902"/>
                  </a:lnTo>
                  <a:lnTo>
                    <a:pt x="2932" y="4108"/>
                  </a:lnTo>
                  <a:lnTo>
                    <a:pt x="3365" y="4294"/>
                  </a:lnTo>
                  <a:lnTo>
                    <a:pt x="3799" y="4438"/>
                  </a:lnTo>
                  <a:lnTo>
                    <a:pt x="4253" y="4541"/>
                  </a:lnTo>
                  <a:lnTo>
                    <a:pt x="4728" y="4624"/>
                  </a:lnTo>
                  <a:lnTo>
                    <a:pt x="5182" y="4665"/>
                  </a:lnTo>
                  <a:lnTo>
                    <a:pt x="5636" y="4686"/>
                  </a:lnTo>
                  <a:lnTo>
                    <a:pt x="6111" y="4645"/>
                  </a:lnTo>
                  <a:lnTo>
                    <a:pt x="6565" y="4583"/>
                  </a:lnTo>
                  <a:lnTo>
                    <a:pt x="7019" y="4500"/>
                  </a:lnTo>
                  <a:lnTo>
                    <a:pt x="7019" y="4335"/>
                  </a:lnTo>
                  <a:lnTo>
                    <a:pt x="6833" y="3943"/>
                  </a:lnTo>
                  <a:lnTo>
                    <a:pt x="6627" y="3551"/>
                  </a:lnTo>
                  <a:lnTo>
                    <a:pt x="6400" y="3179"/>
                  </a:lnTo>
                  <a:lnTo>
                    <a:pt x="6131" y="2828"/>
                  </a:lnTo>
                  <a:lnTo>
                    <a:pt x="5863" y="2477"/>
                  </a:lnTo>
                  <a:lnTo>
                    <a:pt x="5574" y="2147"/>
                  </a:lnTo>
                  <a:lnTo>
                    <a:pt x="5264" y="1858"/>
                  </a:lnTo>
                  <a:lnTo>
                    <a:pt x="4914" y="1569"/>
                  </a:lnTo>
                  <a:lnTo>
                    <a:pt x="4583" y="1301"/>
                  </a:lnTo>
                  <a:lnTo>
                    <a:pt x="4212" y="1053"/>
                  </a:lnTo>
                  <a:lnTo>
                    <a:pt x="3840" y="826"/>
                  </a:lnTo>
                  <a:lnTo>
                    <a:pt x="3448" y="620"/>
                  </a:lnTo>
                  <a:lnTo>
                    <a:pt x="3056" y="434"/>
                  </a:lnTo>
                  <a:lnTo>
                    <a:pt x="2643" y="289"/>
                  </a:lnTo>
                  <a:lnTo>
                    <a:pt x="2210" y="166"/>
                  </a:lnTo>
                  <a:lnTo>
                    <a:pt x="1797" y="62"/>
                  </a:lnTo>
                  <a:lnTo>
                    <a:pt x="1570" y="21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3" name="Google Shape;903;p27"/>
            <p:cNvSpPr/>
            <p:nvPr/>
          </p:nvSpPr>
          <p:spPr>
            <a:xfrm>
              <a:off x="1108025" y="5251875"/>
              <a:ext cx="175475" cy="117150"/>
            </a:xfrm>
            <a:custGeom>
              <a:avLst/>
              <a:gdLst/>
              <a:ahLst/>
              <a:cxnLst/>
              <a:rect l="l" t="t" r="r" b="b"/>
              <a:pathLst>
                <a:path w="7019" h="4686" fill="none" extrusionOk="0">
                  <a:moveTo>
                    <a:pt x="7019" y="4335"/>
                  </a:moveTo>
                  <a:lnTo>
                    <a:pt x="7019" y="4335"/>
                  </a:lnTo>
                  <a:lnTo>
                    <a:pt x="6833" y="3943"/>
                  </a:lnTo>
                  <a:lnTo>
                    <a:pt x="6627" y="3551"/>
                  </a:lnTo>
                  <a:lnTo>
                    <a:pt x="6400" y="3179"/>
                  </a:lnTo>
                  <a:lnTo>
                    <a:pt x="6131" y="2828"/>
                  </a:lnTo>
                  <a:lnTo>
                    <a:pt x="5863" y="2477"/>
                  </a:lnTo>
                  <a:lnTo>
                    <a:pt x="5574" y="2147"/>
                  </a:lnTo>
                  <a:lnTo>
                    <a:pt x="5264" y="1858"/>
                  </a:lnTo>
                  <a:lnTo>
                    <a:pt x="4914" y="1569"/>
                  </a:lnTo>
                  <a:lnTo>
                    <a:pt x="4583" y="1301"/>
                  </a:lnTo>
                  <a:lnTo>
                    <a:pt x="4212" y="1053"/>
                  </a:lnTo>
                  <a:lnTo>
                    <a:pt x="3840" y="826"/>
                  </a:lnTo>
                  <a:lnTo>
                    <a:pt x="3448" y="620"/>
                  </a:lnTo>
                  <a:lnTo>
                    <a:pt x="3056" y="434"/>
                  </a:lnTo>
                  <a:lnTo>
                    <a:pt x="2643" y="289"/>
                  </a:lnTo>
                  <a:lnTo>
                    <a:pt x="2210" y="166"/>
                  </a:lnTo>
                  <a:lnTo>
                    <a:pt x="1797" y="62"/>
                  </a:lnTo>
                  <a:lnTo>
                    <a:pt x="1797" y="62"/>
                  </a:lnTo>
                  <a:lnTo>
                    <a:pt x="1570" y="21"/>
                  </a:lnTo>
                  <a:lnTo>
                    <a:pt x="1343" y="0"/>
                  </a:lnTo>
                  <a:lnTo>
                    <a:pt x="1095" y="0"/>
                  </a:lnTo>
                  <a:lnTo>
                    <a:pt x="868" y="21"/>
                  </a:lnTo>
                  <a:lnTo>
                    <a:pt x="661" y="62"/>
                  </a:lnTo>
                  <a:lnTo>
                    <a:pt x="476" y="145"/>
                  </a:lnTo>
                  <a:lnTo>
                    <a:pt x="290" y="269"/>
                  </a:lnTo>
                  <a:lnTo>
                    <a:pt x="228" y="351"/>
                  </a:lnTo>
                  <a:lnTo>
                    <a:pt x="145" y="434"/>
                  </a:lnTo>
                  <a:lnTo>
                    <a:pt x="145" y="434"/>
                  </a:lnTo>
                  <a:lnTo>
                    <a:pt x="104" y="537"/>
                  </a:lnTo>
                  <a:lnTo>
                    <a:pt x="63" y="640"/>
                  </a:lnTo>
                  <a:lnTo>
                    <a:pt x="1" y="847"/>
                  </a:lnTo>
                  <a:lnTo>
                    <a:pt x="1" y="1053"/>
                  </a:lnTo>
                  <a:lnTo>
                    <a:pt x="42" y="1260"/>
                  </a:lnTo>
                  <a:lnTo>
                    <a:pt x="104" y="1487"/>
                  </a:lnTo>
                  <a:lnTo>
                    <a:pt x="207" y="1693"/>
                  </a:lnTo>
                  <a:lnTo>
                    <a:pt x="311" y="1899"/>
                  </a:lnTo>
                  <a:lnTo>
                    <a:pt x="434" y="2085"/>
                  </a:lnTo>
                  <a:lnTo>
                    <a:pt x="434" y="2085"/>
                  </a:lnTo>
                  <a:lnTo>
                    <a:pt x="723" y="2457"/>
                  </a:lnTo>
                  <a:lnTo>
                    <a:pt x="1033" y="2808"/>
                  </a:lnTo>
                  <a:lnTo>
                    <a:pt x="1363" y="3117"/>
                  </a:lnTo>
                  <a:lnTo>
                    <a:pt x="1735" y="3406"/>
                  </a:lnTo>
                  <a:lnTo>
                    <a:pt x="2106" y="3675"/>
                  </a:lnTo>
                  <a:lnTo>
                    <a:pt x="2519" y="3902"/>
                  </a:lnTo>
                  <a:lnTo>
                    <a:pt x="2932" y="4108"/>
                  </a:lnTo>
                  <a:lnTo>
                    <a:pt x="3365" y="4294"/>
                  </a:lnTo>
                  <a:lnTo>
                    <a:pt x="3799" y="4438"/>
                  </a:lnTo>
                  <a:lnTo>
                    <a:pt x="4253" y="4541"/>
                  </a:lnTo>
                  <a:lnTo>
                    <a:pt x="4728" y="4624"/>
                  </a:lnTo>
                  <a:lnTo>
                    <a:pt x="5182" y="4665"/>
                  </a:lnTo>
                  <a:lnTo>
                    <a:pt x="5636" y="4686"/>
                  </a:lnTo>
                  <a:lnTo>
                    <a:pt x="6111" y="4645"/>
                  </a:lnTo>
                  <a:lnTo>
                    <a:pt x="6565" y="4583"/>
                  </a:lnTo>
                  <a:lnTo>
                    <a:pt x="7019" y="450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4" name="Google Shape;904;p27"/>
            <p:cNvSpPr/>
            <p:nvPr/>
          </p:nvSpPr>
          <p:spPr>
            <a:xfrm>
              <a:off x="1169950" y="5295725"/>
              <a:ext cx="156400" cy="158450"/>
            </a:xfrm>
            <a:custGeom>
              <a:avLst/>
              <a:gdLst/>
              <a:ahLst/>
              <a:cxnLst/>
              <a:rect l="l" t="t" r="r" b="b"/>
              <a:pathLst>
                <a:path w="6256" h="6338" extrusionOk="0">
                  <a:moveTo>
                    <a:pt x="1" y="1"/>
                  </a:moveTo>
                  <a:lnTo>
                    <a:pt x="104" y="42"/>
                  </a:lnTo>
                  <a:lnTo>
                    <a:pt x="352" y="104"/>
                  </a:lnTo>
                  <a:lnTo>
                    <a:pt x="785" y="249"/>
                  </a:lnTo>
                  <a:lnTo>
                    <a:pt x="1322" y="434"/>
                  </a:lnTo>
                  <a:lnTo>
                    <a:pt x="1632" y="558"/>
                  </a:lnTo>
                  <a:lnTo>
                    <a:pt x="1941" y="723"/>
                  </a:lnTo>
                  <a:lnTo>
                    <a:pt x="2292" y="909"/>
                  </a:lnTo>
                  <a:lnTo>
                    <a:pt x="2643" y="1116"/>
                  </a:lnTo>
                  <a:lnTo>
                    <a:pt x="2994" y="1343"/>
                  </a:lnTo>
                  <a:lnTo>
                    <a:pt x="3365" y="1611"/>
                  </a:lnTo>
                  <a:lnTo>
                    <a:pt x="3716" y="1921"/>
                  </a:lnTo>
                  <a:lnTo>
                    <a:pt x="4067" y="2251"/>
                  </a:lnTo>
                  <a:lnTo>
                    <a:pt x="4398" y="2602"/>
                  </a:lnTo>
                  <a:lnTo>
                    <a:pt x="4686" y="2953"/>
                  </a:lnTo>
                  <a:lnTo>
                    <a:pt x="4955" y="3304"/>
                  </a:lnTo>
                  <a:lnTo>
                    <a:pt x="5203" y="3675"/>
                  </a:lnTo>
                  <a:lnTo>
                    <a:pt x="5409" y="4026"/>
                  </a:lnTo>
                  <a:lnTo>
                    <a:pt x="5574" y="4377"/>
                  </a:lnTo>
                  <a:lnTo>
                    <a:pt x="5719" y="4707"/>
                  </a:lnTo>
                  <a:lnTo>
                    <a:pt x="5842" y="5017"/>
                  </a:lnTo>
                  <a:lnTo>
                    <a:pt x="6028" y="5553"/>
                  </a:lnTo>
                  <a:lnTo>
                    <a:pt x="6152" y="5966"/>
                  </a:lnTo>
                  <a:lnTo>
                    <a:pt x="6214" y="6235"/>
                  </a:lnTo>
                  <a:lnTo>
                    <a:pt x="6255" y="6338"/>
                  </a:lnTo>
                  <a:lnTo>
                    <a:pt x="6255" y="6235"/>
                  </a:lnTo>
                  <a:lnTo>
                    <a:pt x="6193" y="5966"/>
                  </a:lnTo>
                  <a:lnTo>
                    <a:pt x="6173" y="5760"/>
                  </a:lnTo>
                  <a:lnTo>
                    <a:pt x="6111" y="5533"/>
                  </a:lnTo>
                  <a:lnTo>
                    <a:pt x="6028" y="5264"/>
                  </a:lnTo>
                  <a:lnTo>
                    <a:pt x="5946" y="4975"/>
                  </a:lnTo>
                  <a:lnTo>
                    <a:pt x="5822" y="4666"/>
                  </a:lnTo>
                  <a:lnTo>
                    <a:pt x="5677" y="4315"/>
                  </a:lnTo>
                  <a:lnTo>
                    <a:pt x="5512" y="3964"/>
                  </a:lnTo>
                  <a:lnTo>
                    <a:pt x="5306" y="3613"/>
                  </a:lnTo>
                  <a:lnTo>
                    <a:pt x="5058" y="3242"/>
                  </a:lnTo>
                  <a:lnTo>
                    <a:pt x="4790" y="2870"/>
                  </a:lnTo>
                  <a:lnTo>
                    <a:pt x="4501" y="2499"/>
                  </a:lnTo>
                  <a:lnTo>
                    <a:pt x="4170" y="2148"/>
                  </a:lnTo>
                  <a:lnTo>
                    <a:pt x="3820" y="1817"/>
                  </a:lnTo>
                  <a:lnTo>
                    <a:pt x="3448" y="1508"/>
                  </a:lnTo>
                  <a:lnTo>
                    <a:pt x="3076" y="1239"/>
                  </a:lnTo>
                  <a:lnTo>
                    <a:pt x="2705" y="992"/>
                  </a:lnTo>
                  <a:lnTo>
                    <a:pt x="2354" y="785"/>
                  </a:lnTo>
                  <a:lnTo>
                    <a:pt x="2003" y="620"/>
                  </a:lnTo>
                  <a:lnTo>
                    <a:pt x="1673" y="476"/>
                  </a:lnTo>
                  <a:lnTo>
                    <a:pt x="1343" y="352"/>
                  </a:lnTo>
                  <a:lnTo>
                    <a:pt x="1054" y="249"/>
                  </a:lnTo>
                  <a:lnTo>
                    <a:pt x="806" y="166"/>
                  </a:lnTo>
                  <a:lnTo>
                    <a:pt x="579" y="104"/>
                  </a:lnTo>
                  <a:lnTo>
                    <a:pt x="372" y="63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>
          <a:extLst>
            <a:ext uri="{FF2B5EF4-FFF2-40B4-BE49-F238E27FC236}">
              <a16:creationId xmlns:a16="http://schemas.microsoft.com/office/drawing/2014/main" id="{AA905A4B-0C63-4D5D-81C0-26FBCB76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1622;p39">
            <a:extLst>
              <a:ext uri="{FF2B5EF4-FFF2-40B4-BE49-F238E27FC236}">
                <a16:creationId xmlns:a16="http://schemas.microsoft.com/office/drawing/2014/main" id="{822B4FC1-5D8A-D00B-44C7-EB26F169CC12}"/>
              </a:ext>
            </a:extLst>
          </p:cNvPr>
          <p:cNvSpPr/>
          <p:nvPr/>
        </p:nvSpPr>
        <p:spPr>
          <a:xfrm>
            <a:off x="1160324" y="2255383"/>
            <a:ext cx="658200" cy="658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17692E-1734-9343-49E0-F76E96D96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364875"/>
            <a:ext cx="8229600" cy="320100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Overview Dataset 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7575B2-B32A-B875-E85D-C75A6BBEEFE0}"/>
              </a:ext>
            </a:extLst>
          </p:cNvPr>
          <p:cNvGrpSpPr/>
          <p:nvPr/>
        </p:nvGrpSpPr>
        <p:grpSpPr>
          <a:xfrm>
            <a:off x="1819138" y="3692070"/>
            <a:ext cx="658200" cy="658200"/>
            <a:chOff x="652326" y="1183821"/>
            <a:chExt cx="658200" cy="658200"/>
          </a:xfrm>
        </p:grpSpPr>
        <p:sp>
          <p:nvSpPr>
            <p:cNvPr id="6" name="Google Shape;1622;p39">
              <a:extLst>
                <a:ext uri="{FF2B5EF4-FFF2-40B4-BE49-F238E27FC236}">
                  <a16:creationId xmlns:a16="http://schemas.microsoft.com/office/drawing/2014/main" id="{AC4D8C77-2E3A-C263-3BF5-E25361C5EEA2}"/>
                </a:ext>
              </a:extLst>
            </p:cNvPr>
            <p:cNvSpPr/>
            <p:nvPr/>
          </p:nvSpPr>
          <p:spPr>
            <a:xfrm>
              <a:off x="652326" y="1183821"/>
              <a:ext cx="658200" cy="658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7" name="Google Shape;1625;p39">
              <a:extLst>
                <a:ext uri="{FF2B5EF4-FFF2-40B4-BE49-F238E27FC236}">
                  <a16:creationId xmlns:a16="http://schemas.microsoft.com/office/drawing/2014/main" id="{33A47E83-30B6-C0FA-50F3-55A892DBA23C}"/>
                </a:ext>
              </a:extLst>
            </p:cNvPr>
            <p:cNvGrpSpPr/>
            <p:nvPr/>
          </p:nvGrpSpPr>
          <p:grpSpPr>
            <a:xfrm>
              <a:off x="791088" y="1322588"/>
              <a:ext cx="380675" cy="380675"/>
              <a:chOff x="303175" y="3556025"/>
              <a:chExt cx="380675" cy="380675"/>
            </a:xfrm>
          </p:grpSpPr>
          <p:sp>
            <p:nvSpPr>
              <p:cNvPr id="11" name="Google Shape;1626;p39">
                <a:extLst>
                  <a:ext uri="{FF2B5EF4-FFF2-40B4-BE49-F238E27FC236}">
                    <a16:creationId xmlns:a16="http://schemas.microsoft.com/office/drawing/2014/main" id="{5AA3DBB3-2FF0-5D56-5114-5566E78840C5}"/>
                  </a:ext>
                </a:extLst>
              </p:cNvPr>
              <p:cNvSpPr/>
              <p:nvPr/>
            </p:nvSpPr>
            <p:spPr>
              <a:xfrm>
                <a:off x="401725" y="3580500"/>
                <a:ext cx="257650" cy="257650"/>
              </a:xfrm>
              <a:custGeom>
                <a:avLst/>
                <a:gdLst/>
                <a:ahLst/>
                <a:cxnLst/>
                <a:rect l="l" t="t" r="r" b="b"/>
                <a:pathLst>
                  <a:path w="10306" h="10306" extrusionOk="0">
                    <a:moveTo>
                      <a:pt x="5153" y="0"/>
                    </a:moveTo>
                    <a:lnTo>
                      <a:pt x="4715" y="26"/>
                    </a:lnTo>
                    <a:lnTo>
                      <a:pt x="4277" y="77"/>
                    </a:lnTo>
                    <a:lnTo>
                      <a:pt x="3839" y="180"/>
                    </a:lnTo>
                    <a:lnTo>
                      <a:pt x="3401" y="309"/>
                    </a:lnTo>
                    <a:lnTo>
                      <a:pt x="2989" y="490"/>
                    </a:lnTo>
                    <a:lnTo>
                      <a:pt x="2602" y="696"/>
                    </a:lnTo>
                    <a:lnTo>
                      <a:pt x="2216" y="928"/>
                    </a:lnTo>
                    <a:lnTo>
                      <a:pt x="1855" y="1211"/>
                    </a:lnTo>
                    <a:lnTo>
                      <a:pt x="1804" y="1288"/>
                    </a:lnTo>
                    <a:lnTo>
                      <a:pt x="1778" y="1366"/>
                    </a:lnTo>
                    <a:lnTo>
                      <a:pt x="1778" y="1443"/>
                    </a:lnTo>
                    <a:lnTo>
                      <a:pt x="1829" y="1520"/>
                    </a:lnTo>
                    <a:lnTo>
                      <a:pt x="1907" y="1572"/>
                    </a:lnTo>
                    <a:lnTo>
                      <a:pt x="1984" y="1598"/>
                    </a:lnTo>
                    <a:lnTo>
                      <a:pt x="2061" y="1598"/>
                    </a:lnTo>
                    <a:lnTo>
                      <a:pt x="2139" y="1546"/>
                    </a:lnTo>
                    <a:lnTo>
                      <a:pt x="2473" y="1288"/>
                    </a:lnTo>
                    <a:lnTo>
                      <a:pt x="2808" y="1082"/>
                    </a:lnTo>
                    <a:lnTo>
                      <a:pt x="3169" y="902"/>
                    </a:lnTo>
                    <a:lnTo>
                      <a:pt x="3556" y="747"/>
                    </a:lnTo>
                    <a:lnTo>
                      <a:pt x="3942" y="618"/>
                    </a:lnTo>
                    <a:lnTo>
                      <a:pt x="4354" y="515"/>
                    </a:lnTo>
                    <a:lnTo>
                      <a:pt x="4741" y="464"/>
                    </a:lnTo>
                    <a:lnTo>
                      <a:pt x="5153" y="464"/>
                    </a:lnTo>
                    <a:lnTo>
                      <a:pt x="5642" y="490"/>
                    </a:lnTo>
                    <a:lnTo>
                      <a:pt x="6106" y="541"/>
                    </a:lnTo>
                    <a:lnTo>
                      <a:pt x="6570" y="670"/>
                    </a:lnTo>
                    <a:lnTo>
                      <a:pt x="6982" y="825"/>
                    </a:lnTo>
                    <a:lnTo>
                      <a:pt x="7394" y="1031"/>
                    </a:lnTo>
                    <a:lnTo>
                      <a:pt x="7781" y="1263"/>
                    </a:lnTo>
                    <a:lnTo>
                      <a:pt x="8142" y="1520"/>
                    </a:lnTo>
                    <a:lnTo>
                      <a:pt x="8476" y="1829"/>
                    </a:lnTo>
                    <a:lnTo>
                      <a:pt x="8786" y="2164"/>
                    </a:lnTo>
                    <a:lnTo>
                      <a:pt x="9069" y="2525"/>
                    </a:lnTo>
                    <a:lnTo>
                      <a:pt x="9301" y="2911"/>
                    </a:lnTo>
                    <a:lnTo>
                      <a:pt x="9481" y="3324"/>
                    </a:lnTo>
                    <a:lnTo>
                      <a:pt x="9662" y="3762"/>
                    </a:lnTo>
                    <a:lnTo>
                      <a:pt x="9765" y="4200"/>
                    </a:lnTo>
                    <a:lnTo>
                      <a:pt x="9842" y="4689"/>
                    </a:lnTo>
                    <a:lnTo>
                      <a:pt x="9868" y="5153"/>
                    </a:lnTo>
                    <a:lnTo>
                      <a:pt x="9842" y="5642"/>
                    </a:lnTo>
                    <a:lnTo>
                      <a:pt x="9765" y="6106"/>
                    </a:lnTo>
                    <a:lnTo>
                      <a:pt x="9662" y="6544"/>
                    </a:lnTo>
                    <a:lnTo>
                      <a:pt x="9481" y="6982"/>
                    </a:lnTo>
                    <a:lnTo>
                      <a:pt x="9301" y="7394"/>
                    </a:lnTo>
                    <a:lnTo>
                      <a:pt x="9069" y="7781"/>
                    </a:lnTo>
                    <a:lnTo>
                      <a:pt x="8786" y="8142"/>
                    </a:lnTo>
                    <a:lnTo>
                      <a:pt x="8476" y="8477"/>
                    </a:lnTo>
                    <a:lnTo>
                      <a:pt x="8142" y="8786"/>
                    </a:lnTo>
                    <a:lnTo>
                      <a:pt x="7781" y="9069"/>
                    </a:lnTo>
                    <a:lnTo>
                      <a:pt x="7394" y="9301"/>
                    </a:lnTo>
                    <a:lnTo>
                      <a:pt x="6982" y="9481"/>
                    </a:lnTo>
                    <a:lnTo>
                      <a:pt x="6570" y="9662"/>
                    </a:lnTo>
                    <a:lnTo>
                      <a:pt x="6106" y="9765"/>
                    </a:lnTo>
                    <a:lnTo>
                      <a:pt x="5642" y="9842"/>
                    </a:lnTo>
                    <a:lnTo>
                      <a:pt x="5153" y="9868"/>
                    </a:lnTo>
                    <a:lnTo>
                      <a:pt x="4689" y="9842"/>
                    </a:lnTo>
                    <a:lnTo>
                      <a:pt x="4225" y="9765"/>
                    </a:lnTo>
                    <a:lnTo>
                      <a:pt x="3762" y="9662"/>
                    </a:lnTo>
                    <a:lnTo>
                      <a:pt x="3324" y="9481"/>
                    </a:lnTo>
                    <a:lnTo>
                      <a:pt x="2911" y="9301"/>
                    </a:lnTo>
                    <a:lnTo>
                      <a:pt x="2525" y="9069"/>
                    </a:lnTo>
                    <a:lnTo>
                      <a:pt x="2164" y="8786"/>
                    </a:lnTo>
                    <a:lnTo>
                      <a:pt x="1829" y="8477"/>
                    </a:lnTo>
                    <a:lnTo>
                      <a:pt x="1546" y="8142"/>
                    </a:lnTo>
                    <a:lnTo>
                      <a:pt x="1263" y="7781"/>
                    </a:lnTo>
                    <a:lnTo>
                      <a:pt x="1031" y="7394"/>
                    </a:lnTo>
                    <a:lnTo>
                      <a:pt x="825" y="6982"/>
                    </a:lnTo>
                    <a:lnTo>
                      <a:pt x="670" y="6544"/>
                    </a:lnTo>
                    <a:lnTo>
                      <a:pt x="567" y="6106"/>
                    </a:lnTo>
                    <a:lnTo>
                      <a:pt x="490" y="5642"/>
                    </a:lnTo>
                    <a:lnTo>
                      <a:pt x="464" y="5153"/>
                    </a:lnTo>
                    <a:lnTo>
                      <a:pt x="464" y="4741"/>
                    </a:lnTo>
                    <a:lnTo>
                      <a:pt x="541" y="4354"/>
                    </a:lnTo>
                    <a:lnTo>
                      <a:pt x="618" y="3942"/>
                    </a:lnTo>
                    <a:lnTo>
                      <a:pt x="747" y="3556"/>
                    </a:lnTo>
                    <a:lnTo>
                      <a:pt x="902" y="3195"/>
                    </a:lnTo>
                    <a:lnTo>
                      <a:pt x="1082" y="2834"/>
                    </a:lnTo>
                    <a:lnTo>
                      <a:pt x="1288" y="2473"/>
                    </a:lnTo>
                    <a:lnTo>
                      <a:pt x="1546" y="2164"/>
                    </a:lnTo>
                    <a:lnTo>
                      <a:pt x="1597" y="2061"/>
                    </a:lnTo>
                    <a:lnTo>
                      <a:pt x="1597" y="1984"/>
                    </a:lnTo>
                    <a:lnTo>
                      <a:pt x="1572" y="1907"/>
                    </a:lnTo>
                    <a:lnTo>
                      <a:pt x="1520" y="1829"/>
                    </a:lnTo>
                    <a:lnTo>
                      <a:pt x="1443" y="1804"/>
                    </a:lnTo>
                    <a:lnTo>
                      <a:pt x="1366" y="1778"/>
                    </a:lnTo>
                    <a:lnTo>
                      <a:pt x="1263" y="1804"/>
                    </a:lnTo>
                    <a:lnTo>
                      <a:pt x="1211" y="1855"/>
                    </a:lnTo>
                    <a:lnTo>
                      <a:pt x="928" y="2216"/>
                    </a:lnTo>
                    <a:lnTo>
                      <a:pt x="696" y="2602"/>
                    </a:lnTo>
                    <a:lnTo>
                      <a:pt x="490" y="2989"/>
                    </a:lnTo>
                    <a:lnTo>
                      <a:pt x="309" y="3401"/>
                    </a:lnTo>
                    <a:lnTo>
                      <a:pt x="180" y="3839"/>
                    </a:lnTo>
                    <a:lnTo>
                      <a:pt x="103" y="4277"/>
                    </a:lnTo>
                    <a:lnTo>
                      <a:pt x="26" y="4715"/>
                    </a:lnTo>
                    <a:lnTo>
                      <a:pt x="0" y="5153"/>
                    </a:lnTo>
                    <a:lnTo>
                      <a:pt x="52" y="5694"/>
                    </a:lnTo>
                    <a:lnTo>
                      <a:pt x="129" y="6184"/>
                    </a:lnTo>
                    <a:lnTo>
                      <a:pt x="232" y="6699"/>
                    </a:lnTo>
                    <a:lnTo>
                      <a:pt x="412" y="7163"/>
                    </a:lnTo>
                    <a:lnTo>
                      <a:pt x="644" y="7601"/>
                    </a:lnTo>
                    <a:lnTo>
                      <a:pt x="902" y="8039"/>
                    </a:lnTo>
                    <a:lnTo>
                      <a:pt x="1185" y="8425"/>
                    </a:lnTo>
                    <a:lnTo>
                      <a:pt x="1520" y="8786"/>
                    </a:lnTo>
                    <a:lnTo>
                      <a:pt x="1881" y="9121"/>
                    </a:lnTo>
                    <a:lnTo>
                      <a:pt x="2293" y="9430"/>
                    </a:lnTo>
                    <a:lnTo>
                      <a:pt x="2705" y="9687"/>
                    </a:lnTo>
                    <a:lnTo>
                      <a:pt x="3169" y="9894"/>
                    </a:lnTo>
                    <a:lnTo>
                      <a:pt x="3633" y="10074"/>
                    </a:lnTo>
                    <a:lnTo>
                      <a:pt x="4122" y="10203"/>
                    </a:lnTo>
                    <a:lnTo>
                      <a:pt x="4638" y="10280"/>
                    </a:lnTo>
                    <a:lnTo>
                      <a:pt x="5153" y="10306"/>
                    </a:lnTo>
                    <a:lnTo>
                      <a:pt x="5694" y="10280"/>
                    </a:lnTo>
                    <a:lnTo>
                      <a:pt x="6209" y="10203"/>
                    </a:lnTo>
                    <a:lnTo>
                      <a:pt x="6699" y="10074"/>
                    </a:lnTo>
                    <a:lnTo>
                      <a:pt x="7163" y="9894"/>
                    </a:lnTo>
                    <a:lnTo>
                      <a:pt x="7601" y="9687"/>
                    </a:lnTo>
                    <a:lnTo>
                      <a:pt x="8039" y="9430"/>
                    </a:lnTo>
                    <a:lnTo>
                      <a:pt x="8425" y="9121"/>
                    </a:lnTo>
                    <a:lnTo>
                      <a:pt x="8811" y="8786"/>
                    </a:lnTo>
                    <a:lnTo>
                      <a:pt x="9121" y="8425"/>
                    </a:lnTo>
                    <a:lnTo>
                      <a:pt x="9430" y="8039"/>
                    </a:lnTo>
                    <a:lnTo>
                      <a:pt x="9687" y="7601"/>
                    </a:lnTo>
                    <a:lnTo>
                      <a:pt x="9894" y="7163"/>
                    </a:lnTo>
                    <a:lnTo>
                      <a:pt x="10074" y="6699"/>
                    </a:lnTo>
                    <a:lnTo>
                      <a:pt x="10203" y="6184"/>
                    </a:lnTo>
                    <a:lnTo>
                      <a:pt x="10280" y="5694"/>
                    </a:lnTo>
                    <a:lnTo>
                      <a:pt x="10306" y="5153"/>
                    </a:lnTo>
                    <a:lnTo>
                      <a:pt x="10280" y="4638"/>
                    </a:lnTo>
                    <a:lnTo>
                      <a:pt x="10203" y="4122"/>
                    </a:lnTo>
                    <a:lnTo>
                      <a:pt x="10074" y="3633"/>
                    </a:lnTo>
                    <a:lnTo>
                      <a:pt x="9894" y="3169"/>
                    </a:lnTo>
                    <a:lnTo>
                      <a:pt x="9687" y="2705"/>
                    </a:lnTo>
                    <a:lnTo>
                      <a:pt x="9430" y="2293"/>
                    </a:lnTo>
                    <a:lnTo>
                      <a:pt x="9121" y="1881"/>
                    </a:lnTo>
                    <a:lnTo>
                      <a:pt x="8811" y="1520"/>
                    </a:lnTo>
                    <a:lnTo>
                      <a:pt x="8425" y="1185"/>
                    </a:lnTo>
                    <a:lnTo>
                      <a:pt x="8039" y="902"/>
                    </a:lnTo>
                    <a:lnTo>
                      <a:pt x="7601" y="644"/>
                    </a:lnTo>
                    <a:lnTo>
                      <a:pt x="7163" y="412"/>
                    </a:lnTo>
                    <a:lnTo>
                      <a:pt x="6699" y="232"/>
                    </a:lnTo>
                    <a:lnTo>
                      <a:pt x="6209" y="103"/>
                    </a:lnTo>
                    <a:lnTo>
                      <a:pt x="5694" y="26"/>
                    </a:lnTo>
                    <a:lnTo>
                      <a:pt x="51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627;p39">
                <a:extLst>
                  <a:ext uri="{FF2B5EF4-FFF2-40B4-BE49-F238E27FC236}">
                    <a16:creationId xmlns:a16="http://schemas.microsoft.com/office/drawing/2014/main" id="{7B15AE06-5624-B322-CD22-794821CA9CE9}"/>
                  </a:ext>
                </a:extLst>
              </p:cNvPr>
              <p:cNvSpPr/>
              <p:nvPr/>
            </p:nvSpPr>
            <p:spPr>
              <a:xfrm>
                <a:off x="303175" y="3556025"/>
                <a:ext cx="380675" cy="380675"/>
              </a:xfrm>
              <a:custGeom>
                <a:avLst/>
                <a:gdLst/>
                <a:ahLst/>
                <a:cxnLst/>
                <a:rect l="l" t="t" r="r" b="b"/>
                <a:pathLst>
                  <a:path w="15227" h="15227" extrusionOk="0">
                    <a:moveTo>
                      <a:pt x="4122" y="9713"/>
                    </a:moveTo>
                    <a:lnTo>
                      <a:pt x="4432" y="10100"/>
                    </a:lnTo>
                    <a:lnTo>
                      <a:pt x="4767" y="10460"/>
                    </a:lnTo>
                    <a:lnTo>
                      <a:pt x="5127" y="10821"/>
                    </a:lnTo>
                    <a:lnTo>
                      <a:pt x="5539" y="11130"/>
                    </a:lnTo>
                    <a:lnTo>
                      <a:pt x="4921" y="11749"/>
                    </a:lnTo>
                    <a:lnTo>
                      <a:pt x="3478" y="10331"/>
                    </a:lnTo>
                    <a:lnTo>
                      <a:pt x="4122" y="9713"/>
                    </a:lnTo>
                    <a:close/>
                    <a:moveTo>
                      <a:pt x="9095" y="438"/>
                    </a:moveTo>
                    <a:lnTo>
                      <a:pt x="9687" y="490"/>
                    </a:lnTo>
                    <a:lnTo>
                      <a:pt x="10254" y="567"/>
                    </a:lnTo>
                    <a:lnTo>
                      <a:pt x="10795" y="696"/>
                    </a:lnTo>
                    <a:lnTo>
                      <a:pt x="11311" y="902"/>
                    </a:lnTo>
                    <a:lnTo>
                      <a:pt x="11800" y="1134"/>
                    </a:lnTo>
                    <a:lnTo>
                      <a:pt x="12290" y="1417"/>
                    </a:lnTo>
                    <a:lnTo>
                      <a:pt x="12728" y="1752"/>
                    </a:lnTo>
                    <a:lnTo>
                      <a:pt x="13114" y="2113"/>
                    </a:lnTo>
                    <a:lnTo>
                      <a:pt x="13501" y="2525"/>
                    </a:lnTo>
                    <a:lnTo>
                      <a:pt x="13810" y="2963"/>
                    </a:lnTo>
                    <a:lnTo>
                      <a:pt x="14093" y="3427"/>
                    </a:lnTo>
                    <a:lnTo>
                      <a:pt x="14351" y="3916"/>
                    </a:lnTo>
                    <a:lnTo>
                      <a:pt x="14531" y="4457"/>
                    </a:lnTo>
                    <a:lnTo>
                      <a:pt x="14686" y="4998"/>
                    </a:lnTo>
                    <a:lnTo>
                      <a:pt x="14763" y="5565"/>
                    </a:lnTo>
                    <a:lnTo>
                      <a:pt x="14789" y="6132"/>
                    </a:lnTo>
                    <a:lnTo>
                      <a:pt x="14763" y="6725"/>
                    </a:lnTo>
                    <a:lnTo>
                      <a:pt x="14686" y="7291"/>
                    </a:lnTo>
                    <a:lnTo>
                      <a:pt x="14531" y="7832"/>
                    </a:lnTo>
                    <a:lnTo>
                      <a:pt x="14351" y="8348"/>
                    </a:lnTo>
                    <a:lnTo>
                      <a:pt x="14093" y="8837"/>
                    </a:lnTo>
                    <a:lnTo>
                      <a:pt x="13810" y="9327"/>
                    </a:lnTo>
                    <a:lnTo>
                      <a:pt x="13501" y="9765"/>
                    </a:lnTo>
                    <a:lnTo>
                      <a:pt x="13114" y="10151"/>
                    </a:lnTo>
                    <a:lnTo>
                      <a:pt x="12728" y="10512"/>
                    </a:lnTo>
                    <a:lnTo>
                      <a:pt x="12290" y="10847"/>
                    </a:lnTo>
                    <a:lnTo>
                      <a:pt x="11800" y="11130"/>
                    </a:lnTo>
                    <a:lnTo>
                      <a:pt x="11311" y="11388"/>
                    </a:lnTo>
                    <a:lnTo>
                      <a:pt x="10795" y="11568"/>
                    </a:lnTo>
                    <a:lnTo>
                      <a:pt x="10254" y="11697"/>
                    </a:lnTo>
                    <a:lnTo>
                      <a:pt x="9687" y="11800"/>
                    </a:lnTo>
                    <a:lnTo>
                      <a:pt x="9095" y="11826"/>
                    </a:lnTo>
                    <a:lnTo>
                      <a:pt x="8528" y="11800"/>
                    </a:lnTo>
                    <a:lnTo>
                      <a:pt x="7961" y="11697"/>
                    </a:lnTo>
                    <a:lnTo>
                      <a:pt x="7420" y="11568"/>
                    </a:lnTo>
                    <a:lnTo>
                      <a:pt x="6879" y="11388"/>
                    </a:lnTo>
                    <a:lnTo>
                      <a:pt x="6390" y="11130"/>
                    </a:lnTo>
                    <a:lnTo>
                      <a:pt x="5926" y="10847"/>
                    </a:lnTo>
                    <a:lnTo>
                      <a:pt x="5488" y="10512"/>
                    </a:lnTo>
                    <a:lnTo>
                      <a:pt x="5076" y="10151"/>
                    </a:lnTo>
                    <a:lnTo>
                      <a:pt x="4715" y="9765"/>
                    </a:lnTo>
                    <a:lnTo>
                      <a:pt x="4380" y="9327"/>
                    </a:lnTo>
                    <a:lnTo>
                      <a:pt x="4097" y="8837"/>
                    </a:lnTo>
                    <a:lnTo>
                      <a:pt x="3865" y="8348"/>
                    </a:lnTo>
                    <a:lnTo>
                      <a:pt x="3659" y="7832"/>
                    </a:lnTo>
                    <a:lnTo>
                      <a:pt x="3530" y="7291"/>
                    </a:lnTo>
                    <a:lnTo>
                      <a:pt x="3453" y="6725"/>
                    </a:lnTo>
                    <a:lnTo>
                      <a:pt x="3427" y="6132"/>
                    </a:lnTo>
                    <a:lnTo>
                      <a:pt x="3453" y="5565"/>
                    </a:lnTo>
                    <a:lnTo>
                      <a:pt x="3530" y="4998"/>
                    </a:lnTo>
                    <a:lnTo>
                      <a:pt x="3659" y="4457"/>
                    </a:lnTo>
                    <a:lnTo>
                      <a:pt x="3865" y="3916"/>
                    </a:lnTo>
                    <a:lnTo>
                      <a:pt x="4097" y="3427"/>
                    </a:lnTo>
                    <a:lnTo>
                      <a:pt x="4380" y="2963"/>
                    </a:lnTo>
                    <a:lnTo>
                      <a:pt x="4715" y="2525"/>
                    </a:lnTo>
                    <a:lnTo>
                      <a:pt x="5076" y="2113"/>
                    </a:lnTo>
                    <a:lnTo>
                      <a:pt x="5488" y="1752"/>
                    </a:lnTo>
                    <a:lnTo>
                      <a:pt x="5926" y="1417"/>
                    </a:lnTo>
                    <a:lnTo>
                      <a:pt x="6390" y="1134"/>
                    </a:lnTo>
                    <a:lnTo>
                      <a:pt x="6879" y="902"/>
                    </a:lnTo>
                    <a:lnTo>
                      <a:pt x="7420" y="696"/>
                    </a:lnTo>
                    <a:lnTo>
                      <a:pt x="7961" y="567"/>
                    </a:lnTo>
                    <a:lnTo>
                      <a:pt x="8528" y="490"/>
                    </a:lnTo>
                    <a:lnTo>
                      <a:pt x="9095" y="438"/>
                    </a:lnTo>
                    <a:close/>
                    <a:moveTo>
                      <a:pt x="2834" y="10306"/>
                    </a:moveTo>
                    <a:lnTo>
                      <a:pt x="3015" y="10486"/>
                    </a:lnTo>
                    <a:lnTo>
                      <a:pt x="4767" y="12212"/>
                    </a:lnTo>
                    <a:lnTo>
                      <a:pt x="4947" y="12393"/>
                    </a:lnTo>
                    <a:lnTo>
                      <a:pt x="4947" y="12418"/>
                    </a:lnTo>
                    <a:lnTo>
                      <a:pt x="4560" y="12805"/>
                    </a:lnTo>
                    <a:lnTo>
                      <a:pt x="2448" y="10666"/>
                    </a:lnTo>
                    <a:lnTo>
                      <a:pt x="2808" y="10306"/>
                    </a:lnTo>
                    <a:close/>
                    <a:moveTo>
                      <a:pt x="2139" y="10976"/>
                    </a:moveTo>
                    <a:lnTo>
                      <a:pt x="4251" y="13114"/>
                    </a:lnTo>
                    <a:lnTo>
                      <a:pt x="3865" y="13500"/>
                    </a:lnTo>
                    <a:lnTo>
                      <a:pt x="1752" y="11362"/>
                    </a:lnTo>
                    <a:lnTo>
                      <a:pt x="1907" y="11207"/>
                    </a:lnTo>
                    <a:lnTo>
                      <a:pt x="2139" y="10976"/>
                    </a:lnTo>
                    <a:close/>
                    <a:moveTo>
                      <a:pt x="8786" y="0"/>
                    </a:moveTo>
                    <a:lnTo>
                      <a:pt x="8477" y="26"/>
                    </a:lnTo>
                    <a:lnTo>
                      <a:pt x="8167" y="77"/>
                    </a:lnTo>
                    <a:lnTo>
                      <a:pt x="7858" y="129"/>
                    </a:lnTo>
                    <a:lnTo>
                      <a:pt x="7291" y="284"/>
                    </a:lnTo>
                    <a:lnTo>
                      <a:pt x="6725" y="490"/>
                    </a:lnTo>
                    <a:lnTo>
                      <a:pt x="6184" y="747"/>
                    </a:lnTo>
                    <a:lnTo>
                      <a:pt x="5668" y="1056"/>
                    </a:lnTo>
                    <a:lnTo>
                      <a:pt x="5205" y="1417"/>
                    </a:lnTo>
                    <a:lnTo>
                      <a:pt x="4767" y="1804"/>
                    </a:lnTo>
                    <a:lnTo>
                      <a:pt x="4380" y="2242"/>
                    </a:lnTo>
                    <a:lnTo>
                      <a:pt x="4019" y="2705"/>
                    </a:lnTo>
                    <a:lnTo>
                      <a:pt x="3710" y="3221"/>
                    </a:lnTo>
                    <a:lnTo>
                      <a:pt x="3453" y="3762"/>
                    </a:lnTo>
                    <a:lnTo>
                      <a:pt x="3246" y="4328"/>
                    </a:lnTo>
                    <a:lnTo>
                      <a:pt x="3092" y="4895"/>
                    </a:lnTo>
                    <a:lnTo>
                      <a:pt x="3040" y="5204"/>
                    </a:lnTo>
                    <a:lnTo>
                      <a:pt x="2989" y="5514"/>
                    </a:lnTo>
                    <a:lnTo>
                      <a:pt x="2989" y="5823"/>
                    </a:lnTo>
                    <a:lnTo>
                      <a:pt x="2963" y="6132"/>
                    </a:lnTo>
                    <a:lnTo>
                      <a:pt x="2989" y="6570"/>
                    </a:lnTo>
                    <a:lnTo>
                      <a:pt x="3040" y="7008"/>
                    </a:lnTo>
                    <a:lnTo>
                      <a:pt x="3092" y="7420"/>
                    </a:lnTo>
                    <a:lnTo>
                      <a:pt x="3195" y="7807"/>
                    </a:lnTo>
                    <a:lnTo>
                      <a:pt x="3324" y="8219"/>
                    </a:lnTo>
                    <a:lnTo>
                      <a:pt x="3478" y="8605"/>
                    </a:lnTo>
                    <a:lnTo>
                      <a:pt x="3659" y="8966"/>
                    </a:lnTo>
                    <a:lnTo>
                      <a:pt x="3865" y="9327"/>
                    </a:lnTo>
                    <a:lnTo>
                      <a:pt x="3169" y="9997"/>
                    </a:lnTo>
                    <a:lnTo>
                      <a:pt x="3143" y="9997"/>
                    </a:lnTo>
                    <a:lnTo>
                      <a:pt x="3092" y="9919"/>
                    </a:lnTo>
                    <a:lnTo>
                      <a:pt x="2989" y="9893"/>
                    </a:lnTo>
                    <a:lnTo>
                      <a:pt x="2912" y="9868"/>
                    </a:lnTo>
                    <a:lnTo>
                      <a:pt x="2834" y="9842"/>
                    </a:lnTo>
                    <a:lnTo>
                      <a:pt x="2731" y="9868"/>
                    </a:lnTo>
                    <a:lnTo>
                      <a:pt x="2654" y="9893"/>
                    </a:lnTo>
                    <a:lnTo>
                      <a:pt x="2577" y="9919"/>
                    </a:lnTo>
                    <a:lnTo>
                      <a:pt x="2499" y="9997"/>
                    </a:lnTo>
                    <a:lnTo>
                      <a:pt x="979" y="11517"/>
                    </a:lnTo>
                    <a:lnTo>
                      <a:pt x="928" y="11594"/>
                    </a:lnTo>
                    <a:lnTo>
                      <a:pt x="902" y="11671"/>
                    </a:lnTo>
                    <a:lnTo>
                      <a:pt x="928" y="11749"/>
                    </a:lnTo>
                    <a:lnTo>
                      <a:pt x="979" y="11826"/>
                    </a:lnTo>
                    <a:lnTo>
                      <a:pt x="1057" y="11877"/>
                    </a:lnTo>
                    <a:lnTo>
                      <a:pt x="1134" y="11903"/>
                    </a:lnTo>
                    <a:lnTo>
                      <a:pt x="1211" y="11877"/>
                    </a:lnTo>
                    <a:lnTo>
                      <a:pt x="1288" y="11826"/>
                    </a:lnTo>
                    <a:lnTo>
                      <a:pt x="1443" y="11697"/>
                    </a:lnTo>
                    <a:lnTo>
                      <a:pt x="3556" y="13810"/>
                    </a:lnTo>
                    <a:lnTo>
                      <a:pt x="2654" y="14711"/>
                    </a:lnTo>
                    <a:lnTo>
                      <a:pt x="2577" y="14763"/>
                    </a:lnTo>
                    <a:lnTo>
                      <a:pt x="2474" y="14789"/>
                    </a:lnTo>
                    <a:lnTo>
                      <a:pt x="2370" y="14763"/>
                    </a:lnTo>
                    <a:lnTo>
                      <a:pt x="2293" y="14711"/>
                    </a:lnTo>
                    <a:lnTo>
                      <a:pt x="515" y="12959"/>
                    </a:lnTo>
                    <a:lnTo>
                      <a:pt x="464" y="12856"/>
                    </a:lnTo>
                    <a:lnTo>
                      <a:pt x="464" y="12779"/>
                    </a:lnTo>
                    <a:lnTo>
                      <a:pt x="464" y="12676"/>
                    </a:lnTo>
                    <a:lnTo>
                      <a:pt x="515" y="12599"/>
                    </a:lnTo>
                    <a:lnTo>
                      <a:pt x="670" y="12470"/>
                    </a:lnTo>
                    <a:lnTo>
                      <a:pt x="696" y="12393"/>
                    </a:lnTo>
                    <a:lnTo>
                      <a:pt x="722" y="12290"/>
                    </a:lnTo>
                    <a:lnTo>
                      <a:pt x="696" y="12212"/>
                    </a:lnTo>
                    <a:lnTo>
                      <a:pt x="670" y="12135"/>
                    </a:lnTo>
                    <a:lnTo>
                      <a:pt x="593" y="12083"/>
                    </a:lnTo>
                    <a:lnTo>
                      <a:pt x="412" y="12083"/>
                    </a:lnTo>
                    <a:lnTo>
                      <a:pt x="335" y="12135"/>
                    </a:lnTo>
                    <a:lnTo>
                      <a:pt x="206" y="12264"/>
                    </a:lnTo>
                    <a:lnTo>
                      <a:pt x="129" y="12393"/>
                    </a:lnTo>
                    <a:lnTo>
                      <a:pt x="52" y="12496"/>
                    </a:lnTo>
                    <a:lnTo>
                      <a:pt x="26" y="12624"/>
                    </a:lnTo>
                    <a:lnTo>
                      <a:pt x="0" y="12779"/>
                    </a:lnTo>
                    <a:lnTo>
                      <a:pt x="26" y="12908"/>
                    </a:lnTo>
                    <a:lnTo>
                      <a:pt x="52" y="13037"/>
                    </a:lnTo>
                    <a:lnTo>
                      <a:pt x="129" y="13166"/>
                    </a:lnTo>
                    <a:lnTo>
                      <a:pt x="206" y="13269"/>
                    </a:lnTo>
                    <a:lnTo>
                      <a:pt x="1984" y="15021"/>
                    </a:lnTo>
                    <a:lnTo>
                      <a:pt x="2087" y="15124"/>
                    </a:lnTo>
                    <a:lnTo>
                      <a:pt x="2216" y="15175"/>
                    </a:lnTo>
                    <a:lnTo>
                      <a:pt x="2345" y="15227"/>
                    </a:lnTo>
                    <a:lnTo>
                      <a:pt x="2602" y="15227"/>
                    </a:lnTo>
                    <a:lnTo>
                      <a:pt x="2731" y="15175"/>
                    </a:lnTo>
                    <a:lnTo>
                      <a:pt x="2860" y="15124"/>
                    </a:lnTo>
                    <a:lnTo>
                      <a:pt x="2963" y="15021"/>
                    </a:lnTo>
                    <a:lnTo>
                      <a:pt x="5256" y="12728"/>
                    </a:lnTo>
                    <a:lnTo>
                      <a:pt x="5308" y="12676"/>
                    </a:lnTo>
                    <a:lnTo>
                      <a:pt x="5359" y="12599"/>
                    </a:lnTo>
                    <a:lnTo>
                      <a:pt x="5385" y="12496"/>
                    </a:lnTo>
                    <a:lnTo>
                      <a:pt x="5385" y="12418"/>
                    </a:lnTo>
                    <a:lnTo>
                      <a:pt x="5385" y="12315"/>
                    </a:lnTo>
                    <a:lnTo>
                      <a:pt x="5359" y="12238"/>
                    </a:lnTo>
                    <a:lnTo>
                      <a:pt x="5308" y="12161"/>
                    </a:lnTo>
                    <a:lnTo>
                      <a:pt x="5256" y="12083"/>
                    </a:lnTo>
                    <a:lnTo>
                      <a:pt x="5230" y="12058"/>
                    </a:lnTo>
                    <a:lnTo>
                      <a:pt x="5926" y="11388"/>
                    </a:lnTo>
                    <a:lnTo>
                      <a:pt x="6287" y="11568"/>
                    </a:lnTo>
                    <a:lnTo>
                      <a:pt x="6647" y="11749"/>
                    </a:lnTo>
                    <a:lnTo>
                      <a:pt x="7034" y="11903"/>
                    </a:lnTo>
                    <a:lnTo>
                      <a:pt x="7420" y="12032"/>
                    </a:lnTo>
                    <a:lnTo>
                      <a:pt x="7832" y="12135"/>
                    </a:lnTo>
                    <a:lnTo>
                      <a:pt x="8245" y="12212"/>
                    </a:lnTo>
                    <a:lnTo>
                      <a:pt x="8657" y="12264"/>
                    </a:lnTo>
                    <a:lnTo>
                      <a:pt x="9430" y="12264"/>
                    </a:lnTo>
                    <a:lnTo>
                      <a:pt x="9739" y="12238"/>
                    </a:lnTo>
                    <a:lnTo>
                      <a:pt x="10048" y="12212"/>
                    </a:lnTo>
                    <a:lnTo>
                      <a:pt x="10332" y="12135"/>
                    </a:lnTo>
                    <a:lnTo>
                      <a:pt x="10924" y="12006"/>
                    </a:lnTo>
                    <a:lnTo>
                      <a:pt x="11491" y="11800"/>
                    </a:lnTo>
                    <a:lnTo>
                      <a:pt x="12032" y="11542"/>
                    </a:lnTo>
                    <a:lnTo>
                      <a:pt x="12522" y="11233"/>
                    </a:lnTo>
                    <a:lnTo>
                      <a:pt x="13011" y="10873"/>
                    </a:lnTo>
                    <a:lnTo>
                      <a:pt x="13449" y="10460"/>
                    </a:lnTo>
                    <a:lnTo>
                      <a:pt x="13836" y="10048"/>
                    </a:lnTo>
                    <a:lnTo>
                      <a:pt x="14196" y="9559"/>
                    </a:lnTo>
                    <a:lnTo>
                      <a:pt x="14505" y="9069"/>
                    </a:lnTo>
                    <a:lnTo>
                      <a:pt x="14763" y="8528"/>
                    </a:lnTo>
                    <a:lnTo>
                      <a:pt x="14969" y="7961"/>
                    </a:lnTo>
                    <a:lnTo>
                      <a:pt x="15124" y="7369"/>
                    </a:lnTo>
                    <a:lnTo>
                      <a:pt x="15175" y="7059"/>
                    </a:lnTo>
                    <a:lnTo>
                      <a:pt x="15201" y="6776"/>
                    </a:lnTo>
                    <a:lnTo>
                      <a:pt x="15227" y="6441"/>
                    </a:lnTo>
                    <a:lnTo>
                      <a:pt x="15227" y="6132"/>
                    </a:lnTo>
                    <a:lnTo>
                      <a:pt x="15227" y="5823"/>
                    </a:lnTo>
                    <a:lnTo>
                      <a:pt x="15201" y="5514"/>
                    </a:lnTo>
                    <a:lnTo>
                      <a:pt x="15175" y="5204"/>
                    </a:lnTo>
                    <a:lnTo>
                      <a:pt x="15124" y="4895"/>
                    </a:lnTo>
                    <a:lnTo>
                      <a:pt x="14969" y="4303"/>
                    </a:lnTo>
                    <a:lnTo>
                      <a:pt x="14763" y="3762"/>
                    </a:lnTo>
                    <a:lnTo>
                      <a:pt x="14505" y="3221"/>
                    </a:lnTo>
                    <a:lnTo>
                      <a:pt x="14196" y="2705"/>
                    </a:lnTo>
                    <a:lnTo>
                      <a:pt x="13836" y="2242"/>
                    </a:lnTo>
                    <a:lnTo>
                      <a:pt x="13449" y="1804"/>
                    </a:lnTo>
                    <a:lnTo>
                      <a:pt x="13011" y="1417"/>
                    </a:lnTo>
                    <a:lnTo>
                      <a:pt x="12522" y="1056"/>
                    </a:lnTo>
                    <a:lnTo>
                      <a:pt x="12032" y="747"/>
                    </a:lnTo>
                    <a:lnTo>
                      <a:pt x="11491" y="490"/>
                    </a:lnTo>
                    <a:lnTo>
                      <a:pt x="10924" y="284"/>
                    </a:lnTo>
                    <a:lnTo>
                      <a:pt x="10332" y="129"/>
                    </a:lnTo>
                    <a:lnTo>
                      <a:pt x="10048" y="77"/>
                    </a:lnTo>
                    <a:lnTo>
                      <a:pt x="9739" y="26"/>
                    </a:lnTo>
                    <a:lnTo>
                      <a:pt x="94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628;p39">
                <a:extLst>
                  <a:ext uri="{FF2B5EF4-FFF2-40B4-BE49-F238E27FC236}">
                    <a16:creationId xmlns:a16="http://schemas.microsoft.com/office/drawing/2014/main" id="{46140D73-6555-DCCC-A191-45246D320859}"/>
                  </a:ext>
                </a:extLst>
              </p:cNvPr>
              <p:cNvSpPr/>
              <p:nvPr/>
            </p:nvSpPr>
            <p:spPr>
              <a:xfrm>
                <a:off x="439075" y="3617850"/>
                <a:ext cx="183600" cy="183600"/>
              </a:xfrm>
              <a:custGeom>
                <a:avLst/>
                <a:gdLst/>
                <a:ahLst/>
                <a:cxnLst/>
                <a:rect l="l" t="t" r="r" b="b"/>
                <a:pathLst>
                  <a:path w="7344" h="7344" extrusionOk="0">
                    <a:moveTo>
                      <a:pt x="3453" y="438"/>
                    </a:moveTo>
                    <a:lnTo>
                      <a:pt x="3453" y="979"/>
                    </a:lnTo>
                    <a:lnTo>
                      <a:pt x="3221" y="1005"/>
                    </a:lnTo>
                    <a:lnTo>
                      <a:pt x="3015" y="1057"/>
                    </a:lnTo>
                    <a:lnTo>
                      <a:pt x="2834" y="1108"/>
                    </a:lnTo>
                    <a:lnTo>
                      <a:pt x="2628" y="1186"/>
                    </a:lnTo>
                    <a:lnTo>
                      <a:pt x="2448" y="1263"/>
                    </a:lnTo>
                    <a:lnTo>
                      <a:pt x="2268" y="1366"/>
                    </a:lnTo>
                    <a:lnTo>
                      <a:pt x="2087" y="1495"/>
                    </a:lnTo>
                    <a:lnTo>
                      <a:pt x="1933" y="1624"/>
                    </a:lnTo>
                    <a:lnTo>
                      <a:pt x="1546" y="1237"/>
                    </a:lnTo>
                    <a:lnTo>
                      <a:pt x="1752" y="1083"/>
                    </a:lnTo>
                    <a:lnTo>
                      <a:pt x="1958" y="928"/>
                    </a:lnTo>
                    <a:lnTo>
                      <a:pt x="2190" y="799"/>
                    </a:lnTo>
                    <a:lnTo>
                      <a:pt x="2422" y="696"/>
                    </a:lnTo>
                    <a:lnTo>
                      <a:pt x="2654" y="593"/>
                    </a:lnTo>
                    <a:lnTo>
                      <a:pt x="2912" y="516"/>
                    </a:lnTo>
                    <a:lnTo>
                      <a:pt x="3169" y="490"/>
                    </a:lnTo>
                    <a:lnTo>
                      <a:pt x="3453" y="438"/>
                    </a:lnTo>
                    <a:close/>
                    <a:moveTo>
                      <a:pt x="3891" y="438"/>
                    </a:moveTo>
                    <a:lnTo>
                      <a:pt x="4148" y="490"/>
                    </a:lnTo>
                    <a:lnTo>
                      <a:pt x="4406" y="516"/>
                    </a:lnTo>
                    <a:lnTo>
                      <a:pt x="4664" y="593"/>
                    </a:lnTo>
                    <a:lnTo>
                      <a:pt x="4921" y="696"/>
                    </a:lnTo>
                    <a:lnTo>
                      <a:pt x="5153" y="799"/>
                    </a:lnTo>
                    <a:lnTo>
                      <a:pt x="5359" y="928"/>
                    </a:lnTo>
                    <a:lnTo>
                      <a:pt x="5591" y="1083"/>
                    </a:lnTo>
                    <a:lnTo>
                      <a:pt x="5772" y="1237"/>
                    </a:lnTo>
                    <a:lnTo>
                      <a:pt x="5411" y="1624"/>
                    </a:lnTo>
                    <a:lnTo>
                      <a:pt x="5231" y="1495"/>
                    </a:lnTo>
                    <a:lnTo>
                      <a:pt x="5076" y="1366"/>
                    </a:lnTo>
                    <a:lnTo>
                      <a:pt x="4896" y="1263"/>
                    </a:lnTo>
                    <a:lnTo>
                      <a:pt x="4715" y="1186"/>
                    </a:lnTo>
                    <a:lnTo>
                      <a:pt x="4509" y="1108"/>
                    </a:lnTo>
                    <a:lnTo>
                      <a:pt x="4303" y="1057"/>
                    </a:lnTo>
                    <a:lnTo>
                      <a:pt x="4097" y="1005"/>
                    </a:lnTo>
                    <a:lnTo>
                      <a:pt x="3891" y="979"/>
                    </a:lnTo>
                    <a:lnTo>
                      <a:pt x="3891" y="438"/>
                    </a:lnTo>
                    <a:close/>
                    <a:moveTo>
                      <a:pt x="1237" y="1546"/>
                    </a:moveTo>
                    <a:lnTo>
                      <a:pt x="1624" y="1933"/>
                    </a:lnTo>
                    <a:lnTo>
                      <a:pt x="1495" y="2087"/>
                    </a:lnTo>
                    <a:lnTo>
                      <a:pt x="1366" y="2268"/>
                    </a:lnTo>
                    <a:lnTo>
                      <a:pt x="1289" y="2448"/>
                    </a:lnTo>
                    <a:lnTo>
                      <a:pt x="1186" y="2628"/>
                    </a:lnTo>
                    <a:lnTo>
                      <a:pt x="1108" y="2809"/>
                    </a:lnTo>
                    <a:lnTo>
                      <a:pt x="1057" y="3015"/>
                    </a:lnTo>
                    <a:lnTo>
                      <a:pt x="1005" y="3221"/>
                    </a:lnTo>
                    <a:lnTo>
                      <a:pt x="979" y="3453"/>
                    </a:lnTo>
                    <a:lnTo>
                      <a:pt x="438" y="3453"/>
                    </a:lnTo>
                    <a:lnTo>
                      <a:pt x="490" y="3169"/>
                    </a:lnTo>
                    <a:lnTo>
                      <a:pt x="541" y="2912"/>
                    </a:lnTo>
                    <a:lnTo>
                      <a:pt x="593" y="2654"/>
                    </a:lnTo>
                    <a:lnTo>
                      <a:pt x="696" y="2422"/>
                    </a:lnTo>
                    <a:lnTo>
                      <a:pt x="799" y="2190"/>
                    </a:lnTo>
                    <a:lnTo>
                      <a:pt x="928" y="1959"/>
                    </a:lnTo>
                    <a:lnTo>
                      <a:pt x="1083" y="1752"/>
                    </a:lnTo>
                    <a:lnTo>
                      <a:pt x="1237" y="1546"/>
                    </a:lnTo>
                    <a:close/>
                    <a:moveTo>
                      <a:pt x="6107" y="1546"/>
                    </a:moveTo>
                    <a:lnTo>
                      <a:pt x="6261" y="1752"/>
                    </a:lnTo>
                    <a:lnTo>
                      <a:pt x="6416" y="1959"/>
                    </a:lnTo>
                    <a:lnTo>
                      <a:pt x="6519" y="2190"/>
                    </a:lnTo>
                    <a:lnTo>
                      <a:pt x="6648" y="2422"/>
                    </a:lnTo>
                    <a:lnTo>
                      <a:pt x="6725" y="2654"/>
                    </a:lnTo>
                    <a:lnTo>
                      <a:pt x="6802" y="2912"/>
                    </a:lnTo>
                    <a:lnTo>
                      <a:pt x="6854" y="3169"/>
                    </a:lnTo>
                    <a:lnTo>
                      <a:pt x="6879" y="3453"/>
                    </a:lnTo>
                    <a:lnTo>
                      <a:pt x="6338" y="3453"/>
                    </a:lnTo>
                    <a:lnTo>
                      <a:pt x="6313" y="3221"/>
                    </a:lnTo>
                    <a:lnTo>
                      <a:pt x="6287" y="3015"/>
                    </a:lnTo>
                    <a:lnTo>
                      <a:pt x="6210" y="2809"/>
                    </a:lnTo>
                    <a:lnTo>
                      <a:pt x="6132" y="2628"/>
                    </a:lnTo>
                    <a:lnTo>
                      <a:pt x="6055" y="2448"/>
                    </a:lnTo>
                    <a:lnTo>
                      <a:pt x="5952" y="2268"/>
                    </a:lnTo>
                    <a:lnTo>
                      <a:pt x="5849" y="2087"/>
                    </a:lnTo>
                    <a:lnTo>
                      <a:pt x="5720" y="1933"/>
                    </a:lnTo>
                    <a:lnTo>
                      <a:pt x="6107" y="1546"/>
                    </a:lnTo>
                    <a:close/>
                    <a:moveTo>
                      <a:pt x="979" y="3891"/>
                    </a:moveTo>
                    <a:lnTo>
                      <a:pt x="1005" y="4097"/>
                    </a:lnTo>
                    <a:lnTo>
                      <a:pt x="1057" y="4303"/>
                    </a:lnTo>
                    <a:lnTo>
                      <a:pt x="1108" y="4509"/>
                    </a:lnTo>
                    <a:lnTo>
                      <a:pt x="1186" y="4690"/>
                    </a:lnTo>
                    <a:lnTo>
                      <a:pt x="1289" y="4896"/>
                    </a:lnTo>
                    <a:lnTo>
                      <a:pt x="1366" y="5076"/>
                    </a:lnTo>
                    <a:lnTo>
                      <a:pt x="1495" y="5231"/>
                    </a:lnTo>
                    <a:lnTo>
                      <a:pt x="1624" y="5411"/>
                    </a:lnTo>
                    <a:lnTo>
                      <a:pt x="1237" y="5772"/>
                    </a:lnTo>
                    <a:lnTo>
                      <a:pt x="1083" y="5591"/>
                    </a:lnTo>
                    <a:lnTo>
                      <a:pt x="928" y="5359"/>
                    </a:lnTo>
                    <a:lnTo>
                      <a:pt x="799" y="5153"/>
                    </a:lnTo>
                    <a:lnTo>
                      <a:pt x="696" y="4921"/>
                    </a:lnTo>
                    <a:lnTo>
                      <a:pt x="593" y="4664"/>
                    </a:lnTo>
                    <a:lnTo>
                      <a:pt x="541" y="4406"/>
                    </a:lnTo>
                    <a:lnTo>
                      <a:pt x="490" y="4148"/>
                    </a:lnTo>
                    <a:lnTo>
                      <a:pt x="438" y="3891"/>
                    </a:lnTo>
                    <a:close/>
                    <a:moveTo>
                      <a:pt x="6879" y="3891"/>
                    </a:moveTo>
                    <a:lnTo>
                      <a:pt x="6854" y="4148"/>
                    </a:lnTo>
                    <a:lnTo>
                      <a:pt x="6802" y="4406"/>
                    </a:lnTo>
                    <a:lnTo>
                      <a:pt x="6725" y="4664"/>
                    </a:lnTo>
                    <a:lnTo>
                      <a:pt x="6648" y="4921"/>
                    </a:lnTo>
                    <a:lnTo>
                      <a:pt x="6519" y="5153"/>
                    </a:lnTo>
                    <a:lnTo>
                      <a:pt x="6416" y="5359"/>
                    </a:lnTo>
                    <a:lnTo>
                      <a:pt x="6261" y="5591"/>
                    </a:lnTo>
                    <a:lnTo>
                      <a:pt x="6107" y="5772"/>
                    </a:lnTo>
                    <a:lnTo>
                      <a:pt x="5720" y="5411"/>
                    </a:lnTo>
                    <a:lnTo>
                      <a:pt x="5849" y="5231"/>
                    </a:lnTo>
                    <a:lnTo>
                      <a:pt x="5952" y="5076"/>
                    </a:lnTo>
                    <a:lnTo>
                      <a:pt x="6055" y="4896"/>
                    </a:lnTo>
                    <a:lnTo>
                      <a:pt x="6132" y="4690"/>
                    </a:lnTo>
                    <a:lnTo>
                      <a:pt x="6210" y="4509"/>
                    </a:lnTo>
                    <a:lnTo>
                      <a:pt x="6287" y="4303"/>
                    </a:lnTo>
                    <a:lnTo>
                      <a:pt x="6313" y="4097"/>
                    </a:lnTo>
                    <a:lnTo>
                      <a:pt x="6338" y="3891"/>
                    </a:lnTo>
                    <a:close/>
                    <a:moveTo>
                      <a:pt x="3659" y="1417"/>
                    </a:moveTo>
                    <a:lnTo>
                      <a:pt x="3891" y="1443"/>
                    </a:lnTo>
                    <a:lnTo>
                      <a:pt x="4123" y="1469"/>
                    </a:lnTo>
                    <a:lnTo>
                      <a:pt x="4329" y="1521"/>
                    </a:lnTo>
                    <a:lnTo>
                      <a:pt x="4535" y="1598"/>
                    </a:lnTo>
                    <a:lnTo>
                      <a:pt x="4741" y="1701"/>
                    </a:lnTo>
                    <a:lnTo>
                      <a:pt x="4921" y="1804"/>
                    </a:lnTo>
                    <a:lnTo>
                      <a:pt x="5102" y="1933"/>
                    </a:lnTo>
                    <a:lnTo>
                      <a:pt x="5256" y="2087"/>
                    </a:lnTo>
                    <a:lnTo>
                      <a:pt x="5385" y="2242"/>
                    </a:lnTo>
                    <a:lnTo>
                      <a:pt x="5514" y="2422"/>
                    </a:lnTo>
                    <a:lnTo>
                      <a:pt x="5643" y="2603"/>
                    </a:lnTo>
                    <a:lnTo>
                      <a:pt x="5720" y="2783"/>
                    </a:lnTo>
                    <a:lnTo>
                      <a:pt x="5797" y="2989"/>
                    </a:lnTo>
                    <a:lnTo>
                      <a:pt x="5849" y="3221"/>
                    </a:lnTo>
                    <a:lnTo>
                      <a:pt x="5900" y="3427"/>
                    </a:lnTo>
                    <a:lnTo>
                      <a:pt x="5900" y="3659"/>
                    </a:lnTo>
                    <a:lnTo>
                      <a:pt x="5900" y="3891"/>
                    </a:lnTo>
                    <a:lnTo>
                      <a:pt x="5849" y="4123"/>
                    </a:lnTo>
                    <a:lnTo>
                      <a:pt x="5797" y="4329"/>
                    </a:lnTo>
                    <a:lnTo>
                      <a:pt x="5720" y="4535"/>
                    </a:lnTo>
                    <a:lnTo>
                      <a:pt x="5643" y="4741"/>
                    </a:lnTo>
                    <a:lnTo>
                      <a:pt x="5514" y="4921"/>
                    </a:lnTo>
                    <a:lnTo>
                      <a:pt x="5385" y="5076"/>
                    </a:lnTo>
                    <a:lnTo>
                      <a:pt x="5256" y="5256"/>
                    </a:lnTo>
                    <a:lnTo>
                      <a:pt x="5102" y="5385"/>
                    </a:lnTo>
                    <a:lnTo>
                      <a:pt x="4921" y="5514"/>
                    </a:lnTo>
                    <a:lnTo>
                      <a:pt x="4741" y="5643"/>
                    </a:lnTo>
                    <a:lnTo>
                      <a:pt x="4535" y="5720"/>
                    </a:lnTo>
                    <a:lnTo>
                      <a:pt x="4329" y="5797"/>
                    </a:lnTo>
                    <a:lnTo>
                      <a:pt x="4123" y="5849"/>
                    </a:lnTo>
                    <a:lnTo>
                      <a:pt x="3891" y="5900"/>
                    </a:lnTo>
                    <a:lnTo>
                      <a:pt x="3427" y="5900"/>
                    </a:lnTo>
                    <a:lnTo>
                      <a:pt x="3221" y="5849"/>
                    </a:lnTo>
                    <a:lnTo>
                      <a:pt x="2989" y="5797"/>
                    </a:lnTo>
                    <a:lnTo>
                      <a:pt x="2809" y="5720"/>
                    </a:lnTo>
                    <a:lnTo>
                      <a:pt x="2603" y="5643"/>
                    </a:lnTo>
                    <a:lnTo>
                      <a:pt x="2422" y="5514"/>
                    </a:lnTo>
                    <a:lnTo>
                      <a:pt x="2242" y="5385"/>
                    </a:lnTo>
                    <a:lnTo>
                      <a:pt x="2087" y="5256"/>
                    </a:lnTo>
                    <a:lnTo>
                      <a:pt x="1933" y="5076"/>
                    </a:lnTo>
                    <a:lnTo>
                      <a:pt x="1804" y="4921"/>
                    </a:lnTo>
                    <a:lnTo>
                      <a:pt x="1701" y="4741"/>
                    </a:lnTo>
                    <a:lnTo>
                      <a:pt x="1598" y="4535"/>
                    </a:lnTo>
                    <a:lnTo>
                      <a:pt x="1520" y="4329"/>
                    </a:lnTo>
                    <a:lnTo>
                      <a:pt x="1469" y="4123"/>
                    </a:lnTo>
                    <a:lnTo>
                      <a:pt x="1443" y="3891"/>
                    </a:lnTo>
                    <a:lnTo>
                      <a:pt x="1417" y="3659"/>
                    </a:lnTo>
                    <a:lnTo>
                      <a:pt x="1443" y="3427"/>
                    </a:lnTo>
                    <a:lnTo>
                      <a:pt x="1469" y="3221"/>
                    </a:lnTo>
                    <a:lnTo>
                      <a:pt x="1520" y="2989"/>
                    </a:lnTo>
                    <a:lnTo>
                      <a:pt x="1598" y="2783"/>
                    </a:lnTo>
                    <a:lnTo>
                      <a:pt x="1701" y="2603"/>
                    </a:lnTo>
                    <a:lnTo>
                      <a:pt x="1804" y="2422"/>
                    </a:lnTo>
                    <a:lnTo>
                      <a:pt x="1933" y="2242"/>
                    </a:lnTo>
                    <a:lnTo>
                      <a:pt x="2087" y="2087"/>
                    </a:lnTo>
                    <a:lnTo>
                      <a:pt x="2242" y="1933"/>
                    </a:lnTo>
                    <a:lnTo>
                      <a:pt x="2422" y="1804"/>
                    </a:lnTo>
                    <a:lnTo>
                      <a:pt x="2603" y="1701"/>
                    </a:lnTo>
                    <a:lnTo>
                      <a:pt x="2809" y="1598"/>
                    </a:lnTo>
                    <a:lnTo>
                      <a:pt x="2989" y="1521"/>
                    </a:lnTo>
                    <a:lnTo>
                      <a:pt x="3221" y="1469"/>
                    </a:lnTo>
                    <a:lnTo>
                      <a:pt x="3427" y="1443"/>
                    </a:lnTo>
                    <a:lnTo>
                      <a:pt x="3659" y="1417"/>
                    </a:lnTo>
                    <a:close/>
                    <a:moveTo>
                      <a:pt x="1933" y="5720"/>
                    </a:moveTo>
                    <a:lnTo>
                      <a:pt x="2087" y="5849"/>
                    </a:lnTo>
                    <a:lnTo>
                      <a:pt x="2268" y="5952"/>
                    </a:lnTo>
                    <a:lnTo>
                      <a:pt x="2448" y="6055"/>
                    </a:lnTo>
                    <a:lnTo>
                      <a:pt x="2628" y="6132"/>
                    </a:lnTo>
                    <a:lnTo>
                      <a:pt x="2834" y="6210"/>
                    </a:lnTo>
                    <a:lnTo>
                      <a:pt x="3015" y="6261"/>
                    </a:lnTo>
                    <a:lnTo>
                      <a:pt x="3221" y="6313"/>
                    </a:lnTo>
                    <a:lnTo>
                      <a:pt x="3453" y="6338"/>
                    </a:lnTo>
                    <a:lnTo>
                      <a:pt x="3453" y="6879"/>
                    </a:lnTo>
                    <a:lnTo>
                      <a:pt x="3169" y="6854"/>
                    </a:lnTo>
                    <a:lnTo>
                      <a:pt x="2912" y="6802"/>
                    </a:lnTo>
                    <a:lnTo>
                      <a:pt x="2654" y="6725"/>
                    </a:lnTo>
                    <a:lnTo>
                      <a:pt x="2422" y="6648"/>
                    </a:lnTo>
                    <a:lnTo>
                      <a:pt x="2190" y="6519"/>
                    </a:lnTo>
                    <a:lnTo>
                      <a:pt x="1958" y="6390"/>
                    </a:lnTo>
                    <a:lnTo>
                      <a:pt x="1752" y="6261"/>
                    </a:lnTo>
                    <a:lnTo>
                      <a:pt x="1546" y="6107"/>
                    </a:lnTo>
                    <a:lnTo>
                      <a:pt x="1933" y="5720"/>
                    </a:lnTo>
                    <a:close/>
                    <a:moveTo>
                      <a:pt x="5411" y="5720"/>
                    </a:moveTo>
                    <a:lnTo>
                      <a:pt x="5772" y="6107"/>
                    </a:lnTo>
                    <a:lnTo>
                      <a:pt x="5591" y="6261"/>
                    </a:lnTo>
                    <a:lnTo>
                      <a:pt x="5359" y="6390"/>
                    </a:lnTo>
                    <a:lnTo>
                      <a:pt x="5153" y="6519"/>
                    </a:lnTo>
                    <a:lnTo>
                      <a:pt x="4921" y="6648"/>
                    </a:lnTo>
                    <a:lnTo>
                      <a:pt x="4664" y="6725"/>
                    </a:lnTo>
                    <a:lnTo>
                      <a:pt x="4406" y="6802"/>
                    </a:lnTo>
                    <a:lnTo>
                      <a:pt x="4148" y="6854"/>
                    </a:lnTo>
                    <a:lnTo>
                      <a:pt x="3891" y="6879"/>
                    </a:lnTo>
                    <a:lnTo>
                      <a:pt x="3891" y="6338"/>
                    </a:lnTo>
                    <a:lnTo>
                      <a:pt x="4097" y="6313"/>
                    </a:lnTo>
                    <a:lnTo>
                      <a:pt x="4303" y="6261"/>
                    </a:lnTo>
                    <a:lnTo>
                      <a:pt x="4509" y="6210"/>
                    </a:lnTo>
                    <a:lnTo>
                      <a:pt x="4715" y="6132"/>
                    </a:lnTo>
                    <a:lnTo>
                      <a:pt x="4896" y="6055"/>
                    </a:lnTo>
                    <a:lnTo>
                      <a:pt x="5076" y="5952"/>
                    </a:lnTo>
                    <a:lnTo>
                      <a:pt x="5231" y="5849"/>
                    </a:lnTo>
                    <a:lnTo>
                      <a:pt x="5411" y="5720"/>
                    </a:lnTo>
                    <a:close/>
                    <a:moveTo>
                      <a:pt x="3298" y="0"/>
                    </a:moveTo>
                    <a:lnTo>
                      <a:pt x="2938" y="78"/>
                    </a:lnTo>
                    <a:lnTo>
                      <a:pt x="2577" y="155"/>
                    </a:lnTo>
                    <a:lnTo>
                      <a:pt x="2242" y="284"/>
                    </a:lnTo>
                    <a:lnTo>
                      <a:pt x="1907" y="438"/>
                    </a:lnTo>
                    <a:lnTo>
                      <a:pt x="1624" y="619"/>
                    </a:lnTo>
                    <a:lnTo>
                      <a:pt x="1340" y="825"/>
                    </a:lnTo>
                    <a:lnTo>
                      <a:pt x="1083" y="1083"/>
                    </a:lnTo>
                    <a:lnTo>
                      <a:pt x="825" y="1340"/>
                    </a:lnTo>
                    <a:lnTo>
                      <a:pt x="619" y="1624"/>
                    </a:lnTo>
                    <a:lnTo>
                      <a:pt x="438" y="1907"/>
                    </a:lnTo>
                    <a:lnTo>
                      <a:pt x="284" y="2242"/>
                    </a:lnTo>
                    <a:lnTo>
                      <a:pt x="155" y="2577"/>
                    </a:lnTo>
                    <a:lnTo>
                      <a:pt x="78" y="2938"/>
                    </a:lnTo>
                    <a:lnTo>
                      <a:pt x="26" y="3298"/>
                    </a:lnTo>
                    <a:lnTo>
                      <a:pt x="0" y="3659"/>
                    </a:lnTo>
                    <a:lnTo>
                      <a:pt x="26" y="4045"/>
                    </a:lnTo>
                    <a:lnTo>
                      <a:pt x="78" y="4406"/>
                    </a:lnTo>
                    <a:lnTo>
                      <a:pt x="155" y="4767"/>
                    </a:lnTo>
                    <a:lnTo>
                      <a:pt x="284" y="5102"/>
                    </a:lnTo>
                    <a:lnTo>
                      <a:pt x="438" y="5411"/>
                    </a:lnTo>
                    <a:lnTo>
                      <a:pt x="619" y="5720"/>
                    </a:lnTo>
                    <a:lnTo>
                      <a:pt x="825" y="6003"/>
                    </a:lnTo>
                    <a:lnTo>
                      <a:pt x="1083" y="6261"/>
                    </a:lnTo>
                    <a:lnTo>
                      <a:pt x="1340" y="6493"/>
                    </a:lnTo>
                    <a:lnTo>
                      <a:pt x="1624" y="6699"/>
                    </a:lnTo>
                    <a:lnTo>
                      <a:pt x="1907" y="6879"/>
                    </a:lnTo>
                    <a:lnTo>
                      <a:pt x="2242" y="7034"/>
                    </a:lnTo>
                    <a:lnTo>
                      <a:pt x="2577" y="7163"/>
                    </a:lnTo>
                    <a:lnTo>
                      <a:pt x="2938" y="7266"/>
                    </a:lnTo>
                    <a:lnTo>
                      <a:pt x="3298" y="7317"/>
                    </a:lnTo>
                    <a:lnTo>
                      <a:pt x="3659" y="7343"/>
                    </a:lnTo>
                    <a:lnTo>
                      <a:pt x="4045" y="7317"/>
                    </a:lnTo>
                    <a:lnTo>
                      <a:pt x="4406" y="7266"/>
                    </a:lnTo>
                    <a:lnTo>
                      <a:pt x="4767" y="7163"/>
                    </a:lnTo>
                    <a:lnTo>
                      <a:pt x="5102" y="7034"/>
                    </a:lnTo>
                    <a:lnTo>
                      <a:pt x="5411" y="6879"/>
                    </a:lnTo>
                    <a:lnTo>
                      <a:pt x="5720" y="6699"/>
                    </a:lnTo>
                    <a:lnTo>
                      <a:pt x="6003" y="6493"/>
                    </a:lnTo>
                    <a:lnTo>
                      <a:pt x="6261" y="6261"/>
                    </a:lnTo>
                    <a:lnTo>
                      <a:pt x="6493" y="6003"/>
                    </a:lnTo>
                    <a:lnTo>
                      <a:pt x="6699" y="5720"/>
                    </a:lnTo>
                    <a:lnTo>
                      <a:pt x="6905" y="5411"/>
                    </a:lnTo>
                    <a:lnTo>
                      <a:pt x="7060" y="5102"/>
                    </a:lnTo>
                    <a:lnTo>
                      <a:pt x="7163" y="4767"/>
                    </a:lnTo>
                    <a:lnTo>
                      <a:pt x="7266" y="4406"/>
                    </a:lnTo>
                    <a:lnTo>
                      <a:pt x="7317" y="4045"/>
                    </a:lnTo>
                    <a:lnTo>
                      <a:pt x="7343" y="3659"/>
                    </a:lnTo>
                    <a:lnTo>
                      <a:pt x="7317" y="3298"/>
                    </a:lnTo>
                    <a:lnTo>
                      <a:pt x="7266" y="2938"/>
                    </a:lnTo>
                    <a:lnTo>
                      <a:pt x="7163" y="2577"/>
                    </a:lnTo>
                    <a:lnTo>
                      <a:pt x="7060" y="2242"/>
                    </a:lnTo>
                    <a:lnTo>
                      <a:pt x="6905" y="1907"/>
                    </a:lnTo>
                    <a:lnTo>
                      <a:pt x="6699" y="1624"/>
                    </a:lnTo>
                    <a:lnTo>
                      <a:pt x="6493" y="1340"/>
                    </a:lnTo>
                    <a:lnTo>
                      <a:pt x="6261" y="1083"/>
                    </a:lnTo>
                    <a:lnTo>
                      <a:pt x="6003" y="825"/>
                    </a:lnTo>
                    <a:lnTo>
                      <a:pt x="5720" y="619"/>
                    </a:lnTo>
                    <a:lnTo>
                      <a:pt x="5411" y="438"/>
                    </a:lnTo>
                    <a:lnTo>
                      <a:pt x="5102" y="284"/>
                    </a:lnTo>
                    <a:lnTo>
                      <a:pt x="4767" y="155"/>
                    </a:lnTo>
                    <a:lnTo>
                      <a:pt x="4406" y="78"/>
                    </a:lnTo>
                    <a:lnTo>
                      <a:pt x="404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629;p39">
                <a:extLst>
                  <a:ext uri="{FF2B5EF4-FFF2-40B4-BE49-F238E27FC236}">
                    <a16:creationId xmlns:a16="http://schemas.microsoft.com/office/drawing/2014/main" id="{0761FDA4-77E2-5973-8C9A-74CEFCC51AB5}"/>
                  </a:ext>
                </a:extLst>
              </p:cNvPr>
              <p:cNvSpPr/>
              <p:nvPr/>
            </p:nvSpPr>
            <p:spPr>
              <a:xfrm>
                <a:off x="510575" y="3666800"/>
                <a:ext cx="40600" cy="85050"/>
              </a:xfrm>
              <a:custGeom>
                <a:avLst/>
                <a:gdLst/>
                <a:ahLst/>
                <a:cxnLst/>
                <a:rect l="l" t="t" r="r" b="b"/>
                <a:pathLst>
                  <a:path w="1624" h="3402" extrusionOk="0">
                    <a:moveTo>
                      <a:pt x="799" y="1"/>
                    </a:moveTo>
                    <a:lnTo>
                      <a:pt x="722" y="26"/>
                    </a:lnTo>
                    <a:lnTo>
                      <a:pt x="644" y="78"/>
                    </a:lnTo>
                    <a:lnTo>
                      <a:pt x="593" y="129"/>
                    </a:lnTo>
                    <a:lnTo>
                      <a:pt x="593" y="232"/>
                    </a:lnTo>
                    <a:lnTo>
                      <a:pt x="593" y="335"/>
                    </a:lnTo>
                    <a:lnTo>
                      <a:pt x="464" y="387"/>
                    </a:lnTo>
                    <a:lnTo>
                      <a:pt x="335" y="439"/>
                    </a:lnTo>
                    <a:lnTo>
                      <a:pt x="258" y="516"/>
                    </a:lnTo>
                    <a:lnTo>
                      <a:pt x="155" y="619"/>
                    </a:lnTo>
                    <a:lnTo>
                      <a:pt x="78" y="722"/>
                    </a:lnTo>
                    <a:lnTo>
                      <a:pt x="26" y="851"/>
                    </a:lnTo>
                    <a:lnTo>
                      <a:pt x="0" y="980"/>
                    </a:lnTo>
                    <a:lnTo>
                      <a:pt x="0" y="1108"/>
                    </a:lnTo>
                    <a:lnTo>
                      <a:pt x="0" y="1289"/>
                    </a:lnTo>
                    <a:lnTo>
                      <a:pt x="52" y="1443"/>
                    </a:lnTo>
                    <a:lnTo>
                      <a:pt x="129" y="1572"/>
                    </a:lnTo>
                    <a:lnTo>
                      <a:pt x="232" y="1701"/>
                    </a:lnTo>
                    <a:lnTo>
                      <a:pt x="361" y="1778"/>
                    </a:lnTo>
                    <a:lnTo>
                      <a:pt x="490" y="1856"/>
                    </a:lnTo>
                    <a:lnTo>
                      <a:pt x="644" y="1907"/>
                    </a:lnTo>
                    <a:lnTo>
                      <a:pt x="799" y="1933"/>
                    </a:lnTo>
                    <a:lnTo>
                      <a:pt x="954" y="1959"/>
                    </a:lnTo>
                    <a:lnTo>
                      <a:pt x="1057" y="2036"/>
                    </a:lnTo>
                    <a:lnTo>
                      <a:pt x="1134" y="2165"/>
                    </a:lnTo>
                    <a:lnTo>
                      <a:pt x="1185" y="2294"/>
                    </a:lnTo>
                    <a:lnTo>
                      <a:pt x="1134" y="2448"/>
                    </a:lnTo>
                    <a:lnTo>
                      <a:pt x="1057" y="2551"/>
                    </a:lnTo>
                    <a:lnTo>
                      <a:pt x="954" y="2628"/>
                    </a:lnTo>
                    <a:lnTo>
                      <a:pt x="799" y="2654"/>
                    </a:lnTo>
                    <a:lnTo>
                      <a:pt x="670" y="2628"/>
                    </a:lnTo>
                    <a:lnTo>
                      <a:pt x="541" y="2551"/>
                    </a:lnTo>
                    <a:lnTo>
                      <a:pt x="464" y="2448"/>
                    </a:lnTo>
                    <a:lnTo>
                      <a:pt x="438" y="2294"/>
                    </a:lnTo>
                    <a:lnTo>
                      <a:pt x="412" y="2216"/>
                    </a:lnTo>
                    <a:lnTo>
                      <a:pt x="361" y="2139"/>
                    </a:lnTo>
                    <a:lnTo>
                      <a:pt x="309" y="2087"/>
                    </a:lnTo>
                    <a:lnTo>
                      <a:pt x="129" y="2087"/>
                    </a:lnTo>
                    <a:lnTo>
                      <a:pt x="52" y="2139"/>
                    </a:lnTo>
                    <a:lnTo>
                      <a:pt x="0" y="2216"/>
                    </a:lnTo>
                    <a:lnTo>
                      <a:pt x="0" y="2294"/>
                    </a:lnTo>
                    <a:lnTo>
                      <a:pt x="0" y="2422"/>
                    </a:lnTo>
                    <a:lnTo>
                      <a:pt x="26" y="2551"/>
                    </a:lnTo>
                    <a:lnTo>
                      <a:pt x="78" y="2680"/>
                    </a:lnTo>
                    <a:lnTo>
                      <a:pt x="155" y="2783"/>
                    </a:lnTo>
                    <a:lnTo>
                      <a:pt x="258" y="2886"/>
                    </a:lnTo>
                    <a:lnTo>
                      <a:pt x="335" y="2963"/>
                    </a:lnTo>
                    <a:lnTo>
                      <a:pt x="464" y="3041"/>
                    </a:lnTo>
                    <a:lnTo>
                      <a:pt x="593" y="3092"/>
                    </a:lnTo>
                    <a:lnTo>
                      <a:pt x="593" y="3195"/>
                    </a:lnTo>
                    <a:lnTo>
                      <a:pt x="593" y="3273"/>
                    </a:lnTo>
                    <a:lnTo>
                      <a:pt x="644" y="3350"/>
                    </a:lnTo>
                    <a:lnTo>
                      <a:pt x="722" y="3401"/>
                    </a:lnTo>
                    <a:lnTo>
                      <a:pt x="902" y="3401"/>
                    </a:lnTo>
                    <a:lnTo>
                      <a:pt x="954" y="3350"/>
                    </a:lnTo>
                    <a:lnTo>
                      <a:pt x="1005" y="3273"/>
                    </a:lnTo>
                    <a:lnTo>
                      <a:pt x="1031" y="3195"/>
                    </a:lnTo>
                    <a:lnTo>
                      <a:pt x="1031" y="3092"/>
                    </a:lnTo>
                    <a:lnTo>
                      <a:pt x="1160" y="3041"/>
                    </a:lnTo>
                    <a:lnTo>
                      <a:pt x="1263" y="2963"/>
                    </a:lnTo>
                    <a:lnTo>
                      <a:pt x="1366" y="2886"/>
                    </a:lnTo>
                    <a:lnTo>
                      <a:pt x="1443" y="2783"/>
                    </a:lnTo>
                    <a:lnTo>
                      <a:pt x="1520" y="2680"/>
                    </a:lnTo>
                    <a:lnTo>
                      <a:pt x="1572" y="2551"/>
                    </a:lnTo>
                    <a:lnTo>
                      <a:pt x="1598" y="2422"/>
                    </a:lnTo>
                    <a:lnTo>
                      <a:pt x="1623" y="2294"/>
                    </a:lnTo>
                    <a:lnTo>
                      <a:pt x="1598" y="2139"/>
                    </a:lnTo>
                    <a:lnTo>
                      <a:pt x="1546" y="1984"/>
                    </a:lnTo>
                    <a:lnTo>
                      <a:pt x="1495" y="1856"/>
                    </a:lnTo>
                    <a:lnTo>
                      <a:pt x="1391" y="1727"/>
                    </a:lnTo>
                    <a:lnTo>
                      <a:pt x="1263" y="1624"/>
                    </a:lnTo>
                    <a:lnTo>
                      <a:pt x="1134" y="1546"/>
                    </a:lnTo>
                    <a:lnTo>
                      <a:pt x="979" y="1495"/>
                    </a:lnTo>
                    <a:lnTo>
                      <a:pt x="799" y="1495"/>
                    </a:lnTo>
                    <a:lnTo>
                      <a:pt x="670" y="1443"/>
                    </a:lnTo>
                    <a:lnTo>
                      <a:pt x="541" y="1366"/>
                    </a:lnTo>
                    <a:lnTo>
                      <a:pt x="464" y="1263"/>
                    </a:lnTo>
                    <a:lnTo>
                      <a:pt x="438" y="1108"/>
                    </a:lnTo>
                    <a:lnTo>
                      <a:pt x="464" y="980"/>
                    </a:lnTo>
                    <a:lnTo>
                      <a:pt x="541" y="851"/>
                    </a:lnTo>
                    <a:lnTo>
                      <a:pt x="670" y="773"/>
                    </a:lnTo>
                    <a:lnTo>
                      <a:pt x="799" y="748"/>
                    </a:lnTo>
                    <a:lnTo>
                      <a:pt x="954" y="773"/>
                    </a:lnTo>
                    <a:lnTo>
                      <a:pt x="1057" y="851"/>
                    </a:lnTo>
                    <a:lnTo>
                      <a:pt x="1134" y="980"/>
                    </a:lnTo>
                    <a:lnTo>
                      <a:pt x="1185" y="1108"/>
                    </a:lnTo>
                    <a:lnTo>
                      <a:pt x="1185" y="1211"/>
                    </a:lnTo>
                    <a:lnTo>
                      <a:pt x="1237" y="1263"/>
                    </a:lnTo>
                    <a:lnTo>
                      <a:pt x="1314" y="1314"/>
                    </a:lnTo>
                    <a:lnTo>
                      <a:pt x="1391" y="1340"/>
                    </a:lnTo>
                    <a:lnTo>
                      <a:pt x="1495" y="1314"/>
                    </a:lnTo>
                    <a:lnTo>
                      <a:pt x="1546" y="1263"/>
                    </a:lnTo>
                    <a:lnTo>
                      <a:pt x="1598" y="1211"/>
                    </a:lnTo>
                    <a:lnTo>
                      <a:pt x="1623" y="1108"/>
                    </a:lnTo>
                    <a:lnTo>
                      <a:pt x="1598" y="980"/>
                    </a:lnTo>
                    <a:lnTo>
                      <a:pt x="1572" y="851"/>
                    </a:lnTo>
                    <a:lnTo>
                      <a:pt x="1520" y="722"/>
                    </a:lnTo>
                    <a:lnTo>
                      <a:pt x="1443" y="619"/>
                    </a:lnTo>
                    <a:lnTo>
                      <a:pt x="1366" y="516"/>
                    </a:lnTo>
                    <a:lnTo>
                      <a:pt x="1263" y="439"/>
                    </a:lnTo>
                    <a:lnTo>
                      <a:pt x="1160" y="387"/>
                    </a:lnTo>
                    <a:lnTo>
                      <a:pt x="1031" y="335"/>
                    </a:lnTo>
                    <a:lnTo>
                      <a:pt x="1031" y="232"/>
                    </a:lnTo>
                    <a:lnTo>
                      <a:pt x="1005" y="129"/>
                    </a:lnTo>
                    <a:lnTo>
                      <a:pt x="954" y="78"/>
                    </a:lnTo>
                    <a:lnTo>
                      <a:pt x="902" y="26"/>
                    </a:lnTo>
                    <a:lnTo>
                      <a:pt x="79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" name="Google Shape;1198;p32">
            <a:extLst>
              <a:ext uri="{FF2B5EF4-FFF2-40B4-BE49-F238E27FC236}">
                <a16:creationId xmlns:a16="http://schemas.microsoft.com/office/drawing/2014/main" id="{C403300A-0924-2D5E-BB3B-BDA17B9BCF44}"/>
              </a:ext>
            </a:extLst>
          </p:cNvPr>
          <p:cNvSpPr/>
          <p:nvPr/>
        </p:nvSpPr>
        <p:spPr>
          <a:xfrm>
            <a:off x="2894009" y="3485902"/>
            <a:ext cx="5435201" cy="128959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 algn="just">
              <a:buFont typeface="Arial,Sans-Serif"/>
              <a:buChar char="•"/>
            </a:pPr>
            <a:r>
              <a:rPr lang="en-US" err="1">
                <a:latin typeface="Times New Roman"/>
                <a:cs typeface="Times New Roman"/>
              </a:rPr>
              <a:t>Nguồn</a:t>
            </a:r>
            <a:r>
              <a:rPr lang="en-US">
                <a:latin typeface="Times New Roman"/>
                <a:cs typeface="Times New Roman"/>
              </a:rPr>
              <a:t>: Kaggle - Bank Customer Churn Prediction</a:t>
            </a:r>
            <a:endParaRPr lang="en-US" err="1">
              <a:latin typeface="Times New Roman"/>
              <a:cs typeface="Times New Roman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en-US">
                <a:latin typeface="Times New Roman"/>
                <a:cs typeface="Times New Roman"/>
              </a:rPr>
              <a:t>Name: Bank Customer Churn Analysis and Prediction.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n-US" err="1">
                <a:latin typeface="Times New Roman"/>
                <a:cs typeface="Times New Roman"/>
              </a:rPr>
              <a:t>Số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lượng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: 10,000.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n-US" err="1">
                <a:latin typeface="Times New Roman"/>
                <a:cs typeface="Times New Roman"/>
              </a:rPr>
              <a:t>Số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cột</a:t>
            </a:r>
            <a:r>
              <a:rPr lang="en-US">
                <a:latin typeface="Times New Roman"/>
                <a:cs typeface="Times New Roman"/>
              </a:rPr>
              <a:t>: 14.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n-US" err="1">
                <a:latin typeface="Times New Roman"/>
                <a:cs typeface="Times New Roman"/>
              </a:rPr>
              <a:t>Mục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đích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bộ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dữ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liệu</a:t>
            </a:r>
            <a:r>
              <a:rPr lang="en-US">
                <a:latin typeface="Times New Roman"/>
                <a:cs typeface="Times New Roman"/>
              </a:rPr>
              <a:t>: </a:t>
            </a:r>
            <a:r>
              <a:rPr lang="en-US" err="1">
                <a:latin typeface="Times New Roman"/>
                <a:cs typeface="Times New Roman"/>
              </a:rPr>
              <a:t>Dự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đoán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khả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năng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rời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bỏ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dịch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vụ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21" name="Google Shape;1198;p32">
            <a:extLst>
              <a:ext uri="{FF2B5EF4-FFF2-40B4-BE49-F238E27FC236}">
                <a16:creationId xmlns:a16="http://schemas.microsoft.com/office/drawing/2014/main" id="{400B9A33-FDFF-D543-B5AC-47FE9B04F8E8}"/>
              </a:ext>
            </a:extLst>
          </p:cNvPr>
          <p:cNvSpPr/>
          <p:nvPr/>
        </p:nvSpPr>
        <p:spPr>
          <a:xfrm>
            <a:off x="1631948" y="985590"/>
            <a:ext cx="6697263" cy="837149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err="1">
                <a:latin typeface="Times New Roman"/>
                <a:cs typeface="Times New Roman"/>
              </a:rPr>
              <a:t>Bộ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dữ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liệu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này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phân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tích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thông</a:t>
            </a:r>
            <a:r>
              <a:rPr lang="en-US">
                <a:latin typeface="Times New Roman"/>
                <a:cs typeface="Times New Roman"/>
              </a:rPr>
              <a:t> tin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ngân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để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dự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đoán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nguy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cơ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rời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bỏ</a:t>
            </a:r>
            <a:r>
              <a:rPr lang="en-US">
                <a:latin typeface="Times New Roman"/>
                <a:cs typeface="Times New Roman"/>
              </a:rPr>
              <a:t> (Exited). </a:t>
            </a:r>
            <a:r>
              <a:rPr lang="en-US" err="1">
                <a:latin typeface="Times New Roman"/>
                <a:cs typeface="Times New Roman"/>
              </a:rPr>
              <a:t>Mục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tiêu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giúp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ngân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chủ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động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giữ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chân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bằng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phân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tích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đặc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điểm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nhân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khẩu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học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hành</a:t>
            </a:r>
            <a:r>
              <a:rPr lang="en-US">
                <a:latin typeface="Times New Roman"/>
                <a:cs typeface="Times New Roman"/>
              </a:rPr>
              <a:t> vi </a:t>
            </a:r>
            <a:r>
              <a:rPr lang="en-US" err="1">
                <a:latin typeface="Times New Roman"/>
                <a:cs typeface="Times New Roman"/>
              </a:rPr>
              <a:t>tài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chính</a:t>
            </a:r>
            <a:r>
              <a:rPr lang="en-US">
                <a:latin typeface="Times New Roman"/>
                <a:cs typeface="Times New Roman"/>
              </a:rPr>
              <a:t>.</a:t>
            </a:r>
            <a:endParaRPr lang="en-US"/>
          </a:p>
        </p:txBody>
      </p:sp>
      <p:sp>
        <p:nvSpPr>
          <p:cNvPr id="23" name="Google Shape;1723;p40">
            <a:extLst>
              <a:ext uri="{FF2B5EF4-FFF2-40B4-BE49-F238E27FC236}">
                <a16:creationId xmlns:a16="http://schemas.microsoft.com/office/drawing/2014/main" id="{B34CDF43-E39F-A111-1C9B-D51A01BD8623}"/>
              </a:ext>
            </a:extLst>
          </p:cNvPr>
          <p:cNvSpPr/>
          <p:nvPr/>
        </p:nvSpPr>
        <p:spPr>
          <a:xfrm>
            <a:off x="539901" y="963609"/>
            <a:ext cx="661500" cy="64562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4" name="Google Shape;1727;p40">
            <a:extLst>
              <a:ext uri="{FF2B5EF4-FFF2-40B4-BE49-F238E27FC236}">
                <a16:creationId xmlns:a16="http://schemas.microsoft.com/office/drawing/2014/main" id="{7338C94A-1D3D-88E8-823F-90FE8B21ACE2}"/>
              </a:ext>
            </a:extLst>
          </p:cNvPr>
          <p:cNvGrpSpPr/>
          <p:nvPr/>
        </p:nvGrpSpPr>
        <p:grpSpPr>
          <a:xfrm>
            <a:off x="682008" y="1066874"/>
            <a:ext cx="377321" cy="439100"/>
            <a:chOff x="3924950" y="1744150"/>
            <a:chExt cx="355575" cy="380700"/>
          </a:xfrm>
        </p:grpSpPr>
        <p:sp>
          <p:nvSpPr>
            <p:cNvPr id="25" name="Google Shape;1728;p40">
              <a:extLst>
                <a:ext uri="{FF2B5EF4-FFF2-40B4-BE49-F238E27FC236}">
                  <a16:creationId xmlns:a16="http://schemas.microsoft.com/office/drawing/2014/main" id="{7AB5129F-1099-1605-361A-E1C609022E39}"/>
                </a:ext>
              </a:extLst>
            </p:cNvPr>
            <p:cNvSpPr/>
            <p:nvPr/>
          </p:nvSpPr>
          <p:spPr>
            <a:xfrm>
              <a:off x="3980350" y="1744150"/>
              <a:ext cx="244775" cy="380700"/>
            </a:xfrm>
            <a:custGeom>
              <a:avLst/>
              <a:gdLst/>
              <a:ahLst/>
              <a:cxnLst/>
              <a:rect l="l" t="t" r="r" b="b"/>
              <a:pathLst>
                <a:path w="9791" h="15228" extrusionOk="0">
                  <a:moveTo>
                    <a:pt x="7369" y="10306"/>
                  </a:moveTo>
                  <a:lnTo>
                    <a:pt x="7472" y="10332"/>
                  </a:lnTo>
                  <a:lnTo>
                    <a:pt x="7550" y="10384"/>
                  </a:lnTo>
                  <a:lnTo>
                    <a:pt x="7601" y="10461"/>
                  </a:lnTo>
                  <a:lnTo>
                    <a:pt x="7627" y="10564"/>
                  </a:lnTo>
                  <a:lnTo>
                    <a:pt x="7601" y="10667"/>
                  </a:lnTo>
                  <a:lnTo>
                    <a:pt x="7550" y="10770"/>
                  </a:lnTo>
                  <a:lnTo>
                    <a:pt x="7472" y="10822"/>
                  </a:lnTo>
                  <a:lnTo>
                    <a:pt x="7369" y="10848"/>
                  </a:lnTo>
                  <a:lnTo>
                    <a:pt x="2422" y="10848"/>
                  </a:lnTo>
                  <a:lnTo>
                    <a:pt x="2319" y="10822"/>
                  </a:lnTo>
                  <a:lnTo>
                    <a:pt x="2242" y="10770"/>
                  </a:lnTo>
                  <a:lnTo>
                    <a:pt x="2191" y="10667"/>
                  </a:lnTo>
                  <a:lnTo>
                    <a:pt x="2165" y="10564"/>
                  </a:lnTo>
                  <a:lnTo>
                    <a:pt x="2191" y="10461"/>
                  </a:lnTo>
                  <a:lnTo>
                    <a:pt x="2242" y="10384"/>
                  </a:lnTo>
                  <a:lnTo>
                    <a:pt x="2319" y="10332"/>
                  </a:lnTo>
                  <a:lnTo>
                    <a:pt x="2422" y="10306"/>
                  </a:lnTo>
                  <a:close/>
                  <a:moveTo>
                    <a:pt x="7137" y="11286"/>
                  </a:moveTo>
                  <a:lnTo>
                    <a:pt x="7137" y="11827"/>
                  </a:lnTo>
                  <a:lnTo>
                    <a:pt x="2654" y="11827"/>
                  </a:lnTo>
                  <a:lnTo>
                    <a:pt x="2654" y="11286"/>
                  </a:lnTo>
                  <a:close/>
                  <a:moveTo>
                    <a:pt x="7137" y="12265"/>
                  </a:moveTo>
                  <a:lnTo>
                    <a:pt x="7137" y="12806"/>
                  </a:lnTo>
                  <a:lnTo>
                    <a:pt x="2654" y="12806"/>
                  </a:lnTo>
                  <a:lnTo>
                    <a:pt x="2654" y="12265"/>
                  </a:lnTo>
                  <a:close/>
                  <a:moveTo>
                    <a:pt x="7112" y="13269"/>
                  </a:moveTo>
                  <a:lnTo>
                    <a:pt x="7060" y="13372"/>
                  </a:lnTo>
                  <a:lnTo>
                    <a:pt x="7008" y="13475"/>
                  </a:lnTo>
                  <a:lnTo>
                    <a:pt x="6931" y="13553"/>
                  </a:lnTo>
                  <a:lnTo>
                    <a:pt x="6854" y="13656"/>
                  </a:lnTo>
                  <a:lnTo>
                    <a:pt x="6751" y="13707"/>
                  </a:lnTo>
                  <a:lnTo>
                    <a:pt x="6648" y="13759"/>
                  </a:lnTo>
                  <a:lnTo>
                    <a:pt x="6519" y="13785"/>
                  </a:lnTo>
                  <a:lnTo>
                    <a:pt x="3247" y="13785"/>
                  </a:lnTo>
                  <a:lnTo>
                    <a:pt x="3144" y="13759"/>
                  </a:lnTo>
                  <a:lnTo>
                    <a:pt x="3041" y="13707"/>
                  </a:lnTo>
                  <a:lnTo>
                    <a:pt x="2938" y="13656"/>
                  </a:lnTo>
                  <a:lnTo>
                    <a:pt x="2860" y="13553"/>
                  </a:lnTo>
                  <a:lnTo>
                    <a:pt x="2783" y="13475"/>
                  </a:lnTo>
                  <a:lnTo>
                    <a:pt x="2732" y="13372"/>
                  </a:lnTo>
                  <a:lnTo>
                    <a:pt x="2680" y="13269"/>
                  </a:lnTo>
                  <a:close/>
                  <a:moveTo>
                    <a:pt x="6107" y="14248"/>
                  </a:moveTo>
                  <a:lnTo>
                    <a:pt x="6081" y="14351"/>
                  </a:lnTo>
                  <a:lnTo>
                    <a:pt x="6004" y="14454"/>
                  </a:lnTo>
                  <a:lnTo>
                    <a:pt x="5926" y="14558"/>
                  </a:lnTo>
                  <a:lnTo>
                    <a:pt x="5849" y="14635"/>
                  </a:lnTo>
                  <a:lnTo>
                    <a:pt x="5746" y="14686"/>
                  </a:lnTo>
                  <a:lnTo>
                    <a:pt x="5643" y="14738"/>
                  </a:lnTo>
                  <a:lnTo>
                    <a:pt x="5514" y="14764"/>
                  </a:lnTo>
                  <a:lnTo>
                    <a:pt x="5385" y="14789"/>
                  </a:lnTo>
                  <a:lnTo>
                    <a:pt x="4406" y="14789"/>
                  </a:lnTo>
                  <a:lnTo>
                    <a:pt x="4277" y="14764"/>
                  </a:lnTo>
                  <a:lnTo>
                    <a:pt x="4149" y="14738"/>
                  </a:lnTo>
                  <a:lnTo>
                    <a:pt x="4046" y="14686"/>
                  </a:lnTo>
                  <a:lnTo>
                    <a:pt x="3943" y="14635"/>
                  </a:lnTo>
                  <a:lnTo>
                    <a:pt x="3865" y="14558"/>
                  </a:lnTo>
                  <a:lnTo>
                    <a:pt x="3788" y="14454"/>
                  </a:lnTo>
                  <a:lnTo>
                    <a:pt x="3711" y="14351"/>
                  </a:lnTo>
                  <a:lnTo>
                    <a:pt x="3685" y="14248"/>
                  </a:lnTo>
                  <a:close/>
                  <a:moveTo>
                    <a:pt x="4561" y="1"/>
                  </a:moveTo>
                  <a:lnTo>
                    <a:pt x="4097" y="52"/>
                  </a:lnTo>
                  <a:lnTo>
                    <a:pt x="3608" y="155"/>
                  </a:lnTo>
                  <a:lnTo>
                    <a:pt x="3144" y="310"/>
                  </a:lnTo>
                  <a:lnTo>
                    <a:pt x="3067" y="362"/>
                  </a:lnTo>
                  <a:lnTo>
                    <a:pt x="3015" y="439"/>
                  </a:lnTo>
                  <a:lnTo>
                    <a:pt x="3015" y="516"/>
                  </a:lnTo>
                  <a:lnTo>
                    <a:pt x="3015" y="593"/>
                  </a:lnTo>
                  <a:lnTo>
                    <a:pt x="3067" y="671"/>
                  </a:lnTo>
                  <a:lnTo>
                    <a:pt x="3144" y="722"/>
                  </a:lnTo>
                  <a:lnTo>
                    <a:pt x="3221" y="748"/>
                  </a:lnTo>
                  <a:lnTo>
                    <a:pt x="3298" y="722"/>
                  </a:lnTo>
                  <a:lnTo>
                    <a:pt x="3736" y="593"/>
                  </a:lnTo>
                  <a:lnTo>
                    <a:pt x="4174" y="516"/>
                  </a:lnTo>
                  <a:lnTo>
                    <a:pt x="4612" y="465"/>
                  </a:lnTo>
                  <a:lnTo>
                    <a:pt x="5050" y="439"/>
                  </a:lnTo>
                  <a:lnTo>
                    <a:pt x="5488" y="490"/>
                  </a:lnTo>
                  <a:lnTo>
                    <a:pt x="5926" y="568"/>
                  </a:lnTo>
                  <a:lnTo>
                    <a:pt x="6339" y="671"/>
                  </a:lnTo>
                  <a:lnTo>
                    <a:pt x="6751" y="851"/>
                  </a:lnTo>
                  <a:lnTo>
                    <a:pt x="7112" y="1031"/>
                  </a:lnTo>
                  <a:lnTo>
                    <a:pt x="7472" y="1263"/>
                  </a:lnTo>
                  <a:lnTo>
                    <a:pt x="7807" y="1521"/>
                  </a:lnTo>
                  <a:lnTo>
                    <a:pt x="8116" y="1804"/>
                  </a:lnTo>
                  <a:lnTo>
                    <a:pt x="8374" y="2114"/>
                  </a:lnTo>
                  <a:lnTo>
                    <a:pt x="8632" y="2448"/>
                  </a:lnTo>
                  <a:lnTo>
                    <a:pt x="8838" y="2809"/>
                  </a:lnTo>
                  <a:lnTo>
                    <a:pt x="9018" y="3196"/>
                  </a:lnTo>
                  <a:lnTo>
                    <a:pt x="9173" y="3608"/>
                  </a:lnTo>
                  <a:lnTo>
                    <a:pt x="9276" y="4020"/>
                  </a:lnTo>
                  <a:lnTo>
                    <a:pt x="9327" y="4458"/>
                  </a:lnTo>
                  <a:lnTo>
                    <a:pt x="9353" y="4896"/>
                  </a:lnTo>
                  <a:lnTo>
                    <a:pt x="9327" y="5411"/>
                  </a:lnTo>
                  <a:lnTo>
                    <a:pt x="9224" y="5927"/>
                  </a:lnTo>
                  <a:lnTo>
                    <a:pt x="9095" y="6416"/>
                  </a:lnTo>
                  <a:lnTo>
                    <a:pt x="8889" y="6880"/>
                  </a:lnTo>
                  <a:lnTo>
                    <a:pt x="8657" y="7318"/>
                  </a:lnTo>
                  <a:lnTo>
                    <a:pt x="8348" y="7730"/>
                  </a:lnTo>
                  <a:lnTo>
                    <a:pt x="8013" y="8091"/>
                  </a:lnTo>
                  <a:lnTo>
                    <a:pt x="7601" y="8426"/>
                  </a:lnTo>
                  <a:lnTo>
                    <a:pt x="7498" y="8529"/>
                  </a:lnTo>
                  <a:lnTo>
                    <a:pt x="7421" y="8632"/>
                  </a:lnTo>
                  <a:lnTo>
                    <a:pt x="7318" y="8735"/>
                  </a:lnTo>
                  <a:lnTo>
                    <a:pt x="7266" y="8864"/>
                  </a:lnTo>
                  <a:lnTo>
                    <a:pt x="7215" y="8993"/>
                  </a:lnTo>
                  <a:lnTo>
                    <a:pt x="7163" y="9121"/>
                  </a:lnTo>
                  <a:lnTo>
                    <a:pt x="7137" y="9250"/>
                  </a:lnTo>
                  <a:lnTo>
                    <a:pt x="7137" y="9405"/>
                  </a:lnTo>
                  <a:lnTo>
                    <a:pt x="7137" y="9843"/>
                  </a:lnTo>
                  <a:lnTo>
                    <a:pt x="2654" y="9843"/>
                  </a:lnTo>
                  <a:lnTo>
                    <a:pt x="2654" y="9405"/>
                  </a:lnTo>
                  <a:lnTo>
                    <a:pt x="2654" y="9250"/>
                  </a:lnTo>
                  <a:lnTo>
                    <a:pt x="2629" y="9121"/>
                  </a:lnTo>
                  <a:lnTo>
                    <a:pt x="2577" y="8993"/>
                  </a:lnTo>
                  <a:lnTo>
                    <a:pt x="2526" y="8864"/>
                  </a:lnTo>
                  <a:lnTo>
                    <a:pt x="2448" y="8735"/>
                  </a:lnTo>
                  <a:lnTo>
                    <a:pt x="2371" y="8632"/>
                  </a:lnTo>
                  <a:lnTo>
                    <a:pt x="2294" y="8529"/>
                  </a:lnTo>
                  <a:lnTo>
                    <a:pt x="2165" y="8426"/>
                  </a:lnTo>
                  <a:lnTo>
                    <a:pt x="1778" y="8091"/>
                  </a:lnTo>
                  <a:lnTo>
                    <a:pt x="1418" y="7704"/>
                  </a:lnTo>
                  <a:lnTo>
                    <a:pt x="1134" y="7292"/>
                  </a:lnTo>
                  <a:lnTo>
                    <a:pt x="877" y="6854"/>
                  </a:lnTo>
                  <a:lnTo>
                    <a:pt x="696" y="6390"/>
                  </a:lnTo>
                  <a:lnTo>
                    <a:pt x="542" y="5901"/>
                  </a:lnTo>
                  <a:lnTo>
                    <a:pt x="464" y="5386"/>
                  </a:lnTo>
                  <a:lnTo>
                    <a:pt x="439" y="4845"/>
                  </a:lnTo>
                  <a:lnTo>
                    <a:pt x="439" y="4561"/>
                  </a:lnTo>
                  <a:lnTo>
                    <a:pt x="490" y="4278"/>
                  </a:lnTo>
                  <a:lnTo>
                    <a:pt x="516" y="3994"/>
                  </a:lnTo>
                  <a:lnTo>
                    <a:pt x="593" y="3737"/>
                  </a:lnTo>
                  <a:lnTo>
                    <a:pt x="670" y="3453"/>
                  </a:lnTo>
                  <a:lnTo>
                    <a:pt x="774" y="3196"/>
                  </a:lnTo>
                  <a:lnTo>
                    <a:pt x="877" y="2964"/>
                  </a:lnTo>
                  <a:lnTo>
                    <a:pt x="1005" y="2706"/>
                  </a:lnTo>
                  <a:lnTo>
                    <a:pt x="1160" y="2474"/>
                  </a:lnTo>
                  <a:lnTo>
                    <a:pt x="1315" y="2242"/>
                  </a:lnTo>
                  <a:lnTo>
                    <a:pt x="1469" y="2036"/>
                  </a:lnTo>
                  <a:lnTo>
                    <a:pt x="1675" y="1830"/>
                  </a:lnTo>
                  <a:lnTo>
                    <a:pt x="1856" y="1624"/>
                  </a:lnTo>
                  <a:lnTo>
                    <a:pt x="2088" y="1444"/>
                  </a:lnTo>
                  <a:lnTo>
                    <a:pt x="2294" y="1263"/>
                  </a:lnTo>
                  <a:lnTo>
                    <a:pt x="2551" y="1109"/>
                  </a:lnTo>
                  <a:lnTo>
                    <a:pt x="2603" y="1057"/>
                  </a:lnTo>
                  <a:lnTo>
                    <a:pt x="2654" y="980"/>
                  </a:lnTo>
                  <a:lnTo>
                    <a:pt x="2654" y="877"/>
                  </a:lnTo>
                  <a:lnTo>
                    <a:pt x="2629" y="800"/>
                  </a:lnTo>
                  <a:lnTo>
                    <a:pt x="2551" y="748"/>
                  </a:lnTo>
                  <a:lnTo>
                    <a:pt x="2474" y="696"/>
                  </a:lnTo>
                  <a:lnTo>
                    <a:pt x="2397" y="696"/>
                  </a:lnTo>
                  <a:lnTo>
                    <a:pt x="2319" y="722"/>
                  </a:lnTo>
                  <a:lnTo>
                    <a:pt x="2036" y="903"/>
                  </a:lnTo>
                  <a:lnTo>
                    <a:pt x="1804" y="1083"/>
                  </a:lnTo>
                  <a:lnTo>
                    <a:pt x="1572" y="1289"/>
                  </a:lnTo>
                  <a:lnTo>
                    <a:pt x="1340" y="1521"/>
                  </a:lnTo>
                  <a:lnTo>
                    <a:pt x="1134" y="1727"/>
                  </a:lnTo>
                  <a:lnTo>
                    <a:pt x="954" y="1985"/>
                  </a:lnTo>
                  <a:lnTo>
                    <a:pt x="774" y="2217"/>
                  </a:lnTo>
                  <a:lnTo>
                    <a:pt x="619" y="2474"/>
                  </a:lnTo>
                  <a:lnTo>
                    <a:pt x="490" y="2758"/>
                  </a:lnTo>
                  <a:lnTo>
                    <a:pt x="361" y="3041"/>
                  </a:lnTo>
                  <a:lnTo>
                    <a:pt x="258" y="3324"/>
                  </a:lnTo>
                  <a:lnTo>
                    <a:pt x="155" y="3608"/>
                  </a:lnTo>
                  <a:lnTo>
                    <a:pt x="78" y="3917"/>
                  </a:lnTo>
                  <a:lnTo>
                    <a:pt x="26" y="4226"/>
                  </a:lnTo>
                  <a:lnTo>
                    <a:pt x="1" y="4535"/>
                  </a:lnTo>
                  <a:lnTo>
                    <a:pt x="1" y="4845"/>
                  </a:lnTo>
                  <a:lnTo>
                    <a:pt x="1" y="5154"/>
                  </a:lnTo>
                  <a:lnTo>
                    <a:pt x="26" y="5437"/>
                  </a:lnTo>
                  <a:lnTo>
                    <a:pt x="52" y="5720"/>
                  </a:lnTo>
                  <a:lnTo>
                    <a:pt x="104" y="6004"/>
                  </a:lnTo>
                  <a:lnTo>
                    <a:pt x="181" y="6287"/>
                  </a:lnTo>
                  <a:lnTo>
                    <a:pt x="284" y="6545"/>
                  </a:lnTo>
                  <a:lnTo>
                    <a:pt x="387" y="6828"/>
                  </a:lnTo>
                  <a:lnTo>
                    <a:pt x="490" y="7086"/>
                  </a:lnTo>
                  <a:lnTo>
                    <a:pt x="619" y="7318"/>
                  </a:lnTo>
                  <a:lnTo>
                    <a:pt x="774" y="7575"/>
                  </a:lnTo>
                  <a:lnTo>
                    <a:pt x="928" y="7807"/>
                  </a:lnTo>
                  <a:lnTo>
                    <a:pt x="1108" y="8013"/>
                  </a:lnTo>
                  <a:lnTo>
                    <a:pt x="1289" y="8220"/>
                  </a:lnTo>
                  <a:lnTo>
                    <a:pt x="1495" y="8426"/>
                  </a:lnTo>
                  <a:lnTo>
                    <a:pt x="1675" y="8606"/>
                  </a:lnTo>
                  <a:lnTo>
                    <a:pt x="1907" y="8786"/>
                  </a:lnTo>
                  <a:lnTo>
                    <a:pt x="2036" y="8915"/>
                  </a:lnTo>
                  <a:lnTo>
                    <a:pt x="2139" y="9070"/>
                  </a:lnTo>
                  <a:lnTo>
                    <a:pt x="2191" y="9224"/>
                  </a:lnTo>
                  <a:lnTo>
                    <a:pt x="2216" y="9405"/>
                  </a:lnTo>
                  <a:lnTo>
                    <a:pt x="2216" y="9894"/>
                  </a:lnTo>
                  <a:lnTo>
                    <a:pt x="2113" y="9946"/>
                  </a:lnTo>
                  <a:lnTo>
                    <a:pt x="2010" y="9997"/>
                  </a:lnTo>
                  <a:lnTo>
                    <a:pt x="1933" y="10075"/>
                  </a:lnTo>
                  <a:lnTo>
                    <a:pt x="1856" y="10152"/>
                  </a:lnTo>
                  <a:lnTo>
                    <a:pt x="1804" y="10229"/>
                  </a:lnTo>
                  <a:lnTo>
                    <a:pt x="1753" y="10332"/>
                  </a:lnTo>
                  <a:lnTo>
                    <a:pt x="1727" y="10461"/>
                  </a:lnTo>
                  <a:lnTo>
                    <a:pt x="1727" y="10564"/>
                  </a:lnTo>
                  <a:lnTo>
                    <a:pt x="1727" y="10693"/>
                  </a:lnTo>
                  <a:lnTo>
                    <a:pt x="1753" y="10796"/>
                  </a:lnTo>
                  <a:lnTo>
                    <a:pt x="1804" y="10899"/>
                  </a:lnTo>
                  <a:lnTo>
                    <a:pt x="1856" y="11002"/>
                  </a:lnTo>
                  <a:lnTo>
                    <a:pt x="1933" y="11079"/>
                  </a:lnTo>
                  <a:lnTo>
                    <a:pt x="2010" y="11157"/>
                  </a:lnTo>
                  <a:lnTo>
                    <a:pt x="2113" y="11208"/>
                  </a:lnTo>
                  <a:lnTo>
                    <a:pt x="2216" y="11260"/>
                  </a:lnTo>
                  <a:lnTo>
                    <a:pt x="2216" y="13063"/>
                  </a:lnTo>
                  <a:lnTo>
                    <a:pt x="2216" y="13295"/>
                  </a:lnTo>
                  <a:lnTo>
                    <a:pt x="2294" y="13475"/>
                  </a:lnTo>
                  <a:lnTo>
                    <a:pt x="2371" y="13682"/>
                  </a:lnTo>
                  <a:lnTo>
                    <a:pt x="2500" y="13836"/>
                  </a:lnTo>
                  <a:lnTo>
                    <a:pt x="2654" y="13991"/>
                  </a:lnTo>
                  <a:lnTo>
                    <a:pt x="2809" y="14094"/>
                  </a:lnTo>
                  <a:lnTo>
                    <a:pt x="3015" y="14171"/>
                  </a:lnTo>
                  <a:lnTo>
                    <a:pt x="3221" y="14223"/>
                  </a:lnTo>
                  <a:lnTo>
                    <a:pt x="3273" y="14429"/>
                  </a:lnTo>
                  <a:lnTo>
                    <a:pt x="3350" y="14635"/>
                  </a:lnTo>
                  <a:lnTo>
                    <a:pt x="3479" y="14789"/>
                  </a:lnTo>
                  <a:lnTo>
                    <a:pt x="3633" y="14944"/>
                  </a:lnTo>
                  <a:lnTo>
                    <a:pt x="3788" y="15073"/>
                  </a:lnTo>
                  <a:lnTo>
                    <a:pt x="3968" y="15150"/>
                  </a:lnTo>
                  <a:lnTo>
                    <a:pt x="4174" y="15202"/>
                  </a:lnTo>
                  <a:lnTo>
                    <a:pt x="4406" y="15227"/>
                  </a:lnTo>
                  <a:lnTo>
                    <a:pt x="5385" y="15227"/>
                  </a:lnTo>
                  <a:lnTo>
                    <a:pt x="5617" y="15202"/>
                  </a:lnTo>
                  <a:lnTo>
                    <a:pt x="5798" y="15150"/>
                  </a:lnTo>
                  <a:lnTo>
                    <a:pt x="6004" y="15073"/>
                  </a:lnTo>
                  <a:lnTo>
                    <a:pt x="6158" y="14944"/>
                  </a:lnTo>
                  <a:lnTo>
                    <a:pt x="6313" y="14789"/>
                  </a:lnTo>
                  <a:lnTo>
                    <a:pt x="6442" y="14635"/>
                  </a:lnTo>
                  <a:lnTo>
                    <a:pt x="6519" y="14429"/>
                  </a:lnTo>
                  <a:lnTo>
                    <a:pt x="6570" y="14223"/>
                  </a:lnTo>
                  <a:lnTo>
                    <a:pt x="6777" y="14171"/>
                  </a:lnTo>
                  <a:lnTo>
                    <a:pt x="6983" y="14094"/>
                  </a:lnTo>
                  <a:lnTo>
                    <a:pt x="7137" y="13991"/>
                  </a:lnTo>
                  <a:lnTo>
                    <a:pt x="7292" y="13836"/>
                  </a:lnTo>
                  <a:lnTo>
                    <a:pt x="7421" y="13682"/>
                  </a:lnTo>
                  <a:lnTo>
                    <a:pt x="7498" y="13475"/>
                  </a:lnTo>
                  <a:lnTo>
                    <a:pt x="7550" y="13295"/>
                  </a:lnTo>
                  <a:lnTo>
                    <a:pt x="7575" y="13063"/>
                  </a:lnTo>
                  <a:lnTo>
                    <a:pt x="7575" y="11260"/>
                  </a:lnTo>
                  <a:lnTo>
                    <a:pt x="7678" y="11208"/>
                  </a:lnTo>
                  <a:lnTo>
                    <a:pt x="7781" y="11157"/>
                  </a:lnTo>
                  <a:lnTo>
                    <a:pt x="7859" y="11079"/>
                  </a:lnTo>
                  <a:lnTo>
                    <a:pt x="7936" y="11002"/>
                  </a:lnTo>
                  <a:lnTo>
                    <a:pt x="7988" y="10899"/>
                  </a:lnTo>
                  <a:lnTo>
                    <a:pt x="8039" y="10796"/>
                  </a:lnTo>
                  <a:lnTo>
                    <a:pt x="8065" y="10693"/>
                  </a:lnTo>
                  <a:lnTo>
                    <a:pt x="8065" y="10564"/>
                  </a:lnTo>
                  <a:lnTo>
                    <a:pt x="8065" y="10461"/>
                  </a:lnTo>
                  <a:lnTo>
                    <a:pt x="8039" y="10332"/>
                  </a:lnTo>
                  <a:lnTo>
                    <a:pt x="7988" y="10229"/>
                  </a:lnTo>
                  <a:lnTo>
                    <a:pt x="7936" y="10152"/>
                  </a:lnTo>
                  <a:lnTo>
                    <a:pt x="7859" y="10075"/>
                  </a:lnTo>
                  <a:lnTo>
                    <a:pt x="7781" y="9997"/>
                  </a:lnTo>
                  <a:lnTo>
                    <a:pt x="7678" y="9946"/>
                  </a:lnTo>
                  <a:lnTo>
                    <a:pt x="7575" y="9894"/>
                  </a:lnTo>
                  <a:lnTo>
                    <a:pt x="7575" y="9405"/>
                  </a:lnTo>
                  <a:lnTo>
                    <a:pt x="7601" y="9224"/>
                  </a:lnTo>
                  <a:lnTo>
                    <a:pt x="7653" y="9070"/>
                  </a:lnTo>
                  <a:lnTo>
                    <a:pt x="7756" y="8915"/>
                  </a:lnTo>
                  <a:lnTo>
                    <a:pt x="7884" y="8786"/>
                  </a:lnTo>
                  <a:lnTo>
                    <a:pt x="8116" y="8606"/>
                  </a:lnTo>
                  <a:lnTo>
                    <a:pt x="8322" y="8426"/>
                  </a:lnTo>
                  <a:lnTo>
                    <a:pt x="8503" y="8220"/>
                  </a:lnTo>
                  <a:lnTo>
                    <a:pt x="8709" y="8013"/>
                  </a:lnTo>
                  <a:lnTo>
                    <a:pt x="8863" y="7782"/>
                  </a:lnTo>
                  <a:lnTo>
                    <a:pt x="9018" y="7550"/>
                  </a:lnTo>
                  <a:lnTo>
                    <a:pt x="9173" y="7318"/>
                  </a:lnTo>
                  <a:lnTo>
                    <a:pt x="9301" y="7060"/>
                  </a:lnTo>
                  <a:lnTo>
                    <a:pt x="9405" y="6828"/>
                  </a:lnTo>
                  <a:lnTo>
                    <a:pt x="9508" y="6571"/>
                  </a:lnTo>
                  <a:lnTo>
                    <a:pt x="9611" y="6287"/>
                  </a:lnTo>
                  <a:lnTo>
                    <a:pt x="9662" y="6030"/>
                  </a:lnTo>
                  <a:lnTo>
                    <a:pt x="9714" y="5746"/>
                  </a:lnTo>
                  <a:lnTo>
                    <a:pt x="9765" y="5463"/>
                  </a:lnTo>
                  <a:lnTo>
                    <a:pt x="9791" y="5179"/>
                  </a:lnTo>
                  <a:lnTo>
                    <a:pt x="9791" y="4896"/>
                  </a:lnTo>
                  <a:lnTo>
                    <a:pt x="9765" y="4432"/>
                  </a:lnTo>
                  <a:lnTo>
                    <a:pt x="9714" y="3969"/>
                  </a:lnTo>
                  <a:lnTo>
                    <a:pt x="9585" y="3505"/>
                  </a:lnTo>
                  <a:lnTo>
                    <a:pt x="9430" y="3067"/>
                  </a:lnTo>
                  <a:lnTo>
                    <a:pt x="9250" y="2629"/>
                  </a:lnTo>
                  <a:lnTo>
                    <a:pt x="9018" y="2242"/>
                  </a:lnTo>
                  <a:lnTo>
                    <a:pt x="8735" y="1856"/>
                  </a:lnTo>
                  <a:lnTo>
                    <a:pt x="8425" y="1495"/>
                  </a:lnTo>
                  <a:lnTo>
                    <a:pt x="8065" y="1160"/>
                  </a:lnTo>
                  <a:lnTo>
                    <a:pt x="7704" y="877"/>
                  </a:lnTo>
                  <a:lnTo>
                    <a:pt x="7292" y="619"/>
                  </a:lnTo>
                  <a:lnTo>
                    <a:pt x="6880" y="413"/>
                  </a:lnTo>
                  <a:lnTo>
                    <a:pt x="6442" y="259"/>
                  </a:lnTo>
                  <a:lnTo>
                    <a:pt x="6004" y="130"/>
                  </a:lnTo>
                  <a:lnTo>
                    <a:pt x="5540" y="52"/>
                  </a:lnTo>
                  <a:lnTo>
                    <a:pt x="50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729;p40">
              <a:extLst>
                <a:ext uri="{FF2B5EF4-FFF2-40B4-BE49-F238E27FC236}">
                  <a16:creationId xmlns:a16="http://schemas.microsoft.com/office/drawing/2014/main" id="{D9B3AB37-60F0-4D80-9FCA-CBA0B07591CB}"/>
                </a:ext>
              </a:extLst>
            </p:cNvPr>
            <p:cNvSpPr/>
            <p:nvPr/>
          </p:nvSpPr>
          <p:spPr>
            <a:xfrm>
              <a:off x="3924950" y="1861375"/>
              <a:ext cx="35450" cy="10975"/>
            </a:xfrm>
            <a:custGeom>
              <a:avLst/>
              <a:gdLst/>
              <a:ahLst/>
              <a:cxnLst/>
              <a:rect l="l" t="t" r="r" b="b"/>
              <a:pathLst>
                <a:path w="1418" h="439" extrusionOk="0">
                  <a:moveTo>
                    <a:pt x="130" y="1"/>
                  </a:moveTo>
                  <a:lnTo>
                    <a:pt x="52" y="52"/>
                  </a:lnTo>
                  <a:lnTo>
                    <a:pt x="1" y="130"/>
                  </a:lnTo>
                  <a:lnTo>
                    <a:pt x="1" y="207"/>
                  </a:lnTo>
                  <a:lnTo>
                    <a:pt x="1" y="310"/>
                  </a:lnTo>
                  <a:lnTo>
                    <a:pt x="52" y="362"/>
                  </a:lnTo>
                  <a:lnTo>
                    <a:pt x="130" y="413"/>
                  </a:lnTo>
                  <a:lnTo>
                    <a:pt x="207" y="439"/>
                  </a:lnTo>
                  <a:lnTo>
                    <a:pt x="1186" y="439"/>
                  </a:lnTo>
                  <a:lnTo>
                    <a:pt x="1289" y="413"/>
                  </a:lnTo>
                  <a:lnTo>
                    <a:pt x="1366" y="362"/>
                  </a:lnTo>
                  <a:lnTo>
                    <a:pt x="1392" y="310"/>
                  </a:lnTo>
                  <a:lnTo>
                    <a:pt x="1418" y="207"/>
                  </a:lnTo>
                  <a:lnTo>
                    <a:pt x="1392" y="130"/>
                  </a:lnTo>
                  <a:lnTo>
                    <a:pt x="1366" y="52"/>
                  </a:lnTo>
                  <a:lnTo>
                    <a:pt x="1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730;p40">
              <a:extLst>
                <a:ext uri="{FF2B5EF4-FFF2-40B4-BE49-F238E27FC236}">
                  <a16:creationId xmlns:a16="http://schemas.microsoft.com/office/drawing/2014/main" id="{C62F8E57-B1CA-0990-4DD6-E6C84A9BDA60}"/>
                </a:ext>
              </a:extLst>
            </p:cNvPr>
            <p:cNvSpPr/>
            <p:nvPr/>
          </p:nvSpPr>
          <p:spPr>
            <a:xfrm>
              <a:off x="3947500" y="1934825"/>
              <a:ext cx="32875" cy="23850"/>
            </a:xfrm>
            <a:custGeom>
              <a:avLst/>
              <a:gdLst/>
              <a:ahLst/>
              <a:cxnLst/>
              <a:rect l="l" t="t" r="r" b="b"/>
              <a:pathLst>
                <a:path w="1315" h="954" extrusionOk="0">
                  <a:moveTo>
                    <a:pt x="1057" y="0"/>
                  </a:moveTo>
                  <a:lnTo>
                    <a:pt x="980" y="52"/>
                  </a:lnTo>
                  <a:lnTo>
                    <a:pt x="129" y="541"/>
                  </a:lnTo>
                  <a:lnTo>
                    <a:pt x="52" y="593"/>
                  </a:lnTo>
                  <a:lnTo>
                    <a:pt x="26" y="670"/>
                  </a:lnTo>
                  <a:lnTo>
                    <a:pt x="1" y="747"/>
                  </a:lnTo>
                  <a:lnTo>
                    <a:pt x="52" y="850"/>
                  </a:lnTo>
                  <a:lnTo>
                    <a:pt x="78" y="876"/>
                  </a:lnTo>
                  <a:lnTo>
                    <a:pt x="129" y="928"/>
                  </a:lnTo>
                  <a:lnTo>
                    <a:pt x="233" y="953"/>
                  </a:lnTo>
                  <a:lnTo>
                    <a:pt x="284" y="953"/>
                  </a:lnTo>
                  <a:lnTo>
                    <a:pt x="336" y="928"/>
                  </a:lnTo>
                  <a:lnTo>
                    <a:pt x="1212" y="438"/>
                  </a:lnTo>
                  <a:lnTo>
                    <a:pt x="1263" y="361"/>
                  </a:lnTo>
                  <a:lnTo>
                    <a:pt x="1315" y="283"/>
                  </a:lnTo>
                  <a:lnTo>
                    <a:pt x="1315" y="206"/>
                  </a:lnTo>
                  <a:lnTo>
                    <a:pt x="1289" y="129"/>
                  </a:lnTo>
                  <a:lnTo>
                    <a:pt x="1212" y="52"/>
                  </a:lnTo>
                  <a:lnTo>
                    <a:pt x="1134" y="26"/>
                  </a:lnTo>
                  <a:lnTo>
                    <a:pt x="10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731;p40">
              <a:extLst>
                <a:ext uri="{FF2B5EF4-FFF2-40B4-BE49-F238E27FC236}">
                  <a16:creationId xmlns:a16="http://schemas.microsoft.com/office/drawing/2014/main" id="{89139747-793A-78B2-3225-091BA53F7EDE}"/>
                </a:ext>
              </a:extLst>
            </p:cNvPr>
            <p:cNvSpPr/>
            <p:nvPr/>
          </p:nvSpPr>
          <p:spPr>
            <a:xfrm>
              <a:off x="4225100" y="1934825"/>
              <a:ext cx="32250" cy="23850"/>
            </a:xfrm>
            <a:custGeom>
              <a:avLst/>
              <a:gdLst/>
              <a:ahLst/>
              <a:cxnLst/>
              <a:rect l="l" t="t" r="r" b="b"/>
              <a:pathLst>
                <a:path w="1290" h="954" extrusionOk="0">
                  <a:moveTo>
                    <a:pt x="259" y="0"/>
                  </a:moveTo>
                  <a:lnTo>
                    <a:pt x="156" y="26"/>
                  </a:lnTo>
                  <a:lnTo>
                    <a:pt x="78" y="52"/>
                  </a:lnTo>
                  <a:lnTo>
                    <a:pt x="27" y="129"/>
                  </a:lnTo>
                  <a:lnTo>
                    <a:pt x="1" y="206"/>
                  </a:lnTo>
                  <a:lnTo>
                    <a:pt x="1" y="283"/>
                  </a:lnTo>
                  <a:lnTo>
                    <a:pt x="53" y="361"/>
                  </a:lnTo>
                  <a:lnTo>
                    <a:pt x="104" y="438"/>
                  </a:lnTo>
                  <a:lnTo>
                    <a:pt x="980" y="928"/>
                  </a:lnTo>
                  <a:lnTo>
                    <a:pt x="1032" y="953"/>
                  </a:lnTo>
                  <a:lnTo>
                    <a:pt x="1083" y="953"/>
                  </a:lnTo>
                  <a:lnTo>
                    <a:pt x="1186" y="928"/>
                  </a:lnTo>
                  <a:lnTo>
                    <a:pt x="1238" y="876"/>
                  </a:lnTo>
                  <a:lnTo>
                    <a:pt x="1263" y="850"/>
                  </a:lnTo>
                  <a:lnTo>
                    <a:pt x="1289" y="747"/>
                  </a:lnTo>
                  <a:lnTo>
                    <a:pt x="1289" y="670"/>
                  </a:lnTo>
                  <a:lnTo>
                    <a:pt x="1263" y="593"/>
                  </a:lnTo>
                  <a:lnTo>
                    <a:pt x="1186" y="541"/>
                  </a:lnTo>
                  <a:lnTo>
                    <a:pt x="336" y="5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732;p40">
              <a:extLst>
                <a:ext uri="{FF2B5EF4-FFF2-40B4-BE49-F238E27FC236}">
                  <a16:creationId xmlns:a16="http://schemas.microsoft.com/office/drawing/2014/main" id="{354DA6D8-6567-BF14-E1FE-BC4CE2CF65AB}"/>
                </a:ext>
              </a:extLst>
            </p:cNvPr>
            <p:cNvSpPr/>
            <p:nvPr/>
          </p:nvSpPr>
          <p:spPr>
            <a:xfrm>
              <a:off x="4245075" y="1861375"/>
              <a:ext cx="35450" cy="10975"/>
            </a:xfrm>
            <a:custGeom>
              <a:avLst/>
              <a:gdLst/>
              <a:ahLst/>
              <a:cxnLst/>
              <a:rect l="l" t="t" r="r" b="b"/>
              <a:pathLst>
                <a:path w="1418" h="439" extrusionOk="0">
                  <a:moveTo>
                    <a:pt x="130" y="1"/>
                  </a:moveTo>
                  <a:lnTo>
                    <a:pt x="52" y="52"/>
                  </a:lnTo>
                  <a:lnTo>
                    <a:pt x="1" y="130"/>
                  </a:lnTo>
                  <a:lnTo>
                    <a:pt x="1" y="207"/>
                  </a:lnTo>
                  <a:lnTo>
                    <a:pt x="1" y="310"/>
                  </a:lnTo>
                  <a:lnTo>
                    <a:pt x="52" y="362"/>
                  </a:lnTo>
                  <a:lnTo>
                    <a:pt x="130" y="413"/>
                  </a:lnTo>
                  <a:lnTo>
                    <a:pt x="207" y="439"/>
                  </a:lnTo>
                  <a:lnTo>
                    <a:pt x="1212" y="439"/>
                  </a:lnTo>
                  <a:lnTo>
                    <a:pt x="1289" y="413"/>
                  </a:lnTo>
                  <a:lnTo>
                    <a:pt x="1366" y="362"/>
                  </a:lnTo>
                  <a:lnTo>
                    <a:pt x="1418" y="310"/>
                  </a:lnTo>
                  <a:lnTo>
                    <a:pt x="1418" y="207"/>
                  </a:lnTo>
                  <a:lnTo>
                    <a:pt x="1418" y="130"/>
                  </a:lnTo>
                  <a:lnTo>
                    <a:pt x="1366" y="52"/>
                  </a:lnTo>
                  <a:lnTo>
                    <a:pt x="12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733;p40">
              <a:extLst>
                <a:ext uri="{FF2B5EF4-FFF2-40B4-BE49-F238E27FC236}">
                  <a16:creationId xmlns:a16="http://schemas.microsoft.com/office/drawing/2014/main" id="{7E6145A1-7CFC-F85F-08F8-11B5FC338599}"/>
                </a:ext>
              </a:extLst>
            </p:cNvPr>
            <p:cNvSpPr/>
            <p:nvPr/>
          </p:nvSpPr>
          <p:spPr>
            <a:xfrm>
              <a:off x="4225100" y="1775075"/>
              <a:ext cx="32250" cy="23225"/>
            </a:xfrm>
            <a:custGeom>
              <a:avLst/>
              <a:gdLst/>
              <a:ahLst/>
              <a:cxnLst/>
              <a:rect l="l" t="t" r="r" b="b"/>
              <a:pathLst>
                <a:path w="1290" h="929" extrusionOk="0">
                  <a:moveTo>
                    <a:pt x="1057" y="1"/>
                  </a:moveTo>
                  <a:lnTo>
                    <a:pt x="980" y="26"/>
                  </a:lnTo>
                  <a:lnTo>
                    <a:pt x="104" y="516"/>
                  </a:lnTo>
                  <a:lnTo>
                    <a:pt x="53" y="567"/>
                  </a:lnTo>
                  <a:lnTo>
                    <a:pt x="1" y="645"/>
                  </a:lnTo>
                  <a:lnTo>
                    <a:pt x="1" y="748"/>
                  </a:lnTo>
                  <a:lnTo>
                    <a:pt x="27" y="825"/>
                  </a:lnTo>
                  <a:lnTo>
                    <a:pt x="78" y="877"/>
                  </a:lnTo>
                  <a:lnTo>
                    <a:pt x="104" y="902"/>
                  </a:lnTo>
                  <a:lnTo>
                    <a:pt x="233" y="928"/>
                  </a:lnTo>
                  <a:lnTo>
                    <a:pt x="284" y="928"/>
                  </a:lnTo>
                  <a:lnTo>
                    <a:pt x="336" y="902"/>
                  </a:lnTo>
                  <a:lnTo>
                    <a:pt x="1186" y="413"/>
                  </a:lnTo>
                  <a:lnTo>
                    <a:pt x="1263" y="361"/>
                  </a:lnTo>
                  <a:lnTo>
                    <a:pt x="1289" y="284"/>
                  </a:lnTo>
                  <a:lnTo>
                    <a:pt x="1289" y="181"/>
                  </a:lnTo>
                  <a:lnTo>
                    <a:pt x="1263" y="104"/>
                  </a:lnTo>
                  <a:lnTo>
                    <a:pt x="1212" y="52"/>
                  </a:lnTo>
                  <a:lnTo>
                    <a:pt x="1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734;p40">
              <a:extLst>
                <a:ext uri="{FF2B5EF4-FFF2-40B4-BE49-F238E27FC236}">
                  <a16:creationId xmlns:a16="http://schemas.microsoft.com/office/drawing/2014/main" id="{645CA4CF-4054-89B4-9D32-C70AF52848B4}"/>
                </a:ext>
              </a:extLst>
            </p:cNvPr>
            <p:cNvSpPr/>
            <p:nvPr/>
          </p:nvSpPr>
          <p:spPr>
            <a:xfrm>
              <a:off x="3947500" y="1775075"/>
              <a:ext cx="32875" cy="23225"/>
            </a:xfrm>
            <a:custGeom>
              <a:avLst/>
              <a:gdLst/>
              <a:ahLst/>
              <a:cxnLst/>
              <a:rect l="l" t="t" r="r" b="b"/>
              <a:pathLst>
                <a:path w="1315" h="929" extrusionOk="0">
                  <a:moveTo>
                    <a:pt x="181" y="1"/>
                  </a:moveTo>
                  <a:lnTo>
                    <a:pt x="104" y="52"/>
                  </a:lnTo>
                  <a:lnTo>
                    <a:pt x="52" y="104"/>
                  </a:lnTo>
                  <a:lnTo>
                    <a:pt x="1" y="181"/>
                  </a:lnTo>
                  <a:lnTo>
                    <a:pt x="26" y="284"/>
                  </a:lnTo>
                  <a:lnTo>
                    <a:pt x="52" y="361"/>
                  </a:lnTo>
                  <a:lnTo>
                    <a:pt x="129" y="413"/>
                  </a:lnTo>
                  <a:lnTo>
                    <a:pt x="980" y="902"/>
                  </a:lnTo>
                  <a:lnTo>
                    <a:pt x="1031" y="928"/>
                  </a:lnTo>
                  <a:lnTo>
                    <a:pt x="1083" y="928"/>
                  </a:lnTo>
                  <a:lnTo>
                    <a:pt x="1186" y="902"/>
                  </a:lnTo>
                  <a:lnTo>
                    <a:pt x="1237" y="877"/>
                  </a:lnTo>
                  <a:lnTo>
                    <a:pt x="1289" y="825"/>
                  </a:lnTo>
                  <a:lnTo>
                    <a:pt x="1315" y="748"/>
                  </a:lnTo>
                  <a:lnTo>
                    <a:pt x="1315" y="645"/>
                  </a:lnTo>
                  <a:lnTo>
                    <a:pt x="1263" y="567"/>
                  </a:lnTo>
                  <a:lnTo>
                    <a:pt x="1212" y="516"/>
                  </a:lnTo>
                  <a:lnTo>
                    <a:pt x="336" y="26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735;p40">
              <a:extLst>
                <a:ext uri="{FF2B5EF4-FFF2-40B4-BE49-F238E27FC236}">
                  <a16:creationId xmlns:a16="http://schemas.microsoft.com/office/drawing/2014/main" id="{C5D4A932-E4B9-9FB2-5132-C9460176CCBE}"/>
                </a:ext>
              </a:extLst>
            </p:cNvPr>
            <p:cNvSpPr/>
            <p:nvPr/>
          </p:nvSpPr>
          <p:spPr>
            <a:xfrm>
              <a:off x="4010625" y="1775075"/>
              <a:ext cx="183600" cy="183600"/>
            </a:xfrm>
            <a:custGeom>
              <a:avLst/>
              <a:gdLst/>
              <a:ahLst/>
              <a:cxnLst/>
              <a:rect l="l" t="t" r="r" b="b"/>
              <a:pathLst>
                <a:path w="7344" h="7344" extrusionOk="0">
                  <a:moveTo>
                    <a:pt x="3917" y="439"/>
                  </a:moveTo>
                  <a:lnTo>
                    <a:pt x="4174" y="490"/>
                  </a:lnTo>
                  <a:lnTo>
                    <a:pt x="4432" y="542"/>
                  </a:lnTo>
                  <a:lnTo>
                    <a:pt x="4690" y="593"/>
                  </a:lnTo>
                  <a:lnTo>
                    <a:pt x="4921" y="696"/>
                  </a:lnTo>
                  <a:lnTo>
                    <a:pt x="5153" y="799"/>
                  </a:lnTo>
                  <a:lnTo>
                    <a:pt x="5385" y="928"/>
                  </a:lnTo>
                  <a:lnTo>
                    <a:pt x="5591" y="1083"/>
                  </a:lnTo>
                  <a:lnTo>
                    <a:pt x="5797" y="1237"/>
                  </a:lnTo>
                  <a:lnTo>
                    <a:pt x="5411" y="1624"/>
                  </a:lnTo>
                  <a:lnTo>
                    <a:pt x="5256" y="1495"/>
                  </a:lnTo>
                  <a:lnTo>
                    <a:pt x="5076" y="1366"/>
                  </a:lnTo>
                  <a:lnTo>
                    <a:pt x="4921" y="1289"/>
                  </a:lnTo>
                  <a:lnTo>
                    <a:pt x="4715" y="1186"/>
                  </a:lnTo>
                  <a:lnTo>
                    <a:pt x="4535" y="1108"/>
                  </a:lnTo>
                  <a:lnTo>
                    <a:pt x="4329" y="1057"/>
                  </a:lnTo>
                  <a:lnTo>
                    <a:pt x="4123" y="1005"/>
                  </a:lnTo>
                  <a:lnTo>
                    <a:pt x="3917" y="980"/>
                  </a:lnTo>
                  <a:lnTo>
                    <a:pt x="3917" y="439"/>
                  </a:lnTo>
                  <a:close/>
                  <a:moveTo>
                    <a:pt x="1237" y="1546"/>
                  </a:moveTo>
                  <a:lnTo>
                    <a:pt x="1624" y="1933"/>
                  </a:lnTo>
                  <a:lnTo>
                    <a:pt x="1495" y="2087"/>
                  </a:lnTo>
                  <a:lnTo>
                    <a:pt x="1392" y="2268"/>
                  </a:lnTo>
                  <a:lnTo>
                    <a:pt x="1289" y="2448"/>
                  </a:lnTo>
                  <a:lnTo>
                    <a:pt x="1211" y="2628"/>
                  </a:lnTo>
                  <a:lnTo>
                    <a:pt x="1134" y="2835"/>
                  </a:lnTo>
                  <a:lnTo>
                    <a:pt x="1083" y="3015"/>
                  </a:lnTo>
                  <a:lnTo>
                    <a:pt x="1031" y="3221"/>
                  </a:lnTo>
                  <a:lnTo>
                    <a:pt x="1005" y="3453"/>
                  </a:lnTo>
                  <a:lnTo>
                    <a:pt x="464" y="3453"/>
                  </a:lnTo>
                  <a:lnTo>
                    <a:pt x="490" y="3170"/>
                  </a:lnTo>
                  <a:lnTo>
                    <a:pt x="542" y="2912"/>
                  </a:lnTo>
                  <a:lnTo>
                    <a:pt x="619" y="2680"/>
                  </a:lnTo>
                  <a:lnTo>
                    <a:pt x="696" y="2422"/>
                  </a:lnTo>
                  <a:lnTo>
                    <a:pt x="825" y="2190"/>
                  </a:lnTo>
                  <a:lnTo>
                    <a:pt x="928" y="1959"/>
                  </a:lnTo>
                  <a:lnTo>
                    <a:pt x="1083" y="1752"/>
                  </a:lnTo>
                  <a:lnTo>
                    <a:pt x="1237" y="1546"/>
                  </a:lnTo>
                  <a:close/>
                  <a:moveTo>
                    <a:pt x="6107" y="1546"/>
                  </a:moveTo>
                  <a:lnTo>
                    <a:pt x="6287" y="1752"/>
                  </a:lnTo>
                  <a:lnTo>
                    <a:pt x="6416" y="1959"/>
                  </a:lnTo>
                  <a:lnTo>
                    <a:pt x="6545" y="2190"/>
                  </a:lnTo>
                  <a:lnTo>
                    <a:pt x="6648" y="2422"/>
                  </a:lnTo>
                  <a:lnTo>
                    <a:pt x="6751" y="2654"/>
                  </a:lnTo>
                  <a:lnTo>
                    <a:pt x="6828" y="2912"/>
                  </a:lnTo>
                  <a:lnTo>
                    <a:pt x="6880" y="3170"/>
                  </a:lnTo>
                  <a:lnTo>
                    <a:pt x="6905" y="3453"/>
                  </a:lnTo>
                  <a:lnTo>
                    <a:pt x="6364" y="3453"/>
                  </a:lnTo>
                  <a:lnTo>
                    <a:pt x="6339" y="3221"/>
                  </a:lnTo>
                  <a:lnTo>
                    <a:pt x="6287" y="3015"/>
                  </a:lnTo>
                  <a:lnTo>
                    <a:pt x="6235" y="2835"/>
                  </a:lnTo>
                  <a:lnTo>
                    <a:pt x="6158" y="2628"/>
                  </a:lnTo>
                  <a:lnTo>
                    <a:pt x="6081" y="2448"/>
                  </a:lnTo>
                  <a:lnTo>
                    <a:pt x="5978" y="2268"/>
                  </a:lnTo>
                  <a:lnTo>
                    <a:pt x="5849" y="2087"/>
                  </a:lnTo>
                  <a:lnTo>
                    <a:pt x="5746" y="1933"/>
                  </a:lnTo>
                  <a:lnTo>
                    <a:pt x="6107" y="1546"/>
                  </a:lnTo>
                  <a:close/>
                  <a:moveTo>
                    <a:pt x="1005" y="3891"/>
                  </a:moveTo>
                  <a:lnTo>
                    <a:pt x="1031" y="4097"/>
                  </a:lnTo>
                  <a:lnTo>
                    <a:pt x="1083" y="4303"/>
                  </a:lnTo>
                  <a:lnTo>
                    <a:pt x="1134" y="4509"/>
                  </a:lnTo>
                  <a:lnTo>
                    <a:pt x="1211" y="4715"/>
                  </a:lnTo>
                  <a:lnTo>
                    <a:pt x="1289" y="4896"/>
                  </a:lnTo>
                  <a:lnTo>
                    <a:pt x="1392" y="5076"/>
                  </a:lnTo>
                  <a:lnTo>
                    <a:pt x="1495" y="5231"/>
                  </a:lnTo>
                  <a:lnTo>
                    <a:pt x="1624" y="5411"/>
                  </a:lnTo>
                  <a:lnTo>
                    <a:pt x="1263" y="5772"/>
                  </a:lnTo>
                  <a:lnTo>
                    <a:pt x="1083" y="5591"/>
                  </a:lnTo>
                  <a:lnTo>
                    <a:pt x="954" y="5385"/>
                  </a:lnTo>
                  <a:lnTo>
                    <a:pt x="825" y="5153"/>
                  </a:lnTo>
                  <a:lnTo>
                    <a:pt x="696" y="4921"/>
                  </a:lnTo>
                  <a:lnTo>
                    <a:pt x="619" y="4664"/>
                  </a:lnTo>
                  <a:lnTo>
                    <a:pt x="542" y="4406"/>
                  </a:lnTo>
                  <a:lnTo>
                    <a:pt x="490" y="4149"/>
                  </a:lnTo>
                  <a:lnTo>
                    <a:pt x="464" y="3891"/>
                  </a:lnTo>
                  <a:close/>
                  <a:moveTo>
                    <a:pt x="6905" y="3891"/>
                  </a:moveTo>
                  <a:lnTo>
                    <a:pt x="6880" y="4149"/>
                  </a:lnTo>
                  <a:lnTo>
                    <a:pt x="6828" y="4406"/>
                  </a:lnTo>
                  <a:lnTo>
                    <a:pt x="6751" y="4664"/>
                  </a:lnTo>
                  <a:lnTo>
                    <a:pt x="6648" y="4921"/>
                  </a:lnTo>
                  <a:lnTo>
                    <a:pt x="6545" y="5153"/>
                  </a:lnTo>
                  <a:lnTo>
                    <a:pt x="6416" y="5385"/>
                  </a:lnTo>
                  <a:lnTo>
                    <a:pt x="6287" y="5591"/>
                  </a:lnTo>
                  <a:lnTo>
                    <a:pt x="6107" y="5772"/>
                  </a:lnTo>
                  <a:lnTo>
                    <a:pt x="5746" y="5411"/>
                  </a:lnTo>
                  <a:lnTo>
                    <a:pt x="5849" y="5231"/>
                  </a:lnTo>
                  <a:lnTo>
                    <a:pt x="5978" y="5076"/>
                  </a:lnTo>
                  <a:lnTo>
                    <a:pt x="6081" y="4896"/>
                  </a:lnTo>
                  <a:lnTo>
                    <a:pt x="6158" y="4715"/>
                  </a:lnTo>
                  <a:lnTo>
                    <a:pt x="6235" y="4509"/>
                  </a:lnTo>
                  <a:lnTo>
                    <a:pt x="6287" y="4303"/>
                  </a:lnTo>
                  <a:lnTo>
                    <a:pt x="6339" y="4097"/>
                  </a:lnTo>
                  <a:lnTo>
                    <a:pt x="6364" y="3891"/>
                  </a:lnTo>
                  <a:close/>
                  <a:moveTo>
                    <a:pt x="3685" y="1418"/>
                  </a:moveTo>
                  <a:lnTo>
                    <a:pt x="3917" y="1443"/>
                  </a:lnTo>
                  <a:lnTo>
                    <a:pt x="4123" y="1469"/>
                  </a:lnTo>
                  <a:lnTo>
                    <a:pt x="4355" y="1521"/>
                  </a:lnTo>
                  <a:lnTo>
                    <a:pt x="4561" y="1598"/>
                  </a:lnTo>
                  <a:lnTo>
                    <a:pt x="4741" y="1701"/>
                  </a:lnTo>
                  <a:lnTo>
                    <a:pt x="4947" y="1804"/>
                  </a:lnTo>
                  <a:lnTo>
                    <a:pt x="5102" y="1933"/>
                  </a:lnTo>
                  <a:lnTo>
                    <a:pt x="5256" y="2087"/>
                  </a:lnTo>
                  <a:lnTo>
                    <a:pt x="5411" y="2242"/>
                  </a:lnTo>
                  <a:lnTo>
                    <a:pt x="5540" y="2422"/>
                  </a:lnTo>
                  <a:lnTo>
                    <a:pt x="5643" y="2603"/>
                  </a:lnTo>
                  <a:lnTo>
                    <a:pt x="5746" y="2783"/>
                  </a:lnTo>
                  <a:lnTo>
                    <a:pt x="5823" y="2989"/>
                  </a:lnTo>
                  <a:lnTo>
                    <a:pt x="5875" y="3221"/>
                  </a:lnTo>
                  <a:lnTo>
                    <a:pt x="5901" y="3427"/>
                  </a:lnTo>
                  <a:lnTo>
                    <a:pt x="5926" y="3659"/>
                  </a:lnTo>
                  <a:lnTo>
                    <a:pt x="5901" y="3891"/>
                  </a:lnTo>
                  <a:lnTo>
                    <a:pt x="5875" y="4123"/>
                  </a:lnTo>
                  <a:lnTo>
                    <a:pt x="5823" y="4329"/>
                  </a:lnTo>
                  <a:lnTo>
                    <a:pt x="5746" y="4535"/>
                  </a:lnTo>
                  <a:lnTo>
                    <a:pt x="5643" y="4741"/>
                  </a:lnTo>
                  <a:lnTo>
                    <a:pt x="5540" y="4921"/>
                  </a:lnTo>
                  <a:lnTo>
                    <a:pt x="5411" y="5102"/>
                  </a:lnTo>
                  <a:lnTo>
                    <a:pt x="5256" y="5256"/>
                  </a:lnTo>
                  <a:lnTo>
                    <a:pt x="5102" y="5385"/>
                  </a:lnTo>
                  <a:lnTo>
                    <a:pt x="4947" y="5514"/>
                  </a:lnTo>
                  <a:lnTo>
                    <a:pt x="4741" y="5643"/>
                  </a:lnTo>
                  <a:lnTo>
                    <a:pt x="4561" y="5720"/>
                  </a:lnTo>
                  <a:lnTo>
                    <a:pt x="4355" y="5797"/>
                  </a:lnTo>
                  <a:lnTo>
                    <a:pt x="4123" y="5875"/>
                  </a:lnTo>
                  <a:lnTo>
                    <a:pt x="3917" y="5901"/>
                  </a:lnTo>
                  <a:lnTo>
                    <a:pt x="3453" y="5901"/>
                  </a:lnTo>
                  <a:lnTo>
                    <a:pt x="3221" y="5875"/>
                  </a:lnTo>
                  <a:lnTo>
                    <a:pt x="3015" y="5797"/>
                  </a:lnTo>
                  <a:lnTo>
                    <a:pt x="2809" y="5720"/>
                  </a:lnTo>
                  <a:lnTo>
                    <a:pt x="2628" y="5643"/>
                  </a:lnTo>
                  <a:lnTo>
                    <a:pt x="2422" y="5514"/>
                  </a:lnTo>
                  <a:lnTo>
                    <a:pt x="2268" y="5385"/>
                  </a:lnTo>
                  <a:lnTo>
                    <a:pt x="2087" y="5256"/>
                  </a:lnTo>
                  <a:lnTo>
                    <a:pt x="1959" y="5102"/>
                  </a:lnTo>
                  <a:lnTo>
                    <a:pt x="1830" y="4921"/>
                  </a:lnTo>
                  <a:lnTo>
                    <a:pt x="1701" y="4741"/>
                  </a:lnTo>
                  <a:lnTo>
                    <a:pt x="1624" y="4535"/>
                  </a:lnTo>
                  <a:lnTo>
                    <a:pt x="1546" y="4329"/>
                  </a:lnTo>
                  <a:lnTo>
                    <a:pt x="1495" y="4123"/>
                  </a:lnTo>
                  <a:lnTo>
                    <a:pt x="1443" y="3891"/>
                  </a:lnTo>
                  <a:lnTo>
                    <a:pt x="1443" y="3659"/>
                  </a:lnTo>
                  <a:lnTo>
                    <a:pt x="1443" y="3427"/>
                  </a:lnTo>
                  <a:lnTo>
                    <a:pt x="1495" y="3221"/>
                  </a:lnTo>
                  <a:lnTo>
                    <a:pt x="1546" y="2989"/>
                  </a:lnTo>
                  <a:lnTo>
                    <a:pt x="1624" y="2783"/>
                  </a:lnTo>
                  <a:lnTo>
                    <a:pt x="1701" y="2603"/>
                  </a:lnTo>
                  <a:lnTo>
                    <a:pt x="1830" y="2422"/>
                  </a:lnTo>
                  <a:lnTo>
                    <a:pt x="1959" y="2242"/>
                  </a:lnTo>
                  <a:lnTo>
                    <a:pt x="2087" y="2087"/>
                  </a:lnTo>
                  <a:lnTo>
                    <a:pt x="2268" y="1933"/>
                  </a:lnTo>
                  <a:lnTo>
                    <a:pt x="2422" y="1804"/>
                  </a:lnTo>
                  <a:lnTo>
                    <a:pt x="2628" y="1701"/>
                  </a:lnTo>
                  <a:lnTo>
                    <a:pt x="2809" y="1598"/>
                  </a:lnTo>
                  <a:lnTo>
                    <a:pt x="3015" y="1521"/>
                  </a:lnTo>
                  <a:lnTo>
                    <a:pt x="3221" y="1469"/>
                  </a:lnTo>
                  <a:lnTo>
                    <a:pt x="3453" y="1443"/>
                  </a:lnTo>
                  <a:lnTo>
                    <a:pt x="3685" y="1418"/>
                  </a:lnTo>
                  <a:close/>
                  <a:moveTo>
                    <a:pt x="1959" y="5720"/>
                  </a:moveTo>
                  <a:lnTo>
                    <a:pt x="2113" y="5849"/>
                  </a:lnTo>
                  <a:lnTo>
                    <a:pt x="2268" y="5952"/>
                  </a:lnTo>
                  <a:lnTo>
                    <a:pt x="2448" y="6055"/>
                  </a:lnTo>
                  <a:lnTo>
                    <a:pt x="2654" y="6132"/>
                  </a:lnTo>
                  <a:lnTo>
                    <a:pt x="2835" y="6210"/>
                  </a:lnTo>
                  <a:lnTo>
                    <a:pt x="3041" y="6287"/>
                  </a:lnTo>
                  <a:lnTo>
                    <a:pt x="3247" y="6313"/>
                  </a:lnTo>
                  <a:lnTo>
                    <a:pt x="3453" y="6338"/>
                  </a:lnTo>
                  <a:lnTo>
                    <a:pt x="3453" y="6880"/>
                  </a:lnTo>
                  <a:lnTo>
                    <a:pt x="3195" y="6854"/>
                  </a:lnTo>
                  <a:lnTo>
                    <a:pt x="2938" y="6802"/>
                  </a:lnTo>
                  <a:lnTo>
                    <a:pt x="2680" y="6725"/>
                  </a:lnTo>
                  <a:lnTo>
                    <a:pt x="2448" y="6648"/>
                  </a:lnTo>
                  <a:lnTo>
                    <a:pt x="2190" y="6545"/>
                  </a:lnTo>
                  <a:lnTo>
                    <a:pt x="1984" y="6416"/>
                  </a:lnTo>
                  <a:lnTo>
                    <a:pt x="1778" y="6261"/>
                  </a:lnTo>
                  <a:lnTo>
                    <a:pt x="1572" y="6107"/>
                  </a:lnTo>
                  <a:lnTo>
                    <a:pt x="1959" y="5720"/>
                  </a:lnTo>
                  <a:close/>
                  <a:moveTo>
                    <a:pt x="5411" y="5720"/>
                  </a:moveTo>
                  <a:lnTo>
                    <a:pt x="5797" y="6107"/>
                  </a:lnTo>
                  <a:lnTo>
                    <a:pt x="5591" y="6261"/>
                  </a:lnTo>
                  <a:lnTo>
                    <a:pt x="5385" y="6416"/>
                  </a:lnTo>
                  <a:lnTo>
                    <a:pt x="5153" y="6545"/>
                  </a:lnTo>
                  <a:lnTo>
                    <a:pt x="4921" y="6648"/>
                  </a:lnTo>
                  <a:lnTo>
                    <a:pt x="4690" y="6725"/>
                  </a:lnTo>
                  <a:lnTo>
                    <a:pt x="4432" y="6802"/>
                  </a:lnTo>
                  <a:lnTo>
                    <a:pt x="4174" y="6854"/>
                  </a:lnTo>
                  <a:lnTo>
                    <a:pt x="3917" y="6880"/>
                  </a:lnTo>
                  <a:lnTo>
                    <a:pt x="3917" y="6338"/>
                  </a:lnTo>
                  <a:lnTo>
                    <a:pt x="4123" y="6313"/>
                  </a:lnTo>
                  <a:lnTo>
                    <a:pt x="4329" y="6287"/>
                  </a:lnTo>
                  <a:lnTo>
                    <a:pt x="4535" y="6210"/>
                  </a:lnTo>
                  <a:lnTo>
                    <a:pt x="4715" y="6132"/>
                  </a:lnTo>
                  <a:lnTo>
                    <a:pt x="4921" y="6055"/>
                  </a:lnTo>
                  <a:lnTo>
                    <a:pt x="5076" y="5952"/>
                  </a:lnTo>
                  <a:lnTo>
                    <a:pt x="5256" y="5849"/>
                  </a:lnTo>
                  <a:lnTo>
                    <a:pt x="5411" y="5720"/>
                  </a:lnTo>
                  <a:close/>
                  <a:moveTo>
                    <a:pt x="3401" y="1"/>
                  </a:moveTo>
                  <a:lnTo>
                    <a:pt x="3118" y="26"/>
                  </a:lnTo>
                  <a:lnTo>
                    <a:pt x="2860" y="78"/>
                  </a:lnTo>
                  <a:lnTo>
                    <a:pt x="2577" y="155"/>
                  </a:lnTo>
                  <a:lnTo>
                    <a:pt x="2500" y="207"/>
                  </a:lnTo>
                  <a:lnTo>
                    <a:pt x="2448" y="284"/>
                  </a:lnTo>
                  <a:lnTo>
                    <a:pt x="2422" y="361"/>
                  </a:lnTo>
                  <a:lnTo>
                    <a:pt x="2422" y="439"/>
                  </a:lnTo>
                  <a:lnTo>
                    <a:pt x="2474" y="516"/>
                  </a:lnTo>
                  <a:lnTo>
                    <a:pt x="2551" y="567"/>
                  </a:lnTo>
                  <a:lnTo>
                    <a:pt x="2628" y="593"/>
                  </a:lnTo>
                  <a:lnTo>
                    <a:pt x="2706" y="593"/>
                  </a:lnTo>
                  <a:lnTo>
                    <a:pt x="3092" y="490"/>
                  </a:lnTo>
                  <a:lnTo>
                    <a:pt x="3453" y="439"/>
                  </a:lnTo>
                  <a:lnTo>
                    <a:pt x="3453" y="980"/>
                  </a:lnTo>
                  <a:lnTo>
                    <a:pt x="3247" y="1005"/>
                  </a:lnTo>
                  <a:lnTo>
                    <a:pt x="3041" y="1057"/>
                  </a:lnTo>
                  <a:lnTo>
                    <a:pt x="2835" y="1108"/>
                  </a:lnTo>
                  <a:lnTo>
                    <a:pt x="2654" y="1186"/>
                  </a:lnTo>
                  <a:lnTo>
                    <a:pt x="2448" y="1289"/>
                  </a:lnTo>
                  <a:lnTo>
                    <a:pt x="2268" y="1366"/>
                  </a:lnTo>
                  <a:lnTo>
                    <a:pt x="2113" y="1495"/>
                  </a:lnTo>
                  <a:lnTo>
                    <a:pt x="1959" y="1624"/>
                  </a:lnTo>
                  <a:lnTo>
                    <a:pt x="1572" y="1237"/>
                  </a:lnTo>
                  <a:lnTo>
                    <a:pt x="1752" y="1083"/>
                  </a:lnTo>
                  <a:lnTo>
                    <a:pt x="1959" y="954"/>
                  </a:lnTo>
                  <a:lnTo>
                    <a:pt x="2010" y="877"/>
                  </a:lnTo>
                  <a:lnTo>
                    <a:pt x="2062" y="799"/>
                  </a:lnTo>
                  <a:lnTo>
                    <a:pt x="2062" y="722"/>
                  </a:lnTo>
                  <a:lnTo>
                    <a:pt x="2036" y="645"/>
                  </a:lnTo>
                  <a:lnTo>
                    <a:pt x="1959" y="567"/>
                  </a:lnTo>
                  <a:lnTo>
                    <a:pt x="1881" y="542"/>
                  </a:lnTo>
                  <a:lnTo>
                    <a:pt x="1804" y="542"/>
                  </a:lnTo>
                  <a:lnTo>
                    <a:pt x="1727" y="567"/>
                  </a:lnTo>
                  <a:lnTo>
                    <a:pt x="1340" y="851"/>
                  </a:lnTo>
                  <a:lnTo>
                    <a:pt x="1005" y="1160"/>
                  </a:lnTo>
                  <a:lnTo>
                    <a:pt x="696" y="1521"/>
                  </a:lnTo>
                  <a:lnTo>
                    <a:pt x="464" y="1907"/>
                  </a:lnTo>
                  <a:lnTo>
                    <a:pt x="258" y="2319"/>
                  </a:lnTo>
                  <a:lnTo>
                    <a:pt x="129" y="2757"/>
                  </a:lnTo>
                  <a:lnTo>
                    <a:pt x="52" y="3195"/>
                  </a:lnTo>
                  <a:lnTo>
                    <a:pt x="1" y="3659"/>
                  </a:lnTo>
                  <a:lnTo>
                    <a:pt x="26" y="4045"/>
                  </a:lnTo>
                  <a:lnTo>
                    <a:pt x="78" y="4406"/>
                  </a:lnTo>
                  <a:lnTo>
                    <a:pt x="181" y="4767"/>
                  </a:lnTo>
                  <a:lnTo>
                    <a:pt x="310" y="5102"/>
                  </a:lnTo>
                  <a:lnTo>
                    <a:pt x="464" y="5411"/>
                  </a:lnTo>
                  <a:lnTo>
                    <a:pt x="645" y="5720"/>
                  </a:lnTo>
                  <a:lnTo>
                    <a:pt x="851" y="6004"/>
                  </a:lnTo>
                  <a:lnTo>
                    <a:pt x="1083" y="6261"/>
                  </a:lnTo>
                  <a:lnTo>
                    <a:pt x="1340" y="6493"/>
                  </a:lnTo>
                  <a:lnTo>
                    <a:pt x="1624" y="6699"/>
                  </a:lnTo>
                  <a:lnTo>
                    <a:pt x="1933" y="6905"/>
                  </a:lnTo>
                  <a:lnTo>
                    <a:pt x="2268" y="7060"/>
                  </a:lnTo>
                  <a:lnTo>
                    <a:pt x="2603" y="7163"/>
                  </a:lnTo>
                  <a:lnTo>
                    <a:pt x="2938" y="7266"/>
                  </a:lnTo>
                  <a:lnTo>
                    <a:pt x="3298" y="7318"/>
                  </a:lnTo>
                  <a:lnTo>
                    <a:pt x="3685" y="7343"/>
                  </a:lnTo>
                  <a:lnTo>
                    <a:pt x="4071" y="7318"/>
                  </a:lnTo>
                  <a:lnTo>
                    <a:pt x="4432" y="7266"/>
                  </a:lnTo>
                  <a:lnTo>
                    <a:pt x="4767" y="7163"/>
                  </a:lnTo>
                  <a:lnTo>
                    <a:pt x="5102" y="7060"/>
                  </a:lnTo>
                  <a:lnTo>
                    <a:pt x="5437" y="6905"/>
                  </a:lnTo>
                  <a:lnTo>
                    <a:pt x="5746" y="6699"/>
                  </a:lnTo>
                  <a:lnTo>
                    <a:pt x="6029" y="6493"/>
                  </a:lnTo>
                  <a:lnTo>
                    <a:pt x="6287" y="6261"/>
                  </a:lnTo>
                  <a:lnTo>
                    <a:pt x="6519" y="6004"/>
                  </a:lnTo>
                  <a:lnTo>
                    <a:pt x="6725" y="5720"/>
                  </a:lnTo>
                  <a:lnTo>
                    <a:pt x="6905" y="5411"/>
                  </a:lnTo>
                  <a:lnTo>
                    <a:pt x="7060" y="5102"/>
                  </a:lnTo>
                  <a:lnTo>
                    <a:pt x="7189" y="4767"/>
                  </a:lnTo>
                  <a:lnTo>
                    <a:pt x="7292" y="4406"/>
                  </a:lnTo>
                  <a:lnTo>
                    <a:pt x="7343" y="4045"/>
                  </a:lnTo>
                  <a:lnTo>
                    <a:pt x="7343" y="3659"/>
                  </a:lnTo>
                  <a:lnTo>
                    <a:pt x="7343" y="3298"/>
                  </a:lnTo>
                  <a:lnTo>
                    <a:pt x="7292" y="2938"/>
                  </a:lnTo>
                  <a:lnTo>
                    <a:pt x="7189" y="2577"/>
                  </a:lnTo>
                  <a:lnTo>
                    <a:pt x="7060" y="2242"/>
                  </a:lnTo>
                  <a:lnTo>
                    <a:pt x="6905" y="1907"/>
                  </a:lnTo>
                  <a:lnTo>
                    <a:pt x="6725" y="1624"/>
                  </a:lnTo>
                  <a:lnTo>
                    <a:pt x="6519" y="1340"/>
                  </a:lnTo>
                  <a:lnTo>
                    <a:pt x="6287" y="1083"/>
                  </a:lnTo>
                  <a:lnTo>
                    <a:pt x="6029" y="825"/>
                  </a:lnTo>
                  <a:lnTo>
                    <a:pt x="5746" y="619"/>
                  </a:lnTo>
                  <a:lnTo>
                    <a:pt x="5437" y="439"/>
                  </a:lnTo>
                  <a:lnTo>
                    <a:pt x="5102" y="284"/>
                  </a:lnTo>
                  <a:lnTo>
                    <a:pt x="4767" y="155"/>
                  </a:lnTo>
                  <a:lnTo>
                    <a:pt x="4432" y="78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736;p40">
              <a:extLst>
                <a:ext uri="{FF2B5EF4-FFF2-40B4-BE49-F238E27FC236}">
                  <a16:creationId xmlns:a16="http://schemas.microsoft.com/office/drawing/2014/main" id="{FC4524BD-843E-FF6D-00ED-87F354D98B3C}"/>
                </a:ext>
              </a:extLst>
            </p:cNvPr>
            <p:cNvSpPr/>
            <p:nvPr/>
          </p:nvSpPr>
          <p:spPr>
            <a:xfrm>
              <a:off x="4082125" y="1824025"/>
              <a:ext cx="41250" cy="85050"/>
            </a:xfrm>
            <a:custGeom>
              <a:avLst/>
              <a:gdLst/>
              <a:ahLst/>
              <a:cxnLst/>
              <a:rect l="l" t="t" r="r" b="b"/>
              <a:pathLst>
                <a:path w="1650" h="3402" extrusionOk="0">
                  <a:moveTo>
                    <a:pt x="825" y="1"/>
                  </a:moveTo>
                  <a:lnTo>
                    <a:pt x="748" y="26"/>
                  </a:lnTo>
                  <a:lnTo>
                    <a:pt x="670" y="78"/>
                  </a:lnTo>
                  <a:lnTo>
                    <a:pt x="619" y="155"/>
                  </a:lnTo>
                  <a:lnTo>
                    <a:pt x="593" y="232"/>
                  </a:lnTo>
                  <a:lnTo>
                    <a:pt x="593" y="336"/>
                  </a:lnTo>
                  <a:lnTo>
                    <a:pt x="490" y="387"/>
                  </a:lnTo>
                  <a:lnTo>
                    <a:pt x="361" y="439"/>
                  </a:lnTo>
                  <a:lnTo>
                    <a:pt x="258" y="516"/>
                  </a:lnTo>
                  <a:lnTo>
                    <a:pt x="181" y="619"/>
                  </a:lnTo>
                  <a:lnTo>
                    <a:pt x="103" y="722"/>
                  </a:lnTo>
                  <a:lnTo>
                    <a:pt x="52" y="851"/>
                  </a:lnTo>
                  <a:lnTo>
                    <a:pt x="26" y="980"/>
                  </a:lnTo>
                  <a:lnTo>
                    <a:pt x="0" y="1108"/>
                  </a:lnTo>
                  <a:lnTo>
                    <a:pt x="26" y="1289"/>
                  </a:lnTo>
                  <a:lnTo>
                    <a:pt x="78" y="1443"/>
                  </a:lnTo>
                  <a:lnTo>
                    <a:pt x="155" y="1572"/>
                  </a:lnTo>
                  <a:lnTo>
                    <a:pt x="258" y="1701"/>
                  </a:lnTo>
                  <a:lnTo>
                    <a:pt x="361" y="1804"/>
                  </a:lnTo>
                  <a:lnTo>
                    <a:pt x="516" y="1856"/>
                  </a:lnTo>
                  <a:lnTo>
                    <a:pt x="670" y="1907"/>
                  </a:lnTo>
                  <a:lnTo>
                    <a:pt x="825" y="1933"/>
                  </a:lnTo>
                  <a:lnTo>
                    <a:pt x="979" y="1959"/>
                  </a:lnTo>
                  <a:lnTo>
                    <a:pt x="1082" y="2036"/>
                  </a:lnTo>
                  <a:lnTo>
                    <a:pt x="1160" y="2165"/>
                  </a:lnTo>
                  <a:lnTo>
                    <a:pt x="1186" y="2294"/>
                  </a:lnTo>
                  <a:lnTo>
                    <a:pt x="1160" y="2448"/>
                  </a:lnTo>
                  <a:lnTo>
                    <a:pt x="1082" y="2551"/>
                  </a:lnTo>
                  <a:lnTo>
                    <a:pt x="979" y="2629"/>
                  </a:lnTo>
                  <a:lnTo>
                    <a:pt x="825" y="2680"/>
                  </a:lnTo>
                  <a:lnTo>
                    <a:pt x="670" y="2629"/>
                  </a:lnTo>
                  <a:lnTo>
                    <a:pt x="567" y="2551"/>
                  </a:lnTo>
                  <a:lnTo>
                    <a:pt x="490" y="2448"/>
                  </a:lnTo>
                  <a:lnTo>
                    <a:pt x="464" y="2294"/>
                  </a:lnTo>
                  <a:lnTo>
                    <a:pt x="438" y="2216"/>
                  </a:lnTo>
                  <a:lnTo>
                    <a:pt x="387" y="2139"/>
                  </a:lnTo>
                  <a:lnTo>
                    <a:pt x="310" y="2087"/>
                  </a:lnTo>
                  <a:lnTo>
                    <a:pt x="155" y="2087"/>
                  </a:lnTo>
                  <a:lnTo>
                    <a:pt x="78" y="2139"/>
                  </a:lnTo>
                  <a:lnTo>
                    <a:pt x="26" y="2216"/>
                  </a:lnTo>
                  <a:lnTo>
                    <a:pt x="0" y="2294"/>
                  </a:lnTo>
                  <a:lnTo>
                    <a:pt x="26" y="2448"/>
                  </a:lnTo>
                  <a:lnTo>
                    <a:pt x="52" y="2577"/>
                  </a:lnTo>
                  <a:lnTo>
                    <a:pt x="103" y="2680"/>
                  </a:lnTo>
                  <a:lnTo>
                    <a:pt x="181" y="2783"/>
                  </a:lnTo>
                  <a:lnTo>
                    <a:pt x="258" y="2886"/>
                  </a:lnTo>
                  <a:lnTo>
                    <a:pt x="361" y="2963"/>
                  </a:lnTo>
                  <a:lnTo>
                    <a:pt x="490" y="3041"/>
                  </a:lnTo>
                  <a:lnTo>
                    <a:pt x="593" y="3092"/>
                  </a:lnTo>
                  <a:lnTo>
                    <a:pt x="593" y="3195"/>
                  </a:lnTo>
                  <a:lnTo>
                    <a:pt x="619" y="3273"/>
                  </a:lnTo>
                  <a:lnTo>
                    <a:pt x="670" y="3350"/>
                  </a:lnTo>
                  <a:lnTo>
                    <a:pt x="748" y="3401"/>
                  </a:lnTo>
                  <a:lnTo>
                    <a:pt x="902" y="3401"/>
                  </a:lnTo>
                  <a:lnTo>
                    <a:pt x="979" y="3350"/>
                  </a:lnTo>
                  <a:lnTo>
                    <a:pt x="1031" y="3273"/>
                  </a:lnTo>
                  <a:lnTo>
                    <a:pt x="1057" y="3195"/>
                  </a:lnTo>
                  <a:lnTo>
                    <a:pt x="1057" y="3092"/>
                  </a:lnTo>
                  <a:lnTo>
                    <a:pt x="1160" y="3041"/>
                  </a:lnTo>
                  <a:lnTo>
                    <a:pt x="1289" y="2963"/>
                  </a:lnTo>
                  <a:lnTo>
                    <a:pt x="1392" y="2886"/>
                  </a:lnTo>
                  <a:lnTo>
                    <a:pt x="1469" y="2783"/>
                  </a:lnTo>
                  <a:lnTo>
                    <a:pt x="1546" y="2680"/>
                  </a:lnTo>
                  <a:lnTo>
                    <a:pt x="1598" y="2577"/>
                  </a:lnTo>
                  <a:lnTo>
                    <a:pt x="1623" y="2448"/>
                  </a:lnTo>
                  <a:lnTo>
                    <a:pt x="1649" y="2294"/>
                  </a:lnTo>
                  <a:lnTo>
                    <a:pt x="1623" y="2139"/>
                  </a:lnTo>
                  <a:lnTo>
                    <a:pt x="1572" y="1984"/>
                  </a:lnTo>
                  <a:lnTo>
                    <a:pt x="1495" y="1856"/>
                  </a:lnTo>
                  <a:lnTo>
                    <a:pt x="1392" y="1727"/>
                  </a:lnTo>
                  <a:lnTo>
                    <a:pt x="1289" y="1624"/>
                  </a:lnTo>
                  <a:lnTo>
                    <a:pt x="1134" y="1546"/>
                  </a:lnTo>
                  <a:lnTo>
                    <a:pt x="979" y="1495"/>
                  </a:lnTo>
                  <a:lnTo>
                    <a:pt x="825" y="1495"/>
                  </a:lnTo>
                  <a:lnTo>
                    <a:pt x="670" y="1469"/>
                  </a:lnTo>
                  <a:lnTo>
                    <a:pt x="567" y="1366"/>
                  </a:lnTo>
                  <a:lnTo>
                    <a:pt x="490" y="1263"/>
                  </a:lnTo>
                  <a:lnTo>
                    <a:pt x="464" y="1108"/>
                  </a:lnTo>
                  <a:lnTo>
                    <a:pt x="490" y="980"/>
                  </a:lnTo>
                  <a:lnTo>
                    <a:pt x="567" y="851"/>
                  </a:lnTo>
                  <a:lnTo>
                    <a:pt x="670" y="774"/>
                  </a:lnTo>
                  <a:lnTo>
                    <a:pt x="825" y="748"/>
                  </a:lnTo>
                  <a:lnTo>
                    <a:pt x="979" y="774"/>
                  </a:lnTo>
                  <a:lnTo>
                    <a:pt x="1082" y="851"/>
                  </a:lnTo>
                  <a:lnTo>
                    <a:pt x="1160" y="980"/>
                  </a:lnTo>
                  <a:lnTo>
                    <a:pt x="1186" y="1108"/>
                  </a:lnTo>
                  <a:lnTo>
                    <a:pt x="1211" y="1212"/>
                  </a:lnTo>
                  <a:lnTo>
                    <a:pt x="1263" y="1263"/>
                  </a:lnTo>
                  <a:lnTo>
                    <a:pt x="1340" y="1315"/>
                  </a:lnTo>
                  <a:lnTo>
                    <a:pt x="1417" y="1340"/>
                  </a:lnTo>
                  <a:lnTo>
                    <a:pt x="1495" y="1315"/>
                  </a:lnTo>
                  <a:lnTo>
                    <a:pt x="1572" y="1263"/>
                  </a:lnTo>
                  <a:lnTo>
                    <a:pt x="1623" y="1212"/>
                  </a:lnTo>
                  <a:lnTo>
                    <a:pt x="1649" y="1108"/>
                  </a:lnTo>
                  <a:lnTo>
                    <a:pt x="1623" y="980"/>
                  </a:lnTo>
                  <a:lnTo>
                    <a:pt x="1598" y="851"/>
                  </a:lnTo>
                  <a:lnTo>
                    <a:pt x="1546" y="722"/>
                  </a:lnTo>
                  <a:lnTo>
                    <a:pt x="1469" y="619"/>
                  </a:lnTo>
                  <a:lnTo>
                    <a:pt x="1392" y="516"/>
                  </a:lnTo>
                  <a:lnTo>
                    <a:pt x="1289" y="439"/>
                  </a:lnTo>
                  <a:lnTo>
                    <a:pt x="1160" y="387"/>
                  </a:lnTo>
                  <a:lnTo>
                    <a:pt x="1057" y="336"/>
                  </a:lnTo>
                  <a:lnTo>
                    <a:pt x="1057" y="232"/>
                  </a:lnTo>
                  <a:lnTo>
                    <a:pt x="1031" y="155"/>
                  </a:lnTo>
                  <a:lnTo>
                    <a:pt x="979" y="78"/>
                  </a:lnTo>
                  <a:lnTo>
                    <a:pt x="902" y="26"/>
                  </a:lnTo>
                  <a:lnTo>
                    <a:pt x="8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1514;p37">
            <a:extLst>
              <a:ext uri="{FF2B5EF4-FFF2-40B4-BE49-F238E27FC236}">
                <a16:creationId xmlns:a16="http://schemas.microsoft.com/office/drawing/2014/main" id="{1D415F6E-0F47-47B3-C3A7-532D807E3F9B}"/>
              </a:ext>
            </a:extLst>
          </p:cNvPr>
          <p:cNvGrpSpPr/>
          <p:nvPr/>
        </p:nvGrpSpPr>
        <p:grpSpPr>
          <a:xfrm>
            <a:off x="1294905" y="2387495"/>
            <a:ext cx="391669" cy="391981"/>
            <a:chOff x="1695600" y="301600"/>
            <a:chExt cx="203550" cy="203575"/>
          </a:xfrm>
        </p:grpSpPr>
        <p:sp>
          <p:nvSpPr>
            <p:cNvPr id="36" name="Google Shape;1515;p37">
              <a:extLst>
                <a:ext uri="{FF2B5EF4-FFF2-40B4-BE49-F238E27FC236}">
                  <a16:creationId xmlns:a16="http://schemas.microsoft.com/office/drawing/2014/main" id="{A96DE554-FACB-6548-0F29-92ADCFB6F444}"/>
                </a:ext>
              </a:extLst>
            </p:cNvPr>
            <p:cNvSpPr/>
            <p:nvPr/>
          </p:nvSpPr>
          <p:spPr>
            <a:xfrm>
              <a:off x="1695600" y="301600"/>
              <a:ext cx="203550" cy="203575"/>
            </a:xfrm>
            <a:custGeom>
              <a:avLst/>
              <a:gdLst/>
              <a:ahLst/>
              <a:cxnLst/>
              <a:rect l="l" t="t" r="r" b="b"/>
              <a:pathLst>
                <a:path w="8142" h="8143" extrusionOk="0">
                  <a:moveTo>
                    <a:pt x="4071" y="2365"/>
                  </a:moveTo>
                  <a:lnTo>
                    <a:pt x="4226" y="2385"/>
                  </a:lnTo>
                  <a:lnTo>
                    <a:pt x="4401" y="2404"/>
                  </a:lnTo>
                  <a:lnTo>
                    <a:pt x="4556" y="2443"/>
                  </a:lnTo>
                  <a:lnTo>
                    <a:pt x="4711" y="2501"/>
                  </a:lnTo>
                  <a:lnTo>
                    <a:pt x="4866" y="2559"/>
                  </a:lnTo>
                  <a:lnTo>
                    <a:pt x="5002" y="2656"/>
                  </a:lnTo>
                  <a:lnTo>
                    <a:pt x="5137" y="2753"/>
                  </a:lnTo>
                  <a:lnTo>
                    <a:pt x="5273" y="2869"/>
                  </a:lnTo>
                  <a:lnTo>
                    <a:pt x="5389" y="3005"/>
                  </a:lnTo>
                  <a:lnTo>
                    <a:pt x="5486" y="3141"/>
                  </a:lnTo>
                  <a:lnTo>
                    <a:pt x="5564" y="3276"/>
                  </a:lnTo>
                  <a:lnTo>
                    <a:pt x="5641" y="3432"/>
                  </a:lnTo>
                  <a:lnTo>
                    <a:pt x="5699" y="3587"/>
                  </a:lnTo>
                  <a:lnTo>
                    <a:pt x="5738" y="3742"/>
                  </a:lnTo>
                  <a:lnTo>
                    <a:pt x="5758" y="3916"/>
                  </a:lnTo>
                  <a:lnTo>
                    <a:pt x="5758" y="4071"/>
                  </a:lnTo>
                  <a:lnTo>
                    <a:pt x="5758" y="4226"/>
                  </a:lnTo>
                  <a:lnTo>
                    <a:pt x="5738" y="4401"/>
                  </a:lnTo>
                  <a:lnTo>
                    <a:pt x="5699" y="4556"/>
                  </a:lnTo>
                  <a:lnTo>
                    <a:pt x="5641" y="4711"/>
                  </a:lnTo>
                  <a:lnTo>
                    <a:pt x="5564" y="4866"/>
                  </a:lnTo>
                  <a:lnTo>
                    <a:pt x="5486" y="5002"/>
                  </a:lnTo>
                  <a:lnTo>
                    <a:pt x="5389" y="5137"/>
                  </a:lnTo>
                  <a:lnTo>
                    <a:pt x="5273" y="5273"/>
                  </a:lnTo>
                  <a:lnTo>
                    <a:pt x="5137" y="5389"/>
                  </a:lnTo>
                  <a:lnTo>
                    <a:pt x="5002" y="5486"/>
                  </a:lnTo>
                  <a:lnTo>
                    <a:pt x="4866" y="5583"/>
                  </a:lnTo>
                  <a:lnTo>
                    <a:pt x="4711" y="5641"/>
                  </a:lnTo>
                  <a:lnTo>
                    <a:pt x="4556" y="5700"/>
                  </a:lnTo>
                  <a:lnTo>
                    <a:pt x="4401" y="5738"/>
                  </a:lnTo>
                  <a:lnTo>
                    <a:pt x="4226" y="5758"/>
                  </a:lnTo>
                  <a:lnTo>
                    <a:pt x="4071" y="5777"/>
                  </a:lnTo>
                  <a:lnTo>
                    <a:pt x="3897" y="5758"/>
                  </a:lnTo>
                  <a:lnTo>
                    <a:pt x="3742" y="5738"/>
                  </a:lnTo>
                  <a:lnTo>
                    <a:pt x="3587" y="5700"/>
                  </a:lnTo>
                  <a:lnTo>
                    <a:pt x="3431" y="5641"/>
                  </a:lnTo>
                  <a:lnTo>
                    <a:pt x="3276" y="5583"/>
                  </a:lnTo>
                  <a:lnTo>
                    <a:pt x="3121" y="5486"/>
                  </a:lnTo>
                  <a:lnTo>
                    <a:pt x="2986" y="5389"/>
                  </a:lnTo>
                  <a:lnTo>
                    <a:pt x="2869" y="5273"/>
                  </a:lnTo>
                  <a:lnTo>
                    <a:pt x="2753" y="5137"/>
                  </a:lnTo>
                  <a:lnTo>
                    <a:pt x="2637" y="5002"/>
                  </a:lnTo>
                  <a:lnTo>
                    <a:pt x="2559" y="4866"/>
                  </a:lnTo>
                  <a:lnTo>
                    <a:pt x="2482" y="4711"/>
                  </a:lnTo>
                  <a:lnTo>
                    <a:pt x="2443" y="4556"/>
                  </a:lnTo>
                  <a:lnTo>
                    <a:pt x="2404" y="4401"/>
                  </a:lnTo>
                  <a:lnTo>
                    <a:pt x="2365" y="4226"/>
                  </a:lnTo>
                  <a:lnTo>
                    <a:pt x="2365" y="4071"/>
                  </a:lnTo>
                  <a:lnTo>
                    <a:pt x="2365" y="3916"/>
                  </a:lnTo>
                  <a:lnTo>
                    <a:pt x="2404" y="3742"/>
                  </a:lnTo>
                  <a:lnTo>
                    <a:pt x="2443" y="3587"/>
                  </a:lnTo>
                  <a:lnTo>
                    <a:pt x="2482" y="3432"/>
                  </a:lnTo>
                  <a:lnTo>
                    <a:pt x="2559" y="3276"/>
                  </a:lnTo>
                  <a:lnTo>
                    <a:pt x="2637" y="3141"/>
                  </a:lnTo>
                  <a:lnTo>
                    <a:pt x="2753" y="3005"/>
                  </a:lnTo>
                  <a:lnTo>
                    <a:pt x="2869" y="2869"/>
                  </a:lnTo>
                  <a:lnTo>
                    <a:pt x="2986" y="2753"/>
                  </a:lnTo>
                  <a:lnTo>
                    <a:pt x="3121" y="2656"/>
                  </a:lnTo>
                  <a:lnTo>
                    <a:pt x="3276" y="2559"/>
                  </a:lnTo>
                  <a:lnTo>
                    <a:pt x="3431" y="2501"/>
                  </a:lnTo>
                  <a:lnTo>
                    <a:pt x="3587" y="2443"/>
                  </a:lnTo>
                  <a:lnTo>
                    <a:pt x="3742" y="2404"/>
                  </a:lnTo>
                  <a:lnTo>
                    <a:pt x="3897" y="2385"/>
                  </a:lnTo>
                  <a:lnTo>
                    <a:pt x="4071" y="2365"/>
                  </a:lnTo>
                  <a:close/>
                  <a:moveTo>
                    <a:pt x="4032" y="0"/>
                  </a:moveTo>
                  <a:lnTo>
                    <a:pt x="3994" y="20"/>
                  </a:lnTo>
                  <a:lnTo>
                    <a:pt x="3955" y="59"/>
                  </a:lnTo>
                  <a:lnTo>
                    <a:pt x="3955" y="117"/>
                  </a:lnTo>
                  <a:lnTo>
                    <a:pt x="3955" y="2133"/>
                  </a:lnTo>
                  <a:lnTo>
                    <a:pt x="3780" y="2152"/>
                  </a:lnTo>
                  <a:lnTo>
                    <a:pt x="3606" y="2191"/>
                  </a:lnTo>
                  <a:lnTo>
                    <a:pt x="3451" y="2230"/>
                  </a:lnTo>
                  <a:lnTo>
                    <a:pt x="3276" y="2307"/>
                  </a:lnTo>
                  <a:lnTo>
                    <a:pt x="3121" y="2385"/>
                  </a:lnTo>
                  <a:lnTo>
                    <a:pt x="2986" y="2482"/>
                  </a:lnTo>
                  <a:lnTo>
                    <a:pt x="2831" y="2579"/>
                  </a:lnTo>
                  <a:lnTo>
                    <a:pt x="2695" y="2695"/>
                  </a:lnTo>
                  <a:lnTo>
                    <a:pt x="2579" y="2831"/>
                  </a:lnTo>
                  <a:lnTo>
                    <a:pt x="2462" y="2986"/>
                  </a:lnTo>
                  <a:lnTo>
                    <a:pt x="2385" y="3141"/>
                  </a:lnTo>
                  <a:lnTo>
                    <a:pt x="2307" y="3296"/>
                  </a:lnTo>
                  <a:lnTo>
                    <a:pt x="2230" y="3451"/>
                  </a:lnTo>
                  <a:lnTo>
                    <a:pt x="2191" y="3625"/>
                  </a:lnTo>
                  <a:lnTo>
                    <a:pt x="2152" y="3780"/>
                  </a:lnTo>
                  <a:lnTo>
                    <a:pt x="2133" y="3955"/>
                  </a:lnTo>
                  <a:lnTo>
                    <a:pt x="59" y="3955"/>
                  </a:lnTo>
                  <a:lnTo>
                    <a:pt x="20" y="3994"/>
                  </a:lnTo>
                  <a:lnTo>
                    <a:pt x="0" y="4032"/>
                  </a:lnTo>
                  <a:lnTo>
                    <a:pt x="0" y="4071"/>
                  </a:lnTo>
                  <a:lnTo>
                    <a:pt x="0" y="4110"/>
                  </a:lnTo>
                  <a:lnTo>
                    <a:pt x="20" y="4149"/>
                  </a:lnTo>
                  <a:lnTo>
                    <a:pt x="59" y="4168"/>
                  </a:lnTo>
                  <a:lnTo>
                    <a:pt x="117" y="4188"/>
                  </a:lnTo>
                  <a:lnTo>
                    <a:pt x="2133" y="4188"/>
                  </a:lnTo>
                  <a:lnTo>
                    <a:pt x="2152" y="4362"/>
                  </a:lnTo>
                  <a:lnTo>
                    <a:pt x="2191" y="4517"/>
                  </a:lnTo>
                  <a:lnTo>
                    <a:pt x="2230" y="4692"/>
                  </a:lnTo>
                  <a:lnTo>
                    <a:pt x="2307" y="4847"/>
                  </a:lnTo>
                  <a:lnTo>
                    <a:pt x="2385" y="5002"/>
                  </a:lnTo>
                  <a:lnTo>
                    <a:pt x="2462" y="5157"/>
                  </a:lnTo>
                  <a:lnTo>
                    <a:pt x="2579" y="5312"/>
                  </a:lnTo>
                  <a:lnTo>
                    <a:pt x="2695" y="5448"/>
                  </a:lnTo>
                  <a:lnTo>
                    <a:pt x="2831" y="5564"/>
                  </a:lnTo>
                  <a:lnTo>
                    <a:pt x="2986" y="5661"/>
                  </a:lnTo>
                  <a:lnTo>
                    <a:pt x="3121" y="5758"/>
                  </a:lnTo>
                  <a:lnTo>
                    <a:pt x="3276" y="5835"/>
                  </a:lnTo>
                  <a:lnTo>
                    <a:pt x="3451" y="5893"/>
                  </a:lnTo>
                  <a:lnTo>
                    <a:pt x="3606" y="5952"/>
                  </a:lnTo>
                  <a:lnTo>
                    <a:pt x="3780" y="5990"/>
                  </a:lnTo>
                  <a:lnTo>
                    <a:pt x="3955" y="6010"/>
                  </a:lnTo>
                  <a:lnTo>
                    <a:pt x="3955" y="8026"/>
                  </a:lnTo>
                  <a:lnTo>
                    <a:pt x="3955" y="8084"/>
                  </a:lnTo>
                  <a:lnTo>
                    <a:pt x="3994" y="8123"/>
                  </a:lnTo>
                  <a:lnTo>
                    <a:pt x="4032" y="8142"/>
                  </a:lnTo>
                  <a:lnTo>
                    <a:pt x="4110" y="8142"/>
                  </a:lnTo>
                  <a:lnTo>
                    <a:pt x="4149" y="8123"/>
                  </a:lnTo>
                  <a:lnTo>
                    <a:pt x="4168" y="8084"/>
                  </a:lnTo>
                  <a:lnTo>
                    <a:pt x="4187" y="8026"/>
                  </a:lnTo>
                  <a:lnTo>
                    <a:pt x="4187" y="5990"/>
                  </a:lnTo>
                  <a:lnTo>
                    <a:pt x="4362" y="5990"/>
                  </a:lnTo>
                  <a:lnTo>
                    <a:pt x="4517" y="5952"/>
                  </a:lnTo>
                  <a:lnTo>
                    <a:pt x="4691" y="5893"/>
                  </a:lnTo>
                  <a:lnTo>
                    <a:pt x="4847" y="5835"/>
                  </a:lnTo>
                  <a:lnTo>
                    <a:pt x="5002" y="5758"/>
                  </a:lnTo>
                  <a:lnTo>
                    <a:pt x="5157" y="5661"/>
                  </a:lnTo>
                  <a:lnTo>
                    <a:pt x="5292" y="5564"/>
                  </a:lnTo>
                  <a:lnTo>
                    <a:pt x="5428" y="5448"/>
                  </a:lnTo>
                  <a:lnTo>
                    <a:pt x="5564" y="5312"/>
                  </a:lnTo>
                  <a:lnTo>
                    <a:pt x="5661" y="5157"/>
                  </a:lnTo>
                  <a:lnTo>
                    <a:pt x="5758" y="5002"/>
                  </a:lnTo>
                  <a:lnTo>
                    <a:pt x="5835" y="4847"/>
                  </a:lnTo>
                  <a:lnTo>
                    <a:pt x="5893" y="4692"/>
                  </a:lnTo>
                  <a:lnTo>
                    <a:pt x="5951" y="4517"/>
                  </a:lnTo>
                  <a:lnTo>
                    <a:pt x="5971" y="4362"/>
                  </a:lnTo>
                  <a:lnTo>
                    <a:pt x="5990" y="4188"/>
                  </a:lnTo>
                  <a:lnTo>
                    <a:pt x="8026" y="4188"/>
                  </a:lnTo>
                  <a:lnTo>
                    <a:pt x="8084" y="4168"/>
                  </a:lnTo>
                  <a:lnTo>
                    <a:pt x="8123" y="4149"/>
                  </a:lnTo>
                  <a:lnTo>
                    <a:pt x="8142" y="4110"/>
                  </a:lnTo>
                  <a:lnTo>
                    <a:pt x="8142" y="4071"/>
                  </a:lnTo>
                  <a:lnTo>
                    <a:pt x="8142" y="4032"/>
                  </a:lnTo>
                  <a:lnTo>
                    <a:pt x="8123" y="3994"/>
                  </a:lnTo>
                  <a:lnTo>
                    <a:pt x="8084" y="3955"/>
                  </a:lnTo>
                  <a:lnTo>
                    <a:pt x="5990" y="3955"/>
                  </a:lnTo>
                  <a:lnTo>
                    <a:pt x="5971" y="3780"/>
                  </a:lnTo>
                  <a:lnTo>
                    <a:pt x="5951" y="3625"/>
                  </a:lnTo>
                  <a:lnTo>
                    <a:pt x="5893" y="3451"/>
                  </a:lnTo>
                  <a:lnTo>
                    <a:pt x="5835" y="3296"/>
                  </a:lnTo>
                  <a:lnTo>
                    <a:pt x="5758" y="3141"/>
                  </a:lnTo>
                  <a:lnTo>
                    <a:pt x="5661" y="2986"/>
                  </a:lnTo>
                  <a:lnTo>
                    <a:pt x="5564" y="2831"/>
                  </a:lnTo>
                  <a:lnTo>
                    <a:pt x="5428" y="2695"/>
                  </a:lnTo>
                  <a:lnTo>
                    <a:pt x="5292" y="2579"/>
                  </a:lnTo>
                  <a:lnTo>
                    <a:pt x="5157" y="2482"/>
                  </a:lnTo>
                  <a:lnTo>
                    <a:pt x="5002" y="2385"/>
                  </a:lnTo>
                  <a:lnTo>
                    <a:pt x="4847" y="2307"/>
                  </a:lnTo>
                  <a:lnTo>
                    <a:pt x="4691" y="2249"/>
                  </a:lnTo>
                  <a:lnTo>
                    <a:pt x="4517" y="2191"/>
                  </a:lnTo>
                  <a:lnTo>
                    <a:pt x="4362" y="2152"/>
                  </a:lnTo>
                  <a:lnTo>
                    <a:pt x="4187" y="2133"/>
                  </a:lnTo>
                  <a:lnTo>
                    <a:pt x="4187" y="117"/>
                  </a:lnTo>
                  <a:lnTo>
                    <a:pt x="4168" y="59"/>
                  </a:lnTo>
                  <a:lnTo>
                    <a:pt x="4149" y="20"/>
                  </a:lnTo>
                  <a:lnTo>
                    <a:pt x="411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516;p37">
              <a:extLst>
                <a:ext uri="{FF2B5EF4-FFF2-40B4-BE49-F238E27FC236}">
                  <a16:creationId xmlns:a16="http://schemas.microsoft.com/office/drawing/2014/main" id="{F57EAAB1-A4CA-886B-BC9F-36531FCCF412}"/>
                </a:ext>
              </a:extLst>
            </p:cNvPr>
            <p:cNvSpPr/>
            <p:nvPr/>
          </p:nvSpPr>
          <p:spPr>
            <a:xfrm>
              <a:off x="1803175" y="409675"/>
              <a:ext cx="84850" cy="84350"/>
            </a:xfrm>
            <a:custGeom>
              <a:avLst/>
              <a:gdLst/>
              <a:ahLst/>
              <a:cxnLst/>
              <a:rect l="l" t="t" r="r" b="b"/>
              <a:pathLst>
                <a:path w="3394" h="3374" extrusionOk="0">
                  <a:moveTo>
                    <a:pt x="3238" y="0"/>
                  </a:moveTo>
                  <a:lnTo>
                    <a:pt x="3199" y="20"/>
                  </a:lnTo>
                  <a:lnTo>
                    <a:pt x="3180" y="58"/>
                  </a:lnTo>
                  <a:lnTo>
                    <a:pt x="3161" y="97"/>
                  </a:lnTo>
                  <a:lnTo>
                    <a:pt x="3122" y="388"/>
                  </a:lnTo>
                  <a:lnTo>
                    <a:pt x="3044" y="679"/>
                  </a:lnTo>
                  <a:lnTo>
                    <a:pt x="2967" y="950"/>
                  </a:lnTo>
                  <a:lnTo>
                    <a:pt x="2850" y="1221"/>
                  </a:lnTo>
                  <a:lnTo>
                    <a:pt x="2715" y="1473"/>
                  </a:lnTo>
                  <a:lnTo>
                    <a:pt x="2560" y="1706"/>
                  </a:lnTo>
                  <a:lnTo>
                    <a:pt x="2385" y="1939"/>
                  </a:lnTo>
                  <a:lnTo>
                    <a:pt x="2172" y="2152"/>
                  </a:lnTo>
                  <a:lnTo>
                    <a:pt x="1959" y="2365"/>
                  </a:lnTo>
                  <a:lnTo>
                    <a:pt x="1726" y="2540"/>
                  </a:lnTo>
                  <a:lnTo>
                    <a:pt x="1474" y="2695"/>
                  </a:lnTo>
                  <a:lnTo>
                    <a:pt x="1222" y="2830"/>
                  </a:lnTo>
                  <a:lnTo>
                    <a:pt x="970" y="2947"/>
                  </a:lnTo>
                  <a:lnTo>
                    <a:pt x="679" y="3024"/>
                  </a:lnTo>
                  <a:lnTo>
                    <a:pt x="408" y="3102"/>
                  </a:lnTo>
                  <a:lnTo>
                    <a:pt x="117" y="3141"/>
                  </a:lnTo>
                  <a:lnTo>
                    <a:pt x="78" y="3160"/>
                  </a:lnTo>
                  <a:lnTo>
                    <a:pt x="40" y="3179"/>
                  </a:lnTo>
                  <a:lnTo>
                    <a:pt x="20" y="3218"/>
                  </a:lnTo>
                  <a:lnTo>
                    <a:pt x="1" y="3276"/>
                  </a:lnTo>
                  <a:lnTo>
                    <a:pt x="20" y="3315"/>
                  </a:lnTo>
                  <a:lnTo>
                    <a:pt x="40" y="3334"/>
                  </a:lnTo>
                  <a:lnTo>
                    <a:pt x="78" y="3373"/>
                  </a:lnTo>
                  <a:lnTo>
                    <a:pt x="136" y="3373"/>
                  </a:lnTo>
                  <a:lnTo>
                    <a:pt x="447" y="3334"/>
                  </a:lnTo>
                  <a:lnTo>
                    <a:pt x="757" y="3257"/>
                  </a:lnTo>
                  <a:lnTo>
                    <a:pt x="1048" y="3160"/>
                  </a:lnTo>
                  <a:lnTo>
                    <a:pt x="1319" y="3044"/>
                  </a:lnTo>
                  <a:lnTo>
                    <a:pt x="1610" y="2889"/>
                  </a:lnTo>
                  <a:lnTo>
                    <a:pt x="1862" y="2733"/>
                  </a:lnTo>
                  <a:lnTo>
                    <a:pt x="2114" y="2540"/>
                  </a:lnTo>
                  <a:lnTo>
                    <a:pt x="2346" y="2326"/>
                  </a:lnTo>
                  <a:lnTo>
                    <a:pt x="2560" y="2094"/>
                  </a:lnTo>
                  <a:lnTo>
                    <a:pt x="2753" y="1842"/>
                  </a:lnTo>
                  <a:lnTo>
                    <a:pt x="2909" y="1590"/>
                  </a:lnTo>
                  <a:lnTo>
                    <a:pt x="3064" y="1318"/>
                  </a:lnTo>
                  <a:lnTo>
                    <a:pt x="3180" y="1028"/>
                  </a:lnTo>
                  <a:lnTo>
                    <a:pt x="3277" y="737"/>
                  </a:lnTo>
                  <a:lnTo>
                    <a:pt x="3335" y="427"/>
                  </a:lnTo>
                  <a:lnTo>
                    <a:pt x="3393" y="117"/>
                  </a:lnTo>
                  <a:lnTo>
                    <a:pt x="3393" y="78"/>
                  </a:lnTo>
                  <a:lnTo>
                    <a:pt x="3354" y="39"/>
                  </a:lnTo>
                  <a:lnTo>
                    <a:pt x="3335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517;p37">
              <a:extLst>
                <a:ext uri="{FF2B5EF4-FFF2-40B4-BE49-F238E27FC236}">
                  <a16:creationId xmlns:a16="http://schemas.microsoft.com/office/drawing/2014/main" id="{6D443036-E092-E3E7-22C6-7D69AC496DB9}"/>
                </a:ext>
              </a:extLst>
            </p:cNvPr>
            <p:cNvSpPr/>
            <p:nvPr/>
          </p:nvSpPr>
          <p:spPr>
            <a:xfrm>
              <a:off x="1803175" y="312750"/>
              <a:ext cx="84850" cy="84350"/>
            </a:xfrm>
            <a:custGeom>
              <a:avLst/>
              <a:gdLst/>
              <a:ahLst/>
              <a:cxnLst/>
              <a:rect l="l" t="t" r="r" b="b"/>
              <a:pathLst>
                <a:path w="3394" h="3374" extrusionOk="0">
                  <a:moveTo>
                    <a:pt x="98" y="0"/>
                  </a:moveTo>
                  <a:lnTo>
                    <a:pt x="59" y="20"/>
                  </a:lnTo>
                  <a:lnTo>
                    <a:pt x="20" y="58"/>
                  </a:lnTo>
                  <a:lnTo>
                    <a:pt x="1" y="97"/>
                  </a:lnTo>
                  <a:lnTo>
                    <a:pt x="20" y="155"/>
                  </a:lnTo>
                  <a:lnTo>
                    <a:pt x="40" y="194"/>
                  </a:lnTo>
                  <a:lnTo>
                    <a:pt x="78" y="213"/>
                  </a:lnTo>
                  <a:lnTo>
                    <a:pt x="117" y="233"/>
                  </a:lnTo>
                  <a:lnTo>
                    <a:pt x="408" y="272"/>
                  </a:lnTo>
                  <a:lnTo>
                    <a:pt x="679" y="330"/>
                  </a:lnTo>
                  <a:lnTo>
                    <a:pt x="970" y="427"/>
                  </a:lnTo>
                  <a:lnTo>
                    <a:pt x="1222" y="543"/>
                  </a:lnTo>
                  <a:lnTo>
                    <a:pt x="1474" y="679"/>
                  </a:lnTo>
                  <a:lnTo>
                    <a:pt x="1726" y="834"/>
                  </a:lnTo>
                  <a:lnTo>
                    <a:pt x="1959" y="1008"/>
                  </a:lnTo>
                  <a:lnTo>
                    <a:pt x="2172" y="1222"/>
                  </a:lnTo>
                  <a:lnTo>
                    <a:pt x="2366" y="1435"/>
                  </a:lnTo>
                  <a:lnTo>
                    <a:pt x="2560" y="1667"/>
                  </a:lnTo>
                  <a:lnTo>
                    <a:pt x="2715" y="1900"/>
                  </a:lnTo>
                  <a:lnTo>
                    <a:pt x="2850" y="2152"/>
                  </a:lnTo>
                  <a:lnTo>
                    <a:pt x="2967" y="2423"/>
                  </a:lnTo>
                  <a:lnTo>
                    <a:pt x="3044" y="2695"/>
                  </a:lnTo>
                  <a:lnTo>
                    <a:pt x="3122" y="2986"/>
                  </a:lnTo>
                  <a:lnTo>
                    <a:pt x="3161" y="3276"/>
                  </a:lnTo>
                  <a:lnTo>
                    <a:pt x="3161" y="3315"/>
                  </a:lnTo>
                  <a:lnTo>
                    <a:pt x="3199" y="3334"/>
                  </a:lnTo>
                  <a:lnTo>
                    <a:pt x="3238" y="3373"/>
                  </a:lnTo>
                  <a:lnTo>
                    <a:pt x="3277" y="3373"/>
                  </a:lnTo>
                  <a:lnTo>
                    <a:pt x="3335" y="3354"/>
                  </a:lnTo>
                  <a:lnTo>
                    <a:pt x="3354" y="3334"/>
                  </a:lnTo>
                  <a:lnTo>
                    <a:pt x="3374" y="3296"/>
                  </a:lnTo>
                  <a:lnTo>
                    <a:pt x="3393" y="3238"/>
                  </a:lnTo>
                  <a:lnTo>
                    <a:pt x="3335" y="2927"/>
                  </a:lnTo>
                  <a:lnTo>
                    <a:pt x="3277" y="2637"/>
                  </a:lnTo>
                  <a:lnTo>
                    <a:pt x="3180" y="2346"/>
                  </a:lnTo>
                  <a:lnTo>
                    <a:pt x="3064" y="2055"/>
                  </a:lnTo>
                  <a:lnTo>
                    <a:pt x="2909" y="1784"/>
                  </a:lnTo>
                  <a:lnTo>
                    <a:pt x="2753" y="1532"/>
                  </a:lnTo>
                  <a:lnTo>
                    <a:pt x="2560" y="1280"/>
                  </a:lnTo>
                  <a:lnTo>
                    <a:pt x="2346" y="1047"/>
                  </a:lnTo>
                  <a:lnTo>
                    <a:pt x="2114" y="834"/>
                  </a:lnTo>
                  <a:lnTo>
                    <a:pt x="1862" y="640"/>
                  </a:lnTo>
                  <a:lnTo>
                    <a:pt x="1610" y="466"/>
                  </a:lnTo>
                  <a:lnTo>
                    <a:pt x="1319" y="330"/>
                  </a:lnTo>
                  <a:lnTo>
                    <a:pt x="1048" y="213"/>
                  </a:lnTo>
                  <a:lnTo>
                    <a:pt x="757" y="117"/>
                  </a:lnTo>
                  <a:lnTo>
                    <a:pt x="447" y="39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518;p37">
              <a:extLst>
                <a:ext uri="{FF2B5EF4-FFF2-40B4-BE49-F238E27FC236}">
                  <a16:creationId xmlns:a16="http://schemas.microsoft.com/office/drawing/2014/main" id="{7434B907-4C0F-75A3-2087-F6840F5CDF33}"/>
                </a:ext>
              </a:extLst>
            </p:cNvPr>
            <p:cNvSpPr/>
            <p:nvPr/>
          </p:nvSpPr>
          <p:spPr>
            <a:xfrm>
              <a:off x="1706750" y="312750"/>
              <a:ext cx="84350" cy="84350"/>
            </a:xfrm>
            <a:custGeom>
              <a:avLst/>
              <a:gdLst/>
              <a:ahLst/>
              <a:cxnLst/>
              <a:rect l="l" t="t" r="r" b="b"/>
              <a:pathLst>
                <a:path w="3374" h="3374" extrusionOk="0">
                  <a:moveTo>
                    <a:pt x="3237" y="0"/>
                  </a:moveTo>
                  <a:lnTo>
                    <a:pt x="2927" y="39"/>
                  </a:lnTo>
                  <a:lnTo>
                    <a:pt x="2637" y="117"/>
                  </a:lnTo>
                  <a:lnTo>
                    <a:pt x="2326" y="213"/>
                  </a:lnTo>
                  <a:lnTo>
                    <a:pt x="2055" y="330"/>
                  </a:lnTo>
                  <a:lnTo>
                    <a:pt x="1784" y="485"/>
                  </a:lnTo>
                  <a:lnTo>
                    <a:pt x="1512" y="640"/>
                  </a:lnTo>
                  <a:lnTo>
                    <a:pt x="1280" y="834"/>
                  </a:lnTo>
                  <a:lnTo>
                    <a:pt x="1047" y="1047"/>
                  </a:lnTo>
                  <a:lnTo>
                    <a:pt x="834" y="1280"/>
                  </a:lnTo>
                  <a:lnTo>
                    <a:pt x="640" y="1532"/>
                  </a:lnTo>
                  <a:lnTo>
                    <a:pt x="465" y="1784"/>
                  </a:lnTo>
                  <a:lnTo>
                    <a:pt x="330" y="2055"/>
                  </a:lnTo>
                  <a:lnTo>
                    <a:pt x="213" y="2346"/>
                  </a:lnTo>
                  <a:lnTo>
                    <a:pt x="117" y="2637"/>
                  </a:lnTo>
                  <a:lnTo>
                    <a:pt x="39" y="2947"/>
                  </a:lnTo>
                  <a:lnTo>
                    <a:pt x="0" y="3257"/>
                  </a:lnTo>
                  <a:lnTo>
                    <a:pt x="0" y="3296"/>
                  </a:lnTo>
                  <a:lnTo>
                    <a:pt x="20" y="3334"/>
                  </a:lnTo>
                  <a:lnTo>
                    <a:pt x="58" y="3373"/>
                  </a:lnTo>
                  <a:lnTo>
                    <a:pt x="155" y="3373"/>
                  </a:lnTo>
                  <a:lnTo>
                    <a:pt x="194" y="3354"/>
                  </a:lnTo>
                  <a:lnTo>
                    <a:pt x="213" y="3315"/>
                  </a:lnTo>
                  <a:lnTo>
                    <a:pt x="233" y="3276"/>
                  </a:lnTo>
                  <a:lnTo>
                    <a:pt x="272" y="2986"/>
                  </a:lnTo>
                  <a:lnTo>
                    <a:pt x="330" y="2695"/>
                  </a:lnTo>
                  <a:lnTo>
                    <a:pt x="427" y="2423"/>
                  </a:lnTo>
                  <a:lnTo>
                    <a:pt x="543" y="2152"/>
                  </a:lnTo>
                  <a:lnTo>
                    <a:pt x="679" y="1900"/>
                  </a:lnTo>
                  <a:lnTo>
                    <a:pt x="834" y="1667"/>
                  </a:lnTo>
                  <a:lnTo>
                    <a:pt x="1008" y="1435"/>
                  </a:lnTo>
                  <a:lnTo>
                    <a:pt x="1202" y="1222"/>
                  </a:lnTo>
                  <a:lnTo>
                    <a:pt x="1435" y="1008"/>
                  </a:lnTo>
                  <a:lnTo>
                    <a:pt x="1648" y="834"/>
                  </a:lnTo>
                  <a:lnTo>
                    <a:pt x="1900" y="679"/>
                  </a:lnTo>
                  <a:lnTo>
                    <a:pt x="2152" y="543"/>
                  </a:lnTo>
                  <a:lnTo>
                    <a:pt x="2423" y="427"/>
                  </a:lnTo>
                  <a:lnTo>
                    <a:pt x="2695" y="349"/>
                  </a:lnTo>
                  <a:lnTo>
                    <a:pt x="2966" y="272"/>
                  </a:lnTo>
                  <a:lnTo>
                    <a:pt x="3257" y="233"/>
                  </a:lnTo>
                  <a:lnTo>
                    <a:pt x="3315" y="213"/>
                  </a:lnTo>
                  <a:lnTo>
                    <a:pt x="3334" y="194"/>
                  </a:lnTo>
                  <a:lnTo>
                    <a:pt x="3354" y="155"/>
                  </a:lnTo>
                  <a:lnTo>
                    <a:pt x="3373" y="97"/>
                  </a:lnTo>
                  <a:lnTo>
                    <a:pt x="3354" y="58"/>
                  </a:lnTo>
                  <a:lnTo>
                    <a:pt x="3334" y="20"/>
                  </a:lnTo>
                  <a:lnTo>
                    <a:pt x="3276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519;p37">
              <a:extLst>
                <a:ext uri="{FF2B5EF4-FFF2-40B4-BE49-F238E27FC236}">
                  <a16:creationId xmlns:a16="http://schemas.microsoft.com/office/drawing/2014/main" id="{3DC440AF-1C60-8788-9402-2397CC15E096}"/>
                </a:ext>
              </a:extLst>
            </p:cNvPr>
            <p:cNvSpPr/>
            <p:nvPr/>
          </p:nvSpPr>
          <p:spPr>
            <a:xfrm>
              <a:off x="1706750" y="409675"/>
              <a:ext cx="84825" cy="84350"/>
            </a:xfrm>
            <a:custGeom>
              <a:avLst/>
              <a:gdLst/>
              <a:ahLst/>
              <a:cxnLst/>
              <a:rect l="l" t="t" r="r" b="b"/>
              <a:pathLst>
                <a:path w="3393" h="3374" extrusionOk="0">
                  <a:moveTo>
                    <a:pt x="58" y="0"/>
                  </a:moveTo>
                  <a:lnTo>
                    <a:pt x="20" y="39"/>
                  </a:lnTo>
                  <a:lnTo>
                    <a:pt x="0" y="78"/>
                  </a:lnTo>
                  <a:lnTo>
                    <a:pt x="0" y="117"/>
                  </a:lnTo>
                  <a:lnTo>
                    <a:pt x="39" y="427"/>
                  </a:lnTo>
                  <a:lnTo>
                    <a:pt x="117" y="737"/>
                  </a:lnTo>
                  <a:lnTo>
                    <a:pt x="213" y="1028"/>
                  </a:lnTo>
                  <a:lnTo>
                    <a:pt x="330" y="1318"/>
                  </a:lnTo>
                  <a:lnTo>
                    <a:pt x="465" y="1590"/>
                  </a:lnTo>
                  <a:lnTo>
                    <a:pt x="640" y="1842"/>
                  </a:lnTo>
                  <a:lnTo>
                    <a:pt x="834" y="2094"/>
                  </a:lnTo>
                  <a:lnTo>
                    <a:pt x="1047" y="2326"/>
                  </a:lnTo>
                  <a:lnTo>
                    <a:pt x="1280" y="2540"/>
                  </a:lnTo>
                  <a:lnTo>
                    <a:pt x="1532" y="2733"/>
                  </a:lnTo>
                  <a:lnTo>
                    <a:pt x="1784" y="2908"/>
                  </a:lnTo>
                  <a:lnTo>
                    <a:pt x="2055" y="3044"/>
                  </a:lnTo>
                  <a:lnTo>
                    <a:pt x="2346" y="3160"/>
                  </a:lnTo>
                  <a:lnTo>
                    <a:pt x="2637" y="3257"/>
                  </a:lnTo>
                  <a:lnTo>
                    <a:pt x="2947" y="3334"/>
                  </a:lnTo>
                  <a:lnTo>
                    <a:pt x="3257" y="3373"/>
                  </a:lnTo>
                  <a:lnTo>
                    <a:pt x="3315" y="3373"/>
                  </a:lnTo>
                  <a:lnTo>
                    <a:pt x="3354" y="3354"/>
                  </a:lnTo>
                  <a:lnTo>
                    <a:pt x="3373" y="3315"/>
                  </a:lnTo>
                  <a:lnTo>
                    <a:pt x="3393" y="3276"/>
                  </a:lnTo>
                  <a:lnTo>
                    <a:pt x="3373" y="3218"/>
                  </a:lnTo>
                  <a:lnTo>
                    <a:pt x="3354" y="3179"/>
                  </a:lnTo>
                  <a:lnTo>
                    <a:pt x="3334" y="3160"/>
                  </a:lnTo>
                  <a:lnTo>
                    <a:pt x="3276" y="3141"/>
                  </a:lnTo>
                  <a:lnTo>
                    <a:pt x="2985" y="3102"/>
                  </a:lnTo>
                  <a:lnTo>
                    <a:pt x="2695" y="3044"/>
                  </a:lnTo>
                  <a:lnTo>
                    <a:pt x="2423" y="2947"/>
                  </a:lnTo>
                  <a:lnTo>
                    <a:pt x="2152" y="2830"/>
                  </a:lnTo>
                  <a:lnTo>
                    <a:pt x="1900" y="2695"/>
                  </a:lnTo>
                  <a:lnTo>
                    <a:pt x="1667" y="2540"/>
                  </a:lnTo>
                  <a:lnTo>
                    <a:pt x="1435" y="2365"/>
                  </a:lnTo>
                  <a:lnTo>
                    <a:pt x="1202" y="2152"/>
                  </a:lnTo>
                  <a:lnTo>
                    <a:pt x="1008" y="1939"/>
                  </a:lnTo>
                  <a:lnTo>
                    <a:pt x="834" y="1706"/>
                  </a:lnTo>
                  <a:lnTo>
                    <a:pt x="679" y="1473"/>
                  </a:lnTo>
                  <a:lnTo>
                    <a:pt x="543" y="1221"/>
                  </a:lnTo>
                  <a:lnTo>
                    <a:pt x="427" y="950"/>
                  </a:lnTo>
                  <a:lnTo>
                    <a:pt x="330" y="679"/>
                  </a:lnTo>
                  <a:lnTo>
                    <a:pt x="272" y="388"/>
                  </a:lnTo>
                  <a:lnTo>
                    <a:pt x="233" y="97"/>
                  </a:lnTo>
                  <a:lnTo>
                    <a:pt x="213" y="58"/>
                  </a:lnTo>
                  <a:lnTo>
                    <a:pt x="175" y="20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20;p37">
              <a:extLst>
                <a:ext uri="{FF2B5EF4-FFF2-40B4-BE49-F238E27FC236}">
                  <a16:creationId xmlns:a16="http://schemas.microsoft.com/office/drawing/2014/main" id="{D0947E56-A5C2-4DA3-BCAD-48B81CE26404}"/>
                </a:ext>
              </a:extLst>
            </p:cNvPr>
            <p:cNvSpPr/>
            <p:nvPr/>
          </p:nvSpPr>
          <p:spPr>
            <a:xfrm>
              <a:off x="1727575" y="333575"/>
              <a:ext cx="63525" cy="63525"/>
            </a:xfrm>
            <a:custGeom>
              <a:avLst/>
              <a:gdLst/>
              <a:ahLst/>
              <a:cxnLst/>
              <a:rect l="l" t="t" r="r" b="b"/>
              <a:pathLst>
                <a:path w="2541" h="2541" extrusionOk="0">
                  <a:moveTo>
                    <a:pt x="2404" y="1"/>
                  </a:moveTo>
                  <a:lnTo>
                    <a:pt x="2172" y="40"/>
                  </a:lnTo>
                  <a:lnTo>
                    <a:pt x="1939" y="98"/>
                  </a:lnTo>
                  <a:lnTo>
                    <a:pt x="1726" y="175"/>
                  </a:lnTo>
                  <a:lnTo>
                    <a:pt x="1532" y="272"/>
                  </a:lnTo>
                  <a:lnTo>
                    <a:pt x="1319" y="389"/>
                  </a:lnTo>
                  <a:lnTo>
                    <a:pt x="1144" y="505"/>
                  </a:lnTo>
                  <a:lnTo>
                    <a:pt x="951" y="641"/>
                  </a:lnTo>
                  <a:lnTo>
                    <a:pt x="796" y="796"/>
                  </a:lnTo>
                  <a:lnTo>
                    <a:pt x="640" y="970"/>
                  </a:lnTo>
                  <a:lnTo>
                    <a:pt x="505" y="1145"/>
                  </a:lnTo>
                  <a:lnTo>
                    <a:pt x="369" y="1319"/>
                  </a:lnTo>
                  <a:lnTo>
                    <a:pt x="272" y="1532"/>
                  </a:lnTo>
                  <a:lnTo>
                    <a:pt x="175" y="1726"/>
                  </a:lnTo>
                  <a:lnTo>
                    <a:pt x="98" y="1959"/>
                  </a:lnTo>
                  <a:lnTo>
                    <a:pt x="40" y="2172"/>
                  </a:lnTo>
                  <a:lnTo>
                    <a:pt x="1" y="2405"/>
                  </a:lnTo>
                  <a:lnTo>
                    <a:pt x="1" y="2443"/>
                  </a:lnTo>
                  <a:lnTo>
                    <a:pt x="20" y="2482"/>
                  </a:lnTo>
                  <a:lnTo>
                    <a:pt x="40" y="2521"/>
                  </a:lnTo>
                  <a:lnTo>
                    <a:pt x="98" y="2540"/>
                  </a:lnTo>
                  <a:lnTo>
                    <a:pt x="117" y="2540"/>
                  </a:lnTo>
                  <a:lnTo>
                    <a:pt x="156" y="2521"/>
                  </a:lnTo>
                  <a:lnTo>
                    <a:pt x="175" y="2501"/>
                  </a:lnTo>
                  <a:lnTo>
                    <a:pt x="214" y="2482"/>
                  </a:lnTo>
                  <a:lnTo>
                    <a:pt x="214" y="2443"/>
                  </a:lnTo>
                  <a:lnTo>
                    <a:pt x="253" y="2230"/>
                  </a:lnTo>
                  <a:lnTo>
                    <a:pt x="311" y="2017"/>
                  </a:lnTo>
                  <a:lnTo>
                    <a:pt x="388" y="1823"/>
                  </a:lnTo>
                  <a:lnTo>
                    <a:pt x="466" y="1629"/>
                  </a:lnTo>
                  <a:lnTo>
                    <a:pt x="582" y="1455"/>
                  </a:lnTo>
                  <a:lnTo>
                    <a:pt x="699" y="1280"/>
                  </a:lnTo>
                  <a:lnTo>
                    <a:pt x="815" y="1106"/>
                  </a:lnTo>
                  <a:lnTo>
                    <a:pt x="951" y="970"/>
                  </a:lnTo>
                  <a:lnTo>
                    <a:pt x="1106" y="815"/>
                  </a:lnTo>
                  <a:lnTo>
                    <a:pt x="1280" y="699"/>
                  </a:lnTo>
                  <a:lnTo>
                    <a:pt x="1455" y="582"/>
                  </a:lnTo>
                  <a:lnTo>
                    <a:pt x="1629" y="485"/>
                  </a:lnTo>
                  <a:lnTo>
                    <a:pt x="1823" y="389"/>
                  </a:lnTo>
                  <a:lnTo>
                    <a:pt x="2017" y="311"/>
                  </a:lnTo>
                  <a:lnTo>
                    <a:pt x="2230" y="272"/>
                  </a:lnTo>
                  <a:lnTo>
                    <a:pt x="2443" y="233"/>
                  </a:lnTo>
                  <a:lnTo>
                    <a:pt x="2482" y="214"/>
                  </a:lnTo>
                  <a:lnTo>
                    <a:pt x="2521" y="175"/>
                  </a:lnTo>
                  <a:lnTo>
                    <a:pt x="2540" y="137"/>
                  </a:lnTo>
                  <a:lnTo>
                    <a:pt x="2540" y="98"/>
                  </a:lnTo>
                  <a:lnTo>
                    <a:pt x="2521" y="59"/>
                  </a:lnTo>
                  <a:lnTo>
                    <a:pt x="2482" y="20"/>
                  </a:lnTo>
                  <a:lnTo>
                    <a:pt x="2443" y="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521;p37">
              <a:extLst>
                <a:ext uri="{FF2B5EF4-FFF2-40B4-BE49-F238E27FC236}">
                  <a16:creationId xmlns:a16="http://schemas.microsoft.com/office/drawing/2014/main" id="{AAA3E861-846A-8A43-1301-9113894C38BA}"/>
                </a:ext>
              </a:extLst>
            </p:cNvPr>
            <p:cNvSpPr/>
            <p:nvPr/>
          </p:nvSpPr>
          <p:spPr>
            <a:xfrm>
              <a:off x="1727575" y="409675"/>
              <a:ext cx="63525" cy="63500"/>
            </a:xfrm>
            <a:custGeom>
              <a:avLst/>
              <a:gdLst/>
              <a:ahLst/>
              <a:cxnLst/>
              <a:rect l="l" t="t" r="r" b="b"/>
              <a:pathLst>
                <a:path w="2541" h="2540" extrusionOk="0">
                  <a:moveTo>
                    <a:pt x="98" y="0"/>
                  </a:moveTo>
                  <a:lnTo>
                    <a:pt x="40" y="20"/>
                  </a:lnTo>
                  <a:lnTo>
                    <a:pt x="20" y="39"/>
                  </a:lnTo>
                  <a:lnTo>
                    <a:pt x="1" y="78"/>
                  </a:lnTo>
                  <a:lnTo>
                    <a:pt x="1" y="117"/>
                  </a:lnTo>
                  <a:lnTo>
                    <a:pt x="40" y="349"/>
                  </a:lnTo>
                  <a:lnTo>
                    <a:pt x="98" y="582"/>
                  </a:lnTo>
                  <a:lnTo>
                    <a:pt x="175" y="795"/>
                  </a:lnTo>
                  <a:lnTo>
                    <a:pt x="272" y="1008"/>
                  </a:lnTo>
                  <a:lnTo>
                    <a:pt x="369" y="1202"/>
                  </a:lnTo>
                  <a:lnTo>
                    <a:pt x="505" y="1396"/>
                  </a:lnTo>
                  <a:lnTo>
                    <a:pt x="640" y="1570"/>
                  </a:lnTo>
                  <a:lnTo>
                    <a:pt x="796" y="1745"/>
                  </a:lnTo>
                  <a:lnTo>
                    <a:pt x="951" y="1900"/>
                  </a:lnTo>
                  <a:lnTo>
                    <a:pt x="1144" y="2036"/>
                  </a:lnTo>
                  <a:lnTo>
                    <a:pt x="1319" y="2152"/>
                  </a:lnTo>
                  <a:lnTo>
                    <a:pt x="1532" y="2268"/>
                  </a:lnTo>
                  <a:lnTo>
                    <a:pt x="1726" y="2365"/>
                  </a:lnTo>
                  <a:lnTo>
                    <a:pt x="1959" y="2443"/>
                  </a:lnTo>
                  <a:lnTo>
                    <a:pt x="2172" y="2501"/>
                  </a:lnTo>
                  <a:lnTo>
                    <a:pt x="2404" y="2540"/>
                  </a:lnTo>
                  <a:lnTo>
                    <a:pt x="2463" y="2540"/>
                  </a:lnTo>
                  <a:lnTo>
                    <a:pt x="2501" y="2520"/>
                  </a:lnTo>
                  <a:lnTo>
                    <a:pt x="2521" y="2481"/>
                  </a:lnTo>
                  <a:lnTo>
                    <a:pt x="2540" y="2443"/>
                  </a:lnTo>
                  <a:lnTo>
                    <a:pt x="2540" y="2404"/>
                  </a:lnTo>
                  <a:lnTo>
                    <a:pt x="2521" y="2365"/>
                  </a:lnTo>
                  <a:lnTo>
                    <a:pt x="2482" y="2326"/>
                  </a:lnTo>
                  <a:lnTo>
                    <a:pt x="2443" y="2307"/>
                  </a:lnTo>
                  <a:lnTo>
                    <a:pt x="2230" y="2268"/>
                  </a:lnTo>
                  <a:lnTo>
                    <a:pt x="2017" y="2229"/>
                  </a:lnTo>
                  <a:lnTo>
                    <a:pt x="1823" y="2152"/>
                  </a:lnTo>
                  <a:lnTo>
                    <a:pt x="1629" y="2055"/>
                  </a:lnTo>
                  <a:lnTo>
                    <a:pt x="1435" y="1958"/>
                  </a:lnTo>
                  <a:lnTo>
                    <a:pt x="1280" y="1842"/>
                  </a:lnTo>
                  <a:lnTo>
                    <a:pt x="1106" y="1725"/>
                  </a:lnTo>
                  <a:lnTo>
                    <a:pt x="951" y="1570"/>
                  </a:lnTo>
                  <a:lnTo>
                    <a:pt x="815" y="1415"/>
                  </a:lnTo>
                  <a:lnTo>
                    <a:pt x="679" y="1260"/>
                  </a:lnTo>
                  <a:lnTo>
                    <a:pt x="563" y="1086"/>
                  </a:lnTo>
                  <a:lnTo>
                    <a:pt x="466" y="911"/>
                  </a:lnTo>
                  <a:lnTo>
                    <a:pt x="388" y="717"/>
                  </a:lnTo>
                  <a:lnTo>
                    <a:pt x="311" y="524"/>
                  </a:lnTo>
                  <a:lnTo>
                    <a:pt x="253" y="310"/>
                  </a:lnTo>
                  <a:lnTo>
                    <a:pt x="214" y="97"/>
                  </a:lnTo>
                  <a:lnTo>
                    <a:pt x="214" y="58"/>
                  </a:lnTo>
                  <a:lnTo>
                    <a:pt x="175" y="20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522;p37">
              <a:extLst>
                <a:ext uri="{FF2B5EF4-FFF2-40B4-BE49-F238E27FC236}">
                  <a16:creationId xmlns:a16="http://schemas.microsoft.com/office/drawing/2014/main" id="{8DAF9E75-ACC9-367B-4408-24FE4B3FB1D5}"/>
                </a:ext>
              </a:extLst>
            </p:cNvPr>
            <p:cNvSpPr/>
            <p:nvPr/>
          </p:nvSpPr>
          <p:spPr>
            <a:xfrm>
              <a:off x="1803675" y="409675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2540" h="2540" extrusionOk="0">
                  <a:moveTo>
                    <a:pt x="2384" y="0"/>
                  </a:moveTo>
                  <a:lnTo>
                    <a:pt x="2346" y="20"/>
                  </a:lnTo>
                  <a:lnTo>
                    <a:pt x="2326" y="58"/>
                  </a:lnTo>
                  <a:lnTo>
                    <a:pt x="2307" y="97"/>
                  </a:lnTo>
                  <a:lnTo>
                    <a:pt x="2268" y="310"/>
                  </a:lnTo>
                  <a:lnTo>
                    <a:pt x="2210" y="524"/>
                  </a:lnTo>
                  <a:lnTo>
                    <a:pt x="2152" y="717"/>
                  </a:lnTo>
                  <a:lnTo>
                    <a:pt x="2055" y="911"/>
                  </a:lnTo>
                  <a:lnTo>
                    <a:pt x="1958" y="1086"/>
                  </a:lnTo>
                  <a:lnTo>
                    <a:pt x="1842" y="1260"/>
                  </a:lnTo>
                  <a:lnTo>
                    <a:pt x="1706" y="1435"/>
                  </a:lnTo>
                  <a:lnTo>
                    <a:pt x="1570" y="1570"/>
                  </a:lnTo>
                  <a:lnTo>
                    <a:pt x="1415" y="1725"/>
                  </a:lnTo>
                  <a:lnTo>
                    <a:pt x="1260" y="1842"/>
                  </a:lnTo>
                  <a:lnTo>
                    <a:pt x="1086" y="1958"/>
                  </a:lnTo>
                  <a:lnTo>
                    <a:pt x="892" y="2055"/>
                  </a:lnTo>
                  <a:lnTo>
                    <a:pt x="717" y="2152"/>
                  </a:lnTo>
                  <a:lnTo>
                    <a:pt x="504" y="2229"/>
                  </a:lnTo>
                  <a:lnTo>
                    <a:pt x="310" y="2268"/>
                  </a:lnTo>
                  <a:lnTo>
                    <a:pt x="97" y="2307"/>
                  </a:lnTo>
                  <a:lnTo>
                    <a:pt x="39" y="2326"/>
                  </a:lnTo>
                  <a:lnTo>
                    <a:pt x="20" y="2365"/>
                  </a:lnTo>
                  <a:lnTo>
                    <a:pt x="0" y="2404"/>
                  </a:lnTo>
                  <a:lnTo>
                    <a:pt x="0" y="2443"/>
                  </a:lnTo>
                  <a:lnTo>
                    <a:pt x="0" y="2481"/>
                  </a:lnTo>
                  <a:lnTo>
                    <a:pt x="39" y="2520"/>
                  </a:lnTo>
                  <a:lnTo>
                    <a:pt x="58" y="2540"/>
                  </a:lnTo>
                  <a:lnTo>
                    <a:pt x="116" y="2540"/>
                  </a:lnTo>
                  <a:lnTo>
                    <a:pt x="349" y="2501"/>
                  </a:lnTo>
                  <a:lnTo>
                    <a:pt x="582" y="2443"/>
                  </a:lnTo>
                  <a:lnTo>
                    <a:pt x="795" y="2365"/>
                  </a:lnTo>
                  <a:lnTo>
                    <a:pt x="1008" y="2268"/>
                  </a:lnTo>
                  <a:lnTo>
                    <a:pt x="1202" y="2152"/>
                  </a:lnTo>
                  <a:lnTo>
                    <a:pt x="1396" y="2036"/>
                  </a:lnTo>
                  <a:lnTo>
                    <a:pt x="1570" y="1900"/>
                  </a:lnTo>
                  <a:lnTo>
                    <a:pt x="1745" y="1745"/>
                  </a:lnTo>
                  <a:lnTo>
                    <a:pt x="1900" y="1570"/>
                  </a:lnTo>
                  <a:lnTo>
                    <a:pt x="2036" y="1396"/>
                  </a:lnTo>
                  <a:lnTo>
                    <a:pt x="2152" y="1202"/>
                  </a:lnTo>
                  <a:lnTo>
                    <a:pt x="2268" y="1008"/>
                  </a:lnTo>
                  <a:lnTo>
                    <a:pt x="2365" y="795"/>
                  </a:lnTo>
                  <a:lnTo>
                    <a:pt x="2443" y="582"/>
                  </a:lnTo>
                  <a:lnTo>
                    <a:pt x="2501" y="349"/>
                  </a:lnTo>
                  <a:lnTo>
                    <a:pt x="2540" y="117"/>
                  </a:lnTo>
                  <a:lnTo>
                    <a:pt x="2540" y="78"/>
                  </a:lnTo>
                  <a:lnTo>
                    <a:pt x="2520" y="39"/>
                  </a:lnTo>
                  <a:lnTo>
                    <a:pt x="2481" y="20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523;p37">
              <a:extLst>
                <a:ext uri="{FF2B5EF4-FFF2-40B4-BE49-F238E27FC236}">
                  <a16:creationId xmlns:a16="http://schemas.microsoft.com/office/drawing/2014/main" id="{BACDE533-9583-16BE-FD15-4F1EE49A812F}"/>
                </a:ext>
              </a:extLst>
            </p:cNvPr>
            <p:cNvSpPr/>
            <p:nvPr/>
          </p:nvSpPr>
          <p:spPr>
            <a:xfrm>
              <a:off x="1803675" y="333575"/>
              <a:ext cx="63500" cy="63525"/>
            </a:xfrm>
            <a:custGeom>
              <a:avLst/>
              <a:gdLst/>
              <a:ahLst/>
              <a:cxnLst/>
              <a:rect l="l" t="t" r="r" b="b"/>
              <a:pathLst>
                <a:path w="2540" h="2541" extrusionOk="0">
                  <a:moveTo>
                    <a:pt x="78" y="1"/>
                  </a:moveTo>
                  <a:lnTo>
                    <a:pt x="39" y="20"/>
                  </a:lnTo>
                  <a:lnTo>
                    <a:pt x="0" y="59"/>
                  </a:lnTo>
                  <a:lnTo>
                    <a:pt x="0" y="98"/>
                  </a:lnTo>
                  <a:lnTo>
                    <a:pt x="0" y="137"/>
                  </a:lnTo>
                  <a:lnTo>
                    <a:pt x="20" y="175"/>
                  </a:lnTo>
                  <a:lnTo>
                    <a:pt x="39" y="214"/>
                  </a:lnTo>
                  <a:lnTo>
                    <a:pt x="97" y="233"/>
                  </a:lnTo>
                  <a:lnTo>
                    <a:pt x="310" y="272"/>
                  </a:lnTo>
                  <a:lnTo>
                    <a:pt x="504" y="311"/>
                  </a:lnTo>
                  <a:lnTo>
                    <a:pt x="717" y="389"/>
                  </a:lnTo>
                  <a:lnTo>
                    <a:pt x="892" y="466"/>
                  </a:lnTo>
                  <a:lnTo>
                    <a:pt x="1086" y="582"/>
                  </a:lnTo>
                  <a:lnTo>
                    <a:pt x="1260" y="699"/>
                  </a:lnTo>
                  <a:lnTo>
                    <a:pt x="1415" y="815"/>
                  </a:lnTo>
                  <a:lnTo>
                    <a:pt x="1570" y="951"/>
                  </a:lnTo>
                  <a:lnTo>
                    <a:pt x="1706" y="1106"/>
                  </a:lnTo>
                  <a:lnTo>
                    <a:pt x="1842" y="1280"/>
                  </a:lnTo>
                  <a:lnTo>
                    <a:pt x="1958" y="1455"/>
                  </a:lnTo>
                  <a:lnTo>
                    <a:pt x="2055" y="1629"/>
                  </a:lnTo>
                  <a:lnTo>
                    <a:pt x="2152" y="1823"/>
                  </a:lnTo>
                  <a:lnTo>
                    <a:pt x="2210" y="2017"/>
                  </a:lnTo>
                  <a:lnTo>
                    <a:pt x="2268" y="2230"/>
                  </a:lnTo>
                  <a:lnTo>
                    <a:pt x="2307" y="2443"/>
                  </a:lnTo>
                  <a:lnTo>
                    <a:pt x="2326" y="2482"/>
                  </a:lnTo>
                  <a:lnTo>
                    <a:pt x="2346" y="2521"/>
                  </a:lnTo>
                  <a:lnTo>
                    <a:pt x="2384" y="2540"/>
                  </a:lnTo>
                  <a:lnTo>
                    <a:pt x="2443" y="2540"/>
                  </a:lnTo>
                  <a:lnTo>
                    <a:pt x="2481" y="2521"/>
                  </a:lnTo>
                  <a:lnTo>
                    <a:pt x="2520" y="2501"/>
                  </a:lnTo>
                  <a:lnTo>
                    <a:pt x="2540" y="2463"/>
                  </a:lnTo>
                  <a:lnTo>
                    <a:pt x="2540" y="2405"/>
                  </a:lnTo>
                  <a:lnTo>
                    <a:pt x="2501" y="2172"/>
                  </a:lnTo>
                  <a:lnTo>
                    <a:pt x="2443" y="1959"/>
                  </a:lnTo>
                  <a:lnTo>
                    <a:pt x="2365" y="1726"/>
                  </a:lnTo>
                  <a:lnTo>
                    <a:pt x="2268" y="1532"/>
                  </a:lnTo>
                  <a:lnTo>
                    <a:pt x="2152" y="1319"/>
                  </a:lnTo>
                  <a:lnTo>
                    <a:pt x="2036" y="1145"/>
                  </a:lnTo>
                  <a:lnTo>
                    <a:pt x="1880" y="970"/>
                  </a:lnTo>
                  <a:lnTo>
                    <a:pt x="1745" y="796"/>
                  </a:lnTo>
                  <a:lnTo>
                    <a:pt x="1570" y="641"/>
                  </a:lnTo>
                  <a:lnTo>
                    <a:pt x="1396" y="505"/>
                  </a:lnTo>
                  <a:lnTo>
                    <a:pt x="1202" y="369"/>
                  </a:lnTo>
                  <a:lnTo>
                    <a:pt x="1008" y="272"/>
                  </a:lnTo>
                  <a:lnTo>
                    <a:pt x="795" y="175"/>
                  </a:lnTo>
                  <a:lnTo>
                    <a:pt x="582" y="98"/>
                  </a:lnTo>
                  <a:lnTo>
                    <a:pt x="349" y="40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524;p37">
              <a:extLst>
                <a:ext uri="{FF2B5EF4-FFF2-40B4-BE49-F238E27FC236}">
                  <a16:creationId xmlns:a16="http://schemas.microsoft.com/office/drawing/2014/main" id="{22607154-8C30-1B25-92D0-F01ED24DF00A}"/>
                </a:ext>
              </a:extLst>
            </p:cNvPr>
            <p:cNvSpPr/>
            <p:nvPr/>
          </p:nvSpPr>
          <p:spPr>
            <a:xfrm>
              <a:off x="1781850" y="376725"/>
              <a:ext cx="29600" cy="54300"/>
            </a:xfrm>
            <a:custGeom>
              <a:avLst/>
              <a:gdLst/>
              <a:ahLst/>
              <a:cxnLst/>
              <a:rect l="l" t="t" r="r" b="b"/>
              <a:pathLst>
                <a:path w="1184" h="2172" extrusionOk="0">
                  <a:moveTo>
                    <a:pt x="563" y="368"/>
                  </a:moveTo>
                  <a:lnTo>
                    <a:pt x="563" y="853"/>
                  </a:lnTo>
                  <a:lnTo>
                    <a:pt x="466" y="814"/>
                  </a:lnTo>
                  <a:lnTo>
                    <a:pt x="389" y="775"/>
                  </a:lnTo>
                  <a:lnTo>
                    <a:pt x="330" y="698"/>
                  </a:lnTo>
                  <a:lnTo>
                    <a:pt x="311" y="601"/>
                  </a:lnTo>
                  <a:lnTo>
                    <a:pt x="330" y="504"/>
                  </a:lnTo>
                  <a:lnTo>
                    <a:pt x="369" y="446"/>
                  </a:lnTo>
                  <a:lnTo>
                    <a:pt x="466" y="407"/>
                  </a:lnTo>
                  <a:lnTo>
                    <a:pt x="563" y="368"/>
                  </a:lnTo>
                  <a:close/>
                  <a:moveTo>
                    <a:pt x="679" y="1202"/>
                  </a:moveTo>
                  <a:lnTo>
                    <a:pt x="776" y="1260"/>
                  </a:lnTo>
                  <a:lnTo>
                    <a:pt x="854" y="1318"/>
                  </a:lnTo>
                  <a:lnTo>
                    <a:pt x="912" y="1396"/>
                  </a:lnTo>
                  <a:lnTo>
                    <a:pt x="931" y="1512"/>
                  </a:lnTo>
                  <a:lnTo>
                    <a:pt x="912" y="1609"/>
                  </a:lnTo>
                  <a:lnTo>
                    <a:pt x="854" y="1687"/>
                  </a:lnTo>
                  <a:lnTo>
                    <a:pt x="776" y="1745"/>
                  </a:lnTo>
                  <a:lnTo>
                    <a:pt x="679" y="1764"/>
                  </a:lnTo>
                  <a:lnTo>
                    <a:pt x="679" y="1202"/>
                  </a:lnTo>
                  <a:close/>
                  <a:moveTo>
                    <a:pt x="621" y="0"/>
                  </a:moveTo>
                  <a:lnTo>
                    <a:pt x="563" y="19"/>
                  </a:lnTo>
                  <a:lnTo>
                    <a:pt x="544" y="58"/>
                  </a:lnTo>
                  <a:lnTo>
                    <a:pt x="544" y="136"/>
                  </a:lnTo>
                  <a:lnTo>
                    <a:pt x="447" y="136"/>
                  </a:lnTo>
                  <a:lnTo>
                    <a:pt x="369" y="175"/>
                  </a:lnTo>
                  <a:lnTo>
                    <a:pt x="272" y="213"/>
                  </a:lnTo>
                  <a:lnTo>
                    <a:pt x="195" y="271"/>
                  </a:lnTo>
                  <a:lnTo>
                    <a:pt x="137" y="330"/>
                  </a:lnTo>
                  <a:lnTo>
                    <a:pt x="78" y="407"/>
                  </a:lnTo>
                  <a:lnTo>
                    <a:pt x="59" y="504"/>
                  </a:lnTo>
                  <a:lnTo>
                    <a:pt x="40" y="620"/>
                  </a:lnTo>
                  <a:lnTo>
                    <a:pt x="59" y="737"/>
                  </a:lnTo>
                  <a:lnTo>
                    <a:pt x="78" y="834"/>
                  </a:lnTo>
                  <a:lnTo>
                    <a:pt x="137" y="911"/>
                  </a:lnTo>
                  <a:lnTo>
                    <a:pt x="195" y="989"/>
                  </a:lnTo>
                  <a:lnTo>
                    <a:pt x="272" y="1027"/>
                  </a:lnTo>
                  <a:lnTo>
                    <a:pt x="369" y="1086"/>
                  </a:lnTo>
                  <a:lnTo>
                    <a:pt x="544" y="1144"/>
                  </a:lnTo>
                  <a:lnTo>
                    <a:pt x="544" y="1783"/>
                  </a:lnTo>
                  <a:lnTo>
                    <a:pt x="447" y="1764"/>
                  </a:lnTo>
                  <a:lnTo>
                    <a:pt x="369" y="1725"/>
                  </a:lnTo>
                  <a:lnTo>
                    <a:pt x="253" y="1667"/>
                  </a:lnTo>
                  <a:lnTo>
                    <a:pt x="175" y="1590"/>
                  </a:lnTo>
                  <a:lnTo>
                    <a:pt x="156" y="1570"/>
                  </a:lnTo>
                  <a:lnTo>
                    <a:pt x="117" y="1570"/>
                  </a:lnTo>
                  <a:lnTo>
                    <a:pt x="59" y="1590"/>
                  </a:lnTo>
                  <a:lnTo>
                    <a:pt x="20" y="1628"/>
                  </a:lnTo>
                  <a:lnTo>
                    <a:pt x="1" y="1667"/>
                  </a:lnTo>
                  <a:lnTo>
                    <a:pt x="1" y="1725"/>
                  </a:lnTo>
                  <a:lnTo>
                    <a:pt x="1" y="1764"/>
                  </a:lnTo>
                  <a:lnTo>
                    <a:pt x="40" y="1822"/>
                  </a:lnTo>
                  <a:lnTo>
                    <a:pt x="78" y="1880"/>
                  </a:lnTo>
                  <a:lnTo>
                    <a:pt x="137" y="1919"/>
                  </a:lnTo>
                  <a:lnTo>
                    <a:pt x="233" y="1958"/>
                  </a:lnTo>
                  <a:lnTo>
                    <a:pt x="311" y="1997"/>
                  </a:lnTo>
                  <a:lnTo>
                    <a:pt x="427" y="2016"/>
                  </a:lnTo>
                  <a:lnTo>
                    <a:pt x="544" y="2035"/>
                  </a:lnTo>
                  <a:lnTo>
                    <a:pt x="544" y="2113"/>
                  </a:lnTo>
                  <a:lnTo>
                    <a:pt x="563" y="2152"/>
                  </a:lnTo>
                  <a:lnTo>
                    <a:pt x="621" y="2171"/>
                  </a:lnTo>
                  <a:lnTo>
                    <a:pt x="679" y="2152"/>
                  </a:lnTo>
                  <a:lnTo>
                    <a:pt x="699" y="2132"/>
                  </a:lnTo>
                  <a:lnTo>
                    <a:pt x="699" y="2113"/>
                  </a:lnTo>
                  <a:lnTo>
                    <a:pt x="699" y="2035"/>
                  </a:lnTo>
                  <a:lnTo>
                    <a:pt x="815" y="1997"/>
                  </a:lnTo>
                  <a:lnTo>
                    <a:pt x="893" y="1977"/>
                  </a:lnTo>
                  <a:lnTo>
                    <a:pt x="989" y="1919"/>
                  </a:lnTo>
                  <a:lnTo>
                    <a:pt x="1048" y="1861"/>
                  </a:lnTo>
                  <a:lnTo>
                    <a:pt x="1106" y="1783"/>
                  </a:lnTo>
                  <a:lnTo>
                    <a:pt x="1145" y="1687"/>
                  </a:lnTo>
                  <a:lnTo>
                    <a:pt x="1183" y="1590"/>
                  </a:lnTo>
                  <a:lnTo>
                    <a:pt x="1183" y="1473"/>
                  </a:lnTo>
                  <a:lnTo>
                    <a:pt x="1183" y="1357"/>
                  </a:lnTo>
                  <a:lnTo>
                    <a:pt x="1145" y="1241"/>
                  </a:lnTo>
                  <a:lnTo>
                    <a:pt x="1106" y="1163"/>
                  </a:lnTo>
                  <a:lnTo>
                    <a:pt x="1028" y="1086"/>
                  </a:lnTo>
                  <a:lnTo>
                    <a:pt x="951" y="1027"/>
                  </a:lnTo>
                  <a:lnTo>
                    <a:pt x="873" y="989"/>
                  </a:lnTo>
                  <a:lnTo>
                    <a:pt x="699" y="911"/>
                  </a:lnTo>
                  <a:lnTo>
                    <a:pt x="699" y="368"/>
                  </a:lnTo>
                  <a:lnTo>
                    <a:pt x="815" y="388"/>
                  </a:lnTo>
                  <a:lnTo>
                    <a:pt x="912" y="427"/>
                  </a:lnTo>
                  <a:lnTo>
                    <a:pt x="970" y="446"/>
                  </a:lnTo>
                  <a:lnTo>
                    <a:pt x="1028" y="465"/>
                  </a:lnTo>
                  <a:lnTo>
                    <a:pt x="1067" y="446"/>
                  </a:lnTo>
                  <a:lnTo>
                    <a:pt x="1106" y="407"/>
                  </a:lnTo>
                  <a:lnTo>
                    <a:pt x="1125" y="368"/>
                  </a:lnTo>
                  <a:lnTo>
                    <a:pt x="1145" y="310"/>
                  </a:lnTo>
                  <a:lnTo>
                    <a:pt x="1125" y="271"/>
                  </a:lnTo>
                  <a:lnTo>
                    <a:pt x="1106" y="233"/>
                  </a:lnTo>
                  <a:lnTo>
                    <a:pt x="1048" y="194"/>
                  </a:lnTo>
                  <a:lnTo>
                    <a:pt x="989" y="175"/>
                  </a:lnTo>
                  <a:lnTo>
                    <a:pt x="854" y="136"/>
                  </a:lnTo>
                  <a:lnTo>
                    <a:pt x="699" y="116"/>
                  </a:lnTo>
                  <a:lnTo>
                    <a:pt x="699" y="58"/>
                  </a:lnTo>
                  <a:lnTo>
                    <a:pt x="699" y="39"/>
                  </a:lnTo>
                  <a:lnTo>
                    <a:pt x="679" y="19"/>
                  </a:lnTo>
                  <a:lnTo>
                    <a:pt x="621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" name="Google Shape;1198;p32">
            <a:extLst>
              <a:ext uri="{FF2B5EF4-FFF2-40B4-BE49-F238E27FC236}">
                <a16:creationId xmlns:a16="http://schemas.microsoft.com/office/drawing/2014/main" id="{19325937-20B7-EB29-D96B-36084CF6A689}"/>
              </a:ext>
            </a:extLst>
          </p:cNvPr>
          <p:cNvSpPr/>
          <p:nvPr/>
        </p:nvSpPr>
        <p:spPr>
          <a:xfrm>
            <a:off x="2409825" y="2065090"/>
            <a:ext cx="5919387" cy="121021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err="1">
                <a:latin typeface="Times New Roman"/>
                <a:cs typeface="Times New Roman"/>
              </a:rPr>
              <a:t>Xác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định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đặc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điểm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có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nguy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cơ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rời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bỏ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cao</a:t>
            </a:r>
            <a:r>
              <a:rPr lang="en-US">
                <a:latin typeface="Times New Roman"/>
                <a:cs typeface="Times New Roman"/>
              </a:rPr>
              <a:t> </a:t>
            </a:r>
          </a:p>
          <a:p>
            <a:pPr marL="285750" indent="-285750" algn="just">
              <a:buFont typeface="Arial"/>
              <a:buChar char="•"/>
            </a:pPr>
            <a:r>
              <a:rPr lang="en-US" err="1">
                <a:latin typeface="Times New Roman"/>
                <a:cs typeface="Times New Roman"/>
              </a:rPr>
              <a:t>Yếu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tố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chính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dẫn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đến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rời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bỏ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có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nguy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cơ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rời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bỏ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cao</a:t>
            </a:r>
            <a:r>
              <a:rPr lang="en-US">
                <a:latin typeface="Times New Roman"/>
                <a:cs typeface="Times New Roman"/>
              </a:rPr>
              <a:t>.</a:t>
            </a:r>
          </a:p>
          <a:p>
            <a:pPr marL="285750" indent="-285750" algn="just">
              <a:buFont typeface="Arial"/>
              <a:buChar char="•"/>
            </a:pPr>
            <a:r>
              <a:rPr lang="en-US" err="1">
                <a:latin typeface="Times New Roman"/>
                <a:cs typeface="Times New Roman"/>
              </a:rPr>
              <a:t>Phân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tích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nhóm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để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có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chiến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lược</a:t>
            </a:r>
            <a:r>
              <a:rPr lang="en-US">
                <a:latin typeface="Times New Roman"/>
                <a:cs typeface="Times New Roman"/>
              </a:rPr>
              <a:t> can </a:t>
            </a:r>
            <a:r>
              <a:rPr lang="en-US" err="1">
                <a:latin typeface="Times New Roman"/>
                <a:cs typeface="Times New Roman"/>
              </a:rPr>
              <a:t>thiệp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phù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hợp</a:t>
            </a:r>
            <a:r>
              <a:rPr lang="en-US">
                <a:latin typeface="Times New Roman"/>
                <a:cs typeface="Times New Roman"/>
              </a:rPr>
              <a:t>.</a:t>
            </a:r>
          </a:p>
          <a:p>
            <a:pPr marL="285750" indent="-285750" algn="just">
              <a:buFont typeface="Arial"/>
              <a:buChar char="•"/>
            </a:pPr>
            <a:r>
              <a:rPr lang="en-US" err="1">
                <a:latin typeface="Times New Roman"/>
                <a:cs typeface="Times New Roman"/>
              </a:rPr>
              <a:t>Giải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pháp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giữ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chân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.</a:t>
            </a:r>
            <a:endParaRPr lang="en-US"/>
          </a:p>
        </p:txBody>
      </p:sp>
      <p:sp>
        <p:nvSpPr>
          <p:cNvPr id="71" name="Google Shape;1191;p32">
            <a:extLst>
              <a:ext uri="{FF2B5EF4-FFF2-40B4-BE49-F238E27FC236}">
                <a16:creationId xmlns:a16="http://schemas.microsoft.com/office/drawing/2014/main" id="{BB19CAE5-C820-86A5-E352-DDA55F9BD6B2}"/>
              </a:ext>
            </a:extLst>
          </p:cNvPr>
          <p:cNvSpPr txBox="1"/>
          <p:nvPr/>
        </p:nvSpPr>
        <p:spPr>
          <a:xfrm>
            <a:off x="295132" y="1609712"/>
            <a:ext cx="1145514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buSzPts val="1100"/>
            </a:pPr>
            <a:r>
              <a:rPr lang="en" sz="1800" b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Overview</a:t>
            </a:r>
          </a:p>
        </p:txBody>
      </p:sp>
      <p:sp>
        <p:nvSpPr>
          <p:cNvPr id="72" name="Google Shape;1191;p32">
            <a:extLst>
              <a:ext uri="{FF2B5EF4-FFF2-40B4-BE49-F238E27FC236}">
                <a16:creationId xmlns:a16="http://schemas.microsoft.com/office/drawing/2014/main" id="{583EAA1C-626B-9190-EC6D-3A411E5DD5D0}"/>
              </a:ext>
            </a:extLst>
          </p:cNvPr>
          <p:cNvSpPr txBox="1"/>
          <p:nvPr/>
        </p:nvSpPr>
        <p:spPr>
          <a:xfrm>
            <a:off x="909764" y="2914457"/>
            <a:ext cx="1145514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buSzPts val="1100"/>
            </a:pPr>
            <a:r>
              <a:rPr lang="en" sz="1800" b="1" err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Mục</a:t>
            </a:r>
            <a:r>
              <a:rPr lang="en" sz="1800" b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 </a:t>
            </a:r>
            <a:r>
              <a:rPr lang="en" sz="1800" b="1" err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đích</a:t>
            </a:r>
          </a:p>
        </p:txBody>
      </p:sp>
      <p:sp>
        <p:nvSpPr>
          <p:cNvPr id="73" name="Google Shape;1191;p32">
            <a:extLst>
              <a:ext uri="{FF2B5EF4-FFF2-40B4-BE49-F238E27FC236}">
                <a16:creationId xmlns:a16="http://schemas.microsoft.com/office/drawing/2014/main" id="{C4EC98D2-6C45-FF78-3EAE-64DFF4B3B9BF}"/>
              </a:ext>
            </a:extLst>
          </p:cNvPr>
          <p:cNvSpPr txBox="1"/>
          <p:nvPr/>
        </p:nvSpPr>
        <p:spPr>
          <a:xfrm>
            <a:off x="1696924" y="4348598"/>
            <a:ext cx="962203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buSzPts val="1100"/>
            </a:pPr>
            <a:r>
              <a:rPr lang="en" sz="1800" b="1" err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Về</a:t>
            </a:r>
            <a:r>
              <a:rPr lang="en" sz="1800" b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959070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>
          <a:extLst>
            <a:ext uri="{FF2B5EF4-FFF2-40B4-BE49-F238E27FC236}">
              <a16:creationId xmlns:a16="http://schemas.microsoft.com/office/drawing/2014/main" id="{58217570-FC78-BFA8-1A2A-57C91E1E8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28">
            <a:extLst>
              <a:ext uri="{FF2B5EF4-FFF2-40B4-BE49-F238E27FC236}">
                <a16:creationId xmlns:a16="http://schemas.microsoft.com/office/drawing/2014/main" id="{B53923FE-26DF-E02A-C8B2-5A6502A6BE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85500"/>
            <a:ext cx="8229600" cy="3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  <a:r>
              <a:rPr lang="vi-VN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fographics: overview</a:t>
            </a:r>
            <a:endParaRPr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9A15A-C51E-03DE-548D-DE213A567E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25" t="6931" r="8936" b="5377"/>
          <a:stretch>
            <a:fillRect/>
          </a:stretch>
        </p:blipFill>
        <p:spPr>
          <a:xfrm>
            <a:off x="467684" y="849163"/>
            <a:ext cx="3553221" cy="1011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7BF2F8-3CB7-2911-6CC2-8AB569722B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3" t="7315" r="5990" b="9512"/>
          <a:stretch>
            <a:fillRect/>
          </a:stretch>
        </p:blipFill>
        <p:spPr>
          <a:xfrm>
            <a:off x="475867" y="2165165"/>
            <a:ext cx="3545038" cy="949934"/>
          </a:xfrm>
          <a:prstGeom prst="rect">
            <a:avLst/>
          </a:prstGeom>
        </p:spPr>
      </p:pic>
      <p:sp>
        <p:nvSpPr>
          <p:cNvPr id="8" name="Google Shape;915;p28">
            <a:extLst>
              <a:ext uri="{FF2B5EF4-FFF2-40B4-BE49-F238E27FC236}">
                <a16:creationId xmlns:a16="http://schemas.microsoft.com/office/drawing/2014/main" id="{42B15616-5F2D-65C6-78FE-D60DDAC93051}"/>
              </a:ext>
            </a:extLst>
          </p:cNvPr>
          <p:cNvSpPr txBox="1"/>
          <p:nvPr/>
        </p:nvSpPr>
        <p:spPr>
          <a:xfrm flipH="1">
            <a:off x="466615" y="3417127"/>
            <a:ext cx="8217430" cy="1450166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Churn rate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khoảng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20%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Trung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bình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tài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khoản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của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khách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churn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cao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hơn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trung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bình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toàn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bộ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khách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đến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15%.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Tuổi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trung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bình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của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khách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churn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cao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hơn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trung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bình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toàn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khách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khoảng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5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tuổi</a:t>
            </a:r>
            <a:endParaRPr lang="en-IE">
              <a:solidFill>
                <a:schemeClr val="dk1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Không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có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sự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khác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biệt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lớn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trong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credit score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của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2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nhóm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khách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này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.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E" b="1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Kết</a:t>
            </a:r>
            <a:r>
              <a:rPr lang="en-IE" b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b="1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luận</a:t>
            </a:r>
            <a:r>
              <a:rPr lang="en-IE" b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: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nhóm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khách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churn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chủ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yếu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là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người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lớn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tuổi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giữ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nhiều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tiền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trong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tài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khoản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và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có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điểm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tín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nhiệm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thấp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hơn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không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đáng</a:t>
            </a:r>
            <a:r>
              <a:rPr lang="en-IE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  <a:r>
              <a:rPr lang="en-IE" err="1">
                <a:solidFill>
                  <a:schemeClr val="dk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kể</a:t>
            </a:r>
            <a:endParaRPr lang="en-IE" b="1">
              <a:solidFill>
                <a:schemeClr val="dk1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pic>
        <p:nvPicPr>
          <p:cNvPr id="2" name="Picture 1" descr="A graph of age distribution&#10;&#10;AI-generated content may be incorrect.">
            <a:extLst>
              <a:ext uri="{FF2B5EF4-FFF2-40B4-BE49-F238E27FC236}">
                <a16:creationId xmlns:a16="http://schemas.microsoft.com/office/drawing/2014/main" id="{FA33419A-723E-5DAF-0C74-0D0A4CC84F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68" t="1983" r="1390" b="157"/>
          <a:stretch>
            <a:fillRect/>
          </a:stretch>
        </p:blipFill>
        <p:spPr>
          <a:xfrm>
            <a:off x="4472168" y="849709"/>
            <a:ext cx="4177140" cy="2265619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8279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>
          <a:extLst>
            <a:ext uri="{FF2B5EF4-FFF2-40B4-BE49-F238E27FC236}">
              <a16:creationId xmlns:a16="http://schemas.microsoft.com/office/drawing/2014/main" id="{0553095D-40BA-A5D8-41D2-F8E944819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28">
            <a:extLst>
              <a:ext uri="{FF2B5EF4-FFF2-40B4-BE49-F238E27FC236}">
                <a16:creationId xmlns:a16="http://schemas.microsoft.com/office/drawing/2014/main" id="{B1C5D643-1326-79B0-43FF-0483C9B76A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4072"/>
            <a:ext cx="8229600" cy="3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  <a:r>
              <a:rPr lang="vi-VN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fographics: overview</a:t>
            </a:r>
            <a:endParaRPr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915;p28">
            <a:extLst>
              <a:ext uri="{FF2B5EF4-FFF2-40B4-BE49-F238E27FC236}">
                <a16:creationId xmlns:a16="http://schemas.microsoft.com/office/drawing/2014/main" id="{1E8BE7FC-4E00-231B-D78C-7B34ACC3D62E}"/>
              </a:ext>
            </a:extLst>
          </p:cNvPr>
          <p:cNvSpPr txBox="1"/>
          <p:nvPr/>
        </p:nvSpPr>
        <p:spPr>
          <a:xfrm flipH="1">
            <a:off x="808032" y="3240033"/>
            <a:ext cx="7513641" cy="147838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E" err="1">
                <a:latin typeface="Times New Roman"/>
                <a:ea typeface="Roboto"/>
                <a:cs typeface="Times New Roman"/>
              </a:rPr>
              <a:t>Đa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phần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khách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hàng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chỉ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mở</a:t>
            </a:r>
            <a:r>
              <a:rPr lang="en-IE">
                <a:latin typeface="Times New Roman"/>
                <a:ea typeface="Roboto"/>
                <a:cs typeface="Times New Roman"/>
              </a:rPr>
              <a:t> 1-2 </a:t>
            </a:r>
            <a:r>
              <a:rPr lang="en-IE" err="1">
                <a:latin typeface="Times New Roman"/>
                <a:ea typeface="Roboto"/>
                <a:cs typeface="Times New Roman"/>
              </a:rPr>
              <a:t>thẻ</a:t>
            </a:r>
            <a:r>
              <a:rPr lang="en-IE">
                <a:latin typeface="Times New Roman"/>
                <a:ea typeface="Roboto"/>
                <a:cs typeface="Times New Roman"/>
              </a:rPr>
              <a:t>. </a:t>
            </a:r>
            <a:r>
              <a:rPr lang="en-IE" err="1">
                <a:latin typeface="Times New Roman"/>
                <a:ea typeface="Roboto"/>
                <a:cs typeface="Times New Roman"/>
              </a:rPr>
              <a:t>Số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lượng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khách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mở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từ</a:t>
            </a:r>
            <a:r>
              <a:rPr lang="en-IE">
                <a:latin typeface="Times New Roman"/>
                <a:ea typeface="Roboto"/>
                <a:cs typeface="Times New Roman"/>
              </a:rPr>
              <a:t> 3 </a:t>
            </a:r>
            <a:r>
              <a:rPr lang="en-IE" err="1">
                <a:latin typeface="Times New Roman"/>
                <a:ea typeface="Roboto"/>
                <a:cs typeface="Times New Roman"/>
              </a:rPr>
              <a:t>thẻ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trở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lên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giảm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mạnh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từ</a:t>
            </a:r>
            <a:r>
              <a:rPr lang="en-IE">
                <a:latin typeface="Times New Roman"/>
                <a:ea typeface="Roboto"/>
                <a:cs typeface="Times New Roman"/>
              </a:rPr>
              <a:t> 4,6 </a:t>
            </a:r>
            <a:r>
              <a:rPr lang="en-IE" err="1">
                <a:latin typeface="Times New Roman"/>
                <a:ea typeface="Roboto"/>
                <a:cs typeface="Times New Roman"/>
              </a:rPr>
              <a:t>nghìn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xuống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chỉ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còn</a:t>
            </a:r>
            <a:r>
              <a:rPr lang="en-IE">
                <a:latin typeface="Times New Roman"/>
                <a:ea typeface="Roboto"/>
                <a:cs typeface="Times New Roman"/>
              </a:rPr>
              <a:t> 270 </a:t>
            </a:r>
            <a:r>
              <a:rPr lang="en-IE" err="1">
                <a:latin typeface="Times New Roman"/>
                <a:ea typeface="Roboto"/>
                <a:cs typeface="Times New Roman"/>
              </a:rPr>
              <a:t>cho</a:t>
            </a:r>
            <a:r>
              <a:rPr lang="en-IE">
                <a:latin typeface="Times New Roman"/>
                <a:ea typeface="Roboto"/>
                <a:cs typeface="Times New Roman"/>
              </a:rPr>
              <a:t> 3 </a:t>
            </a:r>
            <a:r>
              <a:rPr lang="en-IE" err="1">
                <a:latin typeface="Times New Roman"/>
                <a:ea typeface="Roboto"/>
                <a:cs typeface="Times New Roman"/>
              </a:rPr>
              <a:t>thẻ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và</a:t>
            </a:r>
            <a:r>
              <a:rPr lang="en-IE">
                <a:latin typeface="Times New Roman"/>
                <a:ea typeface="Roboto"/>
                <a:cs typeface="Times New Roman"/>
              </a:rPr>
              <a:t> 60 </a:t>
            </a:r>
            <a:r>
              <a:rPr lang="en-IE" err="1">
                <a:latin typeface="Times New Roman"/>
                <a:ea typeface="Roboto"/>
                <a:cs typeface="Times New Roman"/>
              </a:rPr>
              <a:t>người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cho</a:t>
            </a:r>
            <a:r>
              <a:rPr lang="en-IE">
                <a:latin typeface="Times New Roman"/>
                <a:ea typeface="Roboto"/>
                <a:cs typeface="Times New Roman"/>
              </a:rPr>
              <a:t> 4 </a:t>
            </a:r>
            <a:r>
              <a:rPr lang="en-IE" err="1">
                <a:latin typeface="Times New Roman"/>
                <a:ea typeface="Roboto"/>
                <a:cs typeface="Times New Roman"/>
              </a:rPr>
              <a:t>thẻ</a:t>
            </a:r>
            <a:r>
              <a:rPr lang="en-IE">
                <a:latin typeface="Times New Roman"/>
                <a:ea typeface="Roboto"/>
                <a:cs typeface="Times New Roman"/>
              </a:rPr>
              <a:t>. </a:t>
            </a:r>
            <a:r>
              <a:rPr lang="en-IE" err="1">
                <a:latin typeface="Times New Roman"/>
                <a:ea typeface="Roboto"/>
                <a:cs typeface="Times New Roman"/>
              </a:rPr>
              <a:t>Không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có</a:t>
            </a:r>
            <a:r>
              <a:rPr lang="en-IE">
                <a:latin typeface="Times New Roman"/>
                <a:ea typeface="Roboto"/>
                <a:cs typeface="Times New Roman"/>
              </a:rPr>
              <a:t> ai </a:t>
            </a:r>
            <a:r>
              <a:rPr lang="en-IE" err="1">
                <a:latin typeface="Times New Roman"/>
                <a:ea typeface="Roboto"/>
                <a:cs typeface="Times New Roman"/>
              </a:rPr>
              <a:t>mở</a:t>
            </a:r>
            <a:r>
              <a:rPr lang="en-IE">
                <a:latin typeface="Times New Roman"/>
                <a:ea typeface="Roboto"/>
                <a:cs typeface="Times New Roman"/>
              </a:rPr>
              <a:t> </a:t>
            </a:r>
            <a:r>
              <a:rPr lang="en-IE" err="1">
                <a:latin typeface="Times New Roman"/>
                <a:ea typeface="Roboto"/>
                <a:cs typeface="Times New Roman"/>
              </a:rPr>
              <a:t>từ</a:t>
            </a:r>
            <a:r>
              <a:rPr lang="en-IE">
                <a:latin typeface="Times New Roman"/>
                <a:ea typeface="Roboto"/>
                <a:cs typeface="Times New Roman"/>
              </a:rPr>
              <a:t> 5 </a:t>
            </a:r>
            <a:r>
              <a:rPr lang="en-IE" err="1">
                <a:latin typeface="Times New Roman"/>
                <a:ea typeface="Roboto"/>
                <a:cs typeface="Times New Roman"/>
              </a:rPr>
              <a:t>thẻ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trở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lên</a:t>
            </a:r>
            <a:r>
              <a:rPr lang="en-IE">
                <a:latin typeface="Times New Roman"/>
                <a:ea typeface="Roboto"/>
                <a:cs typeface="Times New Roman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E" err="1">
                <a:latin typeface="Times New Roman"/>
                <a:ea typeface="Roboto"/>
                <a:cs typeface="Times New Roman"/>
              </a:rPr>
              <a:t>Giữa</a:t>
            </a:r>
            <a:r>
              <a:rPr lang="en-IE">
                <a:latin typeface="Times New Roman"/>
                <a:ea typeface="Roboto"/>
                <a:cs typeface="Times New Roman"/>
              </a:rPr>
              <a:t> 3 </a:t>
            </a:r>
            <a:r>
              <a:rPr lang="en-IE" err="1">
                <a:latin typeface="Times New Roman"/>
                <a:ea typeface="Roboto"/>
                <a:cs typeface="Times New Roman"/>
              </a:rPr>
              <a:t>quốc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gia</a:t>
            </a:r>
            <a:r>
              <a:rPr lang="en-IE">
                <a:latin typeface="Times New Roman"/>
                <a:ea typeface="Roboto"/>
                <a:cs typeface="Times New Roman"/>
              </a:rPr>
              <a:t>, </a:t>
            </a:r>
            <a:r>
              <a:rPr lang="en-IE" err="1">
                <a:latin typeface="Times New Roman"/>
                <a:ea typeface="Roboto"/>
                <a:cs typeface="Times New Roman"/>
              </a:rPr>
              <a:t>không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có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sự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khác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biệt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về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thu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nhập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dự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đoán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nhưng</a:t>
            </a:r>
            <a:r>
              <a:rPr lang="en-IE">
                <a:latin typeface="Times New Roman"/>
                <a:ea typeface="Roboto"/>
                <a:cs typeface="Times New Roman"/>
              </a:rPr>
              <a:t> Đức </a:t>
            </a:r>
            <a:r>
              <a:rPr lang="en-IE" err="1">
                <a:latin typeface="Times New Roman"/>
                <a:ea typeface="Roboto"/>
                <a:cs typeface="Times New Roman"/>
              </a:rPr>
              <a:t>lại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có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số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dư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trung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bình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cao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nhất</a:t>
            </a:r>
            <a:r>
              <a:rPr lang="en-IE">
                <a:latin typeface="Times New Roman"/>
                <a:ea typeface="Roboto"/>
                <a:cs typeface="Times New Roman"/>
              </a:rPr>
              <a:t>, </a:t>
            </a:r>
            <a:r>
              <a:rPr lang="en-IE" err="1">
                <a:latin typeface="Times New Roman"/>
                <a:ea typeface="Roboto"/>
                <a:cs typeface="Times New Roman"/>
              </a:rPr>
              <a:t>gần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gấp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đôi</a:t>
            </a:r>
            <a:r>
              <a:rPr lang="en-IE">
                <a:latin typeface="Times New Roman"/>
                <a:ea typeface="Roboto"/>
                <a:cs typeface="Times New Roman"/>
              </a:rPr>
              <a:t> so </a:t>
            </a:r>
            <a:r>
              <a:rPr lang="en-IE" err="1">
                <a:latin typeface="Times New Roman"/>
                <a:ea typeface="Roboto"/>
                <a:cs typeface="Times New Roman"/>
              </a:rPr>
              <a:t>với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các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quốc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gia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còn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lại</a:t>
            </a:r>
            <a:r>
              <a:rPr lang="en-IE">
                <a:latin typeface="Times New Roman"/>
                <a:ea typeface="Roboto"/>
                <a:cs typeface="Times New Roman"/>
              </a:rPr>
              <a:t>.</a:t>
            </a:r>
            <a:endParaRPr lang="en-IE">
              <a:latin typeface="Times New Roman" panose="02020603050405020304" pitchFamily="18" charset="0"/>
              <a:ea typeface="Roboto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E" b="1" err="1">
                <a:latin typeface="Times New Roman"/>
                <a:ea typeface="Roboto"/>
                <a:cs typeface="Times New Roman"/>
              </a:rPr>
              <a:t>Kết</a:t>
            </a:r>
            <a:r>
              <a:rPr lang="en-IE" b="1">
                <a:latin typeface="Times New Roman"/>
                <a:ea typeface="Roboto"/>
                <a:cs typeface="Times New Roman"/>
              </a:rPr>
              <a:t> </a:t>
            </a:r>
            <a:r>
              <a:rPr lang="en-IE" b="1" err="1">
                <a:latin typeface="Times New Roman"/>
                <a:ea typeface="Roboto"/>
                <a:cs typeface="Times New Roman"/>
              </a:rPr>
              <a:t>luận</a:t>
            </a:r>
            <a:r>
              <a:rPr lang="en-IE">
                <a:latin typeface="Times New Roman"/>
                <a:ea typeface="Roboto"/>
                <a:cs typeface="Times New Roman"/>
              </a:rPr>
              <a:t>: </a:t>
            </a:r>
            <a:r>
              <a:rPr lang="en-IE" err="1">
                <a:latin typeface="Times New Roman"/>
                <a:ea typeface="Roboto"/>
                <a:cs typeface="Times New Roman"/>
              </a:rPr>
              <a:t>Nên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tập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trung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hơn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vào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đối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tượng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khách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hàng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là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người</a:t>
            </a:r>
            <a:r>
              <a:rPr lang="en-IE">
                <a:latin typeface="Times New Roman"/>
                <a:ea typeface="Roboto"/>
                <a:cs typeface="Times New Roman"/>
              </a:rPr>
              <a:t> Đức </a:t>
            </a:r>
            <a:r>
              <a:rPr lang="en-IE" err="1">
                <a:latin typeface="Times New Roman"/>
                <a:ea typeface="Roboto"/>
                <a:cs typeface="Times New Roman"/>
              </a:rPr>
              <a:t>vì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họ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có</a:t>
            </a:r>
            <a:r>
              <a:rPr lang="en-IE">
                <a:latin typeface="Times New Roman"/>
                <a:ea typeface="Roboto"/>
                <a:cs typeface="Times New Roman"/>
              </a:rPr>
              <a:t> xu </a:t>
            </a:r>
            <a:r>
              <a:rPr lang="en-IE" err="1">
                <a:latin typeface="Times New Roman"/>
                <a:ea typeface="Roboto"/>
                <a:cs typeface="Times New Roman"/>
              </a:rPr>
              <a:t>hướng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giữ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nhiều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tiền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nhất</a:t>
            </a:r>
            <a:r>
              <a:rPr lang="en-IE">
                <a:latin typeface="Times New Roman"/>
                <a:ea typeface="Roboto"/>
                <a:cs typeface="Times New Roman"/>
              </a:rPr>
              <a:t> </a:t>
            </a:r>
            <a:r>
              <a:rPr lang="en-IE" err="1">
                <a:latin typeface="Times New Roman"/>
                <a:ea typeface="Roboto"/>
                <a:cs typeface="Times New Roman"/>
              </a:rPr>
              <a:t>nên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có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nhu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cầu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tiêu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dùng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và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sử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dụng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thẻ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cao</a:t>
            </a:r>
            <a:r>
              <a:rPr lang="en-IE">
                <a:latin typeface="Times New Roman"/>
                <a:ea typeface="Roboto"/>
                <a:cs typeface="Times New Roman"/>
              </a:rPr>
              <a:t> </a:t>
            </a:r>
            <a:r>
              <a:rPr lang="en-IE" err="1">
                <a:latin typeface="Times New Roman"/>
                <a:ea typeface="Roboto"/>
                <a:cs typeface="Times New Roman"/>
              </a:rPr>
              <a:t>hơn</a:t>
            </a:r>
            <a:r>
              <a:rPr lang="en-IE">
                <a:latin typeface="Times New Roman"/>
                <a:ea typeface="Roboto"/>
                <a:cs typeface="Times New Roman"/>
              </a:rPr>
              <a:t>.</a:t>
            </a:r>
            <a:endParaRPr lang="en-IE">
              <a:latin typeface="Times New Roman" panose="02020603050405020304" pitchFamily="18" charset="0"/>
              <a:ea typeface="Roboto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31F423-4E49-71DC-32D9-4D398423B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19" y="837668"/>
            <a:ext cx="3762773" cy="2055392"/>
          </a:xfrm>
          <a:prstGeom prst="rect">
            <a:avLst/>
          </a:prstGeom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4A5375DA-53A1-1777-F883-AF9C30E26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475" y="836613"/>
            <a:ext cx="2995613" cy="204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583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32"/>
          <p:cNvSpPr/>
          <p:nvPr/>
        </p:nvSpPr>
        <p:spPr>
          <a:xfrm>
            <a:off x="457200" y="1030040"/>
            <a:ext cx="3974700" cy="11229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grpSp>
        <p:nvGrpSpPr>
          <p:cNvPr id="1190" name="Google Shape;1190;p32"/>
          <p:cNvGrpSpPr/>
          <p:nvPr/>
        </p:nvGrpSpPr>
        <p:grpSpPr>
          <a:xfrm>
            <a:off x="568710" y="1102910"/>
            <a:ext cx="3756037" cy="1048068"/>
            <a:chOff x="561090" y="1171490"/>
            <a:chExt cx="3756037" cy="1048068"/>
          </a:xfrm>
        </p:grpSpPr>
        <p:sp>
          <p:nvSpPr>
            <p:cNvPr id="1191" name="Google Shape;1191;p32"/>
            <p:cNvSpPr txBox="1"/>
            <p:nvPr/>
          </p:nvSpPr>
          <p:spPr>
            <a:xfrm>
              <a:off x="566626" y="1171490"/>
              <a:ext cx="1328825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>
                <a:buSzPts val="1100"/>
              </a:pPr>
              <a:r>
                <a:rPr lang="en" sz="1800" b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Age group</a:t>
              </a:r>
            </a:p>
          </p:txBody>
        </p:sp>
        <p:sp>
          <p:nvSpPr>
            <p:cNvPr id="1192" name="Google Shape;1192;p32"/>
            <p:cNvSpPr txBox="1"/>
            <p:nvPr/>
          </p:nvSpPr>
          <p:spPr>
            <a:xfrm>
              <a:off x="561090" y="1438031"/>
              <a:ext cx="3756037" cy="7815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just"/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Nhóm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trẻ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từ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18-25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và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26-35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là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ít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rời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bỏ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nhất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trong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khi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nhóm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trưởng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thành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hơn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là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46-55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và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56-65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lại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rời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bỏ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rất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nhiều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,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với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mức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cao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nhất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là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50%</a:t>
              </a:r>
            </a:p>
          </p:txBody>
        </p:sp>
      </p:grpSp>
      <p:sp>
        <p:nvSpPr>
          <p:cNvPr id="1193" name="Google Shape;1193;p32"/>
          <p:cNvSpPr/>
          <p:nvPr/>
        </p:nvSpPr>
        <p:spPr>
          <a:xfrm>
            <a:off x="457200" y="2325440"/>
            <a:ext cx="3974700" cy="11229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grpSp>
        <p:nvGrpSpPr>
          <p:cNvPr id="1195" name="Google Shape;1195;p32"/>
          <p:cNvGrpSpPr/>
          <p:nvPr/>
        </p:nvGrpSpPr>
        <p:grpSpPr>
          <a:xfrm>
            <a:off x="574881" y="2398310"/>
            <a:ext cx="3749574" cy="767008"/>
            <a:chOff x="582501" y="2466890"/>
            <a:chExt cx="3749574" cy="767008"/>
          </a:xfrm>
        </p:grpSpPr>
        <p:sp>
          <p:nvSpPr>
            <p:cNvPr id="1196" name="Google Shape;1196;p32"/>
            <p:cNvSpPr txBox="1"/>
            <p:nvPr/>
          </p:nvSpPr>
          <p:spPr>
            <a:xfrm>
              <a:off x="582501" y="2466890"/>
              <a:ext cx="25512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>
                <a:buClr>
                  <a:schemeClr val="dk1"/>
                </a:buClr>
                <a:buSzPts val="1100"/>
              </a:pPr>
              <a:r>
                <a:rPr lang="en" sz="1800" b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Credit score</a:t>
              </a:r>
            </a:p>
          </p:txBody>
        </p:sp>
        <p:sp>
          <p:nvSpPr>
            <p:cNvPr id="1197" name="Google Shape;1197;p32"/>
            <p:cNvSpPr txBox="1"/>
            <p:nvPr/>
          </p:nvSpPr>
          <p:spPr>
            <a:xfrm>
              <a:off x="582777" y="2679798"/>
              <a:ext cx="3749298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just"/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Xu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hướng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chung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là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điểm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tín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nhiệm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càng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cao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thì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tỉ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lệ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rời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bỏ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càng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thấp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với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tỉ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lệ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cao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nhất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là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57.6% ở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nhóm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credit score 300-499</a:t>
              </a:r>
            </a:p>
          </p:txBody>
        </p:sp>
      </p:grpSp>
      <p:sp>
        <p:nvSpPr>
          <p:cNvPr id="1198" name="Google Shape;1198;p32"/>
          <p:cNvSpPr/>
          <p:nvPr/>
        </p:nvSpPr>
        <p:spPr>
          <a:xfrm>
            <a:off x="457200" y="3620840"/>
            <a:ext cx="3974700" cy="11229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grpSp>
        <p:nvGrpSpPr>
          <p:cNvPr id="1200" name="Google Shape;1200;p32"/>
          <p:cNvGrpSpPr/>
          <p:nvPr/>
        </p:nvGrpSpPr>
        <p:grpSpPr>
          <a:xfrm>
            <a:off x="574864" y="3693710"/>
            <a:ext cx="3683942" cy="1148007"/>
            <a:chOff x="574864" y="3762290"/>
            <a:chExt cx="3683942" cy="1148007"/>
          </a:xfrm>
        </p:grpSpPr>
        <p:sp>
          <p:nvSpPr>
            <p:cNvPr id="1201" name="Google Shape;1201;p32"/>
            <p:cNvSpPr txBox="1"/>
            <p:nvPr/>
          </p:nvSpPr>
          <p:spPr>
            <a:xfrm>
              <a:off x="575174" y="3762290"/>
              <a:ext cx="25512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>
                <a:buClr>
                  <a:schemeClr val="dk1"/>
                </a:buClr>
                <a:buSzPts val="1100"/>
              </a:pP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Kết</a:t>
              </a:r>
              <a:r>
                <a:rPr lang="en" sz="1800" b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 </a:t>
              </a: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luận</a:t>
              </a:r>
            </a:p>
          </p:txBody>
        </p:sp>
        <p:sp>
          <p:nvSpPr>
            <p:cNvPr id="1202" name="Google Shape;1202;p32"/>
            <p:cNvSpPr txBox="1"/>
            <p:nvPr/>
          </p:nvSpPr>
          <p:spPr>
            <a:xfrm>
              <a:off x="574864" y="3975198"/>
              <a:ext cx="3683942" cy="935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just"/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Khách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hàng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càng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trẻ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và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càng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có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điểm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credit score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cao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thì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càng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trung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thành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với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ngân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hàng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và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tuổi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tác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là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yếu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tố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ảnh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hưởng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nhất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đến</a:t>
              </a:r>
              <a:r>
                <a:rPr lang="en">
                  <a:solidFill>
                    <a:schemeClr val="dk1"/>
                  </a:solidFill>
                  <a:latin typeface="Times New Roman"/>
                  <a:ea typeface="Roboto"/>
                  <a:cs typeface="Times New Roman"/>
                </a:rPr>
                <a:t> churn rate.</a:t>
              </a:r>
            </a:p>
          </p:txBody>
        </p:sp>
      </p:grpSp>
      <p:pic>
        <p:nvPicPr>
          <p:cNvPr id="2" name="Picture 1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24C018CF-4554-B3E4-AAA3-FF7BA3F69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146" y="1249680"/>
            <a:ext cx="3987967" cy="3276600"/>
          </a:xfrm>
          <a:prstGeom prst="rect">
            <a:avLst/>
          </a:prstGeom>
        </p:spPr>
      </p:pic>
      <p:sp>
        <p:nvSpPr>
          <p:cNvPr id="4" name="Google Shape;909;p28">
            <a:extLst>
              <a:ext uri="{FF2B5EF4-FFF2-40B4-BE49-F238E27FC236}">
                <a16:creationId xmlns:a16="http://schemas.microsoft.com/office/drawing/2014/main" id="{78604280-AC8D-DF92-C0AA-D738E34F2443}"/>
              </a:ext>
            </a:extLst>
          </p:cNvPr>
          <p:cNvSpPr txBox="1">
            <a:spLocks/>
          </p:cNvSpPr>
          <p:nvPr/>
        </p:nvSpPr>
        <p:spPr>
          <a:xfrm>
            <a:off x="320040" y="38710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Fira Sans Extra Condensed SemiBold"/>
              <a:buNone/>
              <a:defRPr sz="30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en-US">
                <a:latin typeface="Times New Roman"/>
                <a:cs typeface="Times New Roman"/>
              </a:rPr>
              <a:t>Customer infographics: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6">
          <a:extLst>
            <a:ext uri="{FF2B5EF4-FFF2-40B4-BE49-F238E27FC236}">
              <a16:creationId xmlns:a16="http://schemas.microsoft.com/office/drawing/2014/main" id="{17CF4530-1CE2-9B4B-2248-133B91A3F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09;p28">
            <a:extLst>
              <a:ext uri="{FF2B5EF4-FFF2-40B4-BE49-F238E27FC236}">
                <a16:creationId xmlns:a16="http://schemas.microsoft.com/office/drawing/2014/main" id="{643A333C-9DD0-8D0B-F1EF-A5C01641A1B9}"/>
              </a:ext>
            </a:extLst>
          </p:cNvPr>
          <p:cNvSpPr txBox="1">
            <a:spLocks/>
          </p:cNvSpPr>
          <p:nvPr/>
        </p:nvSpPr>
        <p:spPr>
          <a:xfrm>
            <a:off x="402286" y="197354"/>
            <a:ext cx="8338283" cy="50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Fira Sans Extra Condensed SemiBold"/>
              <a:buNone/>
              <a:defRPr sz="30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en-US">
                <a:latin typeface="Times New Roman"/>
                <a:cs typeface="Times New Roman"/>
              </a:rPr>
              <a:t>Country distribution and gender</a:t>
            </a: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4FD34BDD-3E7A-1028-D8BC-4A3C722E8F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73" r="1754" b="241"/>
          <a:stretch>
            <a:fillRect/>
          </a:stretch>
        </p:blipFill>
        <p:spPr>
          <a:xfrm>
            <a:off x="5074930" y="2851329"/>
            <a:ext cx="3327121" cy="2093282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D6276E9-C125-0570-9A29-2DD6BED290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92" r="-124" b="160"/>
          <a:stretch>
            <a:fillRect/>
          </a:stretch>
        </p:blipFill>
        <p:spPr>
          <a:xfrm>
            <a:off x="734077" y="2852198"/>
            <a:ext cx="3326614" cy="2088155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  <p:sp>
        <p:nvSpPr>
          <p:cNvPr id="5" name="Google Shape;915;p28">
            <a:extLst>
              <a:ext uri="{FF2B5EF4-FFF2-40B4-BE49-F238E27FC236}">
                <a16:creationId xmlns:a16="http://schemas.microsoft.com/office/drawing/2014/main" id="{6E92A162-761E-622D-8EC3-8389BDAB13A0}"/>
              </a:ext>
            </a:extLst>
          </p:cNvPr>
          <p:cNvSpPr txBox="1"/>
          <p:nvPr/>
        </p:nvSpPr>
        <p:spPr>
          <a:xfrm flipH="1">
            <a:off x="737694" y="830941"/>
            <a:ext cx="7671901" cy="1840826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E" err="1">
                <a:latin typeface="Times New Roman"/>
                <a:ea typeface="Roboto"/>
                <a:cs typeface="Times New Roman"/>
              </a:rPr>
              <a:t>Dữ</a:t>
            </a:r>
            <a:r>
              <a:rPr lang="en-IE">
                <a:latin typeface="Times New Roman"/>
                <a:ea typeface="Roboto"/>
                <a:cs typeface="Times New Roman"/>
              </a:rPr>
              <a:t> </a:t>
            </a:r>
            <a:r>
              <a:rPr lang="en-US" err="1">
                <a:latin typeface="Times New Roman"/>
                <a:ea typeface="Roboto"/>
                <a:cs typeface="Times New Roman"/>
              </a:rPr>
              <a:t>liệu</a:t>
            </a:r>
            <a:r>
              <a:rPr lang="en-US">
                <a:latin typeface="Times New Roman"/>
                <a:ea typeface="Roboto"/>
                <a:cs typeface="Times New Roman"/>
              </a:rPr>
              <a:t> </a:t>
            </a:r>
            <a:r>
              <a:rPr lang="en-US" err="1">
                <a:latin typeface="Times New Roman"/>
                <a:ea typeface="Roboto"/>
                <a:cs typeface="Times New Roman"/>
              </a:rPr>
              <a:t>của</a:t>
            </a:r>
            <a:r>
              <a:rPr lang="en-US">
                <a:latin typeface="Times New Roman"/>
                <a:ea typeface="Roboto"/>
                <a:cs typeface="Times New Roman"/>
              </a:rPr>
              <a:t> </a:t>
            </a:r>
            <a:r>
              <a:rPr lang="en-US" err="1">
                <a:latin typeface="Times New Roman"/>
                <a:ea typeface="Roboto"/>
                <a:cs typeface="Times New Roman"/>
              </a:rPr>
              <a:t>ngân</a:t>
            </a:r>
            <a:r>
              <a:rPr lang="en-US">
                <a:latin typeface="Times New Roman"/>
                <a:ea typeface="Roboto"/>
                <a:cs typeface="Times New Roman"/>
              </a:rPr>
              <a:t> </a:t>
            </a:r>
            <a:r>
              <a:rPr lang="en-US" err="1">
                <a:latin typeface="Times New Roman"/>
                <a:ea typeface="Roboto"/>
                <a:cs typeface="Times New Roman"/>
              </a:rPr>
              <a:t>hàng</a:t>
            </a:r>
            <a:r>
              <a:rPr lang="en-US">
                <a:latin typeface="Times New Roman"/>
                <a:ea typeface="Roboto"/>
                <a:cs typeface="Times New Roman"/>
              </a:rPr>
              <a:t> </a:t>
            </a:r>
            <a:r>
              <a:rPr lang="en-US" err="1">
                <a:latin typeface="Times New Roman"/>
                <a:ea typeface="Roboto"/>
                <a:cs typeface="Times New Roman"/>
              </a:rPr>
              <a:t>được</a:t>
            </a:r>
            <a:r>
              <a:rPr lang="en-US">
                <a:latin typeface="Times New Roman"/>
                <a:ea typeface="Roboto"/>
                <a:cs typeface="Times New Roman"/>
              </a:rPr>
              <a:t> </a:t>
            </a:r>
            <a:r>
              <a:rPr lang="en-US" err="1">
                <a:latin typeface="Times New Roman"/>
                <a:ea typeface="Roboto"/>
                <a:cs typeface="Times New Roman"/>
              </a:rPr>
              <a:t>thu</a:t>
            </a:r>
            <a:r>
              <a:rPr lang="en-US">
                <a:latin typeface="Times New Roman"/>
                <a:ea typeface="Roboto"/>
                <a:cs typeface="Times New Roman"/>
              </a:rPr>
              <a:t> </a:t>
            </a:r>
            <a:r>
              <a:rPr lang="en-US" err="1">
                <a:latin typeface="Times New Roman"/>
                <a:ea typeface="Roboto"/>
                <a:cs typeface="Times New Roman"/>
              </a:rPr>
              <a:t>thập</a:t>
            </a:r>
            <a:r>
              <a:rPr lang="en-US">
                <a:latin typeface="Times New Roman"/>
                <a:ea typeface="Roboto"/>
                <a:cs typeface="Times New Roman"/>
              </a:rPr>
              <a:t> </a:t>
            </a:r>
            <a:r>
              <a:rPr lang="en-US" err="1">
                <a:latin typeface="Times New Roman"/>
                <a:ea typeface="Roboto"/>
                <a:cs typeface="Times New Roman"/>
              </a:rPr>
              <a:t>và</a:t>
            </a:r>
            <a:r>
              <a:rPr lang="en-US">
                <a:latin typeface="Times New Roman"/>
                <a:ea typeface="Roboto"/>
                <a:cs typeface="Times New Roman"/>
              </a:rPr>
              <a:t> </a:t>
            </a:r>
            <a:r>
              <a:rPr lang="en-US" err="1">
                <a:latin typeface="Times New Roman"/>
                <a:ea typeface="Roboto"/>
                <a:cs typeface="Times New Roman"/>
              </a:rPr>
              <a:t>điều</a:t>
            </a:r>
            <a:r>
              <a:rPr lang="en-US">
                <a:latin typeface="Times New Roman"/>
                <a:ea typeface="Roboto"/>
                <a:cs typeface="Times New Roman"/>
              </a:rPr>
              <a:t> </a:t>
            </a:r>
            <a:r>
              <a:rPr lang="en-US" err="1">
                <a:latin typeface="Times New Roman"/>
                <a:ea typeface="Roboto"/>
                <a:cs typeface="Times New Roman"/>
              </a:rPr>
              <a:t>tra</a:t>
            </a:r>
            <a:r>
              <a:rPr lang="en-US">
                <a:latin typeface="Times New Roman"/>
                <a:ea typeface="Roboto"/>
                <a:cs typeface="Times New Roman"/>
              </a:rPr>
              <a:t> </a:t>
            </a:r>
            <a:r>
              <a:rPr lang="en-US" err="1">
                <a:latin typeface="Times New Roman"/>
                <a:ea typeface="Roboto"/>
                <a:cs typeface="Times New Roman"/>
              </a:rPr>
              <a:t>tại</a:t>
            </a:r>
            <a:r>
              <a:rPr lang="en-US">
                <a:latin typeface="Times New Roman"/>
                <a:ea typeface="Roboto"/>
                <a:cs typeface="Times New Roman"/>
              </a:rPr>
              <a:t> 3 </a:t>
            </a:r>
            <a:r>
              <a:rPr lang="en-US" err="1">
                <a:latin typeface="Times New Roman"/>
                <a:ea typeface="Roboto"/>
                <a:cs typeface="Times New Roman"/>
              </a:rPr>
              <a:t>nước</a:t>
            </a:r>
            <a:r>
              <a:rPr lang="en-US">
                <a:latin typeface="Times New Roman"/>
                <a:ea typeface="Roboto"/>
                <a:cs typeface="Times New Roman"/>
              </a:rPr>
              <a:t> </a:t>
            </a:r>
            <a:r>
              <a:rPr lang="en-US" err="1">
                <a:latin typeface="Times New Roman"/>
                <a:ea typeface="Roboto"/>
                <a:cs typeface="Times New Roman"/>
              </a:rPr>
              <a:t>là</a:t>
            </a:r>
            <a:r>
              <a:rPr lang="en-US">
                <a:latin typeface="Times New Roman"/>
                <a:ea typeface="Roboto"/>
                <a:cs typeface="Times New Roman"/>
              </a:rPr>
              <a:t> Pháp, Đức </a:t>
            </a:r>
            <a:r>
              <a:rPr lang="en-US" err="1">
                <a:latin typeface="Times New Roman"/>
                <a:ea typeface="Roboto"/>
                <a:cs typeface="Times New Roman"/>
              </a:rPr>
              <a:t>và</a:t>
            </a:r>
            <a:r>
              <a:rPr lang="en-US">
                <a:latin typeface="Times New Roman"/>
                <a:ea typeface="Roboto"/>
                <a:cs typeface="Times New Roman"/>
              </a:rPr>
              <a:t> Tây Ban Nha.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ea typeface="Roboto"/>
                <a:cs typeface="Times New Roman"/>
              </a:rPr>
              <a:t>Trong </a:t>
            </a:r>
            <a:r>
              <a:rPr lang="en-US" err="1">
                <a:latin typeface="Times New Roman"/>
                <a:ea typeface="Roboto"/>
                <a:cs typeface="Times New Roman"/>
              </a:rPr>
              <a:t>đó</a:t>
            </a:r>
            <a:r>
              <a:rPr lang="en-US">
                <a:latin typeface="Times New Roman"/>
                <a:ea typeface="Roboto"/>
                <a:cs typeface="Times New Roman"/>
              </a:rPr>
              <a:t>, Đức </a:t>
            </a:r>
            <a:r>
              <a:rPr lang="en-US" err="1">
                <a:latin typeface="Times New Roman"/>
                <a:ea typeface="Roboto"/>
                <a:cs typeface="Times New Roman"/>
              </a:rPr>
              <a:t>là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quốc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gia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có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tổng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tỷ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lệ</a:t>
            </a:r>
            <a:r>
              <a:rPr lang="en-US">
                <a:latin typeface="Times New Roman"/>
                <a:ea typeface="Roboto"/>
                <a:cs typeface="Times New Roman"/>
              </a:rPr>
              <a:t> </a:t>
            </a:r>
            <a:r>
              <a:rPr lang="en-US" err="1">
                <a:latin typeface="Times New Roman"/>
                <a:ea typeface="Roboto"/>
                <a:cs typeface="Times New Roman"/>
              </a:rPr>
              <a:t>rời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bỏ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cao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nhất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trong</a:t>
            </a:r>
            <a:r>
              <a:rPr lang="en-US">
                <a:latin typeface="Times New Roman"/>
                <a:ea typeface="Roboto"/>
                <a:cs typeface="Times New Roman"/>
              </a:rPr>
              <a:t> 3 </a:t>
            </a:r>
            <a:r>
              <a:rPr lang="en-US" err="1">
                <a:latin typeface="Times New Roman"/>
                <a:ea typeface="Roboto"/>
                <a:cs typeface="Times New Roman"/>
              </a:rPr>
              <a:t>nước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và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có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cả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tỉ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lệ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nam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nữ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riêng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rời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bỏ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cao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nhất</a:t>
            </a:r>
            <a:r>
              <a:rPr lang="en-US">
                <a:latin typeface="Times New Roman"/>
                <a:ea typeface="Roboto"/>
                <a:cs typeface="Times New Roman"/>
              </a:rPr>
              <a:t>. Tuy </a:t>
            </a:r>
            <a:r>
              <a:rPr lang="en-US" err="1">
                <a:latin typeface="Times New Roman"/>
                <a:ea typeface="Roboto"/>
                <a:cs typeface="Times New Roman"/>
              </a:rPr>
              <a:t>nhiên</a:t>
            </a:r>
            <a:r>
              <a:rPr lang="en-US">
                <a:latin typeface="Times New Roman"/>
                <a:ea typeface="Roboto"/>
                <a:cs typeface="Times New Roman"/>
              </a:rPr>
              <a:t>, </a:t>
            </a:r>
            <a:r>
              <a:rPr lang="en-US" err="1">
                <a:latin typeface="Times New Roman"/>
                <a:ea typeface="Roboto"/>
                <a:cs typeface="Times New Roman"/>
              </a:rPr>
              <a:t>đây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cũng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là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quốc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gia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có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trung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bình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giá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trị</a:t>
            </a:r>
            <a:r>
              <a:rPr lang="en-US">
                <a:latin typeface="Times New Roman"/>
                <a:ea typeface="Roboto"/>
                <a:cs typeface="Times New Roman"/>
              </a:rPr>
              <a:t> </a:t>
            </a:r>
            <a:r>
              <a:rPr lang="en-US" err="1">
                <a:latin typeface="Times New Roman"/>
                <a:ea typeface="Roboto"/>
                <a:cs typeface="Times New Roman"/>
              </a:rPr>
              <a:t>số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dư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cao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nhất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nên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việc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nhóm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khách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hàng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này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rời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bỏ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nhiều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chứng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tỏ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ngân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hàng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chưa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có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cách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xử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lý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đúng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đối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với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nhóm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khách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hàng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chất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lượng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cao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này</a:t>
            </a:r>
            <a:r>
              <a:rPr lang="en-US">
                <a:latin typeface="Times New Roman"/>
                <a:ea typeface="Roboto"/>
                <a:cs typeface="Times New Roman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b="1" err="1">
                <a:latin typeface="Times New Roman"/>
                <a:ea typeface="Roboto"/>
                <a:cs typeface="Times New Roman"/>
              </a:rPr>
              <a:t>Kết</a:t>
            </a:r>
            <a:r>
              <a:rPr lang="en-US" b="1">
                <a:latin typeface="Times New Roman"/>
                <a:ea typeface="Roboto"/>
                <a:cs typeface="Times New Roman"/>
              </a:rPr>
              <a:t> </a:t>
            </a:r>
            <a:r>
              <a:rPr lang="en-US" b="1" err="1">
                <a:latin typeface="Times New Roman"/>
                <a:ea typeface="Roboto"/>
                <a:cs typeface="Times New Roman"/>
              </a:rPr>
              <a:t>luận</a:t>
            </a:r>
            <a:r>
              <a:rPr lang="en-US" b="1">
                <a:latin typeface="Times New Roman"/>
                <a:ea typeface="Roboto"/>
                <a:cs typeface="Times New Roman"/>
              </a:rPr>
              <a:t>: </a:t>
            </a:r>
            <a:r>
              <a:rPr lang="en-US" err="1">
                <a:latin typeface="Times New Roman"/>
                <a:ea typeface="Roboto"/>
                <a:cs typeface="Times New Roman"/>
              </a:rPr>
              <a:t>Cần</a:t>
            </a:r>
            <a:r>
              <a:rPr lang="en-US">
                <a:latin typeface="Times New Roman"/>
                <a:ea typeface="Roboto"/>
                <a:cs typeface="Times New Roman"/>
              </a:rPr>
              <a:t> </a:t>
            </a:r>
            <a:r>
              <a:rPr lang="en-US" err="1">
                <a:latin typeface="Times New Roman"/>
                <a:ea typeface="Roboto"/>
                <a:cs typeface="Times New Roman"/>
              </a:rPr>
              <a:t>tập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trung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nhiều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hơn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vào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các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kế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hoạch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thu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hút</a:t>
            </a:r>
            <a:r>
              <a:rPr lang="en-US">
                <a:latin typeface="Times New Roman"/>
                <a:ea typeface="Roboto"/>
                <a:cs typeface="Times New Roman"/>
              </a:rPr>
              <a:t>, </a:t>
            </a:r>
            <a:r>
              <a:rPr lang="en-US" err="1">
                <a:latin typeface="Times New Roman"/>
                <a:ea typeface="Roboto"/>
                <a:cs typeface="Times New Roman"/>
              </a:rPr>
              <a:t>duy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trì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nhóm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khách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hàng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lớn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và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chất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lượng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nhất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là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dân</a:t>
            </a:r>
            <a:r>
              <a:rPr lang="en-US">
                <a:latin typeface="Times New Roman"/>
                <a:ea typeface="Roboto"/>
                <a:cs typeface="Times New Roman"/>
              </a:rPr>
              <a:t> Đức </a:t>
            </a:r>
            <a:r>
              <a:rPr lang="en-US" err="1">
                <a:latin typeface="Times New Roman"/>
                <a:ea typeface="Roboto"/>
                <a:cs typeface="Times New Roman"/>
              </a:rPr>
              <a:t>khi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họ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có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tiềm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năng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lớn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nhưng</a:t>
            </a:r>
            <a:r>
              <a:rPr lang="en-US">
                <a:latin typeface="Times New Roman"/>
                <a:ea typeface="Roboto"/>
                <a:cs typeface="Times New Roman"/>
              </a:rPr>
              <a:t> </a:t>
            </a:r>
            <a:r>
              <a:rPr lang="en-US" err="1">
                <a:latin typeface="Times New Roman"/>
                <a:ea typeface="Roboto"/>
                <a:cs typeface="Times New Roman"/>
              </a:rPr>
              <a:t>tỉ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lệ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rời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bỏ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cao</a:t>
            </a:r>
            <a:r>
              <a:rPr lang="en-US">
                <a:latin typeface="Times New Roman"/>
                <a:ea typeface="Roboto"/>
                <a:cs typeface="Times New Roman"/>
              </a:rPr>
              <a:t>. </a:t>
            </a:r>
            <a:r>
              <a:rPr lang="en-US" b="1">
                <a:latin typeface="Times New Roman"/>
                <a:ea typeface="Roboto"/>
                <a:cs typeface="Times New Roman"/>
              </a:rPr>
              <a:t>Nguyên </a:t>
            </a:r>
            <a:r>
              <a:rPr lang="en-US" b="1" err="1">
                <a:latin typeface="Times New Roman"/>
                <a:ea typeface="Roboto"/>
                <a:cs typeface="Times New Roman"/>
              </a:rPr>
              <a:t>nhân</a:t>
            </a:r>
            <a:r>
              <a:rPr lang="en-US" b="1">
                <a:latin typeface="Times New Roman"/>
                <a:ea typeface="Roboto"/>
                <a:cs typeface="Times New Roman"/>
              </a:rPr>
              <a:t> </a:t>
            </a:r>
            <a:r>
              <a:rPr lang="en-US" err="1">
                <a:latin typeface="Times New Roman"/>
                <a:ea typeface="Roboto"/>
                <a:cs typeface="Times New Roman"/>
              </a:rPr>
              <a:t>có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thể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err="1">
                <a:latin typeface="Times New Roman"/>
                <a:ea typeface="Roboto"/>
                <a:cs typeface="Times New Roman"/>
              </a:rPr>
              <a:t>là</a:t>
            </a:r>
            <a:r>
              <a:rPr lang="en-US">
                <a:latin typeface="Times New Roman"/>
                <a:ea typeface="Roboto"/>
                <a:cs typeface="Times New Roman"/>
              </a:rPr>
              <a:t> do </a:t>
            </a:r>
            <a:r>
              <a:rPr lang="en-US" err="1">
                <a:latin typeface="Times New Roman"/>
                <a:ea typeface="Roboto"/>
                <a:cs typeface="Times New Roman"/>
              </a:rPr>
              <a:t>các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b="1" err="1">
                <a:latin typeface="Times New Roman"/>
                <a:ea typeface="Roboto"/>
                <a:cs typeface="Times New Roman"/>
              </a:rPr>
              <a:t>ưu</a:t>
            </a:r>
            <a:r>
              <a:rPr lang="en-US" b="1">
                <a:latin typeface="Times New Roman"/>
                <a:ea typeface="Roboto"/>
                <a:cs typeface="Times New Roman"/>
              </a:rPr>
              <a:t> </a:t>
            </a:r>
            <a:r>
              <a:rPr lang="en-US" b="1" err="1">
                <a:latin typeface="Times New Roman"/>
                <a:ea typeface="Roboto"/>
                <a:cs typeface="Times New Roman"/>
              </a:rPr>
              <a:t>đãi</a:t>
            </a:r>
            <a:r>
              <a:rPr lang="en-US" b="1">
                <a:latin typeface="Times New Roman"/>
                <a:ea typeface="Roboto"/>
                <a:cs typeface="Times New Roman"/>
              </a:rPr>
              <a:t> </a:t>
            </a:r>
            <a:r>
              <a:rPr lang="en-US" b="1" err="1">
                <a:latin typeface="Times New Roman"/>
                <a:ea typeface="Roboto"/>
                <a:cs typeface="Times New Roman"/>
              </a:rPr>
              <a:t>của</a:t>
            </a:r>
            <a:r>
              <a:rPr lang="en-US" b="1">
                <a:latin typeface="Times New Roman"/>
                <a:ea typeface="Roboto"/>
                <a:cs typeface="Times New Roman"/>
              </a:rPr>
              <a:t> </a:t>
            </a:r>
            <a:r>
              <a:rPr lang="en-US" b="1" err="1">
                <a:latin typeface="Times New Roman"/>
                <a:ea typeface="Roboto"/>
                <a:cs typeface="Times New Roman"/>
              </a:rPr>
              <a:t>ngân</a:t>
            </a:r>
            <a:r>
              <a:rPr lang="en-US" b="1">
                <a:latin typeface="Times New Roman"/>
                <a:ea typeface="Roboto"/>
                <a:cs typeface="Times New Roman"/>
              </a:rPr>
              <a:t> </a:t>
            </a:r>
            <a:r>
              <a:rPr lang="en-US" b="1" err="1">
                <a:latin typeface="Times New Roman"/>
                <a:ea typeface="Roboto"/>
                <a:cs typeface="Times New Roman"/>
              </a:rPr>
              <a:t>hàng</a:t>
            </a:r>
            <a:r>
              <a:rPr lang="en-US">
                <a:latin typeface="Times New Roman"/>
                <a:ea typeface="Roboto"/>
                <a:cs typeface="Times New Roman"/>
              </a:rPr>
              <a:t> </a:t>
            </a:r>
            <a:r>
              <a:rPr lang="en-US" b="1" err="1">
                <a:latin typeface="Times New Roman"/>
                <a:ea typeface="Roboto"/>
                <a:cs typeface="Times New Roman"/>
              </a:rPr>
              <a:t>khác</a:t>
            </a:r>
            <a:r>
              <a:rPr lang="en-US" b="1">
                <a:latin typeface="Times New Roman"/>
                <a:ea typeface="Roboto"/>
                <a:cs typeface="Times New Roman"/>
              </a:rPr>
              <a:t> </a:t>
            </a:r>
            <a:r>
              <a:rPr lang="en-US" b="1" err="1">
                <a:latin typeface="Times New Roman"/>
                <a:ea typeface="Roboto"/>
                <a:cs typeface="Times New Roman"/>
              </a:rPr>
              <a:t>cạnh</a:t>
            </a:r>
            <a:r>
              <a:rPr lang="en-US" b="1">
                <a:latin typeface="Times New Roman"/>
                <a:ea typeface="Roboto"/>
                <a:cs typeface="Times New Roman"/>
              </a:rPr>
              <a:t> </a:t>
            </a:r>
            <a:r>
              <a:rPr lang="en-US" b="1" err="1">
                <a:latin typeface="Times New Roman"/>
                <a:ea typeface="Roboto"/>
                <a:cs typeface="Times New Roman"/>
              </a:rPr>
              <a:t>tranh</a:t>
            </a:r>
            <a:r>
              <a:rPr lang="en-US" b="1">
                <a:latin typeface="Times New Roman"/>
                <a:ea typeface="Roboto"/>
                <a:cs typeface="Times New Roman"/>
              </a:rPr>
              <a:t> </a:t>
            </a:r>
            <a:r>
              <a:rPr lang="en-US" b="1" err="1">
                <a:latin typeface="Times New Roman"/>
                <a:ea typeface="Roboto"/>
                <a:cs typeface="Times New Roman"/>
              </a:rPr>
              <a:t>hơn</a:t>
            </a:r>
            <a:r>
              <a:rPr lang="en-US">
                <a:latin typeface="Times New Roman"/>
                <a:ea typeface="Roboto"/>
                <a:cs typeface="Times New Roman"/>
              </a:rPr>
              <a:t>.</a:t>
            </a:r>
            <a:endParaRPr lang="en-US">
              <a:latin typeface="Times New Roman" panose="02020603050405020304" pitchFamily="18" charset="0"/>
              <a:ea typeface="Roboto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227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>
          <a:extLst>
            <a:ext uri="{FF2B5EF4-FFF2-40B4-BE49-F238E27FC236}">
              <a16:creationId xmlns:a16="http://schemas.microsoft.com/office/drawing/2014/main" id="{9F0A7108-B6AF-077B-0930-9D890EA19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09;p28">
            <a:extLst>
              <a:ext uri="{FF2B5EF4-FFF2-40B4-BE49-F238E27FC236}">
                <a16:creationId xmlns:a16="http://schemas.microsoft.com/office/drawing/2014/main" id="{71417CAE-4028-2F2F-9810-4444A1CE19EE}"/>
              </a:ext>
            </a:extLst>
          </p:cNvPr>
          <p:cNvSpPr txBox="1">
            <a:spLocks/>
          </p:cNvSpPr>
          <p:nvPr/>
        </p:nvSpPr>
        <p:spPr>
          <a:xfrm>
            <a:off x="1231593" y="149418"/>
            <a:ext cx="3898541" cy="37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Fira Sans Extra Condensed SemiBold"/>
              <a:buNone/>
              <a:defRPr sz="30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en-US">
                <a:latin typeface="Times New Roman"/>
                <a:cs typeface="Times New Roman"/>
              </a:rPr>
              <a:t>Years using the service</a:t>
            </a:r>
          </a:p>
        </p:txBody>
      </p:sp>
      <p:pic>
        <p:nvPicPr>
          <p:cNvPr id="2" name="Picture 1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19BC7F15-F973-3772-2C80-D45B601CA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379" y="255822"/>
            <a:ext cx="2677991" cy="2143891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635D59-ED30-EA49-C0E3-14E2448C0F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0" r="-211" b="2383"/>
          <a:stretch>
            <a:fillRect/>
          </a:stretch>
        </p:blipFill>
        <p:spPr>
          <a:xfrm>
            <a:off x="6251968" y="2685499"/>
            <a:ext cx="2679695" cy="2258354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FCA11EB1-181C-1EC1-1F73-2DEDCC54168D}"/>
              </a:ext>
            </a:extLst>
          </p:cNvPr>
          <p:cNvGrpSpPr/>
          <p:nvPr/>
        </p:nvGrpSpPr>
        <p:grpSpPr>
          <a:xfrm>
            <a:off x="382215" y="661956"/>
            <a:ext cx="5604110" cy="1287569"/>
            <a:chOff x="382215" y="661956"/>
            <a:chExt cx="5604110" cy="1287569"/>
          </a:xfrm>
        </p:grpSpPr>
        <p:sp>
          <p:nvSpPr>
            <p:cNvPr id="7" name="Google Shape;1187;p32">
              <a:extLst>
                <a:ext uri="{FF2B5EF4-FFF2-40B4-BE49-F238E27FC236}">
                  <a16:creationId xmlns:a16="http://schemas.microsoft.com/office/drawing/2014/main" id="{F9493CD2-3EE1-0584-4BA1-0D22751BEDEF}"/>
                </a:ext>
              </a:extLst>
            </p:cNvPr>
            <p:cNvSpPr/>
            <p:nvPr/>
          </p:nvSpPr>
          <p:spPr>
            <a:xfrm>
              <a:off x="384125" y="661956"/>
              <a:ext cx="5602200" cy="1287569"/>
            </a:xfrm>
            <a:prstGeom prst="rect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en-US">
                <a:latin typeface="Times New Roman"/>
                <a:cs typeface="Times New Roman"/>
              </a:endParaRPr>
            </a:p>
            <a:p>
              <a:pPr algn="just"/>
              <a:r>
                <a:rPr lang="en-US" err="1">
                  <a:latin typeface="Times New Roman"/>
                  <a:cs typeface="Times New Roman"/>
                </a:rPr>
                <a:t>Tỉ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lệ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khách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hàng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rời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đi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cao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nhất</a:t>
              </a:r>
              <a:r>
                <a:rPr lang="en-US">
                  <a:latin typeface="Times New Roman"/>
                  <a:cs typeface="Times New Roman"/>
                </a:rPr>
                <a:t> - </a:t>
              </a:r>
              <a:r>
                <a:rPr lang="en-US" err="1">
                  <a:latin typeface="Times New Roman"/>
                  <a:cs typeface="Times New Roman"/>
                </a:rPr>
                <a:t>đạt</a:t>
              </a:r>
              <a:r>
                <a:rPr lang="en-US">
                  <a:latin typeface="Times New Roman"/>
                  <a:cs typeface="Times New Roman"/>
                </a:rPr>
                <a:t> 25.3%. Nguyên </a:t>
              </a:r>
              <a:r>
                <a:rPr lang="en-US" err="1">
                  <a:latin typeface="Times New Roman"/>
                  <a:cs typeface="Times New Roman"/>
                </a:rPr>
                <a:t>nhân</a:t>
              </a:r>
              <a:r>
                <a:rPr lang="en-US">
                  <a:latin typeface="Times New Roman"/>
                  <a:cs typeface="Times New Roman"/>
                </a:rPr>
                <a:t> do </a:t>
              </a:r>
              <a:r>
                <a:rPr lang="en-US" err="1">
                  <a:latin typeface="Times New Roman"/>
                  <a:cs typeface="Times New Roman"/>
                </a:rPr>
                <a:t>họ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chưa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thực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sự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gắn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kết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và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dễ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dàng</a:t>
              </a:r>
              <a:r>
                <a:rPr lang="en-US">
                  <a:latin typeface="Times New Roman"/>
                  <a:cs typeface="Times New Roman"/>
                </a:rPr>
                <a:t> </a:t>
              </a:r>
              <a:r>
                <a:rPr lang="en-US" err="1">
                  <a:latin typeface="Times New Roman"/>
                  <a:cs typeface="Times New Roman"/>
                </a:rPr>
                <a:t>đổi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ngân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hàng</a:t>
              </a:r>
              <a:r>
                <a:rPr lang="en-US">
                  <a:latin typeface="Times New Roman"/>
                  <a:cs typeface="Times New Roman"/>
                </a:rPr>
                <a:t>. </a:t>
              </a:r>
              <a:r>
                <a:rPr lang="en-US" err="1">
                  <a:latin typeface="Times New Roman"/>
                  <a:cs typeface="Times New Roman"/>
                </a:rPr>
                <a:t>Nhóm</a:t>
              </a:r>
              <a:r>
                <a:rPr lang="en-US">
                  <a:latin typeface="Times New Roman"/>
                  <a:cs typeface="Times New Roman"/>
                </a:rPr>
                <a:t> Inactive </a:t>
              </a:r>
              <a:r>
                <a:rPr lang="en-US" err="1">
                  <a:latin typeface="Times New Roman"/>
                  <a:cs typeface="Times New Roman"/>
                </a:rPr>
                <a:t>chiếm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đến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gần</a:t>
              </a:r>
              <a:r>
                <a:rPr lang="en-US">
                  <a:latin typeface="Times New Roman"/>
                  <a:cs typeface="Times New Roman"/>
                </a:rPr>
                <a:t> 30% </a:t>
              </a:r>
              <a:r>
                <a:rPr lang="en-US" err="1">
                  <a:latin typeface="Times New Roman"/>
                  <a:cs typeface="Times New Roman"/>
                </a:rPr>
                <a:t>tổng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khách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hàng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và</a:t>
              </a:r>
              <a:r>
                <a:rPr lang="en-US">
                  <a:latin typeface="Times New Roman"/>
                  <a:cs typeface="Times New Roman"/>
                </a:rPr>
                <a:t> </a:t>
              </a:r>
              <a:r>
                <a:rPr lang="en-US" err="1">
                  <a:latin typeface="Times New Roman"/>
                  <a:cs typeface="Times New Roman"/>
                </a:rPr>
                <a:t>nhóm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này</a:t>
              </a:r>
              <a:r>
                <a:rPr lang="en-US">
                  <a:latin typeface="Times New Roman"/>
                  <a:cs typeface="Times New Roman"/>
                </a:rPr>
                <a:t> </a:t>
              </a:r>
              <a:r>
                <a:rPr lang="en-US" err="1">
                  <a:latin typeface="Times New Roman"/>
                  <a:cs typeface="Times New Roman"/>
                </a:rPr>
                <a:t>cũng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chiếm</a:t>
              </a:r>
              <a:r>
                <a:rPr lang="en-US">
                  <a:latin typeface="Times New Roman"/>
                  <a:cs typeface="Times New Roman"/>
                </a:rPr>
                <a:t> 36% </a:t>
              </a:r>
              <a:r>
                <a:rPr lang="en-US" err="1">
                  <a:latin typeface="Times New Roman"/>
                  <a:cs typeface="Times New Roman"/>
                </a:rPr>
                <a:t>trong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tổng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số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khách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hàng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rời</a:t>
              </a:r>
              <a:r>
                <a:rPr lang="en-US">
                  <a:latin typeface="Times New Roman"/>
                  <a:cs typeface="Times New Roman"/>
                </a:rPr>
                <a:t> </a:t>
              </a:r>
              <a:r>
                <a:rPr lang="en-US" err="1">
                  <a:latin typeface="Times New Roman"/>
                  <a:cs typeface="Times New Roman"/>
                </a:rPr>
                <a:t>đi</a:t>
              </a:r>
              <a:endParaRPr lang="en-US" err="1"/>
            </a:p>
          </p:txBody>
        </p:sp>
        <p:sp>
          <p:nvSpPr>
            <p:cNvPr id="9" name="Google Shape;1191;p32">
              <a:extLst>
                <a:ext uri="{FF2B5EF4-FFF2-40B4-BE49-F238E27FC236}">
                  <a16:creationId xmlns:a16="http://schemas.microsoft.com/office/drawing/2014/main" id="{5A1DB429-A719-4A2A-89B8-57BA5524572E}"/>
                </a:ext>
              </a:extLst>
            </p:cNvPr>
            <p:cNvSpPr txBox="1"/>
            <p:nvPr/>
          </p:nvSpPr>
          <p:spPr>
            <a:xfrm>
              <a:off x="382215" y="727703"/>
              <a:ext cx="3076942" cy="2393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>
                <a:buSzPts val="1100"/>
              </a:pPr>
              <a:r>
                <a:rPr lang="en" sz="1800" b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Year 1: Nguy </a:t>
              </a: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cơ</a:t>
              </a:r>
              <a:r>
                <a:rPr lang="en" sz="1800" b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 </a:t>
              </a: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cao</a:t>
              </a:r>
              <a:r>
                <a:rPr lang="en" sz="1800" b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 </a:t>
              </a: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nhất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D69CED8-712E-623C-95D1-A37A59C09058}"/>
              </a:ext>
            </a:extLst>
          </p:cNvPr>
          <p:cNvGrpSpPr/>
          <p:nvPr/>
        </p:nvGrpSpPr>
        <p:grpSpPr>
          <a:xfrm>
            <a:off x="382849" y="2046646"/>
            <a:ext cx="5613162" cy="1216370"/>
            <a:chOff x="363476" y="2288806"/>
            <a:chExt cx="5603476" cy="1158252"/>
          </a:xfrm>
        </p:grpSpPr>
        <p:sp>
          <p:nvSpPr>
            <p:cNvPr id="13" name="Google Shape;1193;p32">
              <a:extLst>
                <a:ext uri="{FF2B5EF4-FFF2-40B4-BE49-F238E27FC236}">
                  <a16:creationId xmlns:a16="http://schemas.microsoft.com/office/drawing/2014/main" id="{1D079A55-5A13-2B77-86C7-AC568B050147}"/>
                </a:ext>
              </a:extLst>
            </p:cNvPr>
            <p:cNvSpPr/>
            <p:nvPr/>
          </p:nvSpPr>
          <p:spPr>
            <a:xfrm>
              <a:off x="364752" y="2288806"/>
              <a:ext cx="5602200" cy="1158252"/>
            </a:xfrm>
            <a:prstGeom prst="rect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en-US">
                <a:latin typeface="Times New Roman"/>
                <a:cs typeface="Times New Roman"/>
              </a:endParaRPr>
            </a:p>
            <a:p>
              <a:pPr algn="just"/>
              <a:r>
                <a:rPr lang="en-US" err="1">
                  <a:latin typeface="Times New Roman"/>
                  <a:cs typeface="Times New Roman"/>
                </a:rPr>
                <a:t>Tỉ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lệ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khách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hàng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rời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đi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thấp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nhất</a:t>
              </a:r>
              <a:r>
                <a:rPr lang="en-US">
                  <a:latin typeface="Times New Roman"/>
                  <a:cs typeface="Times New Roman"/>
                </a:rPr>
                <a:t>, </a:t>
              </a:r>
              <a:r>
                <a:rPr lang="en-US" err="1">
                  <a:latin typeface="Times New Roman"/>
                  <a:cs typeface="Times New Roman"/>
                </a:rPr>
                <a:t>chỉ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khoảng</a:t>
              </a:r>
              <a:r>
                <a:rPr lang="en-US">
                  <a:latin typeface="Times New Roman"/>
                  <a:cs typeface="Times New Roman"/>
                </a:rPr>
                <a:t> 18-19% do </a:t>
              </a:r>
              <a:r>
                <a:rPr lang="en-US" err="1">
                  <a:latin typeface="Times New Roman"/>
                  <a:cs typeface="Times New Roman"/>
                </a:rPr>
                <a:t>khách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hàng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đã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gắn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bó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đủ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lâu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và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hài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lòng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với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dịch</a:t>
              </a:r>
              <a:r>
                <a:rPr lang="en-US">
                  <a:latin typeface="Times New Roman"/>
                  <a:cs typeface="Times New Roman"/>
                </a:rPr>
                <a:t> </a:t>
              </a:r>
              <a:r>
                <a:rPr lang="en-US" err="1">
                  <a:latin typeface="Times New Roman"/>
                  <a:cs typeface="Times New Roman"/>
                </a:rPr>
                <a:t>vụ</a:t>
              </a:r>
              <a:r>
                <a:rPr lang="en-US">
                  <a:latin typeface="Times New Roman"/>
                  <a:cs typeface="Times New Roman"/>
                </a:rPr>
                <a:t>. </a:t>
              </a:r>
              <a:r>
                <a:rPr lang="en-US" err="1">
                  <a:latin typeface="Times New Roman"/>
                  <a:cs typeface="Times New Roman"/>
                </a:rPr>
                <a:t>Nhóm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này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chiếm</a:t>
              </a:r>
              <a:r>
                <a:rPr lang="en-US">
                  <a:latin typeface="Times New Roman"/>
                  <a:cs typeface="Times New Roman"/>
                </a:rPr>
                <a:t> </a:t>
              </a:r>
              <a:r>
                <a:rPr lang="en-US" err="1">
                  <a:latin typeface="Times New Roman"/>
                  <a:cs typeface="Times New Roman"/>
                </a:rPr>
                <a:t>tỉ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lệ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cao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nhất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là</a:t>
              </a:r>
              <a:r>
                <a:rPr lang="en-US">
                  <a:latin typeface="Times New Roman"/>
                  <a:cs typeface="Times New Roman"/>
                </a:rPr>
                <a:t> 60% </a:t>
              </a:r>
              <a:r>
                <a:rPr lang="en-US" err="1">
                  <a:latin typeface="Times New Roman"/>
                  <a:cs typeface="Times New Roman"/>
                </a:rPr>
                <a:t>tổng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số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khách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khàng</a:t>
              </a:r>
              <a:r>
                <a:rPr lang="en-US">
                  <a:latin typeface="Times New Roman"/>
                  <a:cs typeface="Times New Roman"/>
                </a:rPr>
                <a:t>.</a:t>
              </a:r>
            </a:p>
          </p:txBody>
        </p:sp>
        <p:sp>
          <p:nvSpPr>
            <p:cNvPr id="15" name="Google Shape;1196;p32">
              <a:extLst>
                <a:ext uri="{FF2B5EF4-FFF2-40B4-BE49-F238E27FC236}">
                  <a16:creationId xmlns:a16="http://schemas.microsoft.com/office/drawing/2014/main" id="{9DD2EB1D-C203-3A4C-8C79-AEDBDB55774C}"/>
                </a:ext>
              </a:extLst>
            </p:cNvPr>
            <p:cNvSpPr txBox="1"/>
            <p:nvPr/>
          </p:nvSpPr>
          <p:spPr>
            <a:xfrm>
              <a:off x="363476" y="2331074"/>
              <a:ext cx="2223429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>
                <a:buClr>
                  <a:schemeClr val="dk1"/>
                </a:buClr>
                <a:buSzPts val="1100"/>
              </a:pPr>
              <a:r>
                <a:rPr lang="en" sz="1800" b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Year 3 – 8: </a:t>
              </a: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Ổn</a:t>
              </a:r>
              <a:r>
                <a:rPr lang="en" sz="1800" b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 </a:t>
              </a: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định</a:t>
              </a:r>
            </a:p>
          </p:txBody>
        </p:sp>
      </p:grpSp>
      <p:sp>
        <p:nvSpPr>
          <p:cNvPr id="19" name="Google Shape;1198;p32">
            <a:extLst>
              <a:ext uri="{FF2B5EF4-FFF2-40B4-BE49-F238E27FC236}">
                <a16:creationId xmlns:a16="http://schemas.microsoft.com/office/drawing/2014/main" id="{4FE4E0E2-9A9B-9F2A-897A-F1736C85CEAC}"/>
              </a:ext>
            </a:extLst>
          </p:cNvPr>
          <p:cNvSpPr/>
          <p:nvPr/>
        </p:nvSpPr>
        <p:spPr>
          <a:xfrm>
            <a:off x="384124" y="3378680"/>
            <a:ext cx="5611886" cy="1558788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endParaRPr lang="en-US">
              <a:latin typeface="Times New Roman"/>
              <a:cs typeface="Times New Roman"/>
            </a:endParaRPr>
          </a:p>
          <a:p>
            <a:pPr algn="just"/>
            <a:r>
              <a:rPr lang="en-US">
                <a:latin typeface="Times New Roman"/>
                <a:cs typeface="Times New Roman"/>
              </a:rPr>
              <a:t>Trong </a:t>
            </a:r>
            <a:r>
              <a:rPr lang="en-US" err="1">
                <a:latin typeface="Times New Roman"/>
                <a:cs typeface="Times New Roman"/>
              </a:rPr>
              <a:t>giai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đoạn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từ</a:t>
            </a:r>
            <a:r>
              <a:rPr lang="en-US">
                <a:latin typeface="Times New Roman"/>
                <a:cs typeface="Times New Roman"/>
              </a:rPr>
              <a:t> 9-10 </a:t>
            </a:r>
            <a:r>
              <a:rPr lang="en-US" err="1">
                <a:latin typeface="Times New Roman"/>
                <a:cs typeface="Times New Roman"/>
              </a:rPr>
              <a:t>năm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thì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tỷ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lệ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rời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tăng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lên</a:t>
            </a:r>
            <a:r>
              <a:rPr lang="en-US">
                <a:latin typeface="Times New Roman"/>
                <a:cs typeface="Times New Roman"/>
              </a:rPr>
              <a:t> 21.5%. Nguyên </a:t>
            </a:r>
            <a:r>
              <a:rPr lang="en-US" err="1">
                <a:latin typeface="Times New Roman"/>
                <a:cs typeface="Times New Roman"/>
              </a:rPr>
              <a:t>nhân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có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thể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là</a:t>
            </a:r>
            <a:r>
              <a:rPr lang="en-US">
                <a:latin typeface="Times New Roman"/>
                <a:cs typeface="Times New Roman"/>
              </a:rPr>
              <a:t> do </a:t>
            </a:r>
            <a:r>
              <a:rPr lang="en-US" err="1">
                <a:latin typeface="Times New Roman"/>
                <a:cs typeface="Times New Roman"/>
              </a:rPr>
              <a:t>họ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tìm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được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ưu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đãi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tốt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hơn</a:t>
            </a:r>
            <a:r>
              <a:rPr lang="en-US">
                <a:latin typeface="Times New Roman"/>
                <a:cs typeface="Times New Roman"/>
              </a:rPr>
              <a:t> ở </a:t>
            </a:r>
            <a:r>
              <a:rPr lang="en-US" err="1">
                <a:latin typeface="Times New Roman"/>
                <a:cs typeface="Times New Roman"/>
              </a:rPr>
              <a:t>ngân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nhưng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chủ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yếu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là</a:t>
            </a:r>
            <a:r>
              <a:rPr lang="en-US">
                <a:latin typeface="Times New Roman"/>
                <a:cs typeface="Times New Roman"/>
              </a:rPr>
              <a:t> do </a:t>
            </a:r>
            <a:r>
              <a:rPr lang="en-US" err="1">
                <a:latin typeface="Times New Roman"/>
                <a:cs typeface="Times New Roman"/>
              </a:rPr>
              <a:t>thay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đổi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trong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cầu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sử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dụng</a:t>
            </a:r>
            <a:r>
              <a:rPr lang="en-US">
                <a:latin typeface="Times New Roman"/>
                <a:cs typeface="Times New Roman"/>
              </a:rPr>
              <a:t>. </a:t>
            </a:r>
            <a:r>
              <a:rPr lang="en-US" err="1">
                <a:latin typeface="Times New Roman"/>
                <a:cs typeface="Times New Roman"/>
              </a:rPr>
              <a:t>Nhóm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này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chiềm</a:t>
            </a:r>
            <a:r>
              <a:rPr lang="en-US">
                <a:latin typeface="Times New Roman"/>
                <a:cs typeface="Times New Roman"/>
              </a:rPr>
              <a:t> 11% </a:t>
            </a:r>
            <a:r>
              <a:rPr lang="en-US" err="1">
                <a:latin typeface="Times New Roman"/>
                <a:cs typeface="Times New Roman"/>
              </a:rPr>
              <a:t>tổng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số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. </a:t>
            </a:r>
            <a:r>
              <a:rPr lang="en-US" err="1">
                <a:latin typeface="Times New Roman"/>
                <a:cs typeface="Times New Roman"/>
              </a:rPr>
              <a:t>Vậy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nên</a:t>
            </a:r>
            <a:r>
              <a:rPr lang="en-US">
                <a:latin typeface="Times New Roman"/>
                <a:cs typeface="Times New Roman"/>
              </a:rPr>
              <a:t>, </a:t>
            </a:r>
            <a:r>
              <a:rPr lang="en-US" b="1" err="1">
                <a:latin typeface="Times New Roman"/>
                <a:cs typeface="Times New Roman"/>
              </a:rPr>
              <a:t>ngân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hàng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nên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tập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trung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vào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ưu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đãi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phù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hợp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hơn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về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lứa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tuổi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cho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nhóm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khách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hàng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lâu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năm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này</a:t>
            </a:r>
            <a:r>
              <a:rPr lang="en-US">
                <a:latin typeface="Times New Roman"/>
                <a:cs typeface="Times New Roman"/>
              </a:rPr>
              <a:t>.</a:t>
            </a:r>
            <a:endParaRPr lang="en-US"/>
          </a:p>
        </p:txBody>
      </p:sp>
      <p:sp>
        <p:nvSpPr>
          <p:cNvPr id="21" name="Google Shape;1201;p32">
            <a:extLst>
              <a:ext uri="{FF2B5EF4-FFF2-40B4-BE49-F238E27FC236}">
                <a16:creationId xmlns:a16="http://schemas.microsoft.com/office/drawing/2014/main" id="{6056C72A-125A-3C3E-872B-79BD4F788600}"/>
              </a:ext>
            </a:extLst>
          </p:cNvPr>
          <p:cNvSpPr txBox="1"/>
          <p:nvPr/>
        </p:nvSpPr>
        <p:spPr>
          <a:xfrm>
            <a:off x="382066" y="3383031"/>
            <a:ext cx="2509178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buClr>
                <a:schemeClr val="dk1"/>
              </a:buClr>
              <a:buSzPts val="1100"/>
            </a:pPr>
            <a:r>
              <a:rPr lang="en" sz="1800" b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Since year 9 : </a:t>
            </a:r>
            <a:r>
              <a:rPr lang="en" sz="1800" b="1" err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Tăng</a:t>
            </a:r>
            <a:r>
              <a:rPr lang="en" sz="1800" b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 </a:t>
            </a:r>
            <a:r>
              <a:rPr lang="en" sz="1800" b="1" err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nhẹ</a:t>
            </a:r>
            <a:endParaRPr lang="en" sz="1800" b="1">
              <a:solidFill>
                <a:schemeClr val="dk1"/>
              </a:solidFill>
              <a:latin typeface="Times New Roman"/>
              <a:ea typeface="Fira Sans Extra Condensed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6301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>
          <a:extLst>
            <a:ext uri="{FF2B5EF4-FFF2-40B4-BE49-F238E27FC236}">
              <a16:creationId xmlns:a16="http://schemas.microsoft.com/office/drawing/2014/main" id="{E12B5086-8969-8E71-437E-907B026A8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09;p28">
            <a:extLst>
              <a:ext uri="{FF2B5EF4-FFF2-40B4-BE49-F238E27FC236}">
                <a16:creationId xmlns:a16="http://schemas.microsoft.com/office/drawing/2014/main" id="{A6F77ACF-C222-64C3-92F8-3CB3F61D88B3}"/>
              </a:ext>
            </a:extLst>
          </p:cNvPr>
          <p:cNvSpPr txBox="1">
            <a:spLocks/>
          </p:cNvSpPr>
          <p:nvPr/>
        </p:nvSpPr>
        <p:spPr>
          <a:xfrm>
            <a:off x="197354" y="156455"/>
            <a:ext cx="5645090" cy="50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Fira Sans Extra Condensed SemiBold"/>
              <a:buNone/>
              <a:defRPr sz="30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en-US">
                <a:latin typeface="Times New Roman"/>
                <a:cs typeface="Times New Roman"/>
              </a:rPr>
              <a:t>Number of products</a:t>
            </a:r>
          </a:p>
        </p:txBody>
      </p:sp>
      <p:pic>
        <p:nvPicPr>
          <p:cNvPr id="4" name="Picture 3" descr="A graph with green and blue bars&#10;&#10;AI-generated content may be incorrect.">
            <a:extLst>
              <a:ext uri="{FF2B5EF4-FFF2-40B4-BE49-F238E27FC236}">
                <a16:creationId xmlns:a16="http://schemas.microsoft.com/office/drawing/2014/main" id="{F6EE1CD7-F201-0D0E-7551-F8DBBC47D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526" y="279550"/>
            <a:ext cx="2754501" cy="2007395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  <p:pic>
        <p:nvPicPr>
          <p:cNvPr id="6" name="Picture 5" descr="A chart with numbers and a circle&#10;&#10;AI-generated content may be incorrect.">
            <a:extLst>
              <a:ext uri="{FF2B5EF4-FFF2-40B4-BE49-F238E27FC236}">
                <a16:creationId xmlns:a16="http://schemas.microsoft.com/office/drawing/2014/main" id="{A943F6FC-EE2C-88C2-A069-7DF96E168A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063" t="325" r="1042" b="-189"/>
          <a:stretch>
            <a:fillRect/>
          </a:stretch>
        </p:blipFill>
        <p:spPr>
          <a:xfrm>
            <a:off x="6164056" y="2460321"/>
            <a:ext cx="2747187" cy="2407561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  <p:sp>
        <p:nvSpPr>
          <p:cNvPr id="10" name="Google Shape;1187;p32">
            <a:extLst>
              <a:ext uri="{FF2B5EF4-FFF2-40B4-BE49-F238E27FC236}">
                <a16:creationId xmlns:a16="http://schemas.microsoft.com/office/drawing/2014/main" id="{5B7069B1-DA39-8F43-14BD-8390A3BDA513}"/>
              </a:ext>
            </a:extLst>
          </p:cNvPr>
          <p:cNvSpPr/>
          <p:nvPr/>
        </p:nvSpPr>
        <p:spPr>
          <a:xfrm>
            <a:off x="215040" y="720074"/>
            <a:ext cx="5727943" cy="1064782"/>
          </a:xfrm>
          <a:prstGeom prst="rect">
            <a:avLst/>
          </a:prstGeom>
          <a:noFill/>
          <a:ln w="19050" cap="flat" cmpd="sng">
            <a:solidFill>
              <a:schemeClr val="accent5">
                <a:lumMod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endParaRPr lang="en-US">
              <a:latin typeface="Times New Roman"/>
              <a:cs typeface="Times New Roman"/>
            </a:endParaRPr>
          </a:p>
          <a:p>
            <a:pPr algn="just"/>
            <a:r>
              <a:rPr lang="en-US" err="1">
                <a:latin typeface="Times New Roman"/>
                <a:cs typeface="Times New Roman"/>
              </a:rPr>
              <a:t>Tỉ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lệ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rời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là</a:t>
            </a:r>
            <a:r>
              <a:rPr lang="en-US">
                <a:latin typeface="Times New Roman"/>
                <a:cs typeface="Times New Roman"/>
              </a:rPr>
              <a:t> 28% - </a:t>
            </a:r>
            <a:r>
              <a:rPr lang="en-US" err="1">
                <a:latin typeface="Times New Roman"/>
                <a:cs typeface="Times New Roman"/>
              </a:rPr>
              <a:t>cao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gấp</a:t>
            </a:r>
            <a:r>
              <a:rPr lang="en-US">
                <a:latin typeface="Times New Roman"/>
                <a:cs typeface="Times New Roman"/>
              </a:rPr>
              <a:t> 3.5 </a:t>
            </a:r>
            <a:r>
              <a:rPr lang="en-US" err="1">
                <a:latin typeface="Times New Roman"/>
                <a:cs typeface="Times New Roman"/>
              </a:rPr>
              <a:t>lần</a:t>
            </a:r>
            <a:r>
              <a:rPr lang="en-US">
                <a:latin typeface="Times New Roman"/>
                <a:cs typeface="Times New Roman"/>
              </a:rPr>
              <a:t> so </a:t>
            </a:r>
            <a:r>
              <a:rPr lang="en-US" err="1">
                <a:latin typeface="Times New Roman"/>
                <a:cs typeface="Times New Roman"/>
              </a:rPr>
              <a:t>với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nhóm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dùng</a:t>
            </a:r>
            <a:r>
              <a:rPr lang="en-US">
                <a:latin typeface="Times New Roman"/>
                <a:cs typeface="Times New Roman"/>
              </a:rPr>
              <a:t> 2 </a:t>
            </a:r>
            <a:r>
              <a:rPr lang="en-US" err="1">
                <a:latin typeface="Times New Roman"/>
                <a:cs typeface="Times New Roman"/>
              </a:rPr>
              <a:t>sản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phẩm</a:t>
            </a:r>
            <a:r>
              <a:rPr lang="en-US">
                <a:latin typeface="Times New Roman"/>
                <a:cs typeface="Times New Roman"/>
              </a:rPr>
              <a:t>. </a:t>
            </a:r>
            <a:r>
              <a:rPr lang="en-US" err="1">
                <a:latin typeface="Times New Roman"/>
                <a:cs typeface="Times New Roman"/>
              </a:rPr>
              <a:t>Nhóm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này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chiếm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đến</a:t>
            </a:r>
            <a:r>
              <a:rPr lang="en-US">
                <a:latin typeface="Times New Roman"/>
                <a:cs typeface="Times New Roman"/>
              </a:rPr>
              <a:t> 50% </a:t>
            </a:r>
            <a:r>
              <a:rPr lang="en-US" err="1">
                <a:latin typeface="Times New Roman"/>
                <a:cs typeface="Times New Roman"/>
              </a:rPr>
              <a:t>tổng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số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, </a:t>
            </a:r>
            <a:r>
              <a:rPr lang="en-US" err="1">
                <a:latin typeface="Times New Roman"/>
                <a:cs typeface="Times New Roman"/>
              </a:rPr>
              <a:t>vì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vậy</a:t>
            </a:r>
            <a:r>
              <a:rPr lang="en-US">
                <a:latin typeface="Times New Roman"/>
                <a:cs typeface="Times New Roman"/>
              </a:rPr>
              <a:t>, </a:t>
            </a:r>
            <a:r>
              <a:rPr lang="en-US" err="1">
                <a:latin typeface="Times New Roman"/>
                <a:cs typeface="Times New Roman"/>
              </a:rPr>
              <a:t>phần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lớn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có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thể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được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tiếp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cận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mở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thêm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thẻ</a:t>
            </a:r>
            <a:r>
              <a:rPr lang="en-US">
                <a:latin typeface="Times New Roman"/>
                <a:cs typeface="Times New Roman"/>
              </a:rPr>
              <a:t>. </a:t>
            </a:r>
            <a:endParaRPr lang="en-US"/>
          </a:p>
        </p:txBody>
      </p:sp>
      <p:sp>
        <p:nvSpPr>
          <p:cNvPr id="13" name="Google Shape;1191;p32">
            <a:extLst>
              <a:ext uri="{FF2B5EF4-FFF2-40B4-BE49-F238E27FC236}">
                <a16:creationId xmlns:a16="http://schemas.microsoft.com/office/drawing/2014/main" id="{D7F7090A-B0CF-3B01-598C-78F5CE29D30C}"/>
              </a:ext>
            </a:extLst>
          </p:cNvPr>
          <p:cNvSpPr txBox="1"/>
          <p:nvPr/>
        </p:nvSpPr>
        <p:spPr>
          <a:xfrm>
            <a:off x="300980" y="718742"/>
            <a:ext cx="790091" cy="361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buSzPts val="1100"/>
            </a:pPr>
            <a:r>
              <a:rPr lang="en" sz="1800" b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1 </a:t>
            </a:r>
            <a:r>
              <a:rPr lang="en" sz="1800" b="1" err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thẻ</a:t>
            </a:r>
            <a:endParaRPr lang="en" sz="1800" b="1">
              <a:solidFill>
                <a:schemeClr val="dk1"/>
              </a:solidFill>
              <a:latin typeface="Times New Roman"/>
              <a:ea typeface="Fira Sans Extra Condensed"/>
              <a:cs typeface="Times New Roman"/>
            </a:endParaRPr>
          </a:p>
        </p:txBody>
      </p:sp>
      <p:sp>
        <p:nvSpPr>
          <p:cNvPr id="19" name="Google Shape;1193;p32">
            <a:extLst>
              <a:ext uri="{FF2B5EF4-FFF2-40B4-BE49-F238E27FC236}">
                <a16:creationId xmlns:a16="http://schemas.microsoft.com/office/drawing/2014/main" id="{52C4ECB5-5A26-7DAC-82A5-685A509FE809}"/>
              </a:ext>
            </a:extLst>
          </p:cNvPr>
          <p:cNvSpPr/>
          <p:nvPr/>
        </p:nvSpPr>
        <p:spPr>
          <a:xfrm>
            <a:off x="205353" y="1872053"/>
            <a:ext cx="5737630" cy="1062906"/>
          </a:xfrm>
          <a:prstGeom prst="rect">
            <a:avLst/>
          </a:prstGeom>
          <a:noFill/>
          <a:ln w="19050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endParaRPr lang="en-US">
              <a:latin typeface="Times New Roman"/>
              <a:cs typeface="Times New Roman"/>
            </a:endParaRPr>
          </a:p>
          <a:p>
            <a:pPr algn="just"/>
            <a:r>
              <a:rPr lang="en-US" err="1">
                <a:latin typeface="Times New Roman"/>
                <a:cs typeface="Times New Roman"/>
              </a:rPr>
              <a:t>Đây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nhóm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đặc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biệt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nhất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với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tỉ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lệ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trung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thành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lên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đến</a:t>
            </a:r>
            <a:r>
              <a:rPr lang="en-US">
                <a:latin typeface="Times New Roman"/>
                <a:cs typeface="Times New Roman"/>
              </a:rPr>
              <a:t> 92%, </a:t>
            </a:r>
            <a:r>
              <a:rPr lang="en-US" err="1">
                <a:latin typeface="Times New Roman"/>
                <a:cs typeface="Times New Roman"/>
              </a:rPr>
              <a:t>cao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hơn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mức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trung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bình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đến</a:t>
            </a:r>
            <a:r>
              <a:rPr lang="en-US">
                <a:latin typeface="Times New Roman"/>
                <a:cs typeface="Times New Roman"/>
              </a:rPr>
              <a:t> 60%. </a:t>
            </a:r>
            <a:r>
              <a:rPr lang="en-US" err="1">
                <a:latin typeface="Times New Roman"/>
                <a:cs typeface="Times New Roman"/>
              </a:rPr>
              <a:t>Nhóm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này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cũng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chiếm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một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phần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không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nhỏ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tổng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lượng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là</a:t>
            </a:r>
            <a:r>
              <a:rPr lang="en-US">
                <a:latin typeface="Times New Roman"/>
                <a:cs typeface="Times New Roman"/>
              </a:rPr>
              <a:t> 30%.</a:t>
            </a:r>
          </a:p>
        </p:txBody>
      </p:sp>
      <p:sp>
        <p:nvSpPr>
          <p:cNvPr id="21" name="Google Shape;1196;p32">
            <a:extLst>
              <a:ext uri="{FF2B5EF4-FFF2-40B4-BE49-F238E27FC236}">
                <a16:creationId xmlns:a16="http://schemas.microsoft.com/office/drawing/2014/main" id="{C16AC6F1-4F33-4E8E-E3C5-7D226BAC670E}"/>
              </a:ext>
            </a:extLst>
          </p:cNvPr>
          <p:cNvSpPr txBox="1"/>
          <p:nvPr/>
        </p:nvSpPr>
        <p:spPr>
          <a:xfrm>
            <a:off x="301799" y="1875242"/>
            <a:ext cx="788268" cy="36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buClr>
                <a:schemeClr val="dk1"/>
              </a:buClr>
              <a:buSzPts val="1100"/>
            </a:pPr>
            <a:r>
              <a:rPr lang="en" sz="1800" b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2 </a:t>
            </a:r>
            <a:r>
              <a:rPr lang="en" sz="1800" b="1" err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thẻ</a:t>
            </a:r>
            <a:endParaRPr lang="en" sz="1800" b="1">
              <a:solidFill>
                <a:schemeClr val="dk1"/>
              </a:solidFill>
              <a:latin typeface="Times New Roman"/>
              <a:ea typeface="Fira Sans Extra Condensed"/>
              <a:cs typeface="Times New Roman"/>
            </a:endParaRPr>
          </a:p>
        </p:txBody>
      </p:sp>
      <p:sp>
        <p:nvSpPr>
          <p:cNvPr id="25" name="Google Shape;1198;p32">
            <a:extLst>
              <a:ext uri="{FF2B5EF4-FFF2-40B4-BE49-F238E27FC236}">
                <a16:creationId xmlns:a16="http://schemas.microsoft.com/office/drawing/2014/main" id="{948C1335-A0C7-EBCD-F205-327DDF0911FB}"/>
              </a:ext>
            </a:extLst>
          </p:cNvPr>
          <p:cNvSpPr/>
          <p:nvPr/>
        </p:nvSpPr>
        <p:spPr>
          <a:xfrm>
            <a:off x="215039" y="3068713"/>
            <a:ext cx="5727944" cy="929172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endParaRPr lang="en-US">
              <a:latin typeface="Times New Roman"/>
              <a:cs typeface="Times New Roman"/>
            </a:endParaRPr>
          </a:p>
          <a:p>
            <a:pPr algn="just"/>
            <a:r>
              <a:rPr lang="en-US" err="1">
                <a:latin typeface="Times New Roman"/>
                <a:cs typeface="Times New Roman"/>
              </a:rPr>
              <a:t>Tỉ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lệ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rời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của</a:t>
            </a:r>
            <a:r>
              <a:rPr lang="en-US">
                <a:latin typeface="Times New Roman"/>
                <a:cs typeface="Times New Roman"/>
              </a:rPr>
              <a:t> 2 </a:t>
            </a:r>
            <a:r>
              <a:rPr lang="en-US" err="1">
                <a:latin typeface="Times New Roman"/>
                <a:cs typeface="Times New Roman"/>
              </a:rPr>
              <a:t>nhóm</a:t>
            </a:r>
            <a:r>
              <a:rPr lang="en-US">
                <a:latin typeface="Times New Roman"/>
                <a:cs typeface="Times New Roman"/>
              </a:rPr>
              <a:t> 3 </a:t>
            </a:r>
            <a:r>
              <a:rPr lang="en-US" err="1">
                <a:latin typeface="Times New Roman"/>
                <a:cs typeface="Times New Roman"/>
              </a:rPr>
              <a:t>và</a:t>
            </a:r>
            <a:r>
              <a:rPr lang="en-US">
                <a:latin typeface="Times New Roman"/>
                <a:cs typeface="Times New Roman"/>
              </a:rPr>
              <a:t> 4 </a:t>
            </a:r>
            <a:r>
              <a:rPr lang="en-US" err="1">
                <a:latin typeface="Times New Roman"/>
                <a:cs typeface="Times New Roman"/>
              </a:rPr>
              <a:t>thẻ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tăng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vọt</a:t>
            </a:r>
            <a:r>
              <a:rPr lang="en-US">
                <a:latin typeface="Times New Roman"/>
                <a:cs typeface="Times New Roman"/>
              </a:rPr>
              <a:t> so </a:t>
            </a:r>
            <a:r>
              <a:rPr lang="en-US" err="1">
                <a:latin typeface="Times New Roman"/>
                <a:cs typeface="Times New Roman"/>
              </a:rPr>
              <a:t>với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nhóm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chỉ</a:t>
            </a:r>
            <a:r>
              <a:rPr lang="en-US">
                <a:latin typeface="Times New Roman"/>
                <a:cs typeface="Times New Roman"/>
              </a:rPr>
              <a:t> 2 </a:t>
            </a:r>
            <a:r>
              <a:rPr lang="en-US" err="1">
                <a:latin typeface="Times New Roman"/>
                <a:cs typeface="Times New Roman"/>
              </a:rPr>
              <a:t>thẻ</a:t>
            </a:r>
            <a:r>
              <a:rPr lang="en-US">
                <a:latin typeface="Times New Roman"/>
                <a:cs typeface="Times New Roman"/>
              </a:rPr>
              <a:t>, </a:t>
            </a:r>
            <a:r>
              <a:rPr lang="en-US" err="1">
                <a:latin typeface="Times New Roman"/>
                <a:cs typeface="Times New Roman"/>
              </a:rPr>
              <a:t>cao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gấp</a:t>
            </a:r>
            <a:r>
              <a:rPr lang="en-US">
                <a:latin typeface="Times New Roman"/>
                <a:cs typeface="Times New Roman"/>
              </a:rPr>
              <a:t> 2 </a:t>
            </a:r>
            <a:r>
              <a:rPr lang="en-US" err="1">
                <a:latin typeface="Times New Roman"/>
                <a:cs typeface="Times New Roman"/>
              </a:rPr>
              <a:t>đến</a:t>
            </a:r>
            <a:r>
              <a:rPr lang="en-US">
                <a:latin typeface="Times New Roman"/>
                <a:cs typeface="Times New Roman"/>
              </a:rPr>
              <a:t> 2.5 </a:t>
            </a:r>
            <a:r>
              <a:rPr lang="en-US" err="1">
                <a:latin typeface="Times New Roman"/>
                <a:cs typeface="Times New Roman"/>
              </a:rPr>
              <a:t>lần</a:t>
            </a:r>
            <a:r>
              <a:rPr lang="en-US">
                <a:latin typeface="Times New Roman"/>
                <a:cs typeface="Times New Roman"/>
              </a:rPr>
              <a:t> so </a:t>
            </a:r>
            <a:r>
              <a:rPr lang="en-US" err="1">
                <a:latin typeface="Times New Roman"/>
                <a:cs typeface="Times New Roman"/>
              </a:rPr>
              <a:t>với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trung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bình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chiếm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tổng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số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thấp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nhất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là</a:t>
            </a:r>
            <a:r>
              <a:rPr lang="en-US">
                <a:latin typeface="Times New Roman"/>
                <a:cs typeface="Times New Roman"/>
              </a:rPr>
              <a:t> 20%. </a:t>
            </a:r>
          </a:p>
        </p:txBody>
      </p:sp>
      <p:sp>
        <p:nvSpPr>
          <p:cNvPr id="27" name="Google Shape;1201;p32">
            <a:extLst>
              <a:ext uri="{FF2B5EF4-FFF2-40B4-BE49-F238E27FC236}">
                <a16:creationId xmlns:a16="http://schemas.microsoft.com/office/drawing/2014/main" id="{F83356CE-387E-1DF2-C6BF-E65A4085DB2C}"/>
              </a:ext>
            </a:extLst>
          </p:cNvPr>
          <p:cNvSpPr txBox="1"/>
          <p:nvPr/>
        </p:nvSpPr>
        <p:spPr>
          <a:xfrm>
            <a:off x="299731" y="3064092"/>
            <a:ext cx="981997" cy="406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buClr>
                <a:schemeClr val="dk1"/>
              </a:buClr>
              <a:buSzPts val="1100"/>
            </a:pPr>
            <a:r>
              <a:rPr lang="en" sz="1800" b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3-4 </a:t>
            </a:r>
            <a:r>
              <a:rPr lang="en" sz="1800" b="1" err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thẻ</a:t>
            </a:r>
          </a:p>
        </p:txBody>
      </p:sp>
      <p:sp>
        <p:nvSpPr>
          <p:cNvPr id="2" name="Google Shape;1198;p32">
            <a:extLst>
              <a:ext uri="{FF2B5EF4-FFF2-40B4-BE49-F238E27FC236}">
                <a16:creationId xmlns:a16="http://schemas.microsoft.com/office/drawing/2014/main" id="{B840FDA9-705A-E0B6-76A5-879733E72656}"/>
              </a:ext>
            </a:extLst>
          </p:cNvPr>
          <p:cNvSpPr/>
          <p:nvPr/>
        </p:nvSpPr>
        <p:spPr>
          <a:xfrm>
            <a:off x="205352" y="4095475"/>
            <a:ext cx="5737630" cy="774190"/>
          </a:xfrm>
          <a:prstGeom prst="rect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b="1" err="1">
                <a:latin typeface="Times New Roman"/>
                <a:cs typeface="Times New Roman"/>
              </a:rPr>
              <a:t>Kết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luận</a:t>
            </a:r>
            <a:r>
              <a:rPr lang="en-US" b="1">
                <a:latin typeface="Times New Roman"/>
                <a:cs typeface="Times New Roman"/>
              </a:rPr>
              <a:t>: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có</a:t>
            </a:r>
            <a:r>
              <a:rPr lang="en-US">
                <a:latin typeface="Times New Roman"/>
                <a:cs typeface="Times New Roman"/>
              </a:rPr>
              <a:t> 2 </a:t>
            </a:r>
            <a:r>
              <a:rPr lang="en-US" err="1">
                <a:latin typeface="Times New Roman"/>
                <a:cs typeface="Times New Roman"/>
              </a:rPr>
              <a:t>thẻ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phần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lớn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đã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dùng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dịch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vụ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từ</a:t>
            </a:r>
            <a:r>
              <a:rPr lang="en-US">
                <a:latin typeface="Times New Roman"/>
                <a:cs typeface="Times New Roman"/>
              </a:rPr>
              <a:t> 3-8 </a:t>
            </a:r>
            <a:r>
              <a:rPr lang="en-US" err="1">
                <a:latin typeface="Times New Roman"/>
                <a:cs typeface="Times New Roman"/>
              </a:rPr>
              <a:t>năm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cần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điều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tra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xem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việc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mở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thêm</a:t>
            </a:r>
            <a:r>
              <a:rPr lang="en-US">
                <a:latin typeface="Times New Roman"/>
                <a:cs typeface="Times New Roman"/>
              </a:rPr>
              <a:t> quá nhiều </a:t>
            </a:r>
            <a:r>
              <a:rPr lang="en-US" err="1">
                <a:latin typeface="Times New Roman"/>
                <a:cs typeface="Times New Roman"/>
              </a:rPr>
              <a:t>thẻ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có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ảnh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hưởng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đến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sự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lòng</a:t>
            </a:r>
            <a:r>
              <a:rPr lang="en-US">
                <a:latin typeface="Times New Roman"/>
                <a:cs typeface="Times New Roman"/>
              </a:rPr>
              <a:t> hay </a:t>
            </a:r>
            <a:r>
              <a:rPr lang="en-US" err="1">
                <a:latin typeface="Times New Roman"/>
                <a:cs typeface="Times New Roman"/>
              </a:rPr>
              <a:t>quyết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định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rời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đi</a:t>
            </a:r>
            <a:r>
              <a:rPr lang="en-US">
                <a:latin typeface="Times New Roman"/>
                <a:cs typeface="Times New Roman"/>
              </a:rPr>
              <a:t> của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không</a:t>
            </a:r>
            <a:r>
              <a:rPr lang="en-US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7005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>
          <a:extLst>
            <a:ext uri="{FF2B5EF4-FFF2-40B4-BE49-F238E27FC236}">
              <a16:creationId xmlns:a16="http://schemas.microsoft.com/office/drawing/2014/main" id="{92808CC7-DE77-025C-C078-92168BEC1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E5D15F8-D166-4CC2-B45B-767BBF654AD9}"/>
              </a:ext>
            </a:extLst>
          </p:cNvPr>
          <p:cNvGrpSpPr/>
          <p:nvPr/>
        </p:nvGrpSpPr>
        <p:grpSpPr>
          <a:xfrm>
            <a:off x="6151515" y="147970"/>
            <a:ext cx="2823600" cy="4865197"/>
            <a:chOff x="5628447" y="147970"/>
            <a:chExt cx="2823600" cy="4865197"/>
          </a:xfrm>
        </p:grpSpPr>
        <p:pic>
          <p:nvPicPr>
            <p:cNvPr id="4" name="Picture 3" descr="A diagram of a customer distribution&#10;&#10;AI-generated content may be incorrect.">
              <a:extLst>
                <a:ext uri="{FF2B5EF4-FFF2-40B4-BE49-F238E27FC236}">
                  <a16:creationId xmlns:a16="http://schemas.microsoft.com/office/drawing/2014/main" id="{A077B890-2091-7223-2101-085914043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26" t="1904" r="1713" b="5000"/>
            <a:stretch>
              <a:fillRect/>
            </a:stretch>
          </p:blipFill>
          <p:spPr>
            <a:xfrm>
              <a:off x="5628447" y="147970"/>
              <a:ext cx="2823600" cy="2272509"/>
            </a:xfrm>
            <a:prstGeom prst="rect">
              <a:avLst/>
            </a:prstGeom>
            <a:ln w="28575">
              <a:solidFill>
                <a:schemeClr val="accent6"/>
              </a:solidFill>
            </a:ln>
          </p:spPr>
        </p:pic>
        <p:pic>
          <p:nvPicPr>
            <p:cNvPr id="5" name="Picture 4" descr="A graph of different colored bars&#10;&#10;AI-generated content may be incorrect.">
              <a:extLst>
                <a:ext uri="{FF2B5EF4-FFF2-40B4-BE49-F238E27FC236}">
                  <a16:creationId xmlns:a16="http://schemas.microsoft.com/office/drawing/2014/main" id="{2EB405EB-FF3C-D01D-08AC-8315A9AD9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911" r="196" b="2876"/>
            <a:stretch>
              <a:fillRect/>
            </a:stretch>
          </p:blipFill>
          <p:spPr>
            <a:xfrm>
              <a:off x="5639214" y="2570093"/>
              <a:ext cx="2810593" cy="2443074"/>
            </a:xfrm>
            <a:prstGeom prst="rect">
              <a:avLst/>
            </a:prstGeom>
            <a:ln w="28575">
              <a:solidFill>
                <a:schemeClr val="accent6"/>
              </a:solidFill>
            </a:ln>
          </p:spPr>
        </p:pic>
      </p:grpSp>
      <p:sp>
        <p:nvSpPr>
          <p:cNvPr id="7" name="Google Shape;909;p28">
            <a:extLst>
              <a:ext uri="{FF2B5EF4-FFF2-40B4-BE49-F238E27FC236}">
                <a16:creationId xmlns:a16="http://schemas.microsoft.com/office/drawing/2014/main" id="{4B084D0A-3BDC-E709-DE90-1B42F6FBD648}"/>
              </a:ext>
            </a:extLst>
          </p:cNvPr>
          <p:cNvSpPr txBox="1">
            <a:spLocks/>
          </p:cNvSpPr>
          <p:nvPr/>
        </p:nvSpPr>
        <p:spPr>
          <a:xfrm>
            <a:off x="71430" y="398617"/>
            <a:ext cx="6022861" cy="5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Fira Sans Extra Condensed SemiBold"/>
              <a:buNone/>
              <a:defRPr sz="30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en-US" err="1">
                <a:latin typeface="Times New Roman"/>
                <a:cs typeface="Times New Roman"/>
              </a:rPr>
              <a:t>IsActiveMember</a:t>
            </a:r>
            <a:r>
              <a:rPr lang="en-US">
                <a:latin typeface="Times New Roman"/>
                <a:cs typeface="Times New Roman"/>
              </a:rPr>
              <a:t> and churn rate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35FF064-EA45-3B70-7AB5-A471BAAF5D4B}"/>
              </a:ext>
            </a:extLst>
          </p:cNvPr>
          <p:cNvGrpSpPr/>
          <p:nvPr/>
        </p:nvGrpSpPr>
        <p:grpSpPr>
          <a:xfrm>
            <a:off x="556570" y="1348821"/>
            <a:ext cx="5071355" cy="1627465"/>
            <a:chOff x="6538337" y="999467"/>
            <a:chExt cx="7977846" cy="1134137"/>
          </a:xfrm>
        </p:grpSpPr>
        <p:sp>
          <p:nvSpPr>
            <p:cNvPr id="29" name="Google Shape;1187;p32">
              <a:extLst>
                <a:ext uri="{FF2B5EF4-FFF2-40B4-BE49-F238E27FC236}">
                  <a16:creationId xmlns:a16="http://schemas.microsoft.com/office/drawing/2014/main" id="{4B6BDEB2-C0CA-796C-4F04-78933DD7D74E}"/>
                </a:ext>
              </a:extLst>
            </p:cNvPr>
            <p:cNvSpPr/>
            <p:nvPr/>
          </p:nvSpPr>
          <p:spPr>
            <a:xfrm>
              <a:off x="6540247" y="999467"/>
              <a:ext cx="7975936" cy="1134137"/>
            </a:xfrm>
            <a:prstGeom prst="rect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en-US">
                <a:latin typeface="Times New Roman"/>
              </a:endParaRPr>
            </a:p>
            <a:p>
              <a:pPr algn="just"/>
              <a:r>
                <a:rPr lang="en-US" err="1">
                  <a:latin typeface="Times New Roman"/>
                </a:rPr>
                <a:t>Phân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tích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biểu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đồ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cho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thấy</a:t>
              </a:r>
              <a:r>
                <a:rPr lang="en-US">
                  <a:latin typeface="Times New Roman"/>
                </a:rPr>
                <a:t> xu </a:t>
              </a:r>
              <a:r>
                <a:rPr lang="en-US" err="1">
                  <a:latin typeface="Times New Roman"/>
                </a:rPr>
                <a:t>hướng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quan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trọng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liên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quan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đến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khách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hàng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chọn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rời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bỏ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ngân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hàng</a:t>
              </a:r>
              <a:r>
                <a:rPr lang="en-US">
                  <a:latin typeface="Times New Roman"/>
                </a:rPr>
                <a:t>. </a:t>
              </a:r>
              <a:r>
                <a:rPr lang="en-US" err="1">
                  <a:latin typeface="Times New Roman"/>
                </a:rPr>
                <a:t>Cụ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thể</a:t>
              </a:r>
              <a:r>
                <a:rPr lang="en-US">
                  <a:latin typeface="Times New Roman"/>
                </a:rPr>
                <a:t>, </a:t>
              </a:r>
              <a:r>
                <a:rPr lang="en-US" err="1">
                  <a:latin typeface="Times New Roman"/>
                </a:rPr>
                <a:t>tỷ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lệ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khách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hàng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không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phải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hội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viên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rời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bỏ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cao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hơn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đáng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kể</a:t>
              </a:r>
              <a:r>
                <a:rPr lang="en-US">
                  <a:latin typeface="Times New Roman"/>
                </a:rPr>
                <a:t> so </a:t>
              </a:r>
              <a:r>
                <a:rPr lang="en-US" err="1">
                  <a:latin typeface="Times New Roman"/>
                </a:rPr>
                <a:t>với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nhóm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khách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hàng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là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hội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viên</a:t>
              </a:r>
              <a:r>
                <a:rPr lang="en-US">
                  <a:latin typeface="Times New Roman"/>
                </a:rPr>
                <a:t>: </a:t>
              </a:r>
              <a:r>
                <a:rPr lang="en-US" err="1">
                  <a:latin typeface="Times New Roman"/>
                </a:rPr>
                <a:t>nhóm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không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phải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hội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viên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chọn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rời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bỏ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cao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hơn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gần</a:t>
              </a:r>
              <a:r>
                <a:rPr lang="en-US">
                  <a:latin typeface="Times New Roman"/>
                </a:rPr>
                <a:t> 2 </a:t>
              </a:r>
              <a:r>
                <a:rPr lang="en-US" err="1">
                  <a:latin typeface="Times New Roman"/>
                </a:rPr>
                <a:t>lần</a:t>
              </a:r>
              <a:r>
                <a:rPr lang="en-US">
                  <a:latin typeface="Times New Roman"/>
                </a:rPr>
                <a:t> so </a:t>
              </a:r>
              <a:r>
                <a:rPr lang="en-US" err="1">
                  <a:latin typeface="Times New Roman"/>
                </a:rPr>
                <a:t>với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nhóm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hội</a:t>
              </a:r>
              <a:r>
                <a:rPr lang="en-US">
                  <a:latin typeface="Times New Roman"/>
                </a:rPr>
                <a:t> </a:t>
              </a:r>
              <a:r>
                <a:rPr lang="en-US" err="1">
                  <a:latin typeface="Times New Roman"/>
                </a:rPr>
                <a:t>viên</a:t>
              </a:r>
              <a:endParaRPr lang="en-US">
                <a:latin typeface="Times New Roman"/>
              </a:endParaRPr>
            </a:p>
          </p:txBody>
        </p:sp>
        <p:sp>
          <p:nvSpPr>
            <p:cNvPr id="30" name="Google Shape;1191;p32">
              <a:extLst>
                <a:ext uri="{FF2B5EF4-FFF2-40B4-BE49-F238E27FC236}">
                  <a16:creationId xmlns:a16="http://schemas.microsoft.com/office/drawing/2014/main" id="{AC59C982-385F-9C46-8607-62D49CBFDFF2}"/>
                </a:ext>
              </a:extLst>
            </p:cNvPr>
            <p:cNvSpPr txBox="1"/>
            <p:nvPr/>
          </p:nvSpPr>
          <p:spPr>
            <a:xfrm>
              <a:off x="6538337" y="1015852"/>
              <a:ext cx="3076943" cy="2393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>
                <a:buSzPts val="1100"/>
              </a:pP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Nhận</a:t>
              </a:r>
              <a:r>
                <a:rPr lang="en" sz="1800" b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 </a:t>
              </a: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xét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0C9C318-12D3-A200-A32E-83E27D4F26A8}"/>
              </a:ext>
            </a:extLst>
          </p:cNvPr>
          <p:cNvGrpSpPr/>
          <p:nvPr/>
        </p:nvGrpSpPr>
        <p:grpSpPr>
          <a:xfrm>
            <a:off x="553987" y="3280830"/>
            <a:ext cx="5064252" cy="1307926"/>
            <a:chOff x="553987" y="3116160"/>
            <a:chExt cx="5064252" cy="1307926"/>
          </a:xfrm>
        </p:grpSpPr>
        <p:sp>
          <p:nvSpPr>
            <p:cNvPr id="33" name="Google Shape;1198;p32">
              <a:extLst>
                <a:ext uri="{FF2B5EF4-FFF2-40B4-BE49-F238E27FC236}">
                  <a16:creationId xmlns:a16="http://schemas.microsoft.com/office/drawing/2014/main" id="{79515697-B789-7926-E6D0-233A201526D8}"/>
                </a:ext>
              </a:extLst>
            </p:cNvPr>
            <p:cNvSpPr/>
            <p:nvPr/>
          </p:nvSpPr>
          <p:spPr>
            <a:xfrm>
              <a:off x="558480" y="3117146"/>
              <a:ext cx="5059759" cy="1306940"/>
            </a:xfrm>
            <a:prstGeom prst="rect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en-US">
                <a:latin typeface="Times New Roman"/>
                <a:cs typeface="Times New Roman"/>
              </a:endParaRPr>
            </a:p>
            <a:p>
              <a:pPr algn="just"/>
              <a:endParaRPr lang="en-US">
                <a:latin typeface="Times New Roman"/>
                <a:cs typeface="Times New Roman"/>
              </a:endParaRPr>
            </a:p>
            <a:p>
              <a:pPr algn="just"/>
              <a:r>
                <a:rPr lang="en-US" err="1">
                  <a:latin typeface="Times New Roman"/>
                  <a:cs typeface="Times New Roman"/>
                </a:rPr>
                <a:t>Chứng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tỏ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tầm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quan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trọng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của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việc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duy</a:t>
              </a:r>
              <a:r>
                <a:rPr lang="en-US">
                  <a:latin typeface="Times New Roman"/>
                  <a:cs typeface="Times New Roman"/>
                </a:rPr>
                <a:t> </a:t>
              </a:r>
              <a:r>
                <a:rPr lang="en-US" err="1">
                  <a:latin typeface="Times New Roman"/>
                  <a:cs typeface="Times New Roman"/>
                </a:rPr>
                <a:t>trì</a:t>
              </a:r>
              <a:r>
                <a:rPr lang="en-US">
                  <a:latin typeface="Times New Roman"/>
                  <a:cs typeface="Times New Roman"/>
                </a:rPr>
                <a:t> </a:t>
              </a:r>
              <a:r>
                <a:rPr lang="en-US" err="1">
                  <a:latin typeface="Times New Roman"/>
                  <a:cs typeface="Times New Roman"/>
                </a:rPr>
                <a:t>chương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trình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hội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viên</a:t>
              </a:r>
              <a:r>
                <a:rPr lang="en-US">
                  <a:latin typeface="Times New Roman"/>
                  <a:cs typeface="Times New Roman"/>
                </a:rPr>
                <a:t> </a:t>
              </a:r>
              <a:r>
                <a:rPr lang="en-US" err="1">
                  <a:latin typeface="Times New Roman"/>
                  <a:cs typeface="Times New Roman"/>
                </a:rPr>
                <a:t>để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giảm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thiểu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tỷ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lệ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khách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hàng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rời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bỏ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và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tăng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cường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sự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gắn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bó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lâu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dài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của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khách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hàng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với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ngân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hàng</a:t>
              </a:r>
              <a:r>
                <a:rPr lang="en-US">
                  <a:latin typeface="Times New Roman"/>
                  <a:cs typeface="Times New Roman"/>
                </a:rPr>
                <a:t>. </a:t>
              </a:r>
              <a:r>
                <a:rPr lang="en-US" err="1">
                  <a:latin typeface="Times New Roman"/>
                  <a:cs typeface="Times New Roman"/>
                </a:rPr>
                <a:t>Đây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cũng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chứng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minh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chương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trình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hội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viên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đang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mang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lại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hiệu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quả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lớn</a:t>
              </a:r>
              <a:r>
                <a:rPr lang="en-US">
                  <a:latin typeface="Times New Roman"/>
                  <a:cs typeface="Times New Roman"/>
                </a:rPr>
                <a:t>.</a:t>
              </a:r>
              <a:endParaRPr lang="en-US"/>
            </a:p>
            <a:p>
              <a:pPr algn="just"/>
              <a:endParaRPr lang="en-US">
                <a:latin typeface="Times New Roman"/>
                <a:cs typeface="Times New Roman"/>
              </a:endParaRPr>
            </a:p>
          </p:txBody>
        </p:sp>
        <p:sp>
          <p:nvSpPr>
            <p:cNvPr id="37" name="Google Shape;1191;p32">
              <a:extLst>
                <a:ext uri="{FF2B5EF4-FFF2-40B4-BE49-F238E27FC236}">
                  <a16:creationId xmlns:a16="http://schemas.microsoft.com/office/drawing/2014/main" id="{8884C7D1-763D-4E38-D3B6-E3E029A10C32}"/>
                </a:ext>
              </a:extLst>
            </p:cNvPr>
            <p:cNvSpPr txBox="1"/>
            <p:nvPr/>
          </p:nvSpPr>
          <p:spPr>
            <a:xfrm>
              <a:off x="553987" y="3116160"/>
              <a:ext cx="1092184" cy="3905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>
                <a:buSzPts val="1100"/>
              </a:pP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Kết</a:t>
              </a:r>
              <a:r>
                <a:rPr lang="en" sz="1800" b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 </a:t>
              </a: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luận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742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>
          <a:extLst>
            <a:ext uri="{FF2B5EF4-FFF2-40B4-BE49-F238E27FC236}">
              <a16:creationId xmlns:a16="http://schemas.microsoft.com/office/drawing/2014/main" id="{6DB9EEC6-F0AA-A200-86AF-2533D2C72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09;p28">
            <a:extLst>
              <a:ext uri="{FF2B5EF4-FFF2-40B4-BE49-F238E27FC236}">
                <a16:creationId xmlns:a16="http://schemas.microsoft.com/office/drawing/2014/main" id="{C830AF92-5B54-ED23-8F64-4A4918BD53F9}"/>
              </a:ext>
            </a:extLst>
          </p:cNvPr>
          <p:cNvSpPr txBox="1">
            <a:spLocks/>
          </p:cNvSpPr>
          <p:nvPr/>
        </p:nvSpPr>
        <p:spPr>
          <a:xfrm>
            <a:off x="364507" y="112867"/>
            <a:ext cx="8389457" cy="53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Fira Sans Extra Condensed SemiBold"/>
              <a:buNone/>
              <a:defRPr sz="30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300"/>
              <a:buFont typeface="Abel"/>
              <a:buNone/>
              <a:defRPr sz="3300" b="0" i="0" u="none" strike="noStrike" cap="none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en-US" err="1">
                <a:latin typeface="Times New Roman"/>
                <a:cs typeface="Times New Roman"/>
              </a:rPr>
              <a:t>Mức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độ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ảnh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hưởng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của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từng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yếu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tố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đến</a:t>
            </a:r>
            <a:r>
              <a:rPr lang="en-US">
                <a:latin typeface="Times New Roman"/>
                <a:cs typeface="Times New Roman"/>
              </a:rPr>
              <a:t> churn rate</a:t>
            </a: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F0A0F87A-129A-3814-880C-044473816714}"/>
              </a:ext>
            </a:extLst>
          </p:cNvPr>
          <p:cNvGrpSpPr/>
          <p:nvPr/>
        </p:nvGrpSpPr>
        <p:grpSpPr>
          <a:xfrm>
            <a:off x="466823" y="862121"/>
            <a:ext cx="2500326" cy="3662598"/>
            <a:chOff x="554746" y="862121"/>
            <a:chExt cx="2500326" cy="3662598"/>
          </a:xfrm>
        </p:grpSpPr>
        <p:sp>
          <p:nvSpPr>
            <p:cNvPr id="10" name="Google Shape;2043;p44">
              <a:extLst>
                <a:ext uri="{FF2B5EF4-FFF2-40B4-BE49-F238E27FC236}">
                  <a16:creationId xmlns:a16="http://schemas.microsoft.com/office/drawing/2014/main" id="{622B272C-2F3D-3BA7-0C99-64B543B466BF}"/>
                </a:ext>
              </a:extLst>
            </p:cNvPr>
            <p:cNvSpPr/>
            <p:nvPr/>
          </p:nvSpPr>
          <p:spPr>
            <a:xfrm>
              <a:off x="555172" y="1430546"/>
              <a:ext cx="2499900" cy="542700"/>
            </a:xfrm>
            <a:prstGeom prst="rect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2" name="Google Shape;2044;p44">
              <a:extLst>
                <a:ext uri="{FF2B5EF4-FFF2-40B4-BE49-F238E27FC236}">
                  <a16:creationId xmlns:a16="http://schemas.microsoft.com/office/drawing/2014/main" id="{C34EC62F-6EB5-3A5B-A5C4-63A0B3F11725}"/>
                </a:ext>
              </a:extLst>
            </p:cNvPr>
            <p:cNvSpPr/>
            <p:nvPr/>
          </p:nvSpPr>
          <p:spPr>
            <a:xfrm>
              <a:off x="555172" y="2256574"/>
              <a:ext cx="2499900" cy="542700"/>
            </a:xfrm>
            <a:prstGeom prst="rect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14" name="Google Shape;2045;p44">
              <a:extLst>
                <a:ext uri="{FF2B5EF4-FFF2-40B4-BE49-F238E27FC236}">
                  <a16:creationId xmlns:a16="http://schemas.microsoft.com/office/drawing/2014/main" id="{2AD3D92C-9A12-1BA2-1555-BCC9866CFD62}"/>
                </a:ext>
              </a:extLst>
            </p:cNvPr>
            <p:cNvSpPr/>
            <p:nvPr/>
          </p:nvSpPr>
          <p:spPr>
            <a:xfrm>
              <a:off x="555172" y="3080810"/>
              <a:ext cx="2499900" cy="1443909"/>
            </a:xfrm>
            <a:prstGeom prst="rect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cs typeface="Times New Roman"/>
              </a:endParaRPr>
            </a:p>
          </p:txBody>
        </p:sp>
        <p:grpSp>
          <p:nvGrpSpPr>
            <p:cNvPr id="20" name="Google Shape;2046;p44">
              <a:extLst>
                <a:ext uri="{FF2B5EF4-FFF2-40B4-BE49-F238E27FC236}">
                  <a16:creationId xmlns:a16="http://schemas.microsoft.com/office/drawing/2014/main" id="{45C6A5D6-812B-ED41-1EE1-B436AB1166ED}"/>
                </a:ext>
              </a:extLst>
            </p:cNvPr>
            <p:cNvGrpSpPr/>
            <p:nvPr/>
          </p:nvGrpSpPr>
          <p:grpSpPr>
            <a:xfrm>
              <a:off x="554746" y="862121"/>
              <a:ext cx="2500326" cy="3472367"/>
              <a:chOff x="1250804" y="1851256"/>
              <a:chExt cx="2500326" cy="3472367"/>
            </a:xfrm>
          </p:grpSpPr>
          <p:sp>
            <p:nvSpPr>
              <p:cNvPr id="16" name="Google Shape;2047;p44">
                <a:extLst>
                  <a:ext uri="{FF2B5EF4-FFF2-40B4-BE49-F238E27FC236}">
                    <a16:creationId xmlns:a16="http://schemas.microsoft.com/office/drawing/2014/main" id="{FA888B76-6E19-5802-64AA-C8664B8CA0E0}"/>
                  </a:ext>
                </a:extLst>
              </p:cNvPr>
              <p:cNvSpPr/>
              <p:nvPr/>
            </p:nvSpPr>
            <p:spPr>
              <a:xfrm>
                <a:off x="1251230" y="1851256"/>
                <a:ext cx="2499900" cy="426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" sz="1800" b="1">
                    <a:solidFill>
                      <a:schemeClr val="lt1"/>
                    </a:solidFill>
                    <a:latin typeface="Times New Roman"/>
                    <a:ea typeface="Fira Sans Extra Condensed"/>
                    <a:cs typeface="Times New Roman"/>
                  </a:rPr>
                  <a:t>Age – 45.2%</a:t>
                </a:r>
              </a:p>
            </p:txBody>
          </p:sp>
          <p:sp>
            <p:nvSpPr>
              <p:cNvPr id="17" name="Google Shape;2048;p44">
                <a:extLst>
                  <a:ext uri="{FF2B5EF4-FFF2-40B4-BE49-F238E27FC236}">
                    <a16:creationId xmlns:a16="http://schemas.microsoft.com/office/drawing/2014/main" id="{B77B1790-8F63-8A2C-EB45-4D29AF784F38}"/>
                  </a:ext>
                </a:extLst>
              </p:cNvPr>
              <p:cNvSpPr txBox="1"/>
              <p:nvPr/>
            </p:nvSpPr>
            <p:spPr>
              <a:xfrm>
                <a:off x="1331330" y="2434070"/>
                <a:ext cx="2332373" cy="5139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" err="1">
                    <a:latin typeface="Times New Roman"/>
                    <a:ea typeface="Roboto"/>
                    <a:cs typeface="Times New Roman"/>
                  </a:rPr>
                  <a:t>Nhóm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tuổi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có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churn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cao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nhất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: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trên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55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tuổi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(45% churn rate)</a:t>
                </a:r>
              </a:p>
            </p:txBody>
          </p:sp>
          <p:sp>
            <p:nvSpPr>
              <p:cNvPr id="18" name="Google Shape;2049;p44">
                <a:extLst>
                  <a:ext uri="{FF2B5EF4-FFF2-40B4-BE49-F238E27FC236}">
                    <a16:creationId xmlns:a16="http://schemas.microsoft.com/office/drawing/2014/main" id="{09518334-4AF0-1680-31AA-0F97A7CD3DB6}"/>
                  </a:ext>
                </a:extLst>
              </p:cNvPr>
              <p:cNvSpPr txBox="1"/>
              <p:nvPr/>
            </p:nvSpPr>
            <p:spPr>
              <a:xfrm>
                <a:off x="1346065" y="3289405"/>
                <a:ext cx="2310392" cy="4699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" err="1">
                    <a:latin typeface="Times New Roman"/>
                    <a:ea typeface="Roboto"/>
                    <a:cs typeface="Times New Roman"/>
                  </a:rPr>
                  <a:t>Nhóm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có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churn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thấp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nhất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: </a:t>
                </a:r>
              </a:p>
              <a:p>
                <a:pPr algn="ctr"/>
                <a:r>
                  <a:rPr lang="en">
                    <a:latin typeface="Times New Roman"/>
                    <a:ea typeface="Roboto"/>
                    <a:cs typeface="Times New Roman"/>
                  </a:rPr>
                  <a:t>26-35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tuổi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(12% churn rate)</a:t>
                </a:r>
              </a:p>
            </p:txBody>
          </p:sp>
          <p:sp>
            <p:nvSpPr>
              <p:cNvPr id="19" name="Google Shape;2050;p44">
                <a:extLst>
                  <a:ext uri="{FF2B5EF4-FFF2-40B4-BE49-F238E27FC236}">
                    <a16:creationId xmlns:a16="http://schemas.microsoft.com/office/drawing/2014/main" id="{F7517AA4-84F5-3976-42DF-BC2E3801016B}"/>
                  </a:ext>
                </a:extLst>
              </p:cNvPr>
              <p:cNvSpPr txBox="1"/>
              <p:nvPr/>
            </p:nvSpPr>
            <p:spPr>
              <a:xfrm>
                <a:off x="1250804" y="4267507"/>
                <a:ext cx="2486237" cy="1056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just"/>
                <a:r>
                  <a:rPr lang="en" b="1">
                    <a:latin typeface="Times New Roman"/>
                    <a:ea typeface="Roboto"/>
                    <a:cs typeface="Times New Roman"/>
                  </a:rPr>
                  <a:t>Insight: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Nhóm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trên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55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tuổi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cần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được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ưu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tiên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hàng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đầu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vì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họ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thường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có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trung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bình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số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dư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cao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</a:rPr>
                  <a:t>nhất</a:t>
                </a:r>
                <a:r>
                  <a:rPr lang="en">
                    <a:latin typeface="Times New Roman"/>
                    <a:ea typeface="Roboto"/>
                    <a:cs typeface="Times New Roman"/>
                  </a:rPr>
                  <a:t>.</a:t>
                </a:r>
                <a:endParaRPr lang="en-US"/>
              </a:p>
            </p:txBody>
          </p:sp>
        </p:grp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5E30AB4D-DC6E-3665-5F21-6F99F895620A}"/>
              </a:ext>
            </a:extLst>
          </p:cNvPr>
          <p:cNvGrpSpPr/>
          <p:nvPr/>
        </p:nvGrpSpPr>
        <p:grpSpPr>
          <a:xfrm>
            <a:off x="3303757" y="862121"/>
            <a:ext cx="2537526" cy="3655272"/>
            <a:chOff x="3853277" y="957371"/>
            <a:chExt cx="2537526" cy="3655272"/>
          </a:xfrm>
        </p:grpSpPr>
        <p:sp>
          <p:nvSpPr>
            <p:cNvPr id="5" name="Google Shape;2042;p44">
              <a:extLst>
                <a:ext uri="{FF2B5EF4-FFF2-40B4-BE49-F238E27FC236}">
                  <a16:creationId xmlns:a16="http://schemas.microsoft.com/office/drawing/2014/main" id="{ED2BC740-F534-CCD1-E673-37A259EF2FCE}"/>
                </a:ext>
              </a:extLst>
            </p:cNvPr>
            <p:cNvSpPr/>
            <p:nvPr/>
          </p:nvSpPr>
          <p:spPr>
            <a:xfrm>
              <a:off x="3853772" y="1525796"/>
              <a:ext cx="2499900" cy="5427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2" name="Google Shape;2051;p44">
              <a:extLst>
                <a:ext uri="{FF2B5EF4-FFF2-40B4-BE49-F238E27FC236}">
                  <a16:creationId xmlns:a16="http://schemas.microsoft.com/office/drawing/2014/main" id="{82E32E5D-2449-E06F-ACA9-683BD406ED43}"/>
                </a:ext>
              </a:extLst>
            </p:cNvPr>
            <p:cNvSpPr/>
            <p:nvPr/>
          </p:nvSpPr>
          <p:spPr>
            <a:xfrm>
              <a:off x="3853772" y="2352269"/>
              <a:ext cx="2536535" cy="550027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cs typeface="Times New Roman"/>
              </a:endParaRPr>
            </a:p>
          </p:txBody>
        </p:sp>
        <p:sp>
          <p:nvSpPr>
            <p:cNvPr id="24" name="Google Shape;2052;p44">
              <a:extLst>
                <a:ext uri="{FF2B5EF4-FFF2-40B4-BE49-F238E27FC236}">
                  <a16:creationId xmlns:a16="http://schemas.microsoft.com/office/drawing/2014/main" id="{2006A832-0509-13F3-C5F0-F87A591662E2}"/>
                </a:ext>
              </a:extLst>
            </p:cNvPr>
            <p:cNvSpPr/>
            <p:nvPr/>
          </p:nvSpPr>
          <p:spPr>
            <a:xfrm>
              <a:off x="3868426" y="3168734"/>
              <a:ext cx="2521879" cy="1443909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/>
                <a:cs typeface="Times New Roman"/>
              </a:endParaRPr>
            </a:p>
          </p:txBody>
        </p:sp>
        <p:grpSp>
          <p:nvGrpSpPr>
            <p:cNvPr id="30" name="Google Shape;2053;p44">
              <a:extLst>
                <a:ext uri="{FF2B5EF4-FFF2-40B4-BE49-F238E27FC236}">
                  <a16:creationId xmlns:a16="http://schemas.microsoft.com/office/drawing/2014/main" id="{4B448CE8-7BF5-70B8-E948-EF8387E3B4D7}"/>
                </a:ext>
              </a:extLst>
            </p:cNvPr>
            <p:cNvGrpSpPr/>
            <p:nvPr/>
          </p:nvGrpSpPr>
          <p:grpSpPr>
            <a:xfrm>
              <a:off x="3853277" y="957371"/>
              <a:ext cx="2537526" cy="3611577"/>
              <a:chOff x="5377277" y="1851256"/>
              <a:chExt cx="2537526" cy="3611577"/>
            </a:xfrm>
          </p:grpSpPr>
          <p:sp>
            <p:nvSpPr>
              <p:cNvPr id="26" name="Google Shape;2054;p44">
                <a:extLst>
                  <a:ext uri="{FF2B5EF4-FFF2-40B4-BE49-F238E27FC236}">
                    <a16:creationId xmlns:a16="http://schemas.microsoft.com/office/drawing/2014/main" id="{CE334AE5-5D57-E0D5-11EC-BDDF610F1989}"/>
                  </a:ext>
                </a:extLst>
              </p:cNvPr>
              <p:cNvSpPr/>
              <p:nvPr/>
            </p:nvSpPr>
            <p:spPr>
              <a:xfrm>
                <a:off x="5377772" y="1851256"/>
                <a:ext cx="2499900" cy="426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" sz="1800" b="1">
                    <a:solidFill>
                      <a:schemeClr val="lt1"/>
                    </a:solidFill>
                    <a:latin typeface="Times New Roman"/>
                    <a:ea typeface="Fira Sans Extra Condensed"/>
                    <a:cs typeface="Times New Roman"/>
                  </a:rPr>
                  <a:t>Credit score – 38.7%</a:t>
                </a:r>
              </a:p>
            </p:txBody>
          </p:sp>
          <p:sp>
            <p:nvSpPr>
              <p:cNvPr id="27" name="Google Shape;2055;p44">
                <a:extLst>
                  <a:ext uri="{FF2B5EF4-FFF2-40B4-BE49-F238E27FC236}">
                    <a16:creationId xmlns:a16="http://schemas.microsoft.com/office/drawing/2014/main" id="{3D45125B-DBC8-9BB8-1CEC-0CA9DB868F8A}"/>
                  </a:ext>
                </a:extLst>
              </p:cNvPr>
              <p:cNvSpPr txBox="1"/>
              <p:nvPr/>
            </p:nvSpPr>
            <p:spPr>
              <a:xfrm>
                <a:off x="5384603" y="2419417"/>
                <a:ext cx="2500891" cy="528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Nhóm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điểm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 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có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churn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cao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nhất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:</a:t>
                </a:r>
              </a:p>
              <a:p>
                <a:pPr algn="ctr"/>
                <a:r>
                  <a:rPr lang="en">
                    <a:latin typeface="Times New Roman"/>
                    <a:ea typeface="Roboto"/>
                    <a:cs typeface="Times New Roman"/>
                  </a:rPr>
                  <a:t>300–499 (100% churn rate)</a:t>
                </a:r>
              </a:p>
            </p:txBody>
          </p:sp>
          <p:sp>
            <p:nvSpPr>
              <p:cNvPr id="28" name="Google Shape;2056;p44">
                <a:extLst>
                  <a:ext uri="{FF2B5EF4-FFF2-40B4-BE49-F238E27FC236}">
                    <a16:creationId xmlns:a16="http://schemas.microsoft.com/office/drawing/2014/main" id="{61C2CEFF-A562-FFCC-C85F-27BB9B62DAD7}"/>
                  </a:ext>
                </a:extLst>
              </p:cNvPr>
              <p:cNvSpPr txBox="1"/>
              <p:nvPr/>
            </p:nvSpPr>
            <p:spPr>
              <a:xfrm>
                <a:off x="5406584" y="3289850"/>
                <a:ext cx="2464257" cy="4699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Nhóm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điểm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 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có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churn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thấp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 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nhất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:</a:t>
                </a:r>
                <a:endParaRPr lang="en-US">
                  <a:latin typeface="Times New Roman"/>
                  <a:ea typeface="Roboto"/>
                  <a:cs typeface="Times New Roman"/>
                </a:endParaRPr>
              </a:p>
              <a:p>
                <a:pPr algn="ctr"/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700–799 (19.9% churn rate)</a:t>
                </a:r>
                <a:endParaRPr/>
              </a:p>
            </p:txBody>
          </p:sp>
          <p:sp>
            <p:nvSpPr>
              <p:cNvPr id="29" name="Google Shape;2057;p44">
                <a:extLst>
                  <a:ext uri="{FF2B5EF4-FFF2-40B4-BE49-F238E27FC236}">
                    <a16:creationId xmlns:a16="http://schemas.microsoft.com/office/drawing/2014/main" id="{50640669-61CC-ABC8-4A07-289554335DC1}"/>
                  </a:ext>
                </a:extLst>
              </p:cNvPr>
              <p:cNvSpPr txBox="1"/>
              <p:nvPr/>
            </p:nvSpPr>
            <p:spPr>
              <a:xfrm>
                <a:off x="5377277" y="4106314"/>
                <a:ext cx="2537526" cy="13565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just"/>
                <a:r>
                  <a:rPr lang="en" b="1">
                    <a:latin typeface="Times New Roman"/>
                    <a:ea typeface="Roboto"/>
                    <a:cs typeface="Times New Roman"/>
                    <a:sym typeface="Roboto"/>
                  </a:rPr>
                  <a:t>Insight: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dưới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500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điểm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là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dấu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hiệu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cảnh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báo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đỏ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. Tuy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nhiên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số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lượng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này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không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nhiều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và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là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nhóm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khách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hàng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chất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lượng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thấp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nhưng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vẫn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cần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can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thiệp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 </a:t>
                </a:r>
                <a:r>
                  <a:rPr lang="en" err="1">
                    <a:latin typeface="Times New Roman"/>
                    <a:ea typeface="Roboto"/>
                    <a:cs typeface="Times New Roman"/>
                    <a:sym typeface="Roboto"/>
                  </a:rPr>
                  <a:t>gấp</a:t>
                </a:r>
                <a:r>
                  <a:rPr lang="en">
                    <a:latin typeface="Times New Roman"/>
                    <a:ea typeface="Roboto"/>
                    <a:cs typeface="Times New Roman"/>
                    <a:sym typeface="Roboto"/>
                  </a:rPr>
                  <a:t>.</a:t>
                </a:r>
                <a:endParaRPr lang="en-US" err="1"/>
              </a:p>
            </p:txBody>
          </p:sp>
        </p:grpSp>
        <p:cxnSp>
          <p:nvCxnSpPr>
            <p:cNvPr id="32" name="Google Shape;2068;p44">
              <a:extLst>
                <a:ext uri="{FF2B5EF4-FFF2-40B4-BE49-F238E27FC236}">
                  <a16:creationId xmlns:a16="http://schemas.microsoft.com/office/drawing/2014/main" id="{C5A85AF6-FA33-C5E7-5A31-90881C5308DE}"/>
                </a:ext>
              </a:extLst>
            </p:cNvPr>
            <p:cNvCxnSpPr/>
            <p:nvPr/>
          </p:nvCxnSpPr>
          <p:spPr>
            <a:xfrm rot="16200000" flipH="1">
              <a:off x="5032772" y="1454321"/>
              <a:ext cx="142500" cy="600"/>
            </a:xfrm>
            <a:prstGeom prst="bentConnector3">
              <a:avLst>
                <a:gd name="adj1" fmla="val 49974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2069;p44">
              <a:extLst>
                <a:ext uri="{FF2B5EF4-FFF2-40B4-BE49-F238E27FC236}">
                  <a16:creationId xmlns:a16="http://schemas.microsoft.com/office/drawing/2014/main" id="{718EB770-D26E-CEDF-6CB7-BFDE14DE6A09}"/>
                </a:ext>
              </a:extLst>
            </p:cNvPr>
            <p:cNvCxnSpPr/>
            <p:nvPr/>
          </p:nvCxnSpPr>
          <p:spPr>
            <a:xfrm rot="16200000" flipH="1">
              <a:off x="4962122" y="2210096"/>
              <a:ext cx="283800" cy="600"/>
            </a:xfrm>
            <a:prstGeom prst="bentConnector3">
              <a:avLst>
                <a:gd name="adj1" fmla="val 49995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2070;p44">
              <a:extLst>
                <a:ext uri="{FF2B5EF4-FFF2-40B4-BE49-F238E27FC236}">
                  <a16:creationId xmlns:a16="http://schemas.microsoft.com/office/drawing/2014/main" id="{A9B3EE0A-0004-4906-8E45-68E5D8F5F035}"/>
                </a:ext>
              </a:extLst>
            </p:cNvPr>
            <p:cNvCxnSpPr/>
            <p:nvPr/>
          </p:nvCxnSpPr>
          <p:spPr>
            <a:xfrm rot="16200000" flipH="1">
              <a:off x="4963472" y="3035219"/>
              <a:ext cx="281100" cy="600"/>
            </a:xfrm>
            <a:prstGeom prst="bentConnector3">
              <a:avLst>
                <a:gd name="adj1" fmla="val 49998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0" name="Google Shape;2042;p44">
            <a:extLst>
              <a:ext uri="{FF2B5EF4-FFF2-40B4-BE49-F238E27FC236}">
                <a16:creationId xmlns:a16="http://schemas.microsoft.com/office/drawing/2014/main" id="{B83D1F8E-2976-5EDE-1D79-E91A5D75E05B}"/>
              </a:ext>
            </a:extLst>
          </p:cNvPr>
          <p:cNvSpPr/>
          <p:nvPr/>
        </p:nvSpPr>
        <p:spPr>
          <a:xfrm>
            <a:off x="6117791" y="1430547"/>
            <a:ext cx="2499900" cy="542700"/>
          </a:xfrm>
          <a:prstGeom prst="rect">
            <a:avLst/>
          </a:prstGeom>
          <a:noFill/>
          <a:ln w="28575" cap="flat" cmpd="sng">
            <a:solidFill>
              <a:schemeClr val="accent5">
                <a:lumMod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61" name="Google Shape;2051;p44">
            <a:extLst>
              <a:ext uri="{FF2B5EF4-FFF2-40B4-BE49-F238E27FC236}">
                <a16:creationId xmlns:a16="http://schemas.microsoft.com/office/drawing/2014/main" id="{045BFECF-8E2D-1EF2-4580-EC9204723B23}"/>
              </a:ext>
            </a:extLst>
          </p:cNvPr>
          <p:cNvSpPr/>
          <p:nvPr/>
        </p:nvSpPr>
        <p:spPr>
          <a:xfrm>
            <a:off x="6117791" y="2257020"/>
            <a:ext cx="2499900" cy="542700"/>
          </a:xfrm>
          <a:prstGeom prst="rect">
            <a:avLst/>
          </a:prstGeom>
          <a:noFill/>
          <a:ln w="28575" cap="flat" cmpd="sng">
            <a:solidFill>
              <a:schemeClr val="accent5">
                <a:lumMod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62" name="Google Shape;2052;p44">
            <a:extLst>
              <a:ext uri="{FF2B5EF4-FFF2-40B4-BE49-F238E27FC236}">
                <a16:creationId xmlns:a16="http://schemas.microsoft.com/office/drawing/2014/main" id="{AF9AFB71-E54C-13C0-117F-A06D0EAEB6B2}"/>
              </a:ext>
            </a:extLst>
          </p:cNvPr>
          <p:cNvSpPr/>
          <p:nvPr/>
        </p:nvSpPr>
        <p:spPr>
          <a:xfrm>
            <a:off x="6132445" y="3073485"/>
            <a:ext cx="2521879" cy="1443909"/>
          </a:xfrm>
          <a:prstGeom prst="rect">
            <a:avLst/>
          </a:prstGeom>
          <a:noFill/>
          <a:ln w="28575" cap="flat" cmpd="sng">
            <a:solidFill>
              <a:schemeClr val="accent5">
                <a:lumMod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grpSp>
        <p:nvGrpSpPr>
          <p:cNvPr id="163" name="Google Shape;2053;p44">
            <a:extLst>
              <a:ext uri="{FF2B5EF4-FFF2-40B4-BE49-F238E27FC236}">
                <a16:creationId xmlns:a16="http://schemas.microsoft.com/office/drawing/2014/main" id="{E88DE6BE-289A-8697-4902-69F6A149B585}"/>
              </a:ext>
            </a:extLst>
          </p:cNvPr>
          <p:cNvGrpSpPr/>
          <p:nvPr/>
        </p:nvGrpSpPr>
        <p:grpSpPr>
          <a:xfrm>
            <a:off x="6117791" y="862122"/>
            <a:ext cx="2507722" cy="3611581"/>
            <a:chOff x="5377772" y="1851256"/>
            <a:chExt cx="2507722" cy="3611581"/>
          </a:xfrm>
        </p:grpSpPr>
        <p:sp>
          <p:nvSpPr>
            <p:cNvPr id="164" name="Google Shape;2054;p44">
              <a:extLst>
                <a:ext uri="{FF2B5EF4-FFF2-40B4-BE49-F238E27FC236}">
                  <a16:creationId xmlns:a16="http://schemas.microsoft.com/office/drawing/2014/main" id="{5EC33A1E-8BCA-28E5-D706-12E886E69E4F}"/>
                </a:ext>
              </a:extLst>
            </p:cNvPr>
            <p:cNvSpPr/>
            <p:nvPr/>
          </p:nvSpPr>
          <p:spPr>
            <a:xfrm>
              <a:off x="5377772" y="1851256"/>
              <a:ext cx="2499900" cy="426000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>
              <a:solidFill>
                <a:schemeClr val="accent5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800" b="1" err="1">
                  <a:solidFill>
                    <a:schemeClr val="lt1"/>
                  </a:solidFill>
                  <a:latin typeface="Times New Roman"/>
                  <a:ea typeface="Fira Sans Extra Condensed"/>
                  <a:cs typeface="Times New Roman"/>
                </a:rPr>
                <a:t>ActiveMem</a:t>
              </a:r>
              <a:r>
                <a:rPr lang="en" sz="1800" b="1">
                  <a:solidFill>
                    <a:schemeClr val="lt1"/>
                  </a:solidFill>
                  <a:latin typeface="Times New Roman"/>
                  <a:ea typeface="Fira Sans Extra Condensed"/>
                  <a:cs typeface="Times New Roman"/>
                </a:rPr>
                <a:t> – 25.4%</a:t>
              </a:r>
            </a:p>
          </p:txBody>
        </p:sp>
        <p:sp>
          <p:nvSpPr>
            <p:cNvPr id="165" name="Google Shape;2055;p44">
              <a:extLst>
                <a:ext uri="{FF2B5EF4-FFF2-40B4-BE49-F238E27FC236}">
                  <a16:creationId xmlns:a16="http://schemas.microsoft.com/office/drawing/2014/main" id="{9186D5A6-77B4-EF43-39CF-E79CEB080E95}"/>
                </a:ext>
              </a:extLst>
            </p:cNvPr>
            <p:cNvSpPr txBox="1"/>
            <p:nvPr/>
          </p:nvSpPr>
          <p:spPr>
            <a:xfrm>
              <a:off x="5384603" y="2419417"/>
              <a:ext cx="2500891" cy="528574"/>
            </a:xfrm>
            <a:prstGeom prst="rect">
              <a:avLst/>
            </a:prstGeom>
            <a:noFill/>
            <a:ln>
              <a:solidFill>
                <a:schemeClr val="accent5">
                  <a:lumMod val="9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err="1">
                  <a:latin typeface="Times New Roman"/>
                  <a:ea typeface="Roboto"/>
                  <a:cs typeface="Times New Roman"/>
                </a:rPr>
                <a:t>Nhóm</a:t>
              </a:r>
              <a:r>
                <a:rPr lang="en"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</a:rPr>
                <a:t>có</a:t>
              </a:r>
              <a:r>
                <a:rPr lang="en">
                  <a:latin typeface="Times New Roman"/>
                  <a:ea typeface="Roboto"/>
                  <a:cs typeface="Times New Roman"/>
                </a:rPr>
                <a:t> churn </a:t>
              </a:r>
              <a:r>
                <a:rPr lang="en" err="1">
                  <a:latin typeface="Times New Roman"/>
                  <a:ea typeface="Roboto"/>
                  <a:cs typeface="Times New Roman"/>
                </a:rPr>
                <a:t>cao</a:t>
              </a:r>
              <a:r>
                <a:rPr lang="en">
                  <a:latin typeface="Times New Roman"/>
                  <a:ea typeface="Roboto"/>
                  <a:cs typeface="Times New Roman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</a:rPr>
                <a:t>nhất</a:t>
              </a:r>
              <a:r>
                <a:rPr lang="en">
                  <a:latin typeface="Times New Roman"/>
                  <a:ea typeface="Roboto"/>
                  <a:cs typeface="Times New Roman"/>
                </a:rPr>
                <a:t>:</a:t>
              </a:r>
              <a:endParaRPr lang="en-US"/>
            </a:p>
            <a:p>
              <a:pPr algn="ctr"/>
              <a:r>
                <a:rPr lang="en">
                  <a:latin typeface="Times New Roman"/>
                  <a:ea typeface="Roboto"/>
                  <a:cs typeface="Times New Roman"/>
                </a:rPr>
                <a:t>Unactive (27% churn rate)</a:t>
              </a:r>
              <a:endParaRPr lang="en"/>
            </a:p>
          </p:txBody>
        </p:sp>
        <p:sp>
          <p:nvSpPr>
            <p:cNvPr id="166" name="Google Shape;2056;p44">
              <a:extLst>
                <a:ext uri="{FF2B5EF4-FFF2-40B4-BE49-F238E27FC236}">
                  <a16:creationId xmlns:a16="http://schemas.microsoft.com/office/drawing/2014/main" id="{92D3165C-F74B-E515-54D6-00AA82A177B2}"/>
                </a:ext>
              </a:extLst>
            </p:cNvPr>
            <p:cNvSpPr txBox="1"/>
            <p:nvPr/>
          </p:nvSpPr>
          <p:spPr>
            <a:xfrm>
              <a:off x="5487183" y="3311833"/>
              <a:ext cx="2295734" cy="37470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Nhóm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có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churn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thấp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 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nhất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:</a:t>
              </a:r>
              <a:endParaRPr lang="en-US">
                <a:latin typeface="Times New Roman"/>
                <a:ea typeface="Roboto"/>
                <a:cs typeface="Times New Roman"/>
              </a:endParaRPr>
            </a:p>
            <a:p>
              <a:pPr algn="ctr"/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Active (14% churn rate)</a:t>
              </a:r>
              <a:endParaRPr/>
            </a:p>
          </p:txBody>
        </p:sp>
        <p:sp>
          <p:nvSpPr>
            <p:cNvPr id="167" name="Google Shape;2057;p44">
              <a:extLst>
                <a:ext uri="{FF2B5EF4-FFF2-40B4-BE49-F238E27FC236}">
                  <a16:creationId xmlns:a16="http://schemas.microsoft.com/office/drawing/2014/main" id="{DB7D6F71-E6A4-0C9F-0901-8839D896E866}"/>
                </a:ext>
              </a:extLst>
            </p:cNvPr>
            <p:cNvSpPr txBox="1"/>
            <p:nvPr/>
          </p:nvSpPr>
          <p:spPr>
            <a:xfrm>
              <a:off x="5428564" y="4106314"/>
              <a:ext cx="2442279" cy="135652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r>
                <a:rPr lang="en" b="1">
                  <a:latin typeface="Times New Roman"/>
                  <a:ea typeface="Roboto"/>
                  <a:cs typeface="Times New Roman"/>
                  <a:sym typeface="Roboto"/>
                </a:rPr>
                <a:t>Insight: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Khách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hàng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không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hoạt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động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có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nguy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cơ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churn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cao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gần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gấp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đôi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so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với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khách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hoạt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động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.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Đây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là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nhóm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có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số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lượng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lớn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nhất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(47.6%)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và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cần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chiến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lược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tiếp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cận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cụ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 </a:t>
              </a:r>
              <a:r>
                <a:rPr lang="en" err="1">
                  <a:latin typeface="Times New Roman"/>
                  <a:ea typeface="Roboto"/>
                  <a:cs typeface="Times New Roman"/>
                  <a:sym typeface="Roboto"/>
                </a:rPr>
                <a:t>thể</a:t>
              </a:r>
              <a:r>
                <a:rPr lang="en">
                  <a:latin typeface="Times New Roman"/>
                  <a:ea typeface="Roboto"/>
                  <a:cs typeface="Times New Roman"/>
                  <a:sym typeface="Roboto"/>
                </a:rPr>
                <a:t>.</a:t>
              </a:r>
              <a:endParaRPr lang="en">
                <a:latin typeface="Times New Roman"/>
                <a:ea typeface="Roboto"/>
                <a:cs typeface="Times New Roman"/>
              </a:endParaRPr>
            </a:p>
          </p:txBody>
        </p:sp>
      </p:grpSp>
      <p:cxnSp>
        <p:nvCxnSpPr>
          <p:cNvPr id="168" name="Google Shape;2068;p44">
            <a:extLst>
              <a:ext uri="{FF2B5EF4-FFF2-40B4-BE49-F238E27FC236}">
                <a16:creationId xmlns:a16="http://schemas.microsoft.com/office/drawing/2014/main" id="{40EB3711-25D4-02DF-413D-3D9766AEBBF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96791" y="1359072"/>
            <a:ext cx="142500" cy="600"/>
          </a:xfrm>
          <a:prstGeom prst="bentConnector3">
            <a:avLst>
              <a:gd name="adj1" fmla="val 49974"/>
            </a:avLst>
          </a:prstGeom>
          <a:noFill/>
          <a:ln w="19050" cap="flat" cmpd="sng">
            <a:solidFill>
              <a:schemeClr val="accent5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069;p44">
            <a:extLst>
              <a:ext uri="{FF2B5EF4-FFF2-40B4-BE49-F238E27FC236}">
                <a16:creationId xmlns:a16="http://schemas.microsoft.com/office/drawing/2014/main" id="{DE73A473-5383-2B56-BD3B-57D61D56DA6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26141" y="2114847"/>
            <a:ext cx="283800" cy="600"/>
          </a:xfrm>
          <a:prstGeom prst="bentConnector3">
            <a:avLst>
              <a:gd name="adj1" fmla="val 49995"/>
            </a:avLst>
          </a:prstGeom>
          <a:noFill/>
          <a:ln w="19050" cap="flat" cmpd="sng">
            <a:solidFill>
              <a:schemeClr val="accent5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070;p44">
            <a:extLst>
              <a:ext uri="{FF2B5EF4-FFF2-40B4-BE49-F238E27FC236}">
                <a16:creationId xmlns:a16="http://schemas.microsoft.com/office/drawing/2014/main" id="{14965DDE-4384-9134-4722-EAC1918300C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27491" y="2939970"/>
            <a:ext cx="281100" cy="600"/>
          </a:xfrm>
          <a:prstGeom prst="bentConnector3">
            <a:avLst>
              <a:gd name="adj1" fmla="val 49998"/>
            </a:avLst>
          </a:prstGeom>
          <a:noFill/>
          <a:ln w="19050" cap="flat" cmpd="sng">
            <a:solidFill>
              <a:schemeClr val="accent5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66386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488A8E-4422-7219-A58C-2691FFACC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791" y="147936"/>
            <a:ext cx="8021080" cy="358714"/>
          </a:xfrm>
        </p:spPr>
        <p:txBody>
          <a:bodyPr/>
          <a:lstStyle/>
          <a:p>
            <a:r>
              <a:rPr lang="en-US" err="1">
                <a:latin typeface="Times New Roman"/>
                <a:cs typeface="Times New Roman"/>
              </a:rPr>
              <a:t>Nhóm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nguy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cơ</a:t>
            </a:r>
            <a:r>
              <a:rPr lang="en-US">
                <a:latin typeface="Times New Roman"/>
                <a:cs typeface="Times New Roman"/>
              </a:rPr>
              <a:t> cao</a:t>
            </a:r>
          </a:p>
        </p:txBody>
      </p:sp>
      <p:pic>
        <p:nvPicPr>
          <p:cNvPr id="4" name="Picture 3" descr="A chart with green and blue bars&#10;&#10;AI-generated content may be incorrect.">
            <a:extLst>
              <a:ext uri="{FF2B5EF4-FFF2-40B4-BE49-F238E27FC236}">
                <a16:creationId xmlns:a16="http://schemas.microsoft.com/office/drawing/2014/main" id="{328C78B1-E112-6523-368E-53B547CF59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505" b="2325"/>
          <a:stretch>
            <a:fillRect/>
          </a:stretch>
        </p:blipFill>
        <p:spPr>
          <a:xfrm>
            <a:off x="4465227" y="1499704"/>
            <a:ext cx="4337811" cy="2428923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C74F2B8-8DCB-1CBC-3637-C9D01DA110C7}"/>
              </a:ext>
            </a:extLst>
          </p:cNvPr>
          <p:cNvGrpSpPr/>
          <p:nvPr/>
        </p:nvGrpSpPr>
        <p:grpSpPr>
          <a:xfrm>
            <a:off x="444722" y="724464"/>
            <a:ext cx="3702086" cy="1269710"/>
            <a:chOff x="382215" y="679815"/>
            <a:chExt cx="3621719" cy="1269710"/>
          </a:xfrm>
        </p:grpSpPr>
        <p:sp>
          <p:nvSpPr>
            <p:cNvPr id="11" name="Google Shape;1187;p32">
              <a:extLst>
                <a:ext uri="{FF2B5EF4-FFF2-40B4-BE49-F238E27FC236}">
                  <a16:creationId xmlns:a16="http://schemas.microsoft.com/office/drawing/2014/main" id="{1DE26284-E6F6-EDA5-B685-302AE92EFD72}"/>
                </a:ext>
              </a:extLst>
            </p:cNvPr>
            <p:cNvSpPr/>
            <p:nvPr/>
          </p:nvSpPr>
          <p:spPr>
            <a:xfrm>
              <a:off x="384125" y="679815"/>
              <a:ext cx="3619809" cy="1269710"/>
            </a:xfrm>
            <a:prstGeom prst="rect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en-US">
                <a:latin typeface="Times New Roman"/>
                <a:cs typeface="Times New Roman"/>
              </a:endParaRPr>
            </a:p>
            <a:p>
              <a:pPr algn="just"/>
              <a:r>
                <a:rPr lang="en-US" err="1">
                  <a:latin typeface="Times New Roman"/>
                  <a:cs typeface="Times New Roman"/>
                </a:rPr>
                <a:t>Chiếm</a:t>
              </a:r>
              <a:r>
                <a:rPr lang="en-US">
                  <a:latin typeface="Times New Roman"/>
                  <a:cs typeface="Times New Roman"/>
                </a:rPr>
                <a:t> 50% </a:t>
              </a:r>
              <a:r>
                <a:rPr lang="en-US" err="1">
                  <a:latin typeface="Times New Roman"/>
                  <a:cs typeface="Times New Roman"/>
                </a:rPr>
                <a:t>tồng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khách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hàng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nhưng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lại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chỉ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có</a:t>
              </a:r>
              <a:r>
                <a:rPr lang="en-US">
                  <a:latin typeface="Times New Roman"/>
                  <a:cs typeface="Times New Roman"/>
                </a:rPr>
                <a:t> 1 </a:t>
              </a:r>
              <a:r>
                <a:rPr lang="en-US" err="1">
                  <a:latin typeface="Times New Roman"/>
                  <a:cs typeface="Times New Roman"/>
                </a:rPr>
                <a:t>sản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phẩm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thẻ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nên</a:t>
              </a:r>
              <a:r>
                <a:rPr lang="en-US">
                  <a:latin typeface="Times New Roman"/>
                  <a:cs typeface="Times New Roman"/>
                </a:rPr>
                <a:t> </a:t>
              </a:r>
              <a:r>
                <a:rPr lang="en-US" err="1">
                  <a:latin typeface="Times New Roman"/>
                  <a:cs typeface="Times New Roman"/>
                </a:rPr>
                <a:t>vẫn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còn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ít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kết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nối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với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ngân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hàng</a:t>
              </a:r>
              <a:r>
                <a:rPr lang="en-US">
                  <a:latin typeface="Times New Roman"/>
                  <a:cs typeface="Times New Roman"/>
                </a:rPr>
                <a:t>, </a:t>
              </a:r>
              <a:r>
                <a:rPr lang="en-US" err="1">
                  <a:latin typeface="Times New Roman"/>
                  <a:cs typeface="Times New Roman"/>
                </a:rPr>
                <a:t>rời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đi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ngay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lập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tức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nếu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có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sản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phẩm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thích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hợp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hơn</a:t>
              </a:r>
              <a:r>
                <a:rPr lang="en-US">
                  <a:latin typeface="Times New Roman"/>
                  <a:cs typeface="Times New Roman"/>
                </a:rPr>
                <a:t> ở </a:t>
              </a:r>
              <a:r>
                <a:rPr lang="en-US" err="1">
                  <a:latin typeface="Times New Roman"/>
                  <a:cs typeface="Times New Roman"/>
                </a:rPr>
                <a:t>ngân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hàng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khác</a:t>
              </a:r>
              <a:r>
                <a:rPr lang="en-US">
                  <a:latin typeface="Times New Roman"/>
                  <a:cs typeface="Times New Roman"/>
                </a:rPr>
                <a:t>.</a:t>
              </a:r>
            </a:p>
          </p:txBody>
        </p:sp>
        <p:sp>
          <p:nvSpPr>
            <p:cNvPr id="12" name="Google Shape;1191;p32">
              <a:extLst>
                <a:ext uri="{FF2B5EF4-FFF2-40B4-BE49-F238E27FC236}">
                  <a16:creationId xmlns:a16="http://schemas.microsoft.com/office/drawing/2014/main" id="{F402E177-4845-AC2F-60D2-66082F5F2250}"/>
                </a:ext>
              </a:extLst>
            </p:cNvPr>
            <p:cNvSpPr txBox="1"/>
            <p:nvPr/>
          </p:nvSpPr>
          <p:spPr>
            <a:xfrm>
              <a:off x="382215" y="745562"/>
              <a:ext cx="3076942" cy="2393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>
                <a:buSzPts val="1100"/>
              </a:pP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Nhóm</a:t>
              </a:r>
              <a:r>
                <a:rPr lang="en" sz="1800" b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 1: </a:t>
              </a: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Chỉ</a:t>
              </a:r>
              <a:r>
                <a:rPr lang="en" sz="1800" b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 1 </a:t>
              </a: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sản</a:t>
              </a:r>
              <a:r>
                <a:rPr lang="en" sz="1800" b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 </a:t>
              </a: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phẩm</a:t>
              </a:r>
              <a:endParaRPr lang="en" sz="1800" b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3C83D88-EBCC-5C30-2F1D-30FF2335CACD}"/>
              </a:ext>
            </a:extLst>
          </p:cNvPr>
          <p:cNvGrpSpPr/>
          <p:nvPr/>
        </p:nvGrpSpPr>
        <p:grpSpPr>
          <a:xfrm>
            <a:off x="445356" y="2091036"/>
            <a:ext cx="3702210" cy="1332715"/>
            <a:chOff x="363476" y="2288559"/>
            <a:chExt cx="3695821" cy="1269038"/>
          </a:xfrm>
        </p:grpSpPr>
        <p:sp>
          <p:nvSpPr>
            <p:cNvPr id="15" name="Google Shape;1193;p32">
              <a:extLst>
                <a:ext uri="{FF2B5EF4-FFF2-40B4-BE49-F238E27FC236}">
                  <a16:creationId xmlns:a16="http://schemas.microsoft.com/office/drawing/2014/main" id="{09AECFD4-A0C8-8FB3-8F50-C9C079CFB369}"/>
                </a:ext>
              </a:extLst>
            </p:cNvPr>
            <p:cNvSpPr/>
            <p:nvPr/>
          </p:nvSpPr>
          <p:spPr>
            <a:xfrm>
              <a:off x="364752" y="2288806"/>
              <a:ext cx="3694545" cy="1268791"/>
            </a:xfrm>
            <a:prstGeom prst="rect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en-US">
                <a:latin typeface="Times New Roman"/>
                <a:cs typeface="Times New Roman"/>
              </a:endParaRPr>
            </a:p>
            <a:p>
              <a:pPr algn="just"/>
              <a:r>
                <a:rPr lang="en-US" err="1">
                  <a:latin typeface="Times New Roman"/>
                  <a:cs typeface="Times New Roman"/>
                </a:rPr>
                <a:t>Đây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là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nhóm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khách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đã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nghỉ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hưu</a:t>
              </a:r>
              <a:r>
                <a:rPr lang="en-US">
                  <a:latin typeface="Times New Roman"/>
                  <a:cs typeface="Times New Roman"/>
                </a:rPr>
                <a:t>, </a:t>
              </a:r>
              <a:r>
                <a:rPr lang="en-US" err="1">
                  <a:latin typeface="Times New Roman"/>
                  <a:cs typeface="Times New Roman"/>
                </a:rPr>
                <a:t>nhiều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tiền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tiết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kiệm</a:t>
              </a:r>
              <a:r>
                <a:rPr lang="en-US">
                  <a:latin typeface="Times New Roman"/>
                  <a:cs typeface="Times New Roman"/>
                </a:rPr>
                <a:t>, </a:t>
              </a:r>
              <a:r>
                <a:rPr lang="en-US" err="1">
                  <a:latin typeface="Times New Roman"/>
                  <a:cs typeface="Times New Roman"/>
                </a:rPr>
                <a:t>không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có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nhu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cầu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vay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nên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đổi</a:t>
              </a:r>
              <a:r>
                <a:rPr lang="en-US">
                  <a:latin typeface="Times New Roman"/>
                  <a:cs typeface="Times New Roman"/>
                </a:rPr>
                <a:t> nhà </a:t>
              </a:r>
              <a:r>
                <a:rPr lang="en-US" err="1">
                  <a:latin typeface="Times New Roman"/>
                  <a:cs typeface="Times New Roman"/>
                </a:rPr>
                <a:t>cung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cấp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với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nhiều</a:t>
              </a:r>
              <a:r>
                <a:rPr lang="en-US">
                  <a:latin typeface="Times New Roman"/>
                  <a:cs typeface="Times New Roman"/>
                </a:rPr>
                <a:t> ưu đãi, tiện lợi hơn cho </a:t>
              </a:r>
              <a:r>
                <a:rPr lang="en-US" err="1">
                  <a:latin typeface="Times New Roman"/>
                  <a:cs typeface="Times New Roman"/>
                </a:rPr>
                <a:t>người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cao</a:t>
              </a:r>
              <a:r>
                <a:rPr lang="en-US">
                  <a:latin typeface="Times New Roman"/>
                  <a:cs typeface="Times New Roman"/>
                </a:rPr>
                <a:t> </a:t>
              </a:r>
              <a:r>
                <a:rPr lang="en-US" err="1">
                  <a:latin typeface="Times New Roman"/>
                  <a:cs typeface="Times New Roman"/>
                </a:rPr>
                <a:t>tuổi</a:t>
              </a:r>
              <a:r>
                <a:rPr lang="en-US">
                  <a:latin typeface="Times New Roman"/>
                  <a:cs typeface="Times New Roman"/>
                </a:rPr>
                <a:t>.</a:t>
              </a:r>
            </a:p>
          </p:txBody>
        </p:sp>
        <p:sp>
          <p:nvSpPr>
            <p:cNvPr id="16" name="Google Shape;1196;p32">
              <a:extLst>
                <a:ext uri="{FF2B5EF4-FFF2-40B4-BE49-F238E27FC236}">
                  <a16:creationId xmlns:a16="http://schemas.microsoft.com/office/drawing/2014/main" id="{AA944B41-37A9-DC78-06F9-C852991E77BD}"/>
                </a:ext>
              </a:extLst>
            </p:cNvPr>
            <p:cNvSpPr txBox="1"/>
            <p:nvPr/>
          </p:nvSpPr>
          <p:spPr>
            <a:xfrm>
              <a:off x="363476" y="2288559"/>
              <a:ext cx="2410628" cy="3911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>
                <a:buClr>
                  <a:schemeClr val="dk1"/>
                </a:buClr>
                <a:buSzPts val="1100"/>
              </a:pP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Nhóm</a:t>
              </a:r>
              <a:r>
                <a:rPr lang="en" sz="1800" b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 2: </a:t>
              </a: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Trên</a:t>
              </a:r>
              <a:r>
                <a:rPr lang="en" sz="1800" b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 55 </a:t>
              </a:r>
              <a:r>
                <a:rPr lang="en" sz="1800" b="1" err="1">
                  <a:solidFill>
                    <a:schemeClr val="dk1"/>
                  </a:solidFill>
                  <a:latin typeface="Times New Roman"/>
                  <a:ea typeface="Fira Sans Extra Condensed"/>
                  <a:cs typeface="Times New Roman"/>
                </a:rPr>
                <a:t>tuổi</a:t>
              </a:r>
            </a:p>
          </p:txBody>
        </p:sp>
      </p:grpSp>
      <p:sp>
        <p:nvSpPr>
          <p:cNvPr id="19" name="Google Shape;1198;p32">
            <a:extLst>
              <a:ext uri="{FF2B5EF4-FFF2-40B4-BE49-F238E27FC236}">
                <a16:creationId xmlns:a16="http://schemas.microsoft.com/office/drawing/2014/main" id="{C86500AD-2E18-DE90-787A-A3C6F78A8CEA}"/>
              </a:ext>
            </a:extLst>
          </p:cNvPr>
          <p:cNvSpPr/>
          <p:nvPr/>
        </p:nvSpPr>
        <p:spPr>
          <a:xfrm>
            <a:off x="446631" y="3494767"/>
            <a:ext cx="3700933" cy="1362335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endParaRPr lang="en-US">
              <a:latin typeface="Times New Roman"/>
              <a:cs typeface="Times New Roman"/>
            </a:endParaRPr>
          </a:p>
          <a:p>
            <a:pPr algn="just"/>
            <a:r>
              <a:rPr lang="en-US" err="1">
                <a:latin typeface="Times New Roman"/>
                <a:cs typeface="Times New Roman"/>
              </a:rPr>
              <a:t>Đây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nhóm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có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rủi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ro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cao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cho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vay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vì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đa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phần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người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trẻ</a:t>
            </a:r>
            <a:r>
              <a:rPr lang="en-US">
                <a:latin typeface="Times New Roman"/>
                <a:cs typeface="Times New Roman"/>
              </a:rPr>
              <a:t>, </a:t>
            </a:r>
            <a:r>
              <a:rPr lang="en-US" err="1">
                <a:latin typeface="Times New Roman"/>
                <a:cs typeface="Times New Roman"/>
              </a:rPr>
              <a:t>nên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cơ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hội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phê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duyệt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khoản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vay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bị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hạn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chế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cho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dù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đây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nhóm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tuổi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chiếm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đa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số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tổng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21" name="Google Shape;1201;p32">
            <a:extLst>
              <a:ext uri="{FF2B5EF4-FFF2-40B4-BE49-F238E27FC236}">
                <a16:creationId xmlns:a16="http://schemas.microsoft.com/office/drawing/2014/main" id="{1299443E-8FE8-EB47-500C-A7F9A4C76D46}"/>
              </a:ext>
            </a:extLst>
          </p:cNvPr>
          <p:cNvSpPr txBox="1"/>
          <p:nvPr/>
        </p:nvSpPr>
        <p:spPr>
          <a:xfrm>
            <a:off x="444573" y="3499118"/>
            <a:ext cx="3241412" cy="402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buClr>
                <a:schemeClr val="dk1"/>
              </a:buClr>
              <a:buSzPts val="1100"/>
            </a:pPr>
            <a:r>
              <a:rPr lang="en" sz="1800" b="1" err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Nhóm</a:t>
            </a:r>
            <a:r>
              <a:rPr lang="en" sz="1800" b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 3: Credit score </a:t>
            </a:r>
            <a:r>
              <a:rPr lang="en" sz="1800" b="1" err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dưới</a:t>
            </a:r>
            <a:r>
              <a:rPr lang="en" sz="1800" b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 500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999;p29">
            <a:extLst>
              <a:ext uri="{FF2B5EF4-FFF2-40B4-BE49-F238E27FC236}">
                <a16:creationId xmlns:a16="http://schemas.microsoft.com/office/drawing/2014/main" id="{C406A1E9-B1E3-6FAA-0F10-5F48943BCE00}"/>
              </a:ext>
            </a:extLst>
          </p:cNvPr>
          <p:cNvCxnSpPr/>
          <p:nvPr/>
        </p:nvCxnSpPr>
        <p:spPr>
          <a:xfrm>
            <a:off x="5694226" y="1270499"/>
            <a:ext cx="1587574" cy="600"/>
          </a:xfrm>
          <a:prstGeom prst="bentConnector3">
            <a:avLst>
              <a:gd name="adj1" fmla="val 4999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997;p29">
            <a:extLst>
              <a:ext uri="{FF2B5EF4-FFF2-40B4-BE49-F238E27FC236}">
                <a16:creationId xmlns:a16="http://schemas.microsoft.com/office/drawing/2014/main" id="{E3D86430-2FA3-48FA-F294-36505DE1C9EC}"/>
              </a:ext>
            </a:extLst>
          </p:cNvPr>
          <p:cNvCxnSpPr/>
          <p:nvPr/>
        </p:nvCxnSpPr>
        <p:spPr>
          <a:xfrm>
            <a:off x="1557988" y="1270498"/>
            <a:ext cx="1221229" cy="600"/>
          </a:xfrm>
          <a:prstGeom prst="bentConnector3">
            <a:avLst>
              <a:gd name="adj1" fmla="val 4999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" name="Google Shape;998;p29">
            <a:extLst>
              <a:ext uri="{FF2B5EF4-FFF2-40B4-BE49-F238E27FC236}">
                <a16:creationId xmlns:a16="http://schemas.microsoft.com/office/drawing/2014/main" id="{70AFB9E0-D237-8E63-DE64-CE4E227FF20A}"/>
              </a:ext>
            </a:extLst>
          </p:cNvPr>
          <p:cNvCxnSpPr/>
          <p:nvPr/>
        </p:nvCxnSpPr>
        <p:spPr>
          <a:xfrm>
            <a:off x="3600464" y="1277826"/>
            <a:ext cx="1309151" cy="600"/>
          </a:xfrm>
          <a:prstGeom prst="bentConnector3">
            <a:avLst>
              <a:gd name="adj1" fmla="val 4999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itle 2">
            <a:extLst>
              <a:ext uri="{FF2B5EF4-FFF2-40B4-BE49-F238E27FC236}">
                <a16:creationId xmlns:a16="http://schemas.microsoft.com/office/drawing/2014/main" id="{75294CD5-7203-71FE-DA45-8279E5BC3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541" y="331109"/>
            <a:ext cx="8021080" cy="358714"/>
          </a:xfrm>
        </p:spPr>
        <p:txBody>
          <a:bodyPr/>
          <a:lstStyle/>
          <a:p>
            <a:r>
              <a:rPr lang="en-US" err="1">
                <a:latin typeface="Times New Roman"/>
                <a:cs typeface="Times New Roman"/>
              </a:rPr>
              <a:t>Giải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pháp</a:t>
            </a:r>
          </a:p>
        </p:txBody>
      </p:sp>
      <p:sp>
        <p:nvSpPr>
          <p:cNvPr id="6" name="Google Shape;960;p29">
            <a:extLst>
              <a:ext uri="{FF2B5EF4-FFF2-40B4-BE49-F238E27FC236}">
                <a16:creationId xmlns:a16="http://schemas.microsoft.com/office/drawing/2014/main" id="{3EC5209B-E824-E57F-2F85-BE779A7F7B28}"/>
              </a:ext>
            </a:extLst>
          </p:cNvPr>
          <p:cNvSpPr/>
          <p:nvPr/>
        </p:nvSpPr>
        <p:spPr>
          <a:xfrm>
            <a:off x="780640" y="854249"/>
            <a:ext cx="843290" cy="832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>
              <a:latin typeface="Times New Roman"/>
              <a:cs typeface="Times New Roman"/>
            </a:endParaRPr>
          </a:p>
        </p:txBody>
      </p:sp>
      <p:sp>
        <p:nvSpPr>
          <p:cNvPr id="8" name="Google Shape;961;p29">
            <a:extLst>
              <a:ext uri="{FF2B5EF4-FFF2-40B4-BE49-F238E27FC236}">
                <a16:creationId xmlns:a16="http://schemas.microsoft.com/office/drawing/2014/main" id="{AB678242-734C-12D3-3BCA-ECFA4D5D6A6D}"/>
              </a:ext>
            </a:extLst>
          </p:cNvPr>
          <p:cNvSpPr/>
          <p:nvPr/>
        </p:nvSpPr>
        <p:spPr>
          <a:xfrm>
            <a:off x="2771827" y="868903"/>
            <a:ext cx="843290" cy="8325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>
              <a:latin typeface="Times New Roman"/>
              <a:cs typeface="Times New Roman"/>
            </a:endParaRPr>
          </a:p>
        </p:txBody>
      </p:sp>
      <p:sp>
        <p:nvSpPr>
          <p:cNvPr id="10" name="Google Shape;962;p29">
            <a:extLst>
              <a:ext uri="{FF2B5EF4-FFF2-40B4-BE49-F238E27FC236}">
                <a16:creationId xmlns:a16="http://schemas.microsoft.com/office/drawing/2014/main" id="{A681359D-A2DE-2F9D-ADC2-C7939D3B4123}"/>
              </a:ext>
            </a:extLst>
          </p:cNvPr>
          <p:cNvSpPr/>
          <p:nvPr/>
        </p:nvSpPr>
        <p:spPr>
          <a:xfrm>
            <a:off x="4850936" y="876230"/>
            <a:ext cx="843290" cy="832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>
              <a:latin typeface="Times New Roman"/>
              <a:cs typeface="Times New Roman"/>
            </a:endParaRPr>
          </a:p>
        </p:txBody>
      </p:sp>
      <p:sp>
        <p:nvSpPr>
          <p:cNvPr id="12" name="Google Shape;963;p29">
            <a:extLst>
              <a:ext uri="{FF2B5EF4-FFF2-40B4-BE49-F238E27FC236}">
                <a16:creationId xmlns:a16="http://schemas.microsoft.com/office/drawing/2014/main" id="{20164F03-7569-45F3-CDEF-5CB7C90E7101}"/>
              </a:ext>
            </a:extLst>
          </p:cNvPr>
          <p:cNvSpPr/>
          <p:nvPr/>
        </p:nvSpPr>
        <p:spPr>
          <a:xfrm>
            <a:off x="7281738" y="883557"/>
            <a:ext cx="843290" cy="832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>
              <a:latin typeface="Times New Roman"/>
              <a:cs typeface="Times New Roman"/>
            </a:endParaRPr>
          </a:p>
        </p:txBody>
      </p:sp>
      <p:sp>
        <p:nvSpPr>
          <p:cNvPr id="14" name="Google Shape;965;p29">
            <a:extLst>
              <a:ext uri="{FF2B5EF4-FFF2-40B4-BE49-F238E27FC236}">
                <a16:creationId xmlns:a16="http://schemas.microsoft.com/office/drawing/2014/main" id="{621E6332-EE0E-339D-FC8C-63F63F169885}"/>
              </a:ext>
            </a:extLst>
          </p:cNvPr>
          <p:cNvSpPr/>
          <p:nvPr/>
        </p:nvSpPr>
        <p:spPr>
          <a:xfrm>
            <a:off x="1284507" y="1069708"/>
            <a:ext cx="27811" cy="39414"/>
          </a:xfrm>
          <a:custGeom>
            <a:avLst/>
            <a:gdLst/>
            <a:ahLst/>
            <a:cxnLst/>
            <a:rect l="l" t="t" r="r" b="b"/>
            <a:pathLst>
              <a:path w="928" h="1315" extrusionOk="0">
                <a:moveTo>
                  <a:pt x="747" y="1"/>
                </a:moveTo>
                <a:lnTo>
                  <a:pt x="670" y="26"/>
                </a:lnTo>
                <a:lnTo>
                  <a:pt x="593" y="52"/>
                </a:lnTo>
                <a:lnTo>
                  <a:pt x="515" y="129"/>
                </a:lnTo>
                <a:lnTo>
                  <a:pt x="26" y="980"/>
                </a:lnTo>
                <a:lnTo>
                  <a:pt x="0" y="1057"/>
                </a:lnTo>
                <a:lnTo>
                  <a:pt x="0" y="1134"/>
                </a:lnTo>
                <a:lnTo>
                  <a:pt x="52" y="1211"/>
                </a:lnTo>
                <a:lnTo>
                  <a:pt x="103" y="1289"/>
                </a:lnTo>
                <a:lnTo>
                  <a:pt x="155" y="1289"/>
                </a:lnTo>
                <a:lnTo>
                  <a:pt x="232" y="1314"/>
                </a:lnTo>
                <a:lnTo>
                  <a:pt x="335" y="1289"/>
                </a:lnTo>
                <a:lnTo>
                  <a:pt x="387" y="1237"/>
                </a:lnTo>
                <a:lnTo>
                  <a:pt x="412" y="1186"/>
                </a:lnTo>
                <a:lnTo>
                  <a:pt x="902" y="335"/>
                </a:lnTo>
                <a:lnTo>
                  <a:pt x="928" y="258"/>
                </a:lnTo>
                <a:lnTo>
                  <a:pt x="928" y="181"/>
                </a:lnTo>
                <a:lnTo>
                  <a:pt x="902" y="104"/>
                </a:lnTo>
                <a:lnTo>
                  <a:pt x="825" y="26"/>
                </a:lnTo>
                <a:lnTo>
                  <a:pt x="7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5" name="Google Shape;966;p29">
            <a:extLst>
              <a:ext uri="{FF2B5EF4-FFF2-40B4-BE49-F238E27FC236}">
                <a16:creationId xmlns:a16="http://schemas.microsoft.com/office/drawing/2014/main" id="{1AB4E0C5-C2BD-0D99-443E-BE13D2B1EA88}"/>
              </a:ext>
            </a:extLst>
          </p:cNvPr>
          <p:cNvSpPr/>
          <p:nvPr/>
        </p:nvSpPr>
        <p:spPr>
          <a:xfrm>
            <a:off x="1195709" y="1041923"/>
            <a:ext cx="13935" cy="43251"/>
          </a:xfrm>
          <a:custGeom>
            <a:avLst/>
            <a:gdLst/>
            <a:ahLst/>
            <a:cxnLst/>
            <a:rect l="l" t="t" r="r" b="b"/>
            <a:pathLst>
              <a:path w="465" h="1443" extrusionOk="0">
                <a:moveTo>
                  <a:pt x="232" y="0"/>
                </a:moveTo>
                <a:lnTo>
                  <a:pt x="155" y="26"/>
                </a:lnTo>
                <a:lnTo>
                  <a:pt x="78" y="77"/>
                </a:lnTo>
                <a:lnTo>
                  <a:pt x="26" y="155"/>
                </a:lnTo>
                <a:lnTo>
                  <a:pt x="0" y="232"/>
                </a:lnTo>
                <a:lnTo>
                  <a:pt x="0" y="1211"/>
                </a:lnTo>
                <a:lnTo>
                  <a:pt x="26" y="1314"/>
                </a:lnTo>
                <a:lnTo>
                  <a:pt x="78" y="1365"/>
                </a:lnTo>
                <a:lnTo>
                  <a:pt x="155" y="1417"/>
                </a:lnTo>
                <a:lnTo>
                  <a:pt x="232" y="1443"/>
                </a:lnTo>
                <a:lnTo>
                  <a:pt x="309" y="1417"/>
                </a:lnTo>
                <a:lnTo>
                  <a:pt x="387" y="1365"/>
                </a:lnTo>
                <a:lnTo>
                  <a:pt x="438" y="1314"/>
                </a:lnTo>
                <a:lnTo>
                  <a:pt x="464" y="1211"/>
                </a:lnTo>
                <a:lnTo>
                  <a:pt x="464" y="232"/>
                </a:lnTo>
                <a:lnTo>
                  <a:pt x="438" y="155"/>
                </a:lnTo>
                <a:lnTo>
                  <a:pt x="387" y="77"/>
                </a:lnTo>
                <a:lnTo>
                  <a:pt x="309" y="26"/>
                </a:lnTo>
                <a:lnTo>
                  <a:pt x="23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6" name="Google Shape;967;p29">
            <a:extLst>
              <a:ext uri="{FF2B5EF4-FFF2-40B4-BE49-F238E27FC236}">
                <a16:creationId xmlns:a16="http://schemas.microsoft.com/office/drawing/2014/main" id="{BE7D3ABB-2A25-0983-ADBC-2944D430D537}"/>
              </a:ext>
            </a:extLst>
          </p:cNvPr>
          <p:cNvSpPr/>
          <p:nvPr/>
        </p:nvSpPr>
        <p:spPr>
          <a:xfrm>
            <a:off x="1092227" y="1069708"/>
            <a:ext cx="28620" cy="39414"/>
          </a:xfrm>
          <a:custGeom>
            <a:avLst/>
            <a:gdLst/>
            <a:ahLst/>
            <a:cxnLst/>
            <a:rect l="l" t="t" r="r" b="b"/>
            <a:pathLst>
              <a:path w="955" h="1315" extrusionOk="0">
                <a:moveTo>
                  <a:pt x="207" y="1"/>
                </a:moveTo>
                <a:lnTo>
                  <a:pt x="130" y="26"/>
                </a:lnTo>
                <a:lnTo>
                  <a:pt x="52" y="104"/>
                </a:lnTo>
                <a:lnTo>
                  <a:pt x="27" y="181"/>
                </a:lnTo>
                <a:lnTo>
                  <a:pt x="1" y="258"/>
                </a:lnTo>
                <a:lnTo>
                  <a:pt x="52" y="335"/>
                </a:lnTo>
                <a:lnTo>
                  <a:pt x="542" y="1186"/>
                </a:lnTo>
                <a:lnTo>
                  <a:pt x="568" y="1237"/>
                </a:lnTo>
                <a:lnTo>
                  <a:pt x="619" y="1289"/>
                </a:lnTo>
                <a:lnTo>
                  <a:pt x="722" y="1314"/>
                </a:lnTo>
                <a:lnTo>
                  <a:pt x="774" y="1289"/>
                </a:lnTo>
                <a:lnTo>
                  <a:pt x="825" y="1289"/>
                </a:lnTo>
                <a:lnTo>
                  <a:pt x="903" y="1211"/>
                </a:lnTo>
                <a:lnTo>
                  <a:pt x="954" y="1134"/>
                </a:lnTo>
                <a:lnTo>
                  <a:pt x="954" y="1057"/>
                </a:lnTo>
                <a:lnTo>
                  <a:pt x="928" y="980"/>
                </a:lnTo>
                <a:lnTo>
                  <a:pt x="439" y="129"/>
                </a:lnTo>
                <a:lnTo>
                  <a:pt x="362" y="52"/>
                </a:lnTo>
                <a:lnTo>
                  <a:pt x="284" y="26"/>
                </a:lnTo>
                <a:lnTo>
                  <a:pt x="20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7" name="Google Shape;968;p29">
            <a:extLst>
              <a:ext uri="{FF2B5EF4-FFF2-40B4-BE49-F238E27FC236}">
                <a16:creationId xmlns:a16="http://schemas.microsoft.com/office/drawing/2014/main" id="{C07A567F-0848-5234-75CE-06A1836A5081}"/>
              </a:ext>
            </a:extLst>
          </p:cNvPr>
          <p:cNvSpPr/>
          <p:nvPr/>
        </p:nvSpPr>
        <p:spPr>
          <a:xfrm>
            <a:off x="974121" y="1116046"/>
            <a:ext cx="456333" cy="383052"/>
          </a:xfrm>
          <a:custGeom>
            <a:avLst/>
            <a:gdLst/>
            <a:ahLst/>
            <a:cxnLst/>
            <a:rect l="l" t="t" r="r" b="b"/>
            <a:pathLst>
              <a:path w="15227" h="12780" extrusionOk="0">
                <a:moveTo>
                  <a:pt x="3813" y="11775"/>
                </a:moveTo>
                <a:lnTo>
                  <a:pt x="3555" y="12316"/>
                </a:lnTo>
                <a:lnTo>
                  <a:pt x="1958" y="12316"/>
                </a:lnTo>
                <a:lnTo>
                  <a:pt x="1932" y="12290"/>
                </a:lnTo>
                <a:lnTo>
                  <a:pt x="1932" y="11775"/>
                </a:lnTo>
                <a:close/>
                <a:moveTo>
                  <a:pt x="13320" y="11775"/>
                </a:moveTo>
                <a:lnTo>
                  <a:pt x="13320" y="12290"/>
                </a:lnTo>
                <a:lnTo>
                  <a:pt x="13294" y="12316"/>
                </a:lnTo>
                <a:lnTo>
                  <a:pt x="11697" y="12316"/>
                </a:lnTo>
                <a:lnTo>
                  <a:pt x="11439" y="11775"/>
                </a:lnTo>
                <a:close/>
                <a:moveTo>
                  <a:pt x="721" y="0"/>
                </a:moveTo>
                <a:lnTo>
                  <a:pt x="593" y="26"/>
                </a:lnTo>
                <a:lnTo>
                  <a:pt x="438" y="52"/>
                </a:lnTo>
                <a:lnTo>
                  <a:pt x="335" y="129"/>
                </a:lnTo>
                <a:lnTo>
                  <a:pt x="232" y="206"/>
                </a:lnTo>
                <a:lnTo>
                  <a:pt x="129" y="310"/>
                </a:lnTo>
                <a:lnTo>
                  <a:pt x="77" y="438"/>
                </a:lnTo>
                <a:lnTo>
                  <a:pt x="26" y="567"/>
                </a:lnTo>
                <a:lnTo>
                  <a:pt x="0" y="722"/>
                </a:lnTo>
                <a:lnTo>
                  <a:pt x="0" y="2242"/>
                </a:lnTo>
                <a:lnTo>
                  <a:pt x="26" y="2319"/>
                </a:lnTo>
                <a:lnTo>
                  <a:pt x="77" y="2396"/>
                </a:lnTo>
                <a:lnTo>
                  <a:pt x="155" y="2448"/>
                </a:lnTo>
                <a:lnTo>
                  <a:pt x="232" y="2474"/>
                </a:lnTo>
                <a:lnTo>
                  <a:pt x="309" y="2448"/>
                </a:lnTo>
                <a:lnTo>
                  <a:pt x="386" y="2396"/>
                </a:lnTo>
                <a:lnTo>
                  <a:pt x="438" y="2319"/>
                </a:lnTo>
                <a:lnTo>
                  <a:pt x="464" y="2242"/>
                </a:lnTo>
                <a:lnTo>
                  <a:pt x="464" y="722"/>
                </a:lnTo>
                <a:lnTo>
                  <a:pt x="490" y="619"/>
                </a:lnTo>
                <a:lnTo>
                  <a:pt x="541" y="516"/>
                </a:lnTo>
                <a:lnTo>
                  <a:pt x="618" y="464"/>
                </a:lnTo>
                <a:lnTo>
                  <a:pt x="721" y="438"/>
                </a:lnTo>
                <a:lnTo>
                  <a:pt x="14531" y="438"/>
                </a:lnTo>
                <a:lnTo>
                  <a:pt x="14634" y="464"/>
                </a:lnTo>
                <a:lnTo>
                  <a:pt x="14711" y="516"/>
                </a:lnTo>
                <a:lnTo>
                  <a:pt x="14763" y="619"/>
                </a:lnTo>
                <a:lnTo>
                  <a:pt x="14789" y="722"/>
                </a:lnTo>
                <a:lnTo>
                  <a:pt x="14789" y="11053"/>
                </a:lnTo>
                <a:lnTo>
                  <a:pt x="14763" y="11182"/>
                </a:lnTo>
                <a:lnTo>
                  <a:pt x="14711" y="11259"/>
                </a:lnTo>
                <a:lnTo>
                  <a:pt x="14634" y="11311"/>
                </a:lnTo>
                <a:lnTo>
                  <a:pt x="14531" y="11337"/>
                </a:lnTo>
                <a:lnTo>
                  <a:pt x="721" y="11337"/>
                </a:lnTo>
                <a:lnTo>
                  <a:pt x="618" y="11311"/>
                </a:lnTo>
                <a:lnTo>
                  <a:pt x="541" y="11259"/>
                </a:lnTo>
                <a:lnTo>
                  <a:pt x="490" y="11182"/>
                </a:lnTo>
                <a:lnTo>
                  <a:pt x="464" y="11053"/>
                </a:lnTo>
                <a:lnTo>
                  <a:pt x="464" y="3144"/>
                </a:lnTo>
                <a:lnTo>
                  <a:pt x="438" y="3041"/>
                </a:lnTo>
                <a:lnTo>
                  <a:pt x="386" y="2989"/>
                </a:lnTo>
                <a:lnTo>
                  <a:pt x="309" y="2937"/>
                </a:lnTo>
                <a:lnTo>
                  <a:pt x="232" y="2912"/>
                </a:lnTo>
                <a:lnTo>
                  <a:pt x="155" y="2937"/>
                </a:lnTo>
                <a:lnTo>
                  <a:pt x="77" y="2989"/>
                </a:lnTo>
                <a:lnTo>
                  <a:pt x="26" y="3041"/>
                </a:lnTo>
                <a:lnTo>
                  <a:pt x="0" y="3144"/>
                </a:lnTo>
                <a:lnTo>
                  <a:pt x="0" y="11053"/>
                </a:lnTo>
                <a:lnTo>
                  <a:pt x="26" y="11208"/>
                </a:lnTo>
                <a:lnTo>
                  <a:pt x="77" y="11337"/>
                </a:lnTo>
                <a:lnTo>
                  <a:pt x="129" y="11465"/>
                </a:lnTo>
                <a:lnTo>
                  <a:pt x="232" y="11568"/>
                </a:lnTo>
                <a:lnTo>
                  <a:pt x="335" y="11646"/>
                </a:lnTo>
                <a:lnTo>
                  <a:pt x="438" y="11723"/>
                </a:lnTo>
                <a:lnTo>
                  <a:pt x="593" y="11775"/>
                </a:lnTo>
                <a:lnTo>
                  <a:pt x="1494" y="11775"/>
                </a:lnTo>
                <a:lnTo>
                  <a:pt x="1494" y="12290"/>
                </a:lnTo>
                <a:lnTo>
                  <a:pt x="1494" y="12393"/>
                </a:lnTo>
                <a:lnTo>
                  <a:pt x="1520" y="12470"/>
                </a:lnTo>
                <a:lnTo>
                  <a:pt x="1572" y="12547"/>
                </a:lnTo>
                <a:lnTo>
                  <a:pt x="1623" y="12625"/>
                </a:lnTo>
                <a:lnTo>
                  <a:pt x="1700" y="12676"/>
                </a:lnTo>
                <a:lnTo>
                  <a:pt x="1778" y="12728"/>
                </a:lnTo>
                <a:lnTo>
                  <a:pt x="1855" y="12754"/>
                </a:lnTo>
                <a:lnTo>
                  <a:pt x="1958" y="12779"/>
                </a:lnTo>
                <a:lnTo>
                  <a:pt x="3530" y="12779"/>
                </a:lnTo>
                <a:lnTo>
                  <a:pt x="3659" y="12754"/>
                </a:lnTo>
                <a:lnTo>
                  <a:pt x="3787" y="12702"/>
                </a:lnTo>
                <a:lnTo>
                  <a:pt x="3865" y="12625"/>
                </a:lnTo>
                <a:lnTo>
                  <a:pt x="3942" y="12496"/>
                </a:lnTo>
                <a:lnTo>
                  <a:pt x="4303" y="11775"/>
                </a:lnTo>
                <a:lnTo>
                  <a:pt x="10924" y="11775"/>
                </a:lnTo>
                <a:lnTo>
                  <a:pt x="11310" y="12496"/>
                </a:lnTo>
                <a:lnTo>
                  <a:pt x="11362" y="12625"/>
                </a:lnTo>
                <a:lnTo>
                  <a:pt x="11465" y="12702"/>
                </a:lnTo>
                <a:lnTo>
                  <a:pt x="11594" y="12754"/>
                </a:lnTo>
                <a:lnTo>
                  <a:pt x="11723" y="12779"/>
                </a:lnTo>
                <a:lnTo>
                  <a:pt x="13294" y="12779"/>
                </a:lnTo>
                <a:lnTo>
                  <a:pt x="13397" y="12754"/>
                </a:lnTo>
                <a:lnTo>
                  <a:pt x="13475" y="12728"/>
                </a:lnTo>
                <a:lnTo>
                  <a:pt x="13552" y="12676"/>
                </a:lnTo>
                <a:lnTo>
                  <a:pt x="13629" y="12625"/>
                </a:lnTo>
                <a:lnTo>
                  <a:pt x="13681" y="12547"/>
                </a:lnTo>
                <a:lnTo>
                  <a:pt x="13732" y="12470"/>
                </a:lnTo>
                <a:lnTo>
                  <a:pt x="13758" y="12393"/>
                </a:lnTo>
                <a:lnTo>
                  <a:pt x="13758" y="12290"/>
                </a:lnTo>
                <a:lnTo>
                  <a:pt x="13758" y="11775"/>
                </a:lnTo>
                <a:lnTo>
                  <a:pt x="14660" y="11775"/>
                </a:lnTo>
                <a:lnTo>
                  <a:pt x="14789" y="11723"/>
                </a:lnTo>
                <a:lnTo>
                  <a:pt x="14917" y="11646"/>
                </a:lnTo>
                <a:lnTo>
                  <a:pt x="15020" y="11568"/>
                </a:lnTo>
                <a:lnTo>
                  <a:pt x="15124" y="11465"/>
                </a:lnTo>
                <a:lnTo>
                  <a:pt x="15175" y="11337"/>
                </a:lnTo>
                <a:lnTo>
                  <a:pt x="15227" y="11208"/>
                </a:lnTo>
                <a:lnTo>
                  <a:pt x="15227" y="11053"/>
                </a:lnTo>
                <a:lnTo>
                  <a:pt x="15227" y="722"/>
                </a:lnTo>
                <a:lnTo>
                  <a:pt x="15227" y="567"/>
                </a:lnTo>
                <a:lnTo>
                  <a:pt x="15175" y="438"/>
                </a:lnTo>
                <a:lnTo>
                  <a:pt x="15124" y="310"/>
                </a:lnTo>
                <a:lnTo>
                  <a:pt x="15020" y="206"/>
                </a:lnTo>
                <a:lnTo>
                  <a:pt x="14917" y="129"/>
                </a:lnTo>
                <a:lnTo>
                  <a:pt x="14789" y="52"/>
                </a:lnTo>
                <a:lnTo>
                  <a:pt x="14660" y="26"/>
                </a:lnTo>
                <a:lnTo>
                  <a:pt x="1453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18" name="Google Shape;969;p29">
            <a:extLst>
              <a:ext uri="{FF2B5EF4-FFF2-40B4-BE49-F238E27FC236}">
                <a16:creationId xmlns:a16="http://schemas.microsoft.com/office/drawing/2014/main" id="{878EE43A-EF2D-420A-1A59-5A818F24E317}"/>
              </a:ext>
            </a:extLst>
          </p:cNvPr>
          <p:cNvSpPr/>
          <p:nvPr/>
        </p:nvSpPr>
        <p:spPr>
          <a:xfrm>
            <a:off x="1018894" y="1145389"/>
            <a:ext cx="367566" cy="294243"/>
          </a:xfrm>
          <a:custGeom>
            <a:avLst/>
            <a:gdLst/>
            <a:ahLst/>
            <a:cxnLst/>
            <a:rect l="l" t="t" r="r" b="b"/>
            <a:pathLst>
              <a:path w="12265" h="9817" extrusionOk="0">
                <a:moveTo>
                  <a:pt x="6854" y="1443"/>
                </a:moveTo>
                <a:lnTo>
                  <a:pt x="6905" y="1495"/>
                </a:lnTo>
                <a:lnTo>
                  <a:pt x="6982" y="1546"/>
                </a:lnTo>
                <a:lnTo>
                  <a:pt x="7008" y="1624"/>
                </a:lnTo>
                <a:lnTo>
                  <a:pt x="7292" y="2474"/>
                </a:lnTo>
                <a:lnTo>
                  <a:pt x="4973" y="2474"/>
                </a:lnTo>
                <a:lnTo>
                  <a:pt x="5256" y="1624"/>
                </a:lnTo>
                <a:lnTo>
                  <a:pt x="5282" y="1546"/>
                </a:lnTo>
                <a:lnTo>
                  <a:pt x="5333" y="1495"/>
                </a:lnTo>
                <a:lnTo>
                  <a:pt x="5411" y="1443"/>
                </a:lnTo>
                <a:close/>
                <a:moveTo>
                  <a:pt x="7420" y="2912"/>
                </a:moveTo>
                <a:lnTo>
                  <a:pt x="7549" y="3272"/>
                </a:lnTo>
                <a:lnTo>
                  <a:pt x="7523" y="3272"/>
                </a:lnTo>
                <a:lnTo>
                  <a:pt x="7523" y="3298"/>
                </a:lnTo>
                <a:lnTo>
                  <a:pt x="4741" y="3298"/>
                </a:lnTo>
                <a:lnTo>
                  <a:pt x="4715" y="3272"/>
                </a:lnTo>
                <a:lnTo>
                  <a:pt x="4844" y="2912"/>
                </a:lnTo>
                <a:close/>
                <a:moveTo>
                  <a:pt x="5127" y="3736"/>
                </a:moveTo>
                <a:lnTo>
                  <a:pt x="5205" y="3762"/>
                </a:lnTo>
                <a:lnTo>
                  <a:pt x="5282" y="3788"/>
                </a:lnTo>
                <a:lnTo>
                  <a:pt x="5333" y="3839"/>
                </a:lnTo>
                <a:lnTo>
                  <a:pt x="5385" y="3917"/>
                </a:lnTo>
                <a:lnTo>
                  <a:pt x="5643" y="4767"/>
                </a:lnTo>
                <a:lnTo>
                  <a:pt x="3350" y="4767"/>
                </a:lnTo>
                <a:lnTo>
                  <a:pt x="3607" y="3917"/>
                </a:lnTo>
                <a:lnTo>
                  <a:pt x="3659" y="3839"/>
                </a:lnTo>
                <a:lnTo>
                  <a:pt x="3710" y="3788"/>
                </a:lnTo>
                <a:lnTo>
                  <a:pt x="3788" y="3762"/>
                </a:lnTo>
                <a:lnTo>
                  <a:pt x="3865" y="3736"/>
                </a:lnTo>
                <a:close/>
                <a:moveTo>
                  <a:pt x="8399" y="3736"/>
                </a:moveTo>
                <a:lnTo>
                  <a:pt x="8477" y="3762"/>
                </a:lnTo>
                <a:lnTo>
                  <a:pt x="8554" y="3788"/>
                </a:lnTo>
                <a:lnTo>
                  <a:pt x="8606" y="3839"/>
                </a:lnTo>
                <a:lnTo>
                  <a:pt x="8657" y="3917"/>
                </a:lnTo>
                <a:lnTo>
                  <a:pt x="8915" y="4767"/>
                </a:lnTo>
                <a:lnTo>
                  <a:pt x="6596" y="4767"/>
                </a:lnTo>
                <a:lnTo>
                  <a:pt x="6879" y="3917"/>
                </a:lnTo>
                <a:lnTo>
                  <a:pt x="6931" y="3839"/>
                </a:lnTo>
                <a:lnTo>
                  <a:pt x="6982" y="3788"/>
                </a:lnTo>
                <a:lnTo>
                  <a:pt x="7060" y="3762"/>
                </a:lnTo>
                <a:lnTo>
                  <a:pt x="7137" y="3736"/>
                </a:lnTo>
                <a:close/>
                <a:moveTo>
                  <a:pt x="6467" y="3736"/>
                </a:moveTo>
                <a:lnTo>
                  <a:pt x="6467" y="3788"/>
                </a:lnTo>
                <a:lnTo>
                  <a:pt x="6132" y="4792"/>
                </a:lnTo>
                <a:lnTo>
                  <a:pt x="5797" y="3788"/>
                </a:lnTo>
                <a:lnTo>
                  <a:pt x="5797" y="3736"/>
                </a:lnTo>
                <a:close/>
                <a:moveTo>
                  <a:pt x="5797" y="5205"/>
                </a:moveTo>
                <a:lnTo>
                  <a:pt x="5900" y="5565"/>
                </a:lnTo>
                <a:lnTo>
                  <a:pt x="5900" y="5591"/>
                </a:lnTo>
                <a:lnTo>
                  <a:pt x="3092" y="5591"/>
                </a:lnTo>
                <a:lnTo>
                  <a:pt x="3092" y="5565"/>
                </a:lnTo>
                <a:lnTo>
                  <a:pt x="3195" y="5205"/>
                </a:lnTo>
                <a:close/>
                <a:moveTo>
                  <a:pt x="9069" y="5205"/>
                </a:moveTo>
                <a:lnTo>
                  <a:pt x="9172" y="5565"/>
                </a:lnTo>
                <a:lnTo>
                  <a:pt x="9172" y="5591"/>
                </a:lnTo>
                <a:lnTo>
                  <a:pt x="6364" y="5591"/>
                </a:lnTo>
                <a:lnTo>
                  <a:pt x="6364" y="5565"/>
                </a:lnTo>
                <a:lnTo>
                  <a:pt x="6467" y="5205"/>
                </a:lnTo>
                <a:close/>
                <a:moveTo>
                  <a:pt x="3478" y="6029"/>
                </a:moveTo>
                <a:lnTo>
                  <a:pt x="3582" y="6055"/>
                </a:lnTo>
                <a:lnTo>
                  <a:pt x="3659" y="6081"/>
                </a:lnTo>
                <a:lnTo>
                  <a:pt x="3710" y="6158"/>
                </a:lnTo>
                <a:lnTo>
                  <a:pt x="3736" y="6235"/>
                </a:lnTo>
                <a:lnTo>
                  <a:pt x="4020" y="7060"/>
                </a:lnTo>
                <a:lnTo>
                  <a:pt x="1701" y="7060"/>
                </a:lnTo>
                <a:lnTo>
                  <a:pt x="1984" y="6235"/>
                </a:lnTo>
                <a:lnTo>
                  <a:pt x="2010" y="6158"/>
                </a:lnTo>
                <a:lnTo>
                  <a:pt x="2087" y="6081"/>
                </a:lnTo>
                <a:lnTo>
                  <a:pt x="2165" y="6055"/>
                </a:lnTo>
                <a:lnTo>
                  <a:pt x="2242" y="6029"/>
                </a:lnTo>
                <a:close/>
                <a:moveTo>
                  <a:pt x="6751" y="6029"/>
                </a:moveTo>
                <a:lnTo>
                  <a:pt x="6854" y="6055"/>
                </a:lnTo>
                <a:lnTo>
                  <a:pt x="6905" y="6081"/>
                </a:lnTo>
                <a:lnTo>
                  <a:pt x="6982" y="6158"/>
                </a:lnTo>
                <a:lnTo>
                  <a:pt x="7008" y="6235"/>
                </a:lnTo>
                <a:lnTo>
                  <a:pt x="7292" y="7060"/>
                </a:lnTo>
                <a:lnTo>
                  <a:pt x="4973" y="7060"/>
                </a:lnTo>
                <a:lnTo>
                  <a:pt x="5256" y="6235"/>
                </a:lnTo>
                <a:lnTo>
                  <a:pt x="5282" y="6158"/>
                </a:lnTo>
                <a:lnTo>
                  <a:pt x="5333" y="6081"/>
                </a:lnTo>
                <a:lnTo>
                  <a:pt x="5411" y="6055"/>
                </a:lnTo>
                <a:lnTo>
                  <a:pt x="5514" y="6029"/>
                </a:lnTo>
                <a:close/>
                <a:moveTo>
                  <a:pt x="10023" y="6029"/>
                </a:moveTo>
                <a:lnTo>
                  <a:pt x="10100" y="6055"/>
                </a:lnTo>
                <a:lnTo>
                  <a:pt x="10177" y="6081"/>
                </a:lnTo>
                <a:lnTo>
                  <a:pt x="10229" y="6158"/>
                </a:lnTo>
                <a:lnTo>
                  <a:pt x="10280" y="6235"/>
                </a:lnTo>
                <a:lnTo>
                  <a:pt x="10564" y="7060"/>
                </a:lnTo>
                <a:lnTo>
                  <a:pt x="8245" y="7060"/>
                </a:lnTo>
                <a:lnTo>
                  <a:pt x="8502" y="6235"/>
                </a:lnTo>
                <a:lnTo>
                  <a:pt x="8554" y="6158"/>
                </a:lnTo>
                <a:lnTo>
                  <a:pt x="8606" y="6081"/>
                </a:lnTo>
                <a:lnTo>
                  <a:pt x="8683" y="6055"/>
                </a:lnTo>
                <a:lnTo>
                  <a:pt x="8760" y="6029"/>
                </a:lnTo>
                <a:close/>
                <a:moveTo>
                  <a:pt x="4844" y="6029"/>
                </a:moveTo>
                <a:lnTo>
                  <a:pt x="4818" y="6081"/>
                </a:lnTo>
                <a:lnTo>
                  <a:pt x="4509" y="7111"/>
                </a:lnTo>
                <a:lnTo>
                  <a:pt x="4174" y="6081"/>
                </a:lnTo>
                <a:lnTo>
                  <a:pt x="4148" y="6029"/>
                </a:lnTo>
                <a:close/>
                <a:moveTo>
                  <a:pt x="8116" y="6029"/>
                </a:moveTo>
                <a:lnTo>
                  <a:pt x="8090" y="6081"/>
                </a:lnTo>
                <a:lnTo>
                  <a:pt x="7755" y="7111"/>
                </a:lnTo>
                <a:lnTo>
                  <a:pt x="7446" y="6081"/>
                </a:lnTo>
                <a:lnTo>
                  <a:pt x="7420" y="6029"/>
                </a:lnTo>
                <a:close/>
                <a:moveTo>
                  <a:pt x="4174" y="7523"/>
                </a:moveTo>
                <a:lnTo>
                  <a:pt x="4277" y="7858"/>
                </a:lnTo>
                <a:lnTo>
                  <a:pt x="4277" y="7884"/>
                </a:lnTo>
                <a:lnTo>
                  <a:pt x="1469" y="7884"/>
                </a:lnTo>
                <a:lnTo>
                  <a:pt x="1443" y="7858"/>
                </a:lnTo>
                <a:lnTo>
                  <a:pt x="1572" y="7523"/>
                </a:lnTo>
                <a:close/>
                <a:moveTo>
                  <a:pt x="7420" y="7523"/>
                </a:moveTo>
                <a:lnTo>
                  <a:pt x="7549" y="7858"/>
                </a:lnTo>
                <a:lnTo>
                  <a:pt x="7523" y="7884"/>
                </a:lnTo>
                <a:lnTo>
                  <a:pt x="4715" y="7884"/>
                </a:lnTo>
                <a:lnTo>
                  <a:pt x="4715" y="7858"/>
                </a:lnTo>
                <a:lnTo>
                  <a:pt x="4844" y="7523"/>
                </a:lnTo>
                <a:close/>
                <a:moveTo>
                  <a:pt x="10692" y="7523"/>
                </a:moveTo>
                <a:lnTo>
                  <a:pt x="10795" y="7858"/>
                </a:lnTo>
                <a:lnTo>
                  <a:pt x="10795" y="7884"/>
                </a:lnTo>
                <a:lnTo>
                  <a:pt x="7987" y="7884"/>
                </a:lnTo>
                <a:lnTo>
                  <a:pt x="7987" y="7858"/>
                </a:lnTo>
                <a:lnTo>
                  <a:pt x="8090" y="7523"/>
                </a:lnTo>
                <a:close/>
                <a:moveTo>
                  <a:pt x="4664" y="8348"/>
                </a:moveTo>
                <a:lnTo>
                  <a:pt x="4664" y="9378"/>
                </a:lnTo>
                <a:lnTo>
                  <a:pt x="464" y="9378"/>
                </a:lnTo>
                <a:lnTo>
                  <a:pt x="438" y="9353"/>
                </a:lnTo>
                <a:lnTo>
                  <a:pt x="438" y="8348"/>
                </a:lnTo>
                <a:close/>
                <a:moveTo>
                  <a:pt x="7137" y="8348"/>
                </a:moveTo>
                <a:lnTo>
                  <a:pt x="7137" y="9378"/>
                </a:lnTo>
                <a:lnTo>
                  <a:pt x="5127" y="9378"/>
                </a:lnTo>
                <a:lnTo>
                  <a:pt x="5127" y="8348"/>
                </a:lnTo>
                <a:close/>
                <a:moveTo>
                  <a:pt x="11826" y="8348"/>
                </a:moveTo>
                <a:lnTo>
                  <a:pt x="11826" y="9353"/>
                </a:lnTo>
                <a:lnTo>
                  <a:pt x="11800" y="9378"/>
                </a:lnTo>
                <a:lnTo>
                  <a:pt x="7575" y="9378"/>
                </a:lnTo>
                <a:lnTo>
                  <a:pt x="7575" y="8348"/>
                </a:lnTo>
                <a:close/>
                <a:moveTo>
                  <a:pt x="464" y="0"/>
                </a:moveTo>
                <a:lnTo>
                  <a:pt x="361" y="26"/>
                </a:lnTo>
                <a:lnTo>
                  <a:pt x="284" y="52"/>
                </a:lnTo>
                <a:lnTo>
                  <a:pt x="206" y="78"/>
                </a:lnTo>
                <a:lnTo>
                  <a:pt x="129" y="155"/>
                </a:lnTo>
                <a:lnTo>
                  <a:pt x="78" y="206"/>
                </a:lnTo>
                <a:lnTo>
                  <a:pt x="26" y="284"/>
                </a:lnTo>
                <a:lnTo>
                  <a:pt x="0" y="387"/>
                </a:lnTo>
                <a:lnTo>
                  <a:pt x="0" y="490"/>
                </a:lnTo>
                <a:lnTo>
                  <a:pt x="0" y="9353"/>
                </a:lnTo>
                <a:lnTo>
                  <a:pt x="0" y="9430"/>
                </a:lnTo>
                <a:lnTo>
                  <a:pt x="26" y="9533"/>
                </a:lnTo>
                <a:lnTo>
                  <a:pt x="78" y="9610"/>
                </a:lnTo>
                <a:lnTo>
                  <a:pt x="129" y="9688"/>
                </a:lnTo>
                <a:lnTo>
                  <a:pt x="206" y="9739"/>
                </a:lnTo>
                <a:lnTo>
                  <a:pt x="284" y="9791"/>
                </a:lnTo>
                <a:lnTo>
                  <a:pt x="361" y="9816"/>
                </a:lnTo>
                <a:lnTo>
                  <a:pt x="11903" y="9816"/>
                </a:lnTo>
                <a:lnTo>
                  <a:pt x="11981" y="9791"/>
                </a:lnTo>
                <a:lnTo>
                  <a:pt x="12058" y="9739"/>
                </a:lnTo>
                <a:lnTo>
                  <a:pt x="12135" y="9688"/>
                </a:lnTo>
                <a:lnTo>
                  <a:pt x="12187" y="9610"/>
                </a:lnTo>
                <a:lnTo>
                  <a:pt x="12238" y="9533"/>
                </a:lnTo>
                <a:lnTo>
                  <a:pt x="12264" y="9430"/>
                </a:lnTo>
                <a:lnTo>
                  <a:pt x="12264" y="9353"/>
                </a:lnTo>
                <a:lnTo>
                  <a:pt x="12264" y="490"/>
                </a:lnTo>
                <a:lnTo>
                  <a:pt x="12264" y="387"/>
                </a:lnTo>
                <a:lnTo>
                  <a:pt x="12238" y="284"/>
                </a:lnTo>
                <a:lnTo>
                  <a:pt x="12187" y="206"/>
                </a:lnTo>
                <a:lnTo>
                  <a:pt x="12135" y="155"/>
                </a:lnTo>
                <a:lnTo>
                  <a:pt x="12058" y="78"/>
                </a:lnTo>
                <a:lnTo>
                  <a:pt x="11981" y="52"/>
                </a:lnTo>
                <a:lnTo>
                  <a:pt x="11903" y="26"/>
                </a:lnTo>
                <a:lnTo>
                  <a:pt x="11800" y="0"/>
                </a:lnTo>
                <a:lnTo>
                  <a:pt x="2113" y="0"/>
                </a:lnTo>
                <a:lnTo>
                  <a:pt x="2036" y="26"/>
                </a:lnTo>
                <a:lnTo>
                  <a:pt x="1958" y="78"/>
                </a:lnTo>
                <a:lnTo>
                  <a:pt x="1907" y="155"/>
                </a:lnTo>
                <a:lnTo>
                  <a:pt x="1907" y="232"/>
                </a:lnTo>
                <a:lnTo>
                  <a:pt x="1907" y="310"/>
                </a:lnTo>
                <a:lnTo>
                  <a:pt x="1958" y="387"/>
                </a:lnTo>
                <a:lnTo>
                  <a:pt x="2036" y="438"/>
                </a:lnTo>
                <a:lnTo>
                  <a:pt x="2113" y="464"/>
                </a:lnTo>
                <a:lnTo>
                  <a:pt x="11800" y="464"/>
                </a:lnTo>
                <a:lnTo>
                  <a:pt x="11826" y="490"/>
                </a:lnTo>
                <a:lnTo>
                  <a:pt x="11826" y="7884"/>
                </a:lnTo>
                <a:lnTo>
                  <a:pt x="11259" y="7884"/>
                </a:lnTo>
                <a:lnTo>
                  <a:pt x="11259" y="7807"/>
                </a:lnTo>
                <a:lnTo>
                  <a:pt x="11233" y="7730"/>
                </a:lnTo>
                <a:lnTo>
                  <a:pt x="10692" y="6081"/>
                </a:lnTo>
                <a:lnTo>
                  <a:pt x="10667" y="5978"/>
                </a:lnTo>
                <a:lnTo>
                  <a:pt x="10589" y="5875"/>
                </a:lnTo>
                <a:lnTo>
                  <a:pt x="10538" y="5797"/>
                </a:lnTo>
                <a:lnTo>
                  <a:pt x="10435" y="5720"/>
                </a:lnTo>
                <a:lnTo>
                  <a:pt x="10358" y="5668"/>
                </a:lnTo>
                <a:lnTo>
                  <a:pt x="10254" y="5617"/>
                </a:lnTo>
                <a:lnTo>
                  <a:pt x="10126" y="5591"/>
                </a:lnTo>
                <a:lnTo>
                  <a:pt x="9610" y="5591"/>
                </a:lnTo>
                <a:lnTo>
                  <a:pt x="9610" y="5514"/>
                </a:lnTo>
                <a:lnTo>
                  <a:pt x="9585" y="5437"/>
                </a:lnTo>
                <a:lnTo>
                  <a:pt x="9069" y="3788"/>
                </a:lnTo>
                <a:lnTo>
                  <a:pt x="9018" y="3685"/>
                </a:lnTo>
                <a:lnTo>
                  <a:pt x="8966" y="3582"/>
                </a:lnTo>
                <a:lnTo>
                  <a:pt x="8889" y="3504"/>
                </a:lnTo>
                <a:lnTo>
                  <a:pt x="8812" y="3427"/>
                </a:lnTo>
                <a:lnTo>
                  <a:pt x="8709" y="3375"/>
                </a:lnTo>
                <a:lnTo>
                  <a:pt x="8606" y="3324"/>
                </a:lnTo>
                <a:lnTo>
                  <a:pt x="8502" y="3298"/>
                </a:lnTo>
                <a:lnTo>
                  <a:pt x="7987" y="3298"/>
                </a:lnTo>
                <a:lnTo>
                  <a:pt x="7987" y="3221"/>
                </a:lnTo>
                <a:lnTo>
                  <a:pt x="7961" y="3118"/>
                </a:lnTo>
                <a:lnTo>
                  <a:pt x="7446" y="1495"/>
                </a:lnTo>
                <a:lnTo>
                  <a:pt x="7395" y="1392"/>
                </a:lnTo>
                <a:lnTo>
                  <a:pt x="7343" y="1289"/>
                </a:lnTo>
                <a:lnTo>
                  <a:pt x="7266" y="1211"/>
                </a:lnTo>
                <a:lnTo>
                  <a:pt x="7189" y="1134"/>
                </a:lnTo>
                <a:lnTo>
                  <a:pt x="7085" y="1082"/>
                </a:lnTo>
                <a:lnTo>
                  <a:pt x="6982" y="1031"/>
                </a:lnTo>
                <a:lnTo>
                  <a:pt x="6879" y="1005"/>
                </a:lnTo>
                <a:lnTo>
                  <a:pt x="5385" y="1005"/>
                </a:lnTo>
                <a:lnTo>
                  <a:pt x="5282" y="1031"/>
                </a:lnTo>
                <a:lnTo>
                  <a:pt x="5179" y="1082"/>
                </a:lnTo>
                <a:lnTo>
                  <a:pt x="5076" y="1134"/>
                </a:lnTo>
                <a:lnTo>
                  <a:pt x="4999" y="1211"/>
                </a:lnTo>
                <a:lnTo>
                  <a:pt x="4921" y="1289"/>
                </a:lnTo>
                <a:lnTo>
                  <a:pt x="4870" y="1392"/>
                </a:lnTo>
                <a:lnTo>
                  <a:pt x="4818" y="1495"/>
                </a:lnTo>
                <a:lnTo>
                  <a:pt x="4303" y="3118"/>
                </a:lnTo>
                <a:lnTo>
                  <a:pt x="4277" y="3221"/>
                </a:lnTo>
                <a:lnTo>
                  <a:pt x="4277" y="3298"/>
                </a:lnTo>
                <a:lnTo>
                  <a:pt x="3762" y="3298"/>
                </a:lnTo>
                <a:lnTo>
                  <a:pt x="3633" y="3324"/>
                </a:lnTo>
                <a:lnTo>
                  <a:pt x="3530" y="3375"/>
                </a:lnTo>
                <a:lnTo>
                  <a:pt x="3453" y="3427"/>
                </a:lnTo>
                <a:lnTo>
                  <a:pt x="3375" y="3504"/>
                </a:lnTo>
                <a:lnTo>
                  <a:pt x="3298" y="3582"/>
                </a:lnTo>
                <a:lnTo>
                  <a:pt x="3221" y="3685"/>
                </a:lnTo>
                <a:lnTo>
                  <a:pt x="3195" y="3788"/>
                </a:lnTo>
                <a:lnTo>
                  <a:pt x="2654" y="5437"/>
                </a:lnTo>
                <a:lnTo>
                  <a:pt x="2654" y="5514"/>
                </a:lnTo>
                <a:lnTo>
                  <a:pt x="2654" y="5591"/>
                </a:lnTo>
                <a:lnTo>
                  <a:pt x="2113" y="5591"/>
                </a:lnTo>
                <a:lnTo>
                  <a:pt x="2010" y="5617"/>
                </a:lnTo>
                <a:lnTo>
                  <a:pt x="1907" y="5668"/>
                </a:lnTo>
                <a:lnTo>
                  <a:pt x="1804" y="5720"/>
                </a:lnTo>
                <a:lnTo>
                  <a:pt x="1727" y="5797"/>
                </a:lnTo>
                <a:lnTo>
                  <a:pt x="1649" y="5875"/>
                </a:lnTo>
                <a:lnTo>
                  <a:pt x="1598" y="5978"/>
                </a:lnTo>
                <a:lnTo>
                  <a:pt x="1546" y="6081"/>
                </a:lnTo>
                <a:lnTo>
                  <a:pt x="1031" y="7730"/>
                </a:lnTo>
                <a:lnTo>
                  <a:pt x="1005" y="7807"/>
                </a:lnTo>
                <a:lnTo>
                  <a:pt x="1005" y="7884"/>
                </a:lnTo>
                <a:lnTo>
                  <a:pt x="438" y="7884"/>
                </a:lnTo>
                <a:lnTo>
                  <a:pt x="438" y="490"/>
                </a:lnTo>
                <a:lnTo>
                  <a:pt x="464" y="464"/>
                </a:lnTo>
                <a:lnTo>
                  <a:pt x="1237" y="464"/>
                </a:lnTo>
                <a:lnTo>
                  <a:pt x="1314" y="438"/>
                </a:lnTo>
                <a:lnTo>
                  <a:pt x="1392" y="387"/>
                </a:lnTo>
                <a:lnTo>
                  <a:pt x="1443" y="310"/>
                </a:lnTo>
                <a:lnTo>
                  <a:pt x="1443" y="232"/>
                </a:lnTo>
                <a:lnTo>
                  <a:pt x="1443" y="155"/>
                </a:lnTo>
                <a:lnTo>
                  <a:pt x="1392" y="78"/>
                </a:lnTo>
                <a:lnTo>
                  <a:pt x="1314" y="26"/>
                </a:lnTo>
                <a:lnTo>
                  <a:pt x="123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21" name="Google Shape;971;p29">
            <a:extLst>
              <a:ext uri="{FF2B5EF4-FFF2-40B4-BE49-F238E27FC236}">
                <a16:creationId xmlns:a16="http://schemas.microsoft.com/office/drawing/2014/main" id="{9F3FD112-4BFA-ACEC-326C-F87D465156E0}"/>
              </a:ext>
            </a:extLst>
          </p:cNvPr>
          <p:cNvSpPr/>
          <p:nvPr/>
        </p:nvSpPr>
        <p:spPr>
          <a:xfrm>
            <a:off x="3115875" y="1145347"/>
            <a:ext cx="139773" cy="264897"/>
          </a:xfrm>
          <a:custGeom>
            <a:avLst/>
            <a:gdLst/>
            <a:ahLst/>
            <a:cxnLst/>
            <a:rect l="l" t="t" r="r" b="b"/>
            <a:pathLst>
              <a:path w="4664" h="8838" extrusionOk="0">
                <a:moveTo>
                  <a:pt x="2345" y="439"/>
                </a:moveTo>
                <a:lnTo>
                  <a:pt x="2448" y="465"/>
                </a:lnTo>
                <a:lnTo>
                  <a:pt x="2525" y="542"/>
                </a:lnTo>
                <a:lnTo>
                  <a:pt x="2577" y="619"/>
                </a:lnTo>
                <a:lnTo>
                  <a:pt x="2602" y="722"/>
                </a:lnTo>
                <a:lnTo>
                  <a:pt x="2602" y="748"/>
                </a:lnTo>
                <a:lnTo>
                  <a:pt x="2628" y="825"/>
                </a:lnTo>
                <a:lnTo>
                  <a:pt x="2654" y="877"/>
                </a:lnTo>
                <a:lnTo>
                  <a:pt x="2705" y="928"/>
                </a:lnTo>
                <a:lnTo>
                  <a:pt x="2783" y="954"/>
                </a:lnTo>
                <a:lnTo>
                  <a:pt x="3092" y="1057"/>
                </a:lnTo>
                <a:lnTo>
                  <a:pt x="3375" y="1212"/>
                </a:lnTo>
                <a:lnTo>
                  <a:pt x="3607" y="1392"/>
                </a:lnTo>
                <a:lnTo>
                  <a:pt x="3813" y="1624"/>
                </a:lnTo>
                <a:lnTo>
                  <a:pt x="3994" y="1882"/>
                </a:lnTo>
                <a:lnTo>
                  <a:pt x="4122" y="2165"/>
                </a:lnTo>
                <a:lnTo>
                  <a:pt x="4200" y="2474"/>
                </a:lnTo>
                <a:lnTo>
                  <a:pt x="4226" y="2809"/>
                </a:lnTo>
                <a:lnTo>
                  <a:pt x="4200" y="2912"/>
                </a:lnTo>
                <a:lnTo>
                  <a:pt x="4148" y="2989"/>
                </a:lnTo>
                <a:lnTo>
                  <a:pt x="4071" y="3041"/>
                </a:lnTo>
                <a:lnTo>
                  <a:pt x="3968" y="3067"/>
                </a:lnTo>
                <a:lnTo>
                  <a:pt x="3839" y="3041"/>
                </a:lnTo>
                <a:lnTo>
                  <a:pt x="3762" y="2989"/>
                </a:lnTo>
                <a:lnTo>
                  <a:pt x="3710" y="2912"/>
                </a:lnTo>
                <a:lnTo>
                  <a:pt x="3684" y="2809"/>
                </a:lnTo>
                <a:lnTo>
                  <a:pt x="3659" y="2526"/>
                </a:lnTo>
                <a:lnTo>
                  <a:pt x="3581" y="2268"/>
                </a:lnTo>
                <a:lnTo>
                  <a:pt x="3453" y="2036"/>
                </a:lnTo>
                <a:lnTo>
                  <a:pt x="3298" y="1856"/>
                </a:lnTo>
                <a:lnTo>
                  <a:pt x="3092" y="1676"/>
                </a:lnTo>
                <a:lnTo>
                  <a:pt x="2860" y="1547"/>
                </a:lnTo>
                <a:lnTo>
                  <a:pt x="2602" y="1469"/>
                </a:lnTo>
                <a:lnTo>
                  <a:pt x="2345" y="1444"/>
                </a:lnTo>
                <a:lnTo>
                  <a:pt x="2061" y="1469"/>
                </a:lnTo>
                <a:lnTo>
                  <a:pt x="1804" y="1547"/>
                </a:lnTo>
                <a:lnTo>
                  <a:pt x="1598" y="1676"/>
                </a:lnTo>
                <a:lnTo>
                  <a:pt x="1391" y="1856"/>
                </a:lnTo>
                <a:lnTo>
                  <a:pt x="1211" y="2036"/>
                </a:lnTo>
                <a:lnTo>
                  <a:pt x="1108" y="2268"/>
                </a:lnTo>
                <a:lnTo>
                  <a:pt x="1031" y="2526"/>
                </a:lnTo>
                <a:lnTo>
                  <a:pt x="979" y="2809"/>
                </a:lnTo>
                <a:lnTo>
                  <a:pt x="1031" y="3067"/>
                </a:lnTo>
                <a:lnTo>
                  <a:pt x="1108" y="3324"/>
                </a:lnTo>
                <a:lnTo>
                  <a:pt x="1211" y="3556"/>
                </a:lnTo>
                <a:lnTo>
                  <a:pt x="1391" y="3762"/>
                </a:lnTo>
                <a:lnTo>
                  <a:pt x="1598" y="3917"/>
                </a:lnTo>
                <a:lnTo>
                  <a:pt x="1804" y="4046"/>
                </a:lnTo>
                <a:lnTo>
                  <a:pt x="2061" y="4123"/>
                </a:lnTo>
                <a:lnTo>
                  <a:pt x="2345" y="4149"/>
                </a:lnTo>
                <a:lnTo>
                  <a:pt x="2525" y="4149"/>
                </a:lnTo>
                <a:lnTo>
                  <a:pt x="2731" y="4175"/>
                </a:lnTo>
                <a:lnTo>
                  <a:pt x="2912" y="4226"/>
                </a:lnTo>
                <a:lnTo>
                  <a:pt x="3066" y="4303"/>
                </a:lnTo>
                <a:lnTo>
                  <a:pt x="3246" y="4381"/>
                </a:lnTo>
                <a:lnTo>
                  <a:pt x="3401" y="4458"/>
                </a:lnTo>
                <a:lnTo>
                  <a:pt x="3530" y="4587"/>
                </a:lnTo>
                <a:lnTo>
                  <a:pt x="3684" y="4690"/>
                </a:lnTo>
                <a:lnTo>
                  <a:pt x="3788" y="4845"/>
                </a:lnTo>
                <a:lnTo>
                  <a:pt x="3891" y="4973"/>
                </a:lnTo>
                <a:lnTo>
                  <a:pt x="3994" y="5128"/>
                </a:lnTo>
                <a:lnTo>
                  <a:pt x="4071" y="5308"/>
                </a:lnTo>
                <a:lnTo>
                  <a:pt x="4148" y="5463"/>
                </a:lnTo>
                <a:lnTo>
                  <a:pt x="4200" y="5643"/>
                </a:lnTo>
                <a:lnTo>
                  <a:pt x="4226" y="5849"/>
                </a:lnTo>
                <a:lnTo>
                  <a:pt x="4226" y="6030"/>
                </a:lnTo>
                <a:lnTo>
                  <a:pt x="4200" y="6365"/>
                </a:lnTo>
                <a:lnTo>
                  <a:pt x="4122" y="6648"/>
                </a:lnTo>
                <a:lnTo>
                  <a:pt x="3994" y="6957"/>
                </a:lnTo>
                <a:lnTo>
                  <a:pt x="3813" y="7189"/>
                </a:lnTo>
                <a:lnTo>
                  <a:pt x="3607" y="7421"/>
                </a:lnTo>
                <a:lnTo>
                  <a:pt x="3375" y="7627"/>
                </a:lnTo>
                <a:lnTo>
                  <a:pt x="3092" y="7756"/>
                </a:lnTo>
                <a:lnTo>
                  <a:pt x="2783" y="7859"/>
                </a:lnTo>
                <a:lnTo>
                  <a:pt x="2705" y="7885"/>
                </a:lnTo>
                <a:lnTo>
                  <a:pt x="2654" y="7936"/>
                </a:lnTo>
                <a:lnTo>
                  <a:pt x="2628" y="8013"/>
                </a:lnTo>
                <a:lnTo>
                  <a:pt x="2602" y="8091"/>
                </a:lnTo>
                <a:lnTo>
                  <a:pt x="2602" y="8117"/>
                </a:lnTo>
                <a:lnTo>
                  <a:pt x="2577" y="8220"/>
                </a:lnTo>
                <a:lnTo>
                  <a:pt x="2525" y="8297"/>
                </a:lnTo>
                <a:lnTo>
                  <a:pt x="2448" y="8348"/>
                </a:lnTo>
                <a:lnTo>
                  <a:pt x="2345" y="8374"/>
                </a:lnTo>
                <a:lnTo>
                  <a:pt x="2242" y="8348"/>
                </a:lnTo>
                <a:lnTo>
                  <a:pt x="2139" y="8297"/>
                </a:lnTo>
                <a:lnTo>
                  <a:pt x="2087" y="8220"/>
                </a:lnTo>
                <a:lnTo>
                  <a:pt x="2061" y="8117"/>
                </a:lnTo>
                <a:lnTo>
                  <a:pt x="2061" y="8091"/>
                </a:lnTo>
                <a:lnTo>
                  <a:pt x="2061" y="8013"/>
                </a:lnTo>
                <a:lnTo>
                  <a:pt x="2010" y="7936"/>
                </a:lnTo>
                <a:lnTo>
                  <a:pt x="1958" y="7885"/>
                </a:lnTo>
                <a:lnTo>
                  <a:pt x="1907" y="7859"/>
                </a:lnTo>
                <a:lnTo>
                  <a:pt x="1598" y="7756"/>
                </a:lnTo>
                <a:lnTo>
                  <a:pt x="1314" y="7627"/>
                </a:lnTo>
                <a:lnTo>
                  <a:pt x="1057" y="7421"/>
                </a:lnTo>
                <a:lnTo>
                  <a:pt x="850" y="7189"/>
                </a:lnTo>
                <a:lnTo>
                  <a:pt x="696" y="6957"/>
                </a:lnTo>
                <a:lnTo>
                  <a:pt x="567" y="6648"/>
                </a:lnTo>
                <a:lnTo>
                  <a:pt x="490" y="6365"/>
                </a:lnTo>
                <a:lnTo>
                  <a:pt x="464" y="6030"/>
                </a:lnTo>
                <a:lnTo>
                  <a:pt x="464" y="5927"/>
                </a:lnTo>
                <a:lnTo>
                  <a:pt x="541" y="5849"/>
                </a:lnTo>
                <a:lnTo>
                  <a:pt x="619" y="5772"/>
                </a:lnTo>
                <a:lnTo>
                  <a:pt x="825" y="5772"/>
                </a:lnTo>
                <a:lnTo>
                  <a:pt x="902" y="5849"/>
                </a:lnTo>
                <a:lnTo>
                  <a:pt x="979" y="5927"/>
                </a:lnTo>
                <a:lnTo>
                  <a:pt x="979" y="6030"/>
                </a:lnTo>
                <a:lnTo>
                  <a:pt x="1031" y="6313"/>
                </a:lnTo>
                <a:lnTo>
                  <a:pt x="1108" y="6545"/>
                </a:lnTo>
                <a:lnTo>
                  <a:pt x="1211" y="6777"/>
                </a:lnTo>
                <a:lnTo>
                  <a:pt x="1391" y="6983"/>
                </a:lnTo>
                <a:lnTo>
                  <a:pt x="1598" y="7138"/>
                </a:lnTo>
                <a:lnTo>
                  <a:pt x="1804" y="7266"/>
                </a:lnTo>
                <a:lnTo>
                  <a:pt x="2061" y="7344"/>
                </a:lnTo>
                <a:lnTo>
                  <a:pt x="2345" y="7369"/>
                </a:lnTo>
                <a:lnTo>
                  <a:pt x="2602" y="7344"/>
                </a:lnTo>
                <a:lnTo>
                  <a:pt x="2860" y="7266"/>
                </a:lnTo>
                <a:lnTo>
                  <a:pt x="3092" y="7138"/>
                </a:lnTo>
                <a:lnTo>
                  <a:pt x="3298" y="6983"/>
                </a:lnTo>
                <a:lnTo>
                  <a:pt x="3453" y="6777"/>
                </a:lnTo>
                <a:lnTo>
                  <a:pt x="3581" y="6545"/>
                </a:lnTo>
                <a:lnTo>
                  <a:pt x="3659" y="6313"/>
                </a:lnTo>
                <a:lnTo>
                  <a:pt x="3684" y="6030"/>
                </a:lnTo>
                <a:lnTo>
                  <a:pt x="3659" y="5772"/>
                </a:lnTo>
                <a:lnTo>
                  <a:pt x="3581" y="5514"/>
                </a:lnTo>
                <a:lnTo>
                  <a:pt x="3453" y="5282"/>
                </a:lnTo>
                <a:lnTo>
                  <a:pt x="3298" y="5076"/>
                </a:lnTo>
                <a:lnTo>
                  <a:pt x="3092" y="4922"/>
                </a:lnTo>
                <a:lnTo>
                  <a:pt x="2860" y="4793"/>
                </a:lnTo>
                <a:lnTo>
                  <a:pt x="2602" y="4716"/>
                </a:lnTo>
                <a:lnTo>
                  <a:pt x="2345" y="4690"/>
                </a:lnTo>
                <a:lnTo>
                  <a:pt x="2139" y="4664"/>
                </a:lnTo>
                <a:lnTo>
                  <a:pt x="1958" y="4638"/>
                </a:lnTo>
                <a:lnTo>
                  <a:pt x="1778" y="4613"/>
                </a:lnTo>
                <a:lnTo>
                  <a:pt x="1598" y="4535"/>
                </a:lnTo>
                <a:lnTo>
                  <a:pt x="1443" y="4458"/>
                </a:lnTo>
                <a:lnTo>
                  <a:pt x="1288" y="4355"/>
                </a:lnTo>
                <a:lnTo>
                  <a:pt x="1134" y="4252"/>
                </a:lnTo>
                <a:lnTo>
                  <a:pt x="1005" y="4123"/>
                </a:lnTo>
                <a:lnTo>
                  <a:pt x="876" y="3994"/>
                </a:lnTo>
                <a:lnTo>
                  <a:pt x="773" y="3865"/>
                </a:lnTo>
                <a:lnTo>
                  <a:pt x="670" y="3711"/>
                </a:lnTo>
                <a:lnTo>
                  <a:pt x="593" y="3531"/>
                </a:lnTo>
                <a:lnTo>
                  <a:pt x="541" y="3350"/>
                </a:lnTo>
                <a:lnTo>
                  <a:pt x="490" y="3170"/>
                </a:lnTo>
                <a:lnTo>
                  <a:pt x="464" y="2989"/>
                </a:lnTo>
                <a:lnTo>
                  <a:pt x="464" y="2809"/>
                </a:lnTo>
                <a:lnTo>
                  <a:pt x="490" y="2474"/>
                </a:lnTo>
                <a:lnTo>
                  <a:pt x="567" y="2165"/>
                </a:lnTo>
                <a:lnTo>
                  <a:pt x="696" y="1882"/>
                </a:lnTo>
                <a:lnTo>
                  <a:pt x="850" y="1624"/>
                </a:lnTo>
                <a:lnTo>
                  <a:pt x="1057" y="1392"/>
                </a:lnTo>
                <a:lnTo>
                  <a:pt x="1314" y="1212"/>
                </a:lnTo>
                <a:lnTo>
                  <a:pt x="1598" y="1057"/>
                </a:lnTo>
                <a:lnTo>
                  <a:pt x="1907" y="954"/>
                </a:lnTo>
                <a:lnTo>
                  <a:pt x="1958" y="928"/>
                </a:lnTo>
                <a:lnTo>
                  <a:pt x="2010" y="877"/>
                </a:lnTo>
                <a:lnTo>
                  <a:pt x="2061" y="825"/>
                </a:lnTo>
                <a:lnTo>
                  <a:pt x="2061" y="748"/>
                </a:lnTo>
                <a:lnTo>
                  <a:pt x="2061" y="722"/>
                </a:lnTo>
                <a:lnTo>
                  <a:pt x="2087" y="619"/>
                </a:lnTo>
                <a:lnTo>
                  <a:pt x="2139" y="542"/>
                </a:lnTo>
                <a:lnTo>
                  <a:pt x="2242" y="465"/>
                </a:lnTo>
                <a:lnTo>
                  <a:pt x="2345" y="439"/>
                </a:lnTo>
                <a:close/>
                <a:moveTo>
                  <a:pt x="2345" y="1"/>
                </a:moveTo>
                <a:lnTo>
                  <a:pt x="2216" y="27"/>
                </a:lnTo>
                <a:lnTo>
                  <a:pt x="2087" y="52"/>
                </a:lnTo>
                <a:lnTo>
                  <a:pt x="1984" y="104"/>
                </a:lnTo>
                <a:lnTo>
                  <a:pt x="1881" y="155"/>
                </a:lnTo>
                <a:lnTo>
                  <a:pt x="1804" y="259"/>
                </a:lnTo>
                <a:lnTo>
                  <a:pt x="1726" y="336"/>
                </a:lnTo>
                <a:lnTo>
                  <a:pt x="1675" y="465"/>
                </a:lnTo>
                <a:lnTo>
                  <a:pt x="1649" y="568"/>
                </a:lnTo>
                <a:lnTo>
                  <a:pt x="1288" y="722"/>
                </a:lnTo>
                <a:lnTo>
                  <a:pt x="979" y="903"/>
                </a:lnTo>
                <a:lnTo>
                  <a:pt x="696" y="1134"/>
                </a:lnTo>
                <a:lnTo>
                  <a:pt x="464" y="1418"/>
                </a:lnTo>
                <a:lnTo>
                  <a:pt x="258" y="1727"/>
                </a:lnTo>
                <a:lnTo>
                  <a:pt x="129" y="2062"/>
                </a:lnTo>
                <a:lnTo>
                  <a:pt x="26" y="2423"/>
                </a:lnTo>
                <a:lnTo>
                  <a:pt x="0" y="2809"/>
                </a:lnTo>
                <a:lnTo>
                  <a:pt x="26" y="3041"/>
                </a:lnTo>
                <a:lnTo>
                  <a:pt x="52" y="3273"/>
                </a:lnTo>
                <a:lnTo>
                  <a:pt x="103" y="3505"/>
                </a:lnTo>
                <a:lnTo>
                  <a:pt x="181" y="3711"/>
                </a:lnTo>
                <a:lnTo>
                  <a:pt x="284" y="3917"/>
                </a:lnTo>
                <a:lnTo>
                  <a:pt x="412" y="4097"/>
                </a:lnTo>
                <a:lnTo>
                  <a:pt x="541" y="4278"/>
                </a:lnTo>
                <a:lnTo>
                  <a:pt x="696" y="4458"/>
                </a:lnTo>
                <a:lnTo>
                  <a:pt x="850" y="4587"/>
                </a:lnTo>
                <a:lnTo>
                  <a:pt x="1031" y="4741"/>
                </a:lnTo>
                <a:lnTo>
                  <a:pt x="1237" y="4845"/>
                </a:lnTo>
                <a:lnTo>
                  <a:pt x="1443" y="4948"/>
                </a:lnTo>
                <a:lnTo>
                  <a:pt x="1649" y="5025"/>
                </a:lnTo>
                <a:lnTo>
                  <a:pt x="1881" y="5076"/>
                </a:lnTo>
                <a:lnTo>
                  <a:pt x="2113" y="5128"/>
                </a:lnTo>
                <a:lnTo>
                  <a:pt x="2345" y="5128"/>
                </a:lnTo>
                <a:lnTo>
                  <a:pt x="2525" y="5154"/>
                </a:lnTo>
                <a:lnTo>
                  <a:pt x="2680" y="5205"/>
                </a:lnTo>
                <a:lnTo>
                  <a:pt x="2834" y="5282"/>
                </a:lnTo>
                <a:lnTo>
                  <a:pt x="2963" y="5386"/>
                </a:lnTo>
                <a:lnTo>
                  <a:pt x="3092" y="5540"/>
                </a:lnTo>
                <a:lnTo>
                  <a:pt x="3169" y="5695"/>
                </a:lnTo>
                <a:lnTo>
                  <a:pt x="3221" y="5849"/>
                </a:lnTo>
                <a:lnTo>
                  <a:pt x="3246" y="6030"/>
                </a:lnTo>
                <a:lnTo>
                  <a:pt x="3221" y="6210"/>
                </a:lnTo>
                <a:lnTo>
                  <a:pt x="3169" y="6390"/>
                </a:lnTo>
                <a:lnTo>
                  <a:pt x="3092" y="6545"/>
                </a:lnTo>
                <a:lnTo>
                  <a:pt x="2963" y="6674"/>
                </a:lnTo>
                <a:lnTo>
                  <a:pt x="2834" y="6777"/>
                </a:lnTo>
                <a:lnTo>
                  <a:pt x="2680" y="6854"/>
                </a:lnTo>
                <a:lnTo>
                  <a:pt x="2525" y="6906"/>
                </a:lnTo>
                <a:lnTo>
                  <a:pt x="2345" y="6931"/>
                </a:lnTo>
                <a:lnTo>
                  <a:pt x="2164" y="6906"/>
                </a:lnTo>
                <a:lnTo>
                  <a:pt x="1984" y="6854"/>
                </a:lnTo>
                <a:lnTo>
                  <a:pt x="1829" y="6777"/>
                </a:lnTo>
                <a:lnTo>
                  <a:pt x="1701" y="6674"/>
                </a:lnTo>
                <a:lnTo>
                  <a:pt x="1598" y="6545"/>
                </a:lnTo>
                <a:lnTo>
                  <a:pt x="1520" y="6390"/>
                </a:lnTo>
                <a:lnTo>
                  <a:pt x="1469" y="6210"/>
                </a:lnTo>
                <a:lnTo>
                  <a:pt x="1443" y="6030"/>
                </a:lnTo>
                <a:lnTo>
                  <a:pt x="1417" y="5901"/>
                </a:lnTo>
                <a:lnTo>
                  <a:pt x="1391" y="5746"/>
                </a:lnTo>
                <a:lnTo>
                  <a:pt x="1314" y="5643"/>
                </a:lnTo>
                <a:lnTo>
                  <a:pt x="1237" y="5540"/>
                </a:lnTo>
                <a:lnTo>
                  <a:pt x="1134" y="5437"/>
                </a:lnTo>
                <a:lnTo>
                  <a:pt x="1005" y="5386"/>
                </a:lnTo>
                <a:lnTo>
                  <a:pt x="876" y="5334"/>
                </a:lnTo>
                <a:lnTo>
                  <a:pt x="722" y="5308"/>
                </a:lnTo>
                <a:lnTo>
                  <a:pt x="567" y="5334"/>
                </a:lnTo>
                <a:lnTo>
                  <a:pt x="438" y="5386"/>
                </a:lnTo>
                <a:lnTo>
                  <a:pt x="309" y="5437"/>
                </a:lnTo>
                <a:lnTo>
                  <a:pt x="206" y="5540"/>
                </a:lnTo>
                <a:lnTo>
                  <a:pt x="129" y="5643"/>
                </a:lnTo>
                <a:lnTo>
                  <a:pt x="52" y="5746"/>
                </a:lnTo>
                <a:lnTo>
                  <a:pt x="26" y="5901"/>
                </a:lnTo>
                <a:lnTo>
                  <a:pt x="0" y="6030"/>
                </a:lnTo>
                <a:lnTo>
                  <a:pt x="26" y="6416"/>
                </a:lnTo>
                <a:lnTo>
                  <a:pt x="129" y="6777"/>
                </a:lnTo>
                <a:lnTo>
                  <a:pt x="258" y="7112"/>
                </a:lnTo>
                <a:lnTo>
                  <a:pt x="464" y="7421"/>
                </a:lnTo>
                <a:lnTo>
                  <a:pt x="696" y="7704"/>
                </a:lnTo>
                <a:lnTo>
                  <a:pt x="979" y="7936"/>
                </a:lnTo>
                <a:lnTo>
                  <a:pt x="1288" y="8117"/>
                </a:lnTo>
                <a:lnTo>
                  <a:pt x="1649" y="8245"/>
                </a:lnTo>
                <a:lnTo>
                  <a:pt x="1675" y="8374"/>
                </a:lnTo>
                <a:lnTo>
                  <a:pt x="1726" y="8477"/>
                </a:lnTo>
                <a:lnTo>
                  <a:pt x="1804" y="8580"/>
                </a:lnTo>
                <a:lnTo>
                  <a:pt x="1881" y="8658"/>
                </a:lnTo>
                <a:lnTo>
                  <a:pt x="1984" y="8735"/>
                </a:lnTo>
                <a:lnTo>
                  <a:pt x="2087" y="8786"/>
                </a:lnTo>
                <a:lnTo>
                  <a:pt x="2216" y="8812"/>
                </a:lnTo>
                <a:lnTo>
                  <a:pt x="2345" y="8838"/>
                </a:lnTo>
                <a:lnTo>
                  <a:pt x="2474" y="8812"/>
                </a:lnTo>
                <a:lnTo>
                  <a:pt x="2577" y="8786"/>
                </a:lnTo>
                <a:lnTo>
                  <a:pt x="2705" y="8735"/>
                </a:lnTo>
                <a:lnTo>
                  <a:pt x="2783" y="8658"/>
                </a:lnTo>
                <a:lnTo>
                  <a:pt x="2886" y="8580"/>
                </a:lnTo>
                <a:lnTo>
                  <a:pt x="2963" y="8477"/>
                </a:lnTo>
                <a:lnTo>
                  <a:pt x="3015" y="8374"/>
                </a:lnTo>
                <a:lnTo>
                  <a:pt x="3040" y="8245"/>
                </a:lnTo>
                <a:lnTo>
                  <a:pt x="3375" y="8117"/>
                </a:lnTo>
                <a:lnTo>
                  <a:pt x="3710" y="7936"/>
                </a:lnTo>
                <a:lnTo>
                  <a:pt x="3994" y="7704"/>
                </a:lnTo>
                <a:lnTo>
                  <a:pt x="4226" y="7421"/>
                </a:lnTo>
                <a:lnTo>
                  <a:pt x="4406" y="7112"/>
                </a:lnTo>
                <a:lnTo>
                  <a:pt x="4560" y="6777"/>
                </a:lnTo>
                <a:lnTo>
                  <a:pt x="4638" y="6416"/>
                </a:lnTo>
                <a:lnTo>
                  <a:pt x="4664" y="6030"/>
                </a:lnTo>
                <a:lnTo>
                  <a:pt x="4664" y="5798"/>
                </a:lnTo>
                <a:lnTo>
                  <a:pt x="4612" y="5566"/>
                </a:lnTo>
                <a:lnTo>
                  <a:pt x="4560" y="5334"/>
                </a:lnTo>
                <a:lnTo>
                  <a:pt x="4483" y="5128"/>
                </a:lnTo>
                <a:lnTo>
                  <a:pt x="4380" y="4922"/>
                </a:lnTo>
                <a:lnTo>
                  <a:pt x="4277" y="4741"/>
                </a:lnTo>
                <a:lnTo>
                  <a:pt x="4148" y="4561"/>
                </a:lnTo>
                <a:lnTo>
                  <a:pt x="3994" y="4381"/>
                </a:lnTo>
                <a:lnTo>
                  <a:pt x="3813" y="4226"/>
                </a:lnTo>
                <a:lnTo>
                  <a:pt x="3633" y="4097"/>
                </a:lnTo>
                <a:lnTo>
                  <a:pt x="3453" y="3994"/>
                </a:lnTo>
                <a:lnTo>
                  <a:pt x="3246" y="3891"/>
                </a:lnTo>
                <a:lnTo>
                  <a:pt x="3040" y="3814"/>
                </a:lnTo>
                <a:lnTo>
                  <a:pt x="2808" y="3737"/>
                </a:lnTo>
                <a:lnTo>
                  <a:pt x="2577" y="3711"/>
                </a:lnTo>
                <a:lnTo>
                  <a:pt x="2345" y="3711"/>
                </a:lnTo>
                <a:lnTo>
                  <a:pt x="2164" y="3685"/>
                </a:lnTo>
                <a:lnTo>
                  <a:pt x="1984" y="3634"/>
                </a:lnTo>
                <a:lnTo>
                  <a:pt x="1829" y="3556"/>
                </a:lnTo>
                <a:lnTo>
                  <a:pt x="1701" y="3427"/>
                </a:lnTo>
                <a:lnTo>
                  <a:pt x="1598" y="3299"/>
                </a:lnTo>
                <a:lnTo>
                  <a:pt x="1520" y="3144"/>
                </a:lnTo>
                <a:lnTo>
                  <a:pt x="1469" y="2989"/>
                </a:lnTo>
                <a:lnTo>
                  <a:pt x="1443" y="2809"/>
                </a:lnTo>
                <a:lnTo>
                  <a:pt x="1469" y="2629"/>
                </a:lnTo>
                <a:lnTo>
                  <a:pt x="1520" y="2448"/>
                </a:lnTo>
                <a:lnTo>
                  <a:pt x="1598" y="2294"/>
                </a:lnTo>
                <a:lnTo>
                  <a:pt x="1701" y="2165"/>
                </a:lnTo>
                <a:lnTo>
                  <a:pt x="1829" y="2062"/>
                </a:lnTo>
                <a:lnTo>
                  <a:pt x="1984" y="1959"/>
                </a:lnTo>
                <a:lnTo>
                  <a:pt x="2164" y="1907"/>
                </a:lnTo>
                <a:lnTo>
                  <a:pt x="2525" y="1907"/>
                </a:lnTo>
                <a:lnTo>
                  <a:pt x="2680" y="1959"/>
                </a:lnTo>
                <a:lnTo>
                  <a:pt x="2834" y="2062"/>
                </a:lnTo>
                <a:lnTo>
                  <a:pt x="2963" y="2165"/>
                </a:lnTo>
                <a:lnTo>
                  <a:pt x="3092" y="2294"/>
                </a:lnTo>
                <a:lnTo>
                  <a:pt x="3169" y="2448"/>
                </a:lnTo>
                <a:lnTo>
                  <a:pt x="3221" y="2629"/>
                </a:lnTo>
                <a:lnTo>
                  <a:pt x="3246" y="2809"/>
                </a:lnTo>
                <a:lnTo>
                  <a:pt x="3246" y="2938"/>
                </a:lnTo>
                <a:lnTo>
                  <a:pt x="3298" y="3067"/>
                </a:lnTo>
                <a:lnTo>
                  <a:pt x="3350" y="3196"/>
                </a:lnTo>
                <a:lnTo>
                  <a:pt x="3453" y="3299"/>
                </a:lnTo>
                <a:lnTo>
                  <a:pt x="3556" y="3402"/>
                </a:lnTo>
                <a:lnTo>
                  <a:pt x="3684" y="3453"/>
                </a:lnTo>
                <a:lnTo>
                  <a:pt x="3813" y="3505"/>
                </a:lnTo>
                <a:lnTo>
                  <a:pt x="4097" y="3505"/>
                </a:lnTo>
                <a:lnTo>
                  <a:pt x="4226" y="3453"/>
                </a:lnTo>
                <a:lnTo>
                  <a:pt x="4354" y="3402"/>
                </a:lnTo>
                <a:lnTo>
                  <a:pt x="4457" y="3299"/>
                </a:lnTo>
                <a:lnTo>
                  <a:pt x="4560" y="3196"/>
                </a:lnTo>
                <a:lnTo>
                  <a:pt x="4612" y="3067"/>
                </a:lnTo>
                <a:lnTo>
                  <a:pt x="4664" y="2938"/>
                </a:lnTo>
                <a:lnTo>
                  <a:pt x="4664" y="2809"/>
                </a:lnTo>
                <a:lnTo>
                  <a:pt x="4638" y="2423"/>
                </a:lnTo>
                <a:lnTo>
                  <a:pt x="4560" y="2062"/>
                </a:lnTo>
                <a:lnTo>
                  <a:pt x="4406" y="1727"/>
                </a:lnTo>
                <a:lnTo>
                  <a:pt x="4226" y="1418"/>
                </a:lnTo>
                <a:lnTo>
                  <a:pt x="3994" y="1134"/>
                </a:lnTo>
                <a:lnTo>
                  <a:pt x="3710" y="903"/>
                </a:lnTo>
                <a:lnTo>
                  <a:pt x="3375" y="722"/>
                </a:lnTo>
                <a:lnTo>
                  <a:pt x="3040" y="568"/>
                </a:lnTo>
                <a:lnTo>
                  <a:pt x="3015" y="465"/>
                </a:lnTo>
                <a:lnTo>
                  <a:pt x="2963" y="336"/>
                </a:lnTo>
                <a:lnTo>
                  <a:pt x="2886" y="259"/>
                </a:lnTo>
                <a:lnTo>
                  <a:pt x="2783" y="155"/>
                </a:lnTo>
                <a:lnTo>
                  <a:pt x="2705" y="104"/>
                </a:lnTo>
                <a:lnTo>
                  <a:pt x="2577" y="52"/>
                </a:lnTo>
                <a:lnTo>
                  <a:pt x="2474" y="27"/>
                </a:lnTo>
                <a:lnTo>
                  <a:pt x="234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22" name="Google Shape;972;p29">
            <a:extLst>
              <a:ext uri="{FF2B5EF4-FFF2-40B4-BE49-F238E27FC236}">
                <a16:creationId xmlns:a16="http://schemas.microsoft.com/office/drawing/2014/main" id="{7DC01F27-75BA-DD1B-BB00-90531C64E258}"/>
              </a:ext>
            </a:extLst>
          </p:cNvPr>
          <p:cNvSpPr/>
          <p:nvPr/>
        </p:nvSpPr>
        <p:spPr>
          <a:xfrm>
            <a:off x="2965312" y="1056568"/>
            <a:ext cx="456332" cy="457171"/>
          </a:xfrm>
          <a:custGeom>
            <a:avLst/>
            <a:gdLst/>
            <a:ahLst/>
            <a:cxnLst/>
            <a:rect l="l" t="t" r="r" b="b"/>
            <a:pathLst>
              <a:path w="15227" h="15253" extrusionOk="0">
                <a:moveTo>
                  <a:pt x="7575" y="464"/>
                </a:moveTo>
                <a:lnTo>
                  <a:pt x="8219" y="515"/>
                </a:lnTo>
                <a:lnTo>
                  <a:pt x="8863" y="618"/>
                </a:lnTo>
                <a:lnTo>
                  <a:pt x="9456" y="773"/>
                </a:lnTo>
                <a:lnTo>
                  <a:pt x="10048" y="1005"/>
                </a:lnTo>
                <a:lnTo>
                  <a:pt x="10615" y="1262"/>
                </a:lnTo>
                <a:lnTo>
                  <a:pt x="11130" y="1572"/>
                </a:lnTo>
                <a:lnTo>
                  <a:pt x="11620" y="1932"/>
                </a:lnTo>
                <a:lnTo>
                  <a:pt x="12084" y="2319"/>
                </a:lnTo>
                <a:lnTo>
                  <a:pt x="11749" y="2679"/>
                </a:lnTo>
                <a:lnTo>
                  <a:pt x="11285" y="2319"/>
                </a:lnTo>
                <a:lnTo>
                  <a:pt x="10821" y="1984"/>
                </a:lnTo>
                <a:lnTo>
                  <a:pt x="10332" y="1700"/>
                </a:lnTo>
                <a:lnTo>
                  <a:pt x="9816" y="1443"/>
                </a:lnTo>
                <a:lnTo>
                  <a:pt x="9275" y="1262"/>
                </a:lnTo>
                <a:lnTo>
                  <a:pt x="8734" y="1108"/>
                </a:lnTo>
                <a:lnTo>
                  <a:pt x="8167" y="1005"/>
                </a:lnTo>
                <a:lnTo>
                  <a:pt x="7575" y="979"/>
                </a:lnTo>
                <a:lnTo>
                  <a:pt x="7575" y="464"/>
                </a:lnTo>
                <a:close/>
                <a:moveTo>
                  <a:pt x="2319" y="2628"/>
                </a:moveTo>
                <a:lnTo>
                  <a:pt x="2680" y="3014"/>
                </a:lnTo>
                <a:lnTo>
                  <a:pt x="2293" y="3452"/>
                </a:lnTo>
                <a:lnTo>
                  <a:pt x="1958" y="3916"/>
                </a:lnTo>
                <a:lnTo>
                  <a:pt x="1675" y="4406"/>
                </a:lnTo>
                <a:lnTo>
                  <a:pt x="1443" y="4921"/>
                </a:lnTo>
                <a:lnTo>
                  <a:pt x="1237" y="5462"/>
                </a:lnTo>
                <a:lnTo>
                  <a:pt x="1082" y="6003"/>
                </a:lnTo>
                <a:lnTo>
                  <a:pt x="1005" y="6570"/>
                </a:lnTo>
                <a:lnTo>
                  <a:pt x="953" y="7162"/>
                </a:lnTo>
                <a:lnTo>
                  <a:pt x="438" y="7162"/>
                </a:lnTo>
                <a:lnTo>
                  <a:pt x="490" y="6518"/>
                </a:lnTo>
                <a:lnTo>
                  <a:pt x="593" y="5900"/>
                </a:lnTo>
                <a:lnTo>
                  <a:pt x="773" y="5282"/>
                </a:lnTo>
                <a:lnTo>
                  <a:pt x="979" y="4715"/>
                </a:lnTo>
                <a:lnTo>
                  <a:pt x="1237" y="4148"/>
                </a:lnTo>
                <a:lnTo>
                  <a:pt x="1546" y="3607"/>
                </a:lnTo>
                <a:lnTo>
                  <a:pt x="1907" y="3117"/>
                </a:lnTo>
                <a:lnTo>
                  <a:pt x="2319" y="2628"/>
                </a:lnTo>
                <a:close/>
                <a:moveTo>
                  <a:pt x="12419" y="2654"/>
                </a:moveTo>
                <a:lnTo>
                  <a:pt x="12805" y="3117"/>
                </a:lnTo>
                <a:lnTo>
                  <a:pt x="13166" y="3607"/>
                </a:lnTo>
                <a:lnTo>
                  <a:pt x="13475" y="4148"/>
                </a:lnTo>
                <a:lnTo>
                  <a:pt x="13732" y="4689"/>
                </a:lnTo>
                <a:lnTo>
                  <a:pt x="13964" y="5282"/>
                </a:lnTo>
                <a:lnTo>
                  <a:pt x="14119" y="5874"/>
                </a:lnTo>
                <a:lnTo>
                  <a:pt x="14222" y="6518"/>
                </a:lnTo>
                <a:lnTo>
                  <a:pt x="14274" y="7162"/>
                </a:lnTo>
                <a:lnTo>
                  <a:pt x="13784" y="7162"/>
                </a:lnTo>
                <a:lnTo>
                  <a:pt x="13732" y="6570"/>
                </a:lnTo>
                <a:lnTo>
                  <a:pt x="13629" y="6003"/>
                </a:lnTo>
                <a:lnTo>
                  <a:pt x="13475" y="5462"/>
                </a:lnTo>
                <a:lnTo>
                  <a:pt x="13294" y="4921"/>
                </a:lnTo>
                <a:lnTo>
                  <a:pt x="13063" y="4406"/>
                </a:lnTo>
                <a:lnTo>
                  <a:pt x="12753" y="3916"/>
                </a:lnTo>
                <a:lnTo>
                  <a:pt x="12419" y="3452"/>
                </a:lnTo>
                <a:lnTo>
                  <a:pt x="12058" y="3014"/>
                </a:lnTo>
                <a:lnTo>
                  <a:pt x="12419" y="2654"/>
                </a:lnTo>
                <a:close/>
                <a:moveTo>
                  <a:pt x="14274" y="7600"/>
                </a:moveTo>
                <a:lnTo>
                  <a:pt x="14222" y="8244"/>
                </a:lnTo>
                <a:lnTo>
                  <a:pt x="14170" y="8579"/>
                </a:lnTo>
                <a:lnTo>
                  <a:pt x="14119" y="8889"/>
                </a:lnTo>
                <a:lnTo>
                  <a:pt x="14042" y="9224"/>
                </a:lnTo>
                <a:lnTo>
                  <a:pt x="13939" y="9533"/>
                </a:lnTo>
                <a:lnTo>
                  <a:pt x="13836" y="9842"/>
                </a:lnTo>
                <a:lnTo>
                  <a:pt x="13707" y="10125"/>
                </a:lnTo>
                <a:lnTo>
                  <a:pt x="13475" y="10048"/>
                </a:lnTo>
                <a:lnTo>
                  <a:pt x="13243" y="9971"/>
                </a:lnTo>
                <a:lnTo>
                  <a:pt x="13449" y="9404"/>
                </a:lnTo>
                <a:lnTo>
                  <a:pt x="13629" y="8811"/>
                </a:lnTo>
                <a:lnTo>
                  <a:pt x="13732" y="8219"/>
                </a:lnTo>
                <a:lnTo>
                  <a:pt x="13784" y="7600"/>
                </a:lnTo>
                <a:close/>
                <a:moveTo>
                  <a:pt x="953" y="7600"/>
                </a:moveTo>
                <a:lnTo>
                  <a:pt x="1005" y="8167"/>
                </a:lnTo>
                <a:lnTo>
                  <a:pt x="1082" y="8734"/>
                </a:lnTo>
                <a:lnTo>
                  <a:pt x="1237" y="9301"/>
                </a:lnTo>
                <a:lnTo>
                  <a:pt x="1443" y="9842"/>
                </a:lnTo>
                <a:lnTo>
                  <a:pt x="1675" y="10357"/>
                </a:lnTo>
                <a:lnTo>
                  <a:pt x="1958" y="10847"/>
                </a:lnTo>
                <a:lnTo>
                  <a:pt x="2293" y="11310"/>
                </a:lnTo>
                <a:lnTo>
                  <a:pt x="2680" y="11748"/>
                </a:lnTo>
                <a:lnTo>
                  <a:pt x="2319" y="12109"/>
                </a:lnTo>
                <a:lnTo>
                  <a:pt x="1907" y="11645"/>
                </a:lnTo>
                <a:lnTo>
                  <a:pt x="1572" y="11156"/>
                </a:lnTo>
                <a:lnTo>
                  <a:pt x="1237" y="10615"/>
                </a:lnTo>
                <a:lnTo>
                  <a:pt x="979" y="10074"/>
                </a:lnTo>
                <a:lnTo>
                  <a:pt x="773" y="9481"/>
                </a:lnTo>
                <a:lnTo>
                  <a:pt x="593" y="8863"/>
                </a:lnTo>
                <a:lnTo>
                  <a:pt x="490" y="8244"/>
                </a:lnTo>
                <a:lnTo>
                  <a:pt x="438" y="7600"/>
                </a:lnTo>
                <a:close/>
                <a:moveTo>
                  <a:pt x="7678" y="1417"/>
                </a:moveTo>
                <a:lnTo>
                  <a:pt x="7961" y="1443"/>
                </a:lnTo>
                <a:lnTo>
                  <a:pt x="8554" y="1520"/>
                </a:lnTo>
                <a:lnTo>
                  <a:pt x="9146" y="1675"/>
                </a:lnTo>
                <a:lnTo>
                  <a:pt x="9688" y="1881"/>
                </a:lnTo>
                <a:lnTo>
                  <a:pt x="10203" y="2138"/>
                </a:lnTo>
                <a:lnTo>
                  <a:pt x="10692" y="2422"/>
                </a:lnTo>
                <a:lnTo>
                  <a:pt x="11156" y="2783"/>
                </a:lnTo>
                <a:lnTo>
                  <a:pt x="11594" y="3169"/>
                </a:lnTo>
                <a:lnTo>
                  <a:pt x="11955" y="3581"/>
                </a:lnTo>
                <a:lnTo>
                  <a:pt x="12315" y="4045"/>
                </a:lnTo>
                <a:lnTo>
                  <a:pt x="12599" y="4534"/>
                </a:lnTo>
                <a:lnTo>
                  <a:pt x="12856" y="5050"/>
                </a:lnTo>
                <a:lnTo>
                  <a:pt x="13063" y="5617"/>
                </a:lnTo>
                <a:lnTo>
                  <a:pt x="13217" y="6183"/>
                </a:lnTo>
                <a:lnTo>
                  <a:pt x="13294" y="6776"/>
                </a:lnTo>
                <a:lnTo>
                  <a:pt x="13320" y="7059"/>
                </a:lnTo>
                <a:lnTo>
                  <a:pt x="13320" y="7369"/>
                </a:lnTo>
                <a:lnTo>
                  <a:pt x="13320" y="7703"/>
                </a:lnTo>
                <a:lnTo>
                  <a:pt x="13294" y="8038"/>
                </a:lnTo>
                <a:lnTo>
                  <a:pt x="13243" y="8348"/>
                </a:lnTo>
                <a:lnTo>
                  <a:pt x="13191" y="8657"/>
                </a:lnTo>
                <a:lnTo>
                  <a:pt x="13114" y="8966"/>
                </a:lnTo>
                <a:lnTo>
                  <a:pt x="13037" y="9275"/>
                </a:lnTo>
                <a:lnTo>
                  <a:pt x="12908" y="9584"/>
                </a:lnTo>
                <a:lnTo>
                  <a:pt x="12779" y="9868"/>
                </a:lnTo>
                <a:lnTo>
                  <a:pt x="12547" y="9868"/>
                </a:lnTo>
                <a:lnTo>
                  <a:pt x="12212" y="9893"/>
                </a:lnTo>
                <a:lnTo>
                  <a:pt x="12367" y="9584"/>
                </a:lnTo>
                <a:lnTo>
                  <a:pt x="12470" y="9301"/>
                </a:lnTo>
                <a:lnTo>
                  <a:pt x="12573" y="8992"/>
                </a:lnTo>
                <a:lnTo>
                  <a:pt x="12676" y="8682"/>
                </a:lnTo>
                <a:lnTo>
                  <a:pt x="12728" y="8348"/>
                </a:lnTo>
                <a:lnTo>
                  <a:pt x="12779" y="8038"/>
                </a:lnTo>
                <a:lnTo>
                  <a:pt x="12805" y="7703"/>
                </a:lnTo>
                <a:lnTo>
                  <a:pt x="12831" y="7369"/>
                </a:lnTo>
                <a:lnTo>
                  <a:pt x="12805" y="6827"/>
                </a:lnTo>
                <a:lnTo>
                  <a:pt x="12702" y="6286"/>
                </a:lnTo>
                <a:lnTo>
                  <a:pt x="12573" y="5745"/>
                </a:lnTo>
                <a:lnTo>
                  <a:pt x="12393" y="5256"/>
                </a:lnTo>
                <a:lnTo>
                  <a:pt x="12161" y="4766"/>
                </a:lnTo>
                <a:lnTo>
                  <a:pt x="11903" y="4328"/>
                </a:lnTo>
                <a:lnTo>
                  <a:pt x="11568" y="3916"/>
                </a:lnTo>
                <a:lnTo>
                  <a:pt x="11233" y="3530"/>
                </a:lnTo>
                <a:lnTo>
                  <a:pt x="10847" y="3169"/>
                </a:lnTo>
                <a:lnTo>
                  <a:pt x="10409" y="2860"/>
                </a:lnTo>
                <a:lnTo>
                  <a:pt x="9971" y="2576"/>
                </a:lnTo>
                <a:lnTo>
                  <a:pt x="9481" y="2345"/>
                </a:lnTo>
                <a:lnTo>
                  <a:pt x="8992" y="2164"/>
                </a:lnTo>
                <a:lnTo>
                  <a:pt x="8451" y="2035"/>
                </a:lnTo>
                <a:lnTo>
                  <a:pt x="7910" y="1932"/>
                </a:lnTo>
                <a:lnTo>
                  <a:pt x="7369" y="1907"/>
                </a:lnTo>
                <a:lnTo>
                  <a:pt x="7034" y="1932"/>
                </a:lnTo>
                <a:lnTo>
                  <a:pt x="6725" y="1958"/>
                </a:lnTo>
                <a:lnTo>
                  <a:pt x="6415" y="2010"/>
                </a:lnTo>
                <a:lnTo>
                  <a:pt x="6106" y="2061"/>
                </a:lnTo>
                <a:lnTo>
                  <a:pt x="6003" y="2113"/>
                </a:lnTo>
                <a:lnTo>
                  <a:pt x="5952" y="2164"/>
                </a:lnTo>
                <a:lnTo>
                  <a:pt x="5926" y="2241"/>
                </a:lnTo>
                <a:lnTo>
                  <a:pt x="5926" y="2345"/>
                </a:lnTo>
                <a:lnTo>
                  <a:pt x="5977" y="2422"/>
                </a:lnTo>
                <a:lnTo>
                  <a:pt x="6029" y="2473"/>
                </a:lnTo>
                <a:lnTo>
                  <a:pt x="6106" y="2499"/>
                </a:lnTo>
                <a:lnTo>
                  <a:pt x="6209" y="2499"/>
                </a:lnTo>
                <a:lnTo>
                  <a:pt x="6493" y="2448"/>
                </a:lnTo>
                <a:lnTo>
                  <a:pt x="6776" y="2396"/>
                </a:lnTo>
                <a:lnTo>
                  <a:pt x="7060" y="2370"/>
                </a:lnTo>
                <a:lnTo>
                  <a:pt x="7369" y="2370"/>
                </a:lnTo>
                <a:lnTo>
                  <a:pt x="7884" y="2396"/>
                </a:lnTo>
                <a:lnTo>
                  <a:pt x="8374" y="2473"/>
                </a:lnTo>
                <a:lnTo>
                  <a:pt x="8863" y="2576"/>
                </a:lnTo>
                <a:lnTo>
                  <a:pt x="9301" y="2757"/>
                </a:lnTo>
                <a:lnTo>
                  <a:pt x="9765" y="2963"/>
                </a:lnTo>
                <a:lnTo>
                  <a:pt x="10177" y="3221"/>
                </a:lnTo>
                <a:lnTo>
                  <a:pt x="10563" y="3504"/>
                </a:lnTo>
                <a:lnTo>
                  <a:pt x="10898" y="3839"/>
                </a:lnTo>
                <a:lnTo>
                  <a:pt x="11233" y="4200"/>
                </a:lnTo>
                <a:lnTo>
                  <a:pt x="11517" y="4586"/>
                </a:lnTo>
                <a:lnTo>
                  <a:pt x="11774" y="4998"/>
                </a:lnTo>
                <a:lnTo>
                  <a:pt x="11981" y="5436"/>
                </a:lnTo>
                <a:lnTo>
                  <a:pt x="12161" y="5900"/>
                </a:lnTo>
                <a:lnTo>
                  <a:pt x="12290" y="6364"/>
                </a:lnTo>
                <a:lnTo>
                  <a:pt x="12341" y="6879"/>
                </a:lnTo>
                <a:lnTo>
                  <a:pt x="12367" y="7369"/>
                </a:lnTo>
                <a:lnTo>
                  <a:pt x="12367" y="7729"/>
                </a:lnTo>
                <a:lnTo>
                  <a:pt x="12341" y="8090"/>
                </a:lnTo>
                <a:lnTo>
                  <a:pt x="12264" y="8425"/>
                </a:lnTo>
                <a:lnTo>
                  <a:pt x="12187" y="8760"/>
                </a:lnTo>
                <a:lnTo>
                  <a:pt x="12084" y="9095"/>
                </a:lnTo>
                <a:lnTo>
                  <a:pt x="11955" y="9404"/>
                </a:lnTo>
                <a:lnTo>
                  <a:pt x="11800" y="9713"/>
                </a:lnTo>
                <a:lnTo>
                  <a:pt x="11620" y="10022"/>
                </a:lnTo>
                <a:lnTo>
                  <a:pt x="11362" y="10151"/>
                </a:lnTo>
                <a:lnTo>
                  <a:pt x="11105" y="10280"/>
                </a:lnTo>
                <a:lnTo>
                  <a:pt x="10847" y="10460"/>
                </a:lnTo>
                <a:lnTo>
                  <a:pt x="10641" y="10666"/>
                </a:lnTo>
                <a:lnTo>
                  <a:pt x="10435" y="10872"/>
                </a:lnTo>
                <a:lnTo>
                  <a:pt x="10280" y="11104"/>
                </a:lnTo>
                <a:lnTo>
                  <a:pt x="10125" y="11362"/>
                </a:lnTo>
                <a:lnTo>
                  <a:pt x="10022" y="11645"/>
                </a:lnTo>
                <a:lnTo>
                  <a:pt x="9713" y="11826"/>
                </a:lnTo>
                <a:lnTo>
                  <a:pt x="9404" y="11955"/>
                </a:lnTo>
                <a:lnTo>
                  <a:pt x="9069" y="12083"/>
                </a:lnTo>
                <a:lnTo>
                  <a:pt x="8734" y="12212"/>
                </a:lnTo>
                <a:lnTo>
                  <a:pt x="8399" y="12289"/>
                </a:lnTo>
                <a:lnTo>
                  <a:pt x="8064" y="12341"/>
                </a:lnTo>
                <a:lnTo>
                  <a:pt x="7704" y="12393"/>
                </a:lnTo>
                <a:lnTo>
                  <a:pt x="7369" y="12393"/>
                </a:lnTo>
                <a:lnTo>
                  <a:pt x="6853" y="12367"/>
                </a:lnTo>
                <a:lnTo>
                  <a:pt x="6364" y="12289"/>
                </a:lnTo>
                <a:lnTo>
                  <a:pt x="5874" y="12161"/>
                </a:lnTo>
                <a:lnTo>
                  <a:pt x="5411" y="12006"/>
                </a:lnTo>
                <a:lnTo>
                  <a:pt x="4973" y="11800"/>
                </a:lnTo>
                <a:lnTo>
                  <a:pt x="4560" y="11542"/>
                </a:lnTo>
                <a:lnTo>
                  <a:pt x="4174" y="11259"/>
                </a:lnTo>
                <a:lnTo>
                  <a:pt x="3813" y="10924"/>
                </a:lnTo>
                <a:lnTo>
                  <a:pt x="3504" y="10563"/>
                </a:lnTo>
                <a:lnTo>
                  <a:pt x="3195" y="10177"/>
                </a:lnTo>
                <a:lnTo>
                  <a:pt x="2963" y="9765"/>
                </a:lnTo>
                <a:lnTo>
                  <a:pt x="2731" y="9327"/>
                </a:lnTo>
                <a:lnTo>
                  <a:pt x="2577" y="8863"/>
                </a:lnTo>
                <a:lnTo>
                  <a:pt x="2448" y="8399"/>
                </a:lnTo>
                <a:lnTo>
                  <a:pt x="2370" y="7884"/>
                </a:lnTo>
                <a:lnTo>
                  <a:pt x="2345" y="7369"/>
                </a:lnTo>
                <a:lnTo>
                  <a:pt x="2370" y="7008"/>
                </a:lnTo>
                <a:lnTo>
                  <a:pt x="2396" y="6647"/>
                </a:lnTo>
                <a:lnTo>
                  <a:pt x="2474" y="6286"/>
                </a:lnTo>
                <a:lnTo>
                  <a:pt x="2551" y="5926"/>
                </a:lnTo>
                <a:lnTo>
                  <a:pt x="2680" y="5591"/>
                </a:lnTo>
                <a:lnTo>
                  <a:pt x="2808" y="5256"/>
                </a:lnTo>
                <a:lnTo>
                  <a:pt x="2989" y="4921"/>
                </a:lnTo>
                <a:lnTo>
                  <a:pt x="3169" y="4612"/>
                </a:lnTo>
                <a:lnTo>
                  <a:pt x="3375" y="4328"/>
                </a:lnTo>
                <a:lnTo>
                  <a:pt x="3607" y="4045"/>
                </a:lnTo>
                <a:lnTo>
                  <a:pt x="3865" y="3787"/>
                </a:lnTo>
                <a:lnTo>
                  <a:pt x="4122" y="3530"/>
                </a:lnTo>
                <a:lnTo>
                  <a:pt x="4432" y="3324"/>
                </a:lnTo>
                <a:lnTo>
                  <a:pt x="4715" y="3117"/>
                </a:lnTo>
                <a:lnTo>
                  <a:pt x="5050" y="2937"/>
                </a:lnTo>
                <a:lnTo>
                  <a:pt x="5385" y="2757"/>
                </a:lnTo>
                <a:lnTo>
                  <a:pt x="5462" y="2705"/>
                </a:lnTo>
                <a:lnTo>
                  <a:pt x="5514" y="2654"/>
                </a:lnTo>
                <a:lnTo>
                  <a:pt x="5514" y="2551"/>
                </a:lnTo>
                <a:lnTo>
                  <a:pt x="5514" y="2473"/>
                </a:lnTo>
                <a:lnTo>
                  <a:pt x="5462" y="2396"/>
                </a:lnTo>
                <a:lnTo>
                  <a:pt x="5385" y="2345"/>
                </a:lnTo>
                <a:lnTo>
                  <a:pt x="5205" y="2345"/>
                </a:lnTo>
                <a:lnTo>
                  <a:pt x="4844" y="2525"/>
                </a:lnTo>
                <a:lnTo>
                  <a:pt x="4483" y="2731"/>
                </a:lnTo>
                <a:lnTo>
                  <a:pt x="4148" y="2963"/>
                </a:lnTo>
                <a:lnTo>
                  <a:pt x="3839" y="3195"/>
                </a:lnTo>
                <a:lnTo>
                  <a:pt x="3556" y="3452"/>
                </a:lnTo>
                <a:lnTo>
                  <a:pt x="3272" y="3736"/>
                </a:lnTo>
                <a:lnTo>
                  <a:pt x="3040" y="4045"/>
                </a:lnTo>
                <a:lnTo>
                  <a:pt x="2808" y="4380"/>
                </a:lnTo>
                <a:lnTo>
                  <a:pt x="2602" y="4715"/>
                </a:lnTo>
                <a:lnTo>
                  <a:pt x="2422" y="5050"/>
                </a:lnTo>
                <a:lnTo>
                  <a:pt x="2267" y="5410"/>
                </a:lnTo>
                <a:lnTo>
                  <a:pt x="2139" y="5797"/>
                </a:lnTo>
                <a:lnTo>
                  <a:pt x="2036" y="6183"/>
                </a:lnTo>
                <a:lnTo>
                  <a:pt x="1958" y="6570"/>
                </a:lnTo>
                <a:lnTo>
                  <a:pt x="1907" y="6982"/>
                </a:lnTo>
                <a:lnTo>
                  <a:pt x="1907" y="7369"/>
                </a:lnTo>
                <a:lnTo>
                  <a:pt x="1932" y="7935"/>
                </a:lnTo>
                <a:lnTo>
                  <a:pt x="2010" y="8476"/>
                </a:lnTo>
                <a:lnTo>
                  <a:pt x="2139" y="8992"/>
                </a:lnTo>
                <a:lnTo>
                  <a:pt x="2319" y="9507"/>
                </a:lnTo>
                <a:lnTo>
                  <a:pt x="2551" y="9971"/>
                </a:lnTo>
                <a:lnTo>
                  <a:pt x="2834" y="10434"/>
                </a:lnTo>
                <a:lnTo>
                  <a:pt x="3143" y="10847"/>
                </a:lnTo>
                <a:lnTo>
                  <a:pt x="3504" y="11233"/>
                </a:lnTo>
                <a:lnTo>
                  <a:pt x="3891" y="11594"/>
                </a:lnTo>
                <a:lnTo>
                  <a:pt x="4303" y="11903"/>
                </a:lnTo>
                <a:lnTo>
                  <a:pt x="4767" y="12186"/>
                </a:lnTo>
                <a:lnTo>
                  <a:pt x="5230" y="12418"/>
                </a:lnTo>
                <a:lnTo>
                  <a:pt x="5746" y="12599"/>
                </a:lnTo>
                <a:lnTo>
                  <a:pt x="6261" y="12727"/>
                </a:lnTo>
                <a:lnTo>
                  <a:pt x="6802" y="12805"/>
                </a:lnTo>
                <a:lnTo>
                  <a:pt x="7369" y="12830"/>
                </a:lnTo>
                <a:lnTo>
                  <a:pt x="7704" y="12830"/>
                </a:lnTo>
                <a:lnTo>
                  <a:pt x="8013" y="12805"/>
                </a:lnTo>
                <a:lnTo>
                  <a:pt x="8348" y="12753"/>
                </a:lnTo>
                <a:lnTo>
                  <a:pt x="8657" y="12676"/>
                </a:lnTo>
                <a:lnTo>
                  <a:pt x="8966" y="12599"/>
                </a:lnTo>
                <a:lnTo>
                  <a:pt x="9275" y="12496"/>
                </a:lnTo>
                <a:lnTo>
                  <a:pt x="9584" y="12367"/>
                </a:lnTo>
                <a:lnTo>
                  <a:pt x="9868" y="12238"/>
                </a:lnTo>
                <a:lnTo>
                  <a:pt x="9842" y="12547"/>
                </a:lnTo>
                <a:lnTo>
                  <a:pt x="9868" y="12805"/>
                </a:lnTo>
                <a:lnTo>
                  <a:pt x="9559" y="12934"/>
                </a:lnTo>
                <a:lnTo>
                  <a:pt x="9275" y="13037"/>
                </a:lnTo>
                <a:lnTo>
                  <a:pt x="8966" y="13140"/>
                </a:lnTo>
                <a:lnTo>
                  <a:pt x="8657" y="13217"/>
                </a:lnTo>
                <a:lnTo>
                  <a:pt x="8322" y="13268"/>
                </a:lnTo>
                <a:lnTo>
                  <a:pt x="8013" y="13320"/>
                </a:lnTo>
                <a:lnTo>
                  <a:pt x="7678" y="13346"/>
                </a:lnTo>
                <a:lnTo>
                  <a:pt x="7060" y="13346"/>
                </a:lnTo>
                <a:lnTo>
                  <a:pt x="6750" y="13320"/>
                </a:lnTo>
                <a:lnTo>
                  <a:pt x="6158" y="13217"/>
                </a:lnTo>
                <a:lnTo>
                  <a:pt x="5591" y="13088"/>
                </a:lnTo>
                <a:lnTo>
                  <a:pt x="5050" y="12882"/>
                </a:lnTo>
                <a:lnTo>
                  <a:pt x="4509" y="12624"/>
                </a:lnTo>
                <a:lnTo>
                  <a:pt x="4019" y="12315"/>
                </a:lnTo>
                <a:lnTo>
                  <a:pt x="3556" y="11980"/>
                </a:lnTo>
                <a:lnTo>
                  <a:pt x="3143" y="11594"/>
                </a:lnTo>
                <a:lnTo>
                  <a:pt x="2757" y="11182"/>
                </a:lnTo>
                <a:lnTo>
                  <a:pt x="2422" y="10718"/>
                </a:lnTo>
                <a:lnTo>
                  <a:pt x="2113" y="10228"/>
                </a:lnTo>
                <a:lnTo>
                  <a:pt x="1855" y="9687"/>
                </a:lnTo>
                <a:lnTo>
                  <a:pt x="1675" y="9146"/>
                </a:lnTo>
                <a:lnTo>
                  <a:pt x="1520" y="8579"/>
                </a:lnTo>
                <a:lnTo>
                  <a:pt x="1417" y="7987"/>
                </a:lnTo>
                <a:lnTo>
                  <a:pt x="1391" y="7678"/>
                </a:lnTo>
                <a:lnTo>
                  <a:pt x="1391" y="7369"/>
                </a:lnTo>
                <a:lnTo>
                  <a:pt x="1391" y="7059"/>
                </a:lnTo>
                <a:lnTo>
                  <a:pt x="1417" y="6776"/>
                </a:lnTo>
                <a:lnTo>
                  <a:pt x="1520" y="6183"/>
                </a:lnTo>
                <a:lnTo>
                  <a:pt x="1675" y="5617"/>
                </a:lnTo>
                <a:lnTo>
                  <a:pt x="1855" y="5050"/>
                </a:lnTo>
                <a:lnTo>
                  <a:pt x="2113" y="4534"/>
                </a:lnTo>
                <a:lnTo>
                  <a:pt x="2422" y="4045"/>
                </a:lnTo>
                <a:lnTo>
                  <a:pt x="2757" y="3581"/>
                </a:lnTo>
                <a:lnTo>
                  <a:pt x="3143" y="3169"/>
                </a:lnTo>
                <a:lnTo>
                  <a:pt x="3556" y="2783"/>
                </a:lnTo>
                <a:lnTo>
                  <a:pt x="4019" y="2422"/>
                </a:lnTo>
                <a:lnTo>
                  <a:pt x="4509" y="2138"/>
                </a:lnTo>
                <a:lnTo>
                  <a:pt x="5050" y="1881"/>
                </a:lnTo>
                <a:lnTo>
                  <a:pt x="5591" y="1675"/>
                </a:lnTo>
                <a:lnTo>
                  <a:pt x="6158" y="1520"/>
                </a:lnTo>
                <a:lnTo>
                  <a:pt x="6750" y="1443"/>
                </a:lnTo>
                <a:lnTo>
                  <a:pt x="7060" y="1417"/>
                </a:lnTo>
                <a:close/>
                <a:moveTo>
                  <a:pt x="2989" y="12058"/>
                </a:moveTo>
                <a:lnTo>
                  <a:pt x="3427" y="12444"/>
                </a:lnTo>
                <a:lnTo>
                  <a:pt x="3891" y="12779"/>
                </a:lnTo>
                <a:lnTo>
                  <a:pt x="4380" y="13062"/>
                </a:lnTo>
                <a:lnTo>
                  <a:pt x="4895" y="13320"/>
                </a:lnTo>
                <a:lnTo>
                  <a:pt x="5436" y="13500"/>
                </a:lnTo>
                <a:lnTo>
                  <a:pt x="6003" y="13655"/>
                </a:lnTo>
                <a:lnTo>
                  <a:pt x="6570" y="13732"/>
                </a:lnTo>
                <a:lnTo>
                  <a:pt x="7137" y="13784"/>
                </a:lnTo>
                <a:lnTo>
                  <a:pt x="7137" y="14299"/>
                </a:lnTo>
                <a:lnTo>
                  <a:pt x="6493" y="14248"/>
                </a:lnTo>
                <a:lnTo>
                  <a:pt x="5874" y="14144"/>
                </a:lnTo>
                <a:lnTo>
                  <a:pt x="5256" y="13964"/>
                </a:lnTo>
                <a:lnTo>
                  <a:pt x="4689" y="13758"/>
                </a:lnTo>
                <a:lnTo>
                  <a:pt x="4122" y="13500"/>
                </a:lnTo>
                <a:lnTo>
                  <a:pt x="3581" y="13191"/>
                </a:lnTo>
                <a:lnTo>
                  <a:pt x="3092" y="12830"/>
                </a:lnTo>
                <a:lnTo>
                  <a:pt x="2628" y="12418"/>
                </a:lnTo>
                <a:lnTo>
                  <a:pt x="2989" y="12058"/>
                </a:lnTo>
                <a:close/>
                <a:moveTo>
                  <a:pt x="9945" y="13243"/>
                </a:moveTo>
                <a:lnTo>
                  <a:pt x="10022" y="13500"/>
                </a:lnTo>
                <a:lnTo>
                  <a:pt x="10125" y="13732"/>
                </a:lnTo>
                <a:lnTo>
                  <a:pt x="9816" y="13861"/>
                </a:lnTo>
                <a:lnTo>
                  <a:pt x="9507" y="13964"/>
                </a:lnTo>
                <a:lnTo>
                  <a:pt x="9198" y="14067"/>
                </a:lnTo>
                <a:lnTo>
                  <a:pt x="8889" y="14144"/>
                </a:lnTo>
                <a:lnTo>
                  <a:pt x="8554" y="14196"/>
                </a:lnTo>
                <a:lnTo>
                  <a:pt x="8245" y="14248"/>
                </a:lnTo>
                <a:lnTo>
                  <a:pt x="7910" y="14273"/>
                </a:lnTo>
                <a:lnTo>
                  <a:pt x="7575" y="14299"/>
                </a:lnTo>
                <a:lnTo>
                  <a:pt x="7575" y="13784"/>
                </a:lnTo>
                <a:lnTo>
                  <a:pt x="8193" y="13732"/>
                </a:lnTo>
                <a:lnTo>
                  <a:pt x="8786" y="13629"/>
                </a:lnTo>
                <a:lnTo>
                  <a:pt x="9378" y="13475"/>
                </a:lnTo>
                <a:lnTo>
                  <a:pt x="9945" y="13243"/>
                </a:lnTo>
                <a:close/>
                <a:moveTo>
                  <a:pt x="12547" y="10306"/>
                </a:moveTo>
                <a:lnTo>
                  <a:pt x="12753" y="10331"/>
                </a:lnTo>
                <a:lnTo>
                  <a:pt x="12985" y="10357"/>
                </a:lnTo>
                <a:lnTo>
                  <a:pt x="13191" y="10409"/>
                </a:lnTo>
                <a:lnTo>
                  <a:pt x="13398" y="10486"/>
                </a:lnTo>
                <a:lnTo>
                  <a:pt x="13604" y="10589"/>
                </a:lnTo>
                <a:lnTo>
                  <a:pt x="13784" y="10692"/>
                </a:lnTo>
                <a:lnTo>
                  <a:pt x="13964" y="10821"/>
                </a:lnTo>
                <a:lnTo>
                  <a:pt x="14119" y="10975"/>
                </a:lnTo>
                <a:lnTo>
                  <a:pt x="14274" y="11130"/>
                </a:lnTo>
                <a:lnTo>
                  <a:pt x="14402" y="11310"/>
                </a:lnTo>
                <a:lnTo>
                  <a:pt x="14505" y="11491"/>
                </a:lnTo>
                <a:lnTo>
                  <a:pt x="14608" y="11671"/>
                </a:lnTo>
                <a:lnTo>
                  <a:pt x="14686" y="11877"/>
                </a:lnTo>
                <a:lnTo>
                  <a:pt x="14737" y="12109"/>
                </a:lnTo>
                <a:lnTo>
                  <a:pt x="14763" y="12315"/>
                </a:lnTo>
                <a:lnTo>
                  <a:pt x="14789" y="12547"/>
                </a:lnTo>
                <a:lnTo>
                  <a:pt x="14763" y="12779"/>
                </a:lnTo>
                <a:lnTo>
                  <a:pt x="14737" y="13011"/>
                </a:lnTo>
                <a:lnTo>
                  <a:pt x="14686" y="13217"/>
                </a:lnTo>
                <a:lnTo>
                  <a:pt x="14608" y="13423"/>
                </a:lnTo>
                <a:lnTo>
                  <a:pt x="14505" y="13629"/>
                </a:lnTo>
                <a:lnTo>
                  <a:pt x="14402" y="13810"/>
                </a:lnTo>
                <a:lnTo>
                  <a:pt x="14274" y="13990"/>
                </a:lnTo>
                <a:lnTo>
                  <a:pt x="14119" y="14144"/>
                </a:lnTo>
                <a:lnTo>
                  <a:pt x="13964" y="14273"/>
                </a:lnTo>
                <a:lnTo>
                  <a:pt x="13784" y="14402"/>
                </a:lnTo>
                <a:lnTo>
                  <a:pt x="13604" y="14531"/>
                </a:lnTo>
                <a:lnTo>
                  <a:pt x="13398" y="14608"/>
                </a:lnTo>
                <a:lnTo>
                  <a:pt x="13191" y="14686"/>
                </a:lnTo>
                <a:lnTo>
                  <a:pt x="12985" y="14737"/>
                </a:lnTo>
                <a:lnTo>
                  <a:pt x="12753" y="14789"/>
                </a:lnTo>
                <a:lnTo>
                  <a:pt x="12315" y="14789"/>
                </a:lnTo>
                <a:lnTo>
                  <a:pt x="12084" y="14737"/>
                </a:lnTo>
                <a:lnTo>
                  <a:pt x="11877" y="14686"/>
                </a:lnTo>
                <a:lnTo>
                  <a:pt x="11671" y="14608"/>
                </a:lnTo>
                <a:lnTo>
                  <a:pt x="11465" y="14531"/>
                </a:lnTo>
                <a:lnTo>
                  <a:pt x="11285" y="14402"/>
                </a:lnTo>
                <a:lnTo>
                  <a:pt x="11105" y="14273"/>
                </a:lnTo>
                <a:lnTo>
                  <a:pt x="10950" y="14144"/>
                </a:lnTo>
                <a:lnTo>
                  <a:pt x="10821" y="13990"/>
                </a:lnTo>
                <a:lnTo>
                  <a:pt x="10692" y="13810"/>
                </a:lnTo>
                <a:lnTo>
                  <a:pt x="10563" y="13629"/>
                </a:lnTo>
                <a:lnTo>
                  <a:pt x="10460" y="13423"/>
                </a:lnTo>
                <a:lnTo>
                  <a:pt x="10409" y="13217"/>
                </a:lnTo>
                <a:lnTo>
                  <a:pt x="10332" y="13011"/>
                </a:lnTo>
                <a:lnTo>
                  <a:pt x="10306" y="12779"/>
                </a:lnTo>
                <a:lnTo>
                  <a:pt x="10306" y="12547"/>
                </a:lnTo>
                <a:lnTo>
                  <a:pt x="10306" y="12315"/>
                </a:lnTo>
                <a:lnTo>
                  <a:pt x="10332" y="12109"/>
                </a:lnTo>
                <a:lnTo>
                  <a:pt x="10409" y="11877"/>
                </a:lnTo>
                <a:lnTo>
                  <a:pt x="10460" y="11671"/>
                </a:lnTo>
                <a:lnTo>
                  <a:pt x="10563" y="11491"/>
                </a:lnTo>
                <a:lnTo>
                  <a:pt x="10692" y="11310"/>
                </a:lnTo>
                <a:lnTo>
                  <a:pt x="10821" y="11130"/>
                </a:lnTo>
                <a:lnTo>
                  <a:pt x="10950" y="10975"/>
                </a:lnTo>
                <a:lnTo>
                  <a:pt x="11105" y="10821"/>
                </a:lnTo>
                <a:lnTo>
                  <a:pt x="11285" y="10692"/>
                </a:lnTo>
                <a:lnTo>
                  <a:pt x="11465" y="10589"/>
                </a:lnTo>
                <a:lnTo>
                  <a:pt x="11671" y="10486"/>
                </a:lnTo>
                <a:lnTo>
                  <a:pt x="11877" y="10409"/>
                </a:lnTo>
                <a:lnTo>
                  <a:pt x="12084" y="10357"/>
                </a:lnTo>
                <a:lnTo>
                  <a:pt x="12315" y="10331"/>
                </a:lnTo>
                <a:lnTo>
                  <a:pt x="12547" y="10306"/>
                </a:lnTo>
                <a:close/>
                <a:moveTo>
                  <a:pt x="7369" y="0"/>
                </a:moveTo>
                <a:lnTo>
                  <a:pt x="6879" y="26"/>
                </a:lnTo>
                <a:lnTo>
                  <a:pt x="6390" y="77"/>
                </a:lnTo>
                <a:lnTo>
                  <a:pt x="5900" y="155"/>
                </a:lnTo>
                <a:lnTo>
                  <a:pt x="5436" y="258"/>
                </a:lnTo>
                <a:lnTo>
                  <a:pt x="5359" y="309"/>
                </a:lnTo>
                <a:lnTo>
                  <a:pt x="5308" y="361"/>
                </a:lnTo>
                <a:lnTo>
                  <a:pt x="5282" y="438"/>
                </a:lnTo>
                <a:lnTo>
                  <a:pt x="5282" y="541"/>
                </a:lnTo>
                <a:lnTo>
                  <a:pt x="5308" y="618"/>
                </a:lnTo>
                <a:lnTo>
                  <a:pt x="5385" y="670"/>
                </a:lnTo>
                <a:lnTo>
                  <a:pt x="5462" y="696"/>
                </a:lnTo>
                <a:lnTo>
                  <a:pt x="5539" y="696"/>
                </a:lnTo>
                <a:lnTo>
                  <a:pt x="5952" y="593"/>
                </a:lnTo>
                <a:lnTo>
                  <a:pt x="6338" y="541"/>
                </a:lnTo>
                <a:lnTo>
                  <a:pt x="6725" y="490"/>
                </a:lnTo>
                <a:lnTo>
                  <a:pt x="7137" y="464"/>
                </a:lnTo>
                <a:lnTo>
                  <a:pt x="7137" y="979"/>
                </a:lnTo>
                <a:lnTo>
                  <a:pt x="6570" y="1005"/>
                </a:lnTo>
                <a:lnTo>
                  <a:pt x="6003" y="1108"/>
                </a:lnTo>
                <a:lnTo>
                  <a:pt x="5436" y="1262"/>
                </a:lnTo>
                <a:lnTo>
                  <a:pt x="4895" y="1443"/>
                </a:lnTo>
                <a:lnTo>
                  <a:pt x="4380" y="1700"/>
                </a:lnTo>
                <a:lnTo>
                  <a:pt x="3891" y="1984"/>
                </a:lnTo>
                <a:lnTo>
                  <a:pt x="3427" y="2319"/>
                </a:lnTo>
                <a:lnTo>
                  <a:pt x="2989" y="2679"/>
                </a:lnTo>
                <a:lnTo>
                  <a:pt x="2628" y="2319"/>
                </a:lnTo>
                <a:lnTo>
                  <a:pt x="3092" y="1932"/>
                </a:lnTo>
                <a:lnTo>
                  <a:pt x="3607" y="1572"/>
                </a:lnTo>
                <a:lnTo>
                  <a:pt x="4148" y="1237"/>
                </a:lnTo>
                <a:lnTo>
                  <a:pt x="4741" y="979"/>
                </a:lnTo>
                <a:lnTo>
                  <a:pt x="4818" y="928"/>
                </a:lnTo>
                <a:lnTo>
                  <a:pt x="4844" y="850"/>
                </a:lnTo>
                <a:lnTo>
                  <a:pt x="4870" y="773"/>
                </a:lnTo>
                <a:lnTo>
                  <a:pt x="4844" y="670"/>
                </a:lnTo>
                <a:lnTo>
                  <a:pt x="4792" y="618"/>
                </a:lnTo>
                <a:lnTo>
                  <a:pt x="4741" y="567"/>
                </a:lnTo>
                <a:lnTo>
                  <a:pt x="4638" y="541"/>
                </a:lnTo>
                <a:lnTo>
                  <a:pt x="4560" y="567"/>
                </a:lnTo>
                <a:lnTo>
                  <a:pt x="4071" y="773"/>
                </a:lnTo>
                <a:lnTo>
                  <a:pt x="3607" y="1031"/>
                </a:lnTo>
                <a:lnTo>
                  <a:pt x="3143" y="1340"/>
                </a:lnTo>
                <a:lnTo>
                  <a:pt x="2731" y="1649"/>
                </a:lnTo>
                <a:lnTo>
                  <a:pt x="2319" y="2010"/>
                </a:lnTo>
                <a:lnTo>
                  <a:pt x="1932" y="2396"/>
                </a:lnTo>
                <a:lnTo>
                  <a:pt x="1598" y="2783"/>
                </a:lnTo>
                <a:lnTo>
                  <a:pt x="1263" y="3221"/>
                </a:lnTo>
                <a:lnTo>
                  <a:pt x="979" y="3710"/>
                </a:lnTo>
                <a:lnTo>
                  <a:pt x="722" y="4174"/>
                </a:lnTo>
                <a:lnTo>
                  <a:pt x="490" y="4689"/>
                </a:lnTo>
                <a:lnTo>
                  <a:pt x="309" y="5204"/>
                </a:lnTo>
                <a:lnTo>
                  <a:pt x="181" y="5745"/>
                </a:lnTo>
                <a:lnTo>
                  <a:pt x="77" y="6286"/>
                </a:lnTo>
                <a:lnTo>
                  <a:pt x="26" y="6827"/>
                </a:lnTo>
                <a:lnTo>
                  <a:pt x="0" y="7369"/>
                </a:lnTo>
                <a:lnTo>
                  <a:pt x="0" y="7755"/>
                </a:lnTo>
                <a:lnTo>
                  <a:pt x="26" y="8116"/>
                </a:lnTo>
                <a:lnTo>
                  <a:pt x="77" y="8476"/>
                </a:lnTo>
                <a:lnTo>
                  <a:pt x="129" y="8837"/>
                </a:lnTo>
                <a:lnTo>
                  <a:pt x="206" y="9172"/>
                </a:lnTo>
                <a:lnTo>
                  <a:pt x="309" y="9533"/>
                </a:lnTo>
                <a:lnTo>
                  <a:pt x="412" y="9868"/>
                </a:lnTo>
                <a:lnTo>
                  <a:pt x="541" y="10203"/>
                </a:lnTo>
                <a:lnTo>
                  <a:pt x="696" y="10537"/>
                </a:lnTo>
                <a:lnTo>
                  <a:pt x="850" y="10847"/>
                </a:lnTo>
                <a:lnTo>
                  <a:pt x="1031" y="11156"/>
                </a:lnTo>
                <a:lnTo>
                  <a:pt x="1237" y="11465"/>
                </a:lnTo>
                <a:lnTo>
                  <a:pt x="1443" y="11748"/>
                </a:lnTo>
                <a:lnTo>
                  <a:pt x="1649" y="12058"/>
                </a:lnTo>
                <a:lnTo>
                  <a:pt x="1907" y="12315"/>
                </a:lnTo>
                <a:lnTo>
                  <a:pt x="2164" y="12599"/>
                </a:lnTo>
                <a:lnTo>
                  <a:pt x="2422" y="12830"/>
                </a:lnTo>
                <a:lnTo>
                  <a:pt x="2705" y="13088"/>
                </a:lnTo>
                <a:lnTo>
                  <a:pt x="2989" y="13294"/>
                </a:lnTo>
                <a:lnTo>
                  <a:pt x="3272" y="13500"/>
                </a:lnTo>
                <a:lnTo>
                  <a:pt x="3581" y="13706"/>
                </a:lnTo>
                <a:lnTo>
                  <a:pt x="3891" y="13887"/>
                </a:lnTo>
                <a:lnTo>
                  <a:pt x="4226" y="14041"/>
                </a:lnTo>
                <a:lnTo>
                  <a:pt x="4535" y="14196"/>
                </a:lnTo>
                <a:lnTo>
                  <a:pt x="4870" y="14325"/>
                </a:lnTo>
                <a:lnTo>
                  <a:pt x="5205" y="14428"/>
                </a:lnTo>
                <a:lnTo>
                  <a:pt x="5565" y="14531"/>
                </a:lnTo>
                <a:lnTo>
                  <a:pt x="5926" y="14608"/>
                </a:lnTo>
                <a:lnTo>
                  <a:pt x="6261" y="14660"/>
                </a:lnTo>
                <a:lnTo>
                  <a:pt x="6622" y="14711"/>
                </a:lnTo>
                <a:lnTo>
                  <a:pt x="7008" y="14737"/>
                </a:lnTo>
                <a:lnTo>
                  <a:pt x="7755" y="14737"/>
                </a:lnTo>
                <a:lnTo>
                  <a:pt x="8142" y="14711"/>
                </a:lnTo>
                <a:lnTo>
                  <a:pt x="8528" y="14660"/>
                </a:lnTo>
                <a:lnTo>
                  <a:pt x="8889" y="14582"/>
                </a:lnTo>
                <a:lnTo>
                  <a:pt x="9275" y="14505"/>
                </a:lnTo>
                <a:lnTo>
                  <a:pt x="9636" y="14402"/>
                </a:lnTo>
                <a:lnTo>
                  <a:pt x="9997" y="14273"/>
                </a:lnTo>
                <a:lnTo>
                  <a:pt x="10357" y="14119"/>
                </a:lnTo>
                <a:lnTo>
                  <a:pt x="10538" y="14351"/>
                </a:lnTo>
                <a:lnTo>
                  <a:pt x="10770" y="14582"/>
                </a:lnTo>
                <a:lnTo>
                  <a:pt x="11027" y="14763"/>
                </a:lnTo>
                <a:lnTo>
                  <a:pt x="11285" y="14943"/>
                </a:lnTo>
                <a:lnTo>
                  <a:pt x="11568" y="15072"/>
                </a:lnTo>
                <a:lnTo>
                  <a:pt x="11877" y="15149"/>
                </a:lnTo>
                <a:lnTo>
                  <a:pt x="12212" y="15227"/>
                </a:lnTo>
                <a:lnTo>
                  <a:pt x="12547" y="15252"/>
                </a:lnTo>
                <a:lnTo>
                  <a:pt x="12805" y="15227"/>
                </a:lnTo>
                <a:lnTo>
                  <a:pt x="13088" y="15175"/>
                </a:lnTo>
                <a:lnTo>
                  <a:pt x="13346" y="15123"/>
                </a:lnTo>
                <a:lnTo>
                  <a:pt x="13578" y="15020"/>
                </a:lnTo>
                <a:lnTo>
                  <a:pt x="13810" y="14917"/>
                </a:lnTo>
                <a:lnTo>
                  <a:pt x="14042" y="14789"/>
                </a:lnTo>
                <a:lnTo>
                  <a:pt x="14248" y="14634"/>
                </a:lnTo>
                <a:lnTo>
                  <a:pt x="14428" y="14454"/>
                </a:lnTo>
                <a:lnTo>
                  <a:pt x="14608" y="14273"/>
                </a:lnTo>
                <a:lnTo>
                  <a:pt x="14763" y="14041"/>
                </a:lnTo>
                <a:lnTo>
                  <a:pt x="14892" y="13835"/>
                </a:lnTo>
                <a:lnTo>
                  <a:pt x="15021" y="13603"/>
                </a:lnTo>
                <a:lnTo>
                  <a:pt x="15098" y="13346"/>
                </a:lnTo>
                <a:lnTo>
                  <a:pt x="15175" y="13088"/>
                </a:lnTo>
                <a:lnTo>
                  <a:pt x="15201" y="12830"/>
                </a:lnTo>
                <a:lnTo>
                  <a:pt x="15227" y="12547"/>
                </a:lnTo>
                <a:lnTo>
                  <a:pt x="15201" y="12212"/>
                </a:lnTo>
                <a:lnTo>
                  <a:pt x="15149" y="11903"/>
                </a:lnTo>
                <a:lnTo>
                  <a:pt x="15046" y="11594"/>
                </a:lnTo>
                <a:lnTo>
                  <a:pt x="14918" y="11310"/>
                </a:lnTo>
                <a:lnTo>
                  <a:pt x="14763" y="11027"/>
                </a:lnTo>
                <a:lnTo>
                  <a:pt x="14557" y="10795"/>
                </a:lnTo>
                <a:lnTo>
                  <a:pt x="14351" y="10563"/>
                </a:lnTo>
                <a:lnTo>
                  <a:pt x="14093" y="10357"/>
                </a:lnTo>
                <a:lnTo>
                  <a:pt x="14248" y="10022"/>
                </a:lnTo>
                <a:lnTo>
                  <a:pt x="14377" y="9662"/>
                </a:lnTo>
                <a:lnTo>
                  <a:pt x="14480" y="9275"/>
                </a:lnTo>
                <a:lnTo>
                  <a:pt x="14583" y="8914"/>
                </a:lnTo>
                <a:lnTo>
                  <a:pt x="14634" y="8528"/>
                </a:lnTo>
                <a:lnTo>
                  <a:pt x="14686" y="8141"/>
                </a:lnTo>
                <a:lnTo>
                  <a:pt x="14712" y="7755"/>
                </a:lnTo>
                <a:lnTo>
                  <a:pt x="14737" y="7369"/>
                </a:lnTo>
                <a:lnTo>
                  <a:pt x="14712" y="7008"/>
                </a:lnTo>
                <a:lnTo>
                  <a:pt x="14686" y="6647"/>
                </a:lnTo>
                <a:lnTo>
                  <a:pt x="14660" y="6286"/>
                </a:lnTo>
                <a:lnTo>
                  <a:pt x="14583" y="5926"/>
                </a:lnTo>
                <a:lnTo>
                  <a:pt x="14505" y="5591"/>
                </a:lnTo>
                <a:lnTo>
                  <a:pt x="14428" y="5230"/>
                </a:lnTo>
                <a:lnTo>
                  <a:pt x="14299" y="4895"/>
                </a:lnTo>
                <a:lnTo>
                  <a:pt x="14170" y="4560"/>
                </a:lnTo>
                <a:lnTo>
                  <a:pt x="14042" y="4225"/>
                </a:lnTo>
                <a:lnTo>
                  <a:pt x="13861" y="3916"/>
                </a:lnTo>
                <a:lnTo>
                  <a:pt x="13681" y="3607"/>
                </a:lnTo>
                <a:lnTo>
                  <a:pt x="13501" y="3298"/>
                </a:lnTo>
                <a:lnTo>
                  <a:pt x="13294" y="2989"/>
                </a:lnTo>
                <a:lnTo>
                  <a:pt x="13063" y="2705"/>
                </a:lnTo>
                <a:lnTo>
                  <a:pt x="12831" y="2422"/>
                </a:lnTo>
                <a:lnTo>
                  <a:pt x="12573" y="2164"/>
                </a:lnTo>
                <a:lnTo>
                  <a:pt x="12315" y="1907"/>
                </a:lnTo>
                <a:lnTo>
                  <a:pt x="12032" y="1675"/>
                </a:lnTo>
                <a:lnTo>
                  <a:pt x="11749" y="1443"/>
                </a:lnTo>
                <a:lnTo>
                  <a:pt x="11439" y="1237"/>
                </a:lnTo>
                <a:lnTo>
                  <a:pt x="11156" y="1056"/>
                </a:lnTo>
                <a:lnTo>
                  <a:pt x="10821" y="876"/>
                </a:lnTo>
                <a:lnTo>
                  <a:pt x="10512" y="721"/>
                </a:lnTo>
                <a:lnTo>
                  <a:pt x="10177" y="567"/>
                </a:lnTo>
                <a:lnTo>
                  <a:pt x="9842" y="438"/>
                </a:lnTo>
                <a:lnTo>
                  <a:pt x="9507" y="335"/>
                </a:lnTo>
                <a:lnTo>
                  <a:pt x="9172" y="232"/>
                </a:lnTo>
                <a:lnTo>
                  <a:pt x="8812" y="155"/>
                </a:lnTo>
                <a:lnTo>
                  <a:pt x="8451" y="77"/>
                </a:lnTo>
                <a:lnTo>
                  <a:pt x="8090" y="52"/>
                </a:lnTo>
                <a:lnTo>
                  <a:pt x="7729" y="26"/>
                </a:lnTo>
                <a:lnTo>
                  <a:pt x="736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23" name="Google Shape;973;p29">
            <a:extLst>
              <a:ext uri="{FF2B5EF4-FFF2-40B4-BE49-F238E27FC236}">
                <a16:creationId xmlns:a16="http://schemas.microsoft.com/office/drawing/2014/main" id="{676FDDD2-7BBE-D088-CB27-C7CB44A2F18C}"/>
              </a:ext>
            </a:extLst>
          </p:cNvPr>
          <p:cNvSpPr/>
          <p:nvPr/>
        </p:nvSpPr>
        <p:spPr>
          <a:xfrm>
            <a:off x="3301950" y="1381650"/>
            <a:ext cx="78787" cy="101967"/>
          </a:xfrm>
          <a:custGeom>
            <a:avLst/>
            <a:gdLst/>
            <a:ahLst/>
            <a:cxnLst/>
            <a:rect l="l" t="t" r="r" b="b"/>
            <a:pathLst>
              <a:path w="2629" h="3402" extrusionOk="0">
                <a:moveTo>
                  <a:pt x="1314" y="516"/>
                </a:moveTo>
                <a:lnTo>
                  <a:pt x="2061" y="1418"/>
                </a:lnTo>
                <a:lnTo>
                  <a:pt x="1933" y="1418"/>
                </a:lnTo>
                <a:lnTo>
                  <a:pt x="1778" y="1443"/>
                </a:lnTo>
                <a:lnTo>
                  <a:pt x="1675" y="1521"/>
                </a:lnTo>
                <a:lnTo>
                  <a:pt x="1598" y="1624"/>
                </a:lnTo>
                <a:lnTo>
                  <a:pt x="1572" y="1753"/>
                </a:lnTo>
                <a:lnTo>
                  <a:pt x="1572" y="2938"/>
                </a:lnTo>
                <a:lnTo>
                  <a:pt x="1546" y="2964"/>
                </a:lnTo>
                <a:lnTo>
                  <a:pt x="1057" y="2964"/>
                </a:lnTo>
                <a:lnTo>
                  <a:pt x="1031" y="2938"/>
                </a:lnTo>
                <a:lnTo>
                  <a:pt x="1031" y="1753"/>
                </a:lnTo>
                <a:lnTo>
                  <a:pt x="1005" y="1624"/>
                </a:lnTo>
                <a:lnTo>
                  <a:pt x="928" y="1521"/>
                </a:lnTo>
                <a:lnTo>
                  <a:pt x="825" y="1443"/>
                </a:lnTo>
                <a:lnTo>
                  <a:pt x="696" y="1418"/>
                </a:lnTo>
                <a:lnTo>
                  <a:pt x="541" y="1418"/>
                </a:lnTo>
                <a:lnTo>
                  <a:pt x="1314" y="516"/>
                </a:lnTo>
                <a:close/>
                <a:moveTo>
                  <a:pt x="1237" y="1"/>
                </a:moveTo>
                <a:lnTo>
                  <a:pt x="1160" y="26"/>
                </a:lnTo>
                <a:lnTo>
                  <a:pt x="1082" y="78"/>
                </a:lnTo>
                <a:lnTo>
                  <a:pt x="1031" y="129"/>
                </a:lnTo>
                <a:lnTo>
                  <a:pt x="78" y="1289"/>
                </a:lnTo>
                <a:lnTo>
                  <a:pt x="26" y="1366"/>
                </a:lnTo>
                <a:lnTo>
                  <a:pt x="0" y="1469"/>
                </a:lnTo>
                <a:lnTo>
                  <a:pt x="0" y="1572"/>
                </a:lnTo>
                <a:lnTo>
                  <a:pt x="26" y="1650"/>
                </a:lnTo>
                <a:lnTo>
                  <a:pt x="78" y="1753"/>
                </a:lnTo>
                <a:lnTo>
                  <a:pt x="155" y="1804"/>
                </a:lnTo>
                <a:lnTo>
                  <a:pt x="232" y="1856"/>
                </a:lnTo>
                <a:lnTo>
                  <a:pt x="593" y="1856"/>
                </a:lnTo>
                <a:lnTo>
                  <a:pt x="593" y="2938"/>
                </a:lnTo>
                <a:lnTo>
                  <a:pt x="593" y="3041"/>
                </a:lnTo>
                <a:lnTo>
                  <a:pt x="619" y="3118"/>
                </a:lnTo>
                <a:lnTo>
                  <a:pt x="670" y="3195"/>
                </a:lnTo>
                <a:lnTo>
                  <a:pt x="722" y="3273"/>
                </a:lnTo>
                <a:lnTo>
                  <a:pt x="799" y="3324"/>
                </a:lnTo>
                <a:lnTo>
                  <a:pt x="876" y="3376"/>
                </a:lnTo>
                <a:lnTo>
                  <a:pt x="954" y="3402"/>
                </a:lnTo>
                <a:lnTo>
                  <a:pt x="1649" y="3402"/>
                </a:lnTo>
                <a:lnTo>
                  <a:pt x="1727" y="3376"/>
                </a:lnTo>
                <a:lnTo>
                  <a:pt x="1804" y="3324"/>
                </a:lnTo>
                <a:lnTo>
                  <a:pt x="1881" y="3273"/>
                </a:lnTo>
                <a:lnTo>
                  <a:pt x="1933" y="3195"/>
                </a:lnTo>
                <a:lnTo>
                  <a:pt x="1984" y="3118"/>
                </a:lnTo>
                <a:lnTo>
                  <a:pt x="2010" y="3041"/>
                </a:lnTo>
                <a:lnTo>
                  <a:pt x="2010" y="2938"/>
                </a:lnTo>
                <a:lnTo>
                  <a:pt x="2010" y="1856"/>
                </a:lnTo>
                <a:lnTo>
                  <a:pt x="2371" y="1856"/>
                </a:lnTo>
                <a:lnTo>
                  <a:pt x="2448" y="1804"/>
                </a:lnTo>
                <a:lnTo>
                  <a:pt x="2525" y="1753"/>
                </a:lnTo>
                <a:lnTo>
                  <a:pt x="2577" y="1650"/>
                </a:lnTo>
                <a:lnTo>
                  <a:pt x="2628" y="1572"/>
                </a:lnTo>
                <a:lnTo>
                  <a:pt x="2628" y="1469"/>
                </a:lnTo>
                <a:lnTo>
                  <a:pt x="2603" y="1366"/>
                </a:lnTo>
                <a:lnTo>
                  <a:pt x="2551" y="1289"/>
                </a:lnTo>
                <a:lnTo>
                  <a:pt x="1572" y="129"/>
                </a:lnTo>
                <a:lnTo>
                  <a:pt x="1520" y="78"/>
                </a:lnTo>
                <a:lnTo>
                  <a:pt x="1443" y="26"/>
                </a:lnTo>
                <a:lnTo>
                  <a:pt x="139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26" name="Google Shape;975;p29">
            <a:extLst>
              <a:ext uri="{FF2B5EF4-FFF2-40B4-BE49-F238E27FC236}">
                <a16:creationId xmlns:a16="http://schemas.microsoft.com/office/drawing/2014/main" id="{ACCA8E52-2B92-D734-CD76-A5539C120E96}"/>
              </a:ext>
            </a:extLst>
          </p:cNvPr>
          <p:cNvSpPr/>
          <p:nvPr/>
        </p:nvSpPr>
        <p:spPr>
          <a:xfrm>
            <a:off x="5044443" y="1285490"/>
            <a:ext cx="43275" cy="13937"/>
          </a:xfrm>
          <a:custGeom>
            <a:avLst/>
            <a:gdLst/>
            <a:ahLst/>
            <a:cxnLst/>
            <a:rect l="l" t="t" r="r" b="b"/>
            <a:pathLst>
              <a:path w="1444" h="465" extrusionOk="0">
                <a:moveTo>
                  <a:pt x="232" y="0"/>
                </a:moveTo>
                <a:lnTo>
                  <a:pt x="155" y="26"/>
                </a:lnTo>
                <a:lnTo>
                  <a:pt x="78" y="78"/>
                </a:lnTo>
                <a:lnTo>
                  <a:pt x="26" y="155"/>
                </a:lnTo>
                <a:lnTo>
                  <a:pt x="0" y="232"/>
                </a:lnTo>
                <a:lnTo>
                  <a:pt x="26" y="309"/>
                </a:lnTo>
                <a:lnTo>
                  <a:pt x="78" y="387"/>
                </a:lnTo>
                <a:lnTo>
                  <a:pt x="155" y="438"/>
                </a:lnTo>
                <a:lnTo>
                  <a:pt x="232" y="464"/>
                </a:lnTo>
                <a:lnTo>
                  <a:pt x="1211" y="464"/>
                </a:lnTo>
                <a:lnTo>
                  <a:pt x="1314" y="438"/>
                </a:lnTo>
                <a:lnTo>
                  <a:pt x="1366" y="387"/>
                </a:lnTo>
                <a:lnTo>
                  <a:pt x="1417" y="309"/>
                </a:lnTo>
                <a:lnTo>
                  <a:pt x="1443" y="232"/>
                </a:lnTo>
                <a:lnTo>
                  <a:pt x="1417" y="155"/>
                </a:lnTo>
                <a:lnTo>
                  <a:pt x="1366" y="78"/>
                </a:lnTo>
                <a:lnTo>
                  <a:pt x="1314" y="26"/>
                </a:lnTo>
                <a:lnTo>
                  <a:pt x="121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27" name="Google Shape;976;p29">
            <a:extLst>
              <a:ext uri="{FF2B5EF4-FFF2-40B4-BE49-F238E27FC236}">
                <a16:creationId xmlns:a16="http://schemas.microsoft.com/office/drawing/2014/main" id="{8B33C788-F26A-FD86-42E9-95B1A988A3A6}"/>
              </a:ext>
            </a:extLst>
          </p:cNvPr>
          <p:cNvSpPr/>
          <p:nvPr/>
        </p:nvSpPr>
        <p:spPr>
          <a:xfrm>
            <a:off x="5072223" y="1374297"/>
            <a:ext cx="39408" cy="27814"/>
          </a:xfrm>
          <a:custGeom>
            <a:avLst/>
            <a:gdLst/>
            <a:ahLst/>
            <a:cxnLst/>
            <a:rect l="l" t="t" r="r" b="b"/>
            <a:pathLst>
              <a:path w="1315" h="928" extrusionOk="0">
                <a:moveTo>
                  <a:pt x="1057" y="0"/>
                </a:moveTo>
                <a:lnTo>
                  <a:pt x="980" y="26"/>
                </a:lnTo>
                <a:lnTo>
                  <a:pt x="130" y="515"/>
                </a:lnTo>
                <a:lnTo>
                  <a:pt x="52" y="593"/>
                </a:lnTo>
                <a:lnTo>
                  <a:pt x="27" y="670"/>
                </a:lnTo>
                <a:lnTo>
                  <a:pt x="1" y="747"/>
                </a:lnTo>
                <a:lnTo>
                  <a:pt x="27" y="825"/>
                </a:lnTo>
                <a:lnTo>
                  <a:pt x="78" y="876"/>
                </a:lnTo>
                <a:lnTo>
                  <a:pt x="130" y="902"/>
                </a:lnTo>
                <a:lnTo>
                  <a:pt x="233" y="928"/>
                </a:lnTo>
                <a:lnTo>
                  <a:pt x="284" y="928"/>
                </a:lnTo>
                <a:lnTo>
                  <a:pt x="336" y="902"/>
                </a:lnTo>
                <a:lnTo>
                  <a:pt x="1186" y="412"/>
                </a:lnTo>
                <a:lnTo>
                  <a:pt x="1263" y="361"/>
                </a:lnTo>
                <a:lnTo>
                  <a:pt x="1289" y="284"/>
                </a:lnTo>
                <a:lnTo>
                  <a:pt x="1315" y="206"/>
                </a:lnTo>
                <a:lnTo>
                  <a:pt x="1289" y="103"/>
                </a:lnTo>
                <a:lnTo>
                  <a:pt x="1212" y="52"/>
                </a:lnTo>
                <a:lnTo>
                  <a:pt x="113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28" name="Google Shape;977;p29">
            <a:extLst>
              <a:ext uri="{FF2B5EF4-FFF2-40B4-BE49-F238E27FC236}">
                <a16:creationId xmlns:a16="http://schemas.microsoft.com/office/drawing/2014/main" id="{2CC68C8B-3811-89B7-8294-25F232A18F98}"/>
              </a:ext>
            </a:extLst>
          </p:cNvPr>
          <p:cNvSpPr/>
          <p:nvPr/>
        </p:nvSpPr>
        <p:spPr>
          <a:xfrm>
            <a:off x="5434364" y="1374297"/>
            <a:ext cx="39408" cy="27814"/>
          </a:xfrm>
          <a:custGeom>
            <a:avLst/>
            <a:gdLst/>
            <a:ahLst/>
            <a:cxnLst/>
            <a:rect l="l" t="t" r="r" b="b"/>
            <a:pathLst>
              <a:path w="1315" h="928" extrusionOk="0">
                <a:moveTo>
                  <a:pt x="181" y="0"/>
                </a:moveTo>
                <a:lnTo>
                  <a:pt x="103" y="52"/>
                </a:lnTo>
                <a:lnTo>
                  <a:pt x="26" y="103"/>
                </a:lnTo>
                <a:lnTo>
                  <a:pt x="0" y="206"/>
                </a:lnTo>
                <a:lnTo>
                  <a:pt x="0" y="284"/>
                </a:lnTo>
                <a:lnTo>
                  <a:pt x="52" y="361"/>
                </a:lnTo>
                <a:lnTo>
                  <a:pt x="103" y="412"/>
                </a:lnTo>
                <a:lnTo>
                  <a:pt x="979" y="902"/>
                </a:lnTo>
                <a:lnTo>
                  <a:pt x="1031" y="928"/>
                </a:lnTo>
                <a:lnTo>
                  <a:pt x="1082" y="928"/>
                </a:lnTo>
                <a:lnTo>
                  <a:pt x="1185" y="902"/>
                </a:lnTo>
                <a:lnTo>
                  <a:pt x="1237" y="876"/>
                </a:lnTo>
                <a:lnTo>
                  <a:pt x="1263" y="825"/>
                </a:lnTo>
                <a:lnTo>
                  <a:pt x="1314" y="747"/>
                </a:lnTo>
                <a:lnTo>
                  <a:pt x="1288" y="670"/>
                </a:lnTo>
                <a:lnTo>
                  <a:pt x="1263" y="593"/>
                </a:lnTo>
                <a:lnTo>
                  <a:pt x="1185" y="515"/>
                </a:lnTo>
                <a:lnTo>
                  <a:pt x="335" y="26"/>
                </a:lnTo>
                <a:lnTo>
                  <a:pt x="25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29" name="Google Shape;978;p29">
            <a:extLst>
              <a:ext uri="{FF2B5EF4-FFF2-40B4-BE49-F238E27FC236}">
                <a16:creationId xmlns:a16="http://schemas.microsoft.com/office/drawing/2014/main" id="{7C4EDC27-0D25-9EA8-541D-2274DAE86002}"/>
              </a:ext>
            </a:extLst>
          </p:cNvPr>
          <p:cNvSpPr/>
          <p:nvPr/>
        </p:nvSpPr>
        <p:spPr>
          <a:xfrm>
            <a:off x="5458279" y="1285490"/>
            <a:ext cx="42496" cy="13937"/>
          </a:xfrm>
          <a:custGeom>
            <a:avLst/>
            <a:gdLst/>
            <a:ahLst/>
            <a:cxnLst/>
            <a:rect l="l" t="t" r="r" b="b"/>
            <a:pathLst>
              <a:path w="1418" h="465" extrusionOk="0">
                <a:moveTo>
                  <a:pt x="233" y="0"/>
                </a:moveTo>
                <a:lnTo>
                  <a:pt x="130" y="26"/>
                </a:lnTo>
                <a:lnTo>
                  <a:pt x="52" y="78"/>
                </a:lnTo>
                <a:lnTo>
                  <a:pt x="27" y="155"/>
                </a:lnTo>
                <a:lnTo>
                  <a:pt x="1" y="232"/>
                </a:lnTo>
                <a:lnTo>
                  <a:pt x="27" y="309"/>
                </a:lnTo>
                <a:lnTo>
                  <a:pt x="52" y="387"/>
                </a:lnTo>
                <a:lnTo>
                  <a:pt x="130" y="438"/>
                </a:lnTo>
                <a:lnTo>
                  <a:pt x="233" y="464"/>
                </a:lnTo>
                <a:lnTo>
                  <a:pt x="1212" y="464"/>
                </a:lnTo>
                <a:lnTo>
                  <a:pt x="1289" y="438"/>
                </a:lnTo>
                <a:lnTo>
                  <a:pt x="1366" y="387"/>
                </a:lnTo>
                <a:lnTo>
                  <a:pt x="1418" y="309"/>
                </a:lnTo>
                <a:lnTo>
                  <a:pt x="1418" y="232"/>
                </a:lnTo>
                <a:lnTo>
                  <a:pt x="1418" y="155"/>
                </a:lnTo>
                <a:lnTo>
                  <a:pt x="1366" y="78"/>
                </a:lnTo>
                <a:lnTo>
                  <a:pt x="1289" y="26"/>
                </a:lnTo>
                <a:lnTo>
                  <a:pt x="121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30" name="Google Shape;979;p29">
            <a:extLst>
              <a:ext uri="{FF2B5EF4-FFF2-40B4-BE49-F238E27FC236}">
                <a16:creationId xmlns:a16="http://schemas.microsoft.com/office/drawing/2014/main" id="{384F251C-B1E1-3481-CA09-D07E8376DD57}"/>
              </a:ext>
            </a:extLst>
          </p:cNvPr>
          <p:cNvSpPr/>
          <p:nvPr/>
        </p:nvSpPr>
        <p:spPr>
          <a:xfrm>
            <a:off x="5434364" y="1181997"/>
            <a:ext cx="39408" cy="28623"/>
          </a:xfrm>
          <a:custGeom>
            <a:avLst/>
            <a:gdLst/>
            <a:ahLst/>
            <a:cxnLst/>
            <a:rect l="l" t="t" r="r" b="b"/>
            <a:pathLst>
              <a:path w="1315" h="955" extrusionOk="0">
                <a:moveTo>
                  <a:pt x="1056" y="1"/>
                </a:moveTo>
                <a:lnTo>
                  <a:pt x="979" y="52"/>
                </a:lnTo>
                <a:lnTo>
                  <a:pt x="103" y="542"/>
                </a:lnTo>
                <a:lnTo>
                  <a:pt x="52" y="593"/>
                </a:lnTo>
                <a:lnTo>
                  <a:pt x="0" y="671"/>
                </a:lnTo>
                <a:lnTo>
                  <a:pt x="0" y="748"/>
                </a:lnTo>
                <a:lnTo>
                  <a:pt x="26" y="851"/>
                </a:lnTo>
                <a:lnTo>
                  <a:pt x="77" y="877"/>
                </a:lnTo>
                <a:lnTo>
                  <a:pt x="129" y="928"/>
                </a:lnTo>
                <a:lnTo>
                  <a:pt x="232" y="954"/>
                </a:lnTo>
                <a:lnTo>
                  <a:pt x="284" y="954"/>
                </a:lnTo>
                <a:lnTo>
                  <a:pt x="335" y="928"/>
                </a:lnTo>
                <a:lnTo>
                  <a:pt x="1185" y="439"/>
                </a:lnTo>
                <a:lnTo>
                  <a:pt x="1263" y="362"/>
                </a:lnTo>
                <a:lnTo>
                  <a:pt x="1288" y="284"/>
                </a:lnTo>
                <a:lnTo>
                  <a:pt x="1314" y="207"/>
                </a:lnTo>
                <a:lnTo>
                  <a:pt x="1263" y="130"/>
                </a:lnTo>
                <a:lnTo>
                  <a:pt x="1211" y="52"/>
                </a:lnTo>
                <a:lnTo>
                  <a:pt x="1134" y="27"/>
                </a:lnTo>
                <a:lnTo>
                  <a:pt x="105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31" name="Google Shape;980;p29">
            <a:extLst>
              <a:ext uri="{FF2B5EF4-FFF2-40B4-BE49-F238E27FC236}">
                <a16:creationId xmlns:a16="http://schemas.microsoft.com/office/drawing/2014/main" id="{11F22D57-E28F-1465-5148-10BFA49DABCF}"/>
              </a:ext>
            </a:extLst>
          </p:cNvPr>
          <p:cNvSpPr/>
          <p:nvPr/>
        </p:nvSpPr>
        <p:spPr>
          <a:xfrm>
            <a:off x="5072223" y="1181997"/>
            <a:ext cx="39408" cy="28623"/>
          </a:xfrm>
          <a:custGeom>
            <a:avLst/>
            <a:gdLst/>
            <a:ahLst/>
            <a:cxnLst/>
            <a:rect l="l" t="t" r="r" b="b"/>
            <a:pathLst>
              <a:path w="1315" h="955" extrusionOk="0">
                <a:moveTo>
                  <a:pt x="258" y="1"/>
                </a:moveTo>
                <a:lnTo>
                  <a:pt x="181" y="27"/>
                </a:lnTo>
                <a:lnTo>
                  <a:pt x="104" y="52"/>
                </a:lnTo>
                <a:lnTo>
                  <a:pt x="27" y="130"/>
                </a:lnTo>
                <a:lnTo>
                  <a:pt x="1" y="207"/>
                </a:lnTo>
                <a:lnTo>
                  <a:pt x="27" y="284"/>
                </a:lnTo>
                <a:lnTo>
                  <a:pt x="52" y="362"/>
                </a:lnTo>
                <a:lnTo>
                  <a:pt x="130" y="439"/>
                </a:lnTo>
                <a:lnTo>
                  <a:pt x="980" y="928"/>
                </a:lnTo>
                <a:lnTo>
                  <a:pt x="1031" y="954"/>
                </a:lnTo>
                <a:lnTo>
                  <a:pt x="1083" y="954"/>
                </a:lnTo>
                <a:lnTo>
                  <a:pt x="1186" y="928"/>
                </a:lnTo>
                <a:lnTo>
                  <a:pt x="1237" y="877"/>
                </a:lnTo>
                <a:lnTo>
                  <a:pt x="1289" y="851"/>
                </a:lnTo>
                <a:lnTo>
                  <a:pt x="1315" y="748"/>
                </a:lnTo>
                <a:lnTo>
                  <a:pt x="1289" y="671"/>
                </a:lnTo>
                <a:lnTo>
                  <a:pt x="1263" y="593"/>
                </a:lnTo>
                <a:lnTo>
                  <a:pt x="1186" y="542"/>
                </a:lnTo>
                <a:lnTo>
                  <a:pt x="336" y="52"/>
                </a:lnTo>
                <a:lnTo>
                  <a:pt x="25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32" name="Google Shape;981;p29">
            <a:extLst>
              <a:ext uri="{FF2B5EF4-FFF2-40B4-BE49-F238E27FC236}">
                <a16:creationId xmlns:a16="http://schemas.microsoft.com/office/drawing/2014/main" id="{AAFE0F44-1601-D284-DF2D-1415521C2E9A}"/>
              </a:ext>
            </a:extLst>
          </p:cNvPr>
          <p:cNvSpPr/>
          <p:nvPr/>
        </p:nvSpPr>
        <p:spPr>
          <a:xfrm>
            <a:off x="5236692" y="1477760"/>
            <a:ext cx="43275" cy="13158"/>
          </a:xfrm>
          <a:custGeom>
            <a:avLst/>
            <a:gdLst/>
            <a:ahLst/>
            <a:cxnLst/>
            <a:rect l="l" t="t" r="r" b="b"/>
            <a:pathLst>
              <a:path w="1444" h="439" extrusionOk="0">
                <a:moveTo>
                  <a:pt x="232" y="1"/>
                </a:moveTo>
                <a:lnTo>
                  <a:pt x="129" y="26"/>
                </a:lnTo>
                <a:lnTo>
                  <a:pt x="78" y="52"/>
                </a:lnTo>
                <a:lnTo>
                  <a:pt x="26" y="129"/>
                </a:lnTo>
                <a:lnTo>
                  <a:pt x="1" y="232"/>
                </a:lnTo>
                <a:lnTo>
                  <a:pt x="26" y="310"/>
                </a:lnTo>
                <a:lnTo>
                  <a:pt x="78" y="387"/>
                </a:lnTo>
                <a:lnTo>
                  <a:pt x="129" y="439"/>
                </a:lnTo>
                <a:lnTo>
                  <a:pt x="1289" y="439"/>
                </a:lnTo>
                <a:lnTo>
                  <a:pt x="1366" y="387"/>
                </a:lnTo>
                <a:lnTo>
                  <a:pt x="1418" y="310"/>
                </a:lnTo>
                <a:lnTo>
                  <a:pt x="1443" y="232"/>
                </a:lnTo>
                <a:lnTo>
                  <a:pt x="1418" y="129"/>
                </a:lnTo>
                <a:lnTo>
                  <a:pt x="1366" y="52"/>
                </a:lnTo>
                <a:lnTo>
                  <a:pt x="1289" y="26"/>
                </a:lnTo>
                <a:lnTo>
                  <a:pt x="12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33" name="Google Shape;982;p29">
            <a:extLst>
              <a:ext uri="{FF2B5EF4-FFF2-40B4-BE49-F238E27FC236}">
                <a16:creationId xmlns:a16="http://schemas.microsoft.com/office/drawing/2014/main" id="{A2A329F4-6583-C769-75D9-5D648A481CBE}"/>
              </a:ext>
            </a:extLst>
          </p:cNvPr>
          <p:cNvSpPr/>
          <p:nvPr/>
        </p:nvSpPr>
        <p:spPr>
          <a:xfrm>
            <a:off x="5214305" y="1093969"/>
            <a:ext cx="50228" cy="13158"/>
          </a:xfrm>
          <a:custGeom>
            <a:avLst/>
            <a:gdLst/>
            <a:ahLst/>
            <a:cxnLst/>
            <a:rect l="l" t="t" r="r" b="b"/>
            <a:pathLst>
              <a:path w="1676" h="439" extrusionOk="0">
                <a:moveTo>
                  <a:pt x="155" y="1"/>
                </a:moveTo>
                <a:lnTo>
                  <a:pt x="78" y="52"/>
                </a:lnTo>
                <a:lnTo>
                  <a:pt x="26" y="130"/>
                </a:lnTo>
                <a:lnTo>
                  <a:pt x="0" y="207"/>
                </a:lnTo>
                <a:lnTo>
                  <a:pt x="26" y="310"/>
                </a:lnTo>
                <a:lnTo>
                  <a:pt x="78" y="361"/>
                </a:lnTo>
                <a:lnTo>
                  <a:pt x="155" y="413"/>
                </a:lnTo>
                <a:lnTo>
                  <a:pt x="232" y="439"/>
                </a:lnTo>
                <a:lnTo>
                  <a:pt x="1469" y="439"/>
                </a:lnTo>
                <a:lnTo>
                  <a:pt x="1546" y="413"/>
                </a:lnTo>
                <a:lnTo>
                  <a:pt x="1624" y="361"/>
                </a:lnTo>
                <a:lnTo>
                  <a:pt x="1675" y="310"/>
                </a:lnTo>
                <a:lnTo>
                  <a:pt x="1675" y="207"/>
                </a:lnTo>
                <a:lnTo>
                  <a:pt x="1675" y="130"/>
                </a:lnTo>
                <a:lnTo>
                  <a:pt x="1624" y="52"/>
                </a:lnTo>
                <a:lnTo>
                  <a:pt x="154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34" name="Google Shape;983;p29">
            <a:extLst>
              <a:ext uri="{FF2B5EF4-FFF2-40B4-BE49-F238E27FC236}">
                <a16:creationId xmlns:a16="http://schemas.microsoft.com/office/drawing/2014/main" id="{FD232314-3D05-AE83-B1E5-B3642EE9A25E}"/>
              </a:ext>
            </a:extLst>
          </p:cNvPr>
          <p:cNvSpPr/>
          <p:nvPr/>
        </p:nvSpPr>
        <p:spPr>
          <a:xfrm>
            <a:off x="5280715" y="1093969"/>
            <a:ext cx="20858" cy="13158"/>
          </a:xfrm>
          <a:custGeom>
            <a:avLst/>
            <a:gdLst/>
            <a:ahLst/>
            <a:cxnLst/>
            <a:rect l="l" t="t" r="r" b="b"/>
            <a:pathLst>
              <a:path w="696" h="439" extrusionOk="0">
                <a:moveTo>
                  <a:pt x="155" y="1"/>
                </a:moveTo>
                <a:lnTo>
                  <a:pt x="77" y="52"/>
                </a:lnTo>
                <a:lnTo>
                  <a:pt x="26" y="130"/>
                </a:lnTo>
                <a:lnTo>
                  <a:pt x="0" y="207"/>
                </a:lnTo>
                <a:lnTo>
                  <a:pt x="26" y="310"/>
                </a:lnTo>
                <a:lnTo>
                  <a:pt x="77" y="361"/>
                </a:lnTo>
                <a:lnTo>
                  <a:pt x="155" y="413"/>
                </a:lnTo>
                <a:lnTo>
                  <a:pt x="232" y="439"/>
                </a:lnTo>
                <a:lnTo>
                  <a:pt x="490" y="439"/>
                </a:lnTo>
                <a:lnTo>
                  <a:pt x="567" y="413"/>
                </a:lnTo>
                <a:lnTo>
                  <a:pt x="644" y="361"/>
                </a:lnTo>
                <a:lnTo>
                  <a:pt x="696" y="310"/>
                </a:lnTo>
                <a:lnTo>
                  <a:pt x="696" y="207"/>
                </a:lnTo>
                <a:lnTo>
                  <a:pt x="696" y="130"/>
                </a:lnTo>
                <a:lnTo>
                  <a:pt x="644" y="52"/>
                </a:lnTo>
                <a:lnTo>
                  <a:pt x="56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35" name="Google Shape;984;p29">
            <a:extLst>
              <a:ext uri="{FF2B5EF4-FFF2-40B4-BE49-F238E27FC236}">
                <a16:creationId xmlns:a16="http://schemas.microsoft.com/office/drawing/2014/main" id="{959A934C-0FB2-B27E-F0A5-6EBD3B9659C4}"/>
              </a:ext>
            </a:extLst>
          </p:cNvPr>
          <p:cNvSpPr/>
          <p:nvPr/>
        </p:nvSpPr>
        <p:spPr>
          <a:xfrm>
            <a:off x="5133240" y="1063877"/>
            <a:ext cx="279518" cy="457163"/>
          </a:xfrm>
          <a:custGeom>
            <a:avLst/>
            <a:gdLst/>
            <a:ahLst/>
            <a:cxnLst/>
            <a:rect l="l" t="t" r="r" b="b"/>
            <a:pathLst>
              <a:path w="9327" h="15253" extrusionOk="0">
                <a:moveTo>
                  <a:pt x="7266" y="464"/>
                </a:moveTo>
                <a:lnTo>
                  <a:pt x="7420" y="515"/>
                </a:lnTo>
                <a:lnTo>
                  <a:pt x="7549" y="593"/>
                </a:lnTo>
                <a:lnTo>
                  <a:pt x="7652" y="670"/>
                </a:lnTo>
                <a:lnTo>
                  <a:pt x="7755" y="799"/>
                </a:lnTo>
                <a:lnTo>
                  <a:pt x="7832" y="928"/>
                </a:lnTo>
                <a:lnTo>
                  <a:pt x="7884" y="1056"/>
                </a:lnTo>
                <a:lnTo>
                  <a:pt x="7884" y="1211"/>
                </a:lnTo>
                <a:lnTo>
                  <a:pt x="7884" y="1494"/>
                </a:lnTo>
                <a:lnTo>
                  <a:pt x="6673" y="1494"/>
                </a:lnTo>
                <a:lnTo>
                  <a:pt x="6467" y="1520"/>
                </a:lnTo>
                <a:lnTo>
                  <a:pt x="6312" y="1597"/>
                </a:lnTo>
                <a:lnTo>
                  <a:pt x="6158" y="1700"/>
                </a:lnTo>
                <a:lnTo>
                  <a:pt x="6055" y="1855"/>
                </a:lnTo>
                <a:lnTo>
                  <a:pt x="6029" y="1907"/>
                </a:lnTo>
                <a:lnTo>
                  <a:pt x="5977" y="1958"/>
                </a:lnTo>
                <a:lnTo>
                  <a:pt x="5926" y="1984"/>
                </a:lnTo>
                <a:lnTo>
                  <a:pt x="2422" y="1984"/>
                </a:lnTo>
                <a:lnTo>
                  <a:pt x="2345" y="1958"/>
                </a:lnTo>
                <a:lnTo>
                  <a:pt x="2319" y="1907"/>
                </a:lnTo>
                <a:lnTo>
                  <a:pt x="2267" y="1855"/>
                </a:lnTo>
                <a:lnTo>
                  <a:pt x="2164" y="1700"/>
                </a:lnTo>
                <a:lnTo>
                  <a:pt x="2036" y="1597"/>
                </a:lnTo>
                <a:lnTo>
                  <a:pt x="1855" y="1520"/>
                </a:lnTo>
                <a:lnTo>
                  <a:pt x="1675" y="1494"/>
                </a:lnTo>
                <a:lnTo>
                  <a:pt x="438" y="1494"/>
                </a:lnTo>
                <a:lnTo>
                  <a:pt x="438" y="1211"/>
                </a:lnTo>
                <a:lnTo>
                  <a:pt x="464" y="1056"/>
                </a:lnTo>
                <a:lnTo>
                  <a:pt x="515" y="928"/>
                </a:lnTo>
                <a:lnTo>
                  <a:pt x="567" y="799"/>
                </a:lnTo>
                <a:lnTo>
                  <a:pt x="670" y="670"/>
                </a:lnTo>
                <a:lnTo>
                  <a:pt x="773" y="593"/>
                </a:lnTo>
                <a:lnTo>
                  <a:pt x="928" y="515"/>
                </a:lnTo>
                <a:lnTo>
                  <a:pt x="1056" y="464"/>
                </a:lnTo>
                <a:close/>
                <a:moveTo>
                  <a:pt x="5411" y="4406"/>
                </a:moveTo>
                <a:lnTo>
                  <a:pt x="5411" y="4947"/>
                </a:lnTo>
                <a:lnTo>
                  <a:pt x="5204" y="4972"/>
                </a:lnTo>
                <a:lnTo>
                  <a:pt x="4998" y="5024"/>
                </a:lnTo>
                <a:lnTo>
                  <a:pt x="4792" y="5076"/>
                </a:lnTo>
                <a:lnTo>
                  <a:pt x="4612" y="5153"/>
                </a:lnTo>
                <a:lnTo>
                  <a:pt x="4432" y="5230"/>
                </a:lnTo>
                <a:lnTo>
                  <a:pt x="4251" y="5333"/>
                </a:lnTo>
                <a:lnTo>
                  <a:pt x="4071" y="5436"/>
                </a:lnTo>
                <a:lnTo>
                  <a:pt x="3916" y="5565"/>
                </a:lnTo>
                <a:lnTo>
                  <a:pt x="3530" y="5204"/>
                </a:lnTo>
                <a:lnTo>
                  <a:pt x="3736" y="5024"/>
                </a:lnTo>
                <a:lnTo>
                  <a:pt x="3942" y="4895"/>
                </a:lnTo>
                <a:lnTo>
                  <a:pt x="4174" y="4766"/>
                </a:lnTo>
                <a:lnTo>
                  <a:pt x="4406" y="4638"/>
                </a:lnTo>
                <a:lnTo>
                  <a:pt x="4638" y="4560"/>
                </a:lnTo>
                <a:lnTo>
                  <a:pt x="4895" y="4483"/>
                </a:lnTo>
                <a:lnTo>
                  <a:pt x="5153" y="4431"/>
                </a:lnTo>
                <a:lnTo>
                  <a:pt x="5411" y="4406"/>
                </a:lnTo>
                <a:close/>
                <a:moveTo>
                  <a:pt x="5874" y="4406"/>
                </a:moveTo>
                <a:lnTo>
                  <a:pt x="6132" y="4431"/>
                </a:lnTo>
                <a:lnTo>
                  <a:pt x="6390" y="4483"/>
                </a:lnTo>
                <a:lnTo>
                  <a:pt x="6647" y="4560"/>
                </a:lnTo>
                <a:lnTo>
                  <a:pt x="6905" y="4638"/>
                </a:lnTo>
                <a:lnTo>
                  <a:pt x="7137" y="4766"/>
                </a:lnTo>
                <a:lnTo>
                  <a:pt x="7343" y="4895"/>
                </a:lnTo>
                <a:lnTo>
                  <a:pt x="7575" y="5024"/>
                </a:lnTo>
                <a:lnTo>
                  <a:pt x="7755" y="5204"/>
                </a:lnTo>
                <a:lnTo>
                  <a:pt x="7369" y="5565"/>
                </a:lnTo>
                <a:lnTo>
                  <a:pt x="7214" y="5436"/>
                </a:lnTo>
                <a:lnTo>
                  <a:pt x="7060" y="5333"/>
                </a:lnTo>
                <a:lnTo>
                  <a:pt x="6879" y="5230"/>
                </a:lnTo>
                <a:lnTo>
                  <a:pt x="6673" y="5153"/>
                </a:lnTo>
                <a:lnTo>
                  <a:pt x="6493" y="5076"/>
                </a:lnTo>
                <a:lnTo>
                  <a:pt x="6287" y="5024"/>
                </a:lnTo>
                <a:lnTo>
                  <a:pt x="6080" y="4972"/>
                </a:lnTo>
                <a:lnTo>
                  <a:pt x="5874" y="4947"/>
                </a:lnTo>
                <a:lnTo>
                  <a:pt x="5874" y="4406"/>
                </a:lnTo>
                <a:close/>
                <a:moveTo>
                  <a:pt x="3221" y="5514"/>
                </a:moveTo>
                <a:lnTo>
                  <a:pt x="3607" y="5900"/>
                </a:lnTo>
                <a:lnTo>
                  <a:pt x="3478" y="6055"/>
                </a:lnTo>
                <a:lnTo>
                  <a:pt x="3349" y="6209"/>
                </a:lnTo>
                <a:lnTo>
                  <a:pt x="3246" y="6389"/>
                </a:lnTo>
                <a:lnTo>
                  <a:pt x="3169" y="6596"/>
                </a:lnTo>
                <a:lnTo>
                  <a:pt x="3092" y="6776"/>
                </a:lnTo>
                <a:lnTo>
                  <a:pt x="3040" y="6982"/>
                </a:lnTo>
                <a:lnTo>
                  <a:pt x="2989" y="7188"/>
                </a:lnTo>
                <a:lnTo>
                  <a:pt x="2963" y="7394"/>
                </a:lnTo>
                <a:lnTo>
                  <a:pt x="2422" y="7394"/>
                </a:lnTo>
                <a:lnTo>
                  <a:pt x="2448" y="7137"/>
                </a:lnTo>
                <a:lnTo>
                  <a:pt x="2499" y="6879"/>
                </a:lnTo>
                <a:lnTo>
                  <a:pt x="2577" y="6621"/>
                </a:lnTo>
                <a:lnTo>
                  <a:pt x="2680" y="6389"/>
                </a:lnTo>
                <a:lnTo>
                  <a:pt x="2783" y="6132"/>
                </a:lnTo>
                <a:lnTo>
                  <a:pt x="2911" y="5926"/>
                </a:lnTo>
                <a:lnTo>
                  <a:pt x="3066" y="5720"/>
                </a:lnTo>
                <a:lnTo>
                  <a:pt x="3221" y="5514"/>
                </a:lnTo>
                <a:close/>
                <a:moveTo>
                  <a:pt x="8090" y="5514"/>
                </a:moveTo>
                <a:lnTo>
                  <a:pt x="8245" y="5720"/>
                </a:lnTo>
                <a:lnTo>
                  <a:pt x="8373" y="5926"/>
                </a:lnTo>
                <a:lnTo>
                  <a:pt x="8502" y="6132"/>
                </a:lnTo>
                <a:lnTo>
                  <a:pt x="8631" y="6389"/>
                </a:lnTo>
                <a:lnTo>
                  <a:pt x="8708" y="6621"/>
                </a:lnTo>
                <a:lnTo>
                  <a:pt x="8786" y="6879"/>
                </a:lnTo>
                <a:lnTo>
                  <a:pt x="8837" y="7137"/>
                </a:lnTo>
                <a:lnTo>
                  <a:pt x="8863" y="7394"/>
                </a:lnTo>
                <a:lnTo>
                  <a:pt x="8322" y="7394"/>
                </a:lnTo>
                <a:lnTo>
                  <a:pt x="8296" y="7188"/>
                </a:lnTo>
                <a:lnTo>
                  <a:pt x="8245" y="6982"/>
                </a:lnTo>
                <a:lnTo>
                  <a:pt x="8193" y="6776"/>
                </a:lnTo>
                <a:lnTo>
                  <a:pt x="8116" y="6596"/>
                </a:lnTo>
                <a:lnTo>
                  <a:pt x="8039" y="6389"/>
                </a:lnTo>
                <a:lnTo>
                  <a:pt x="7935" y="6209"/>
                </a:lnTo>
                <a:lnTo>
                  <a:pt x="7832" y="6055"/>
                </a:lnTo>
                <a:lnTo>
                  <a:pt x="7704" y="5900"/>
                </a:lnTo>
                <a:lnTo>
                  <a:pt x="8090" y="5514"/>
                </a:lnTo>
                <a:close/>
                <a:moveTo>
                  <a:pt x="2963" y="7858"/>
                </a:moveTo>
                <a:lnTo>
                  <a:pt x="2989" y="8064"/>
                </a:lnTo>
                <a:lnTo>
                  <a:pt x="3040" y="8270"/>
                </a:lnTo>
                <a:lnTo>
                  <a:pt x="3092" y="8476"/>
                </a:lnTo>
                <a:lnTo>
                  <a:pt x="3169" y="8657"/>
                </a:lnTo>
                <a:lnTo>
                  <a:pt x="3246" y="8863"/>
                </a:lnTo>
                <a:lnTo>
                  <a:pt x="3349" y="9017"/>
                </a:lnTo>
                <a:lnTo>
                  <a:pt x="3478" y="9198"/>
                </a:lnTo>
                <a:lnTo>
                  <a:pt x="3607" y="9352"/>
                </a:lnTo>
                <a:lnTo>
                  <a:pt x="3221" y="9739"/>
                </a:lnTo>
                <a:lnTo>
                  <a:pt x="3066" y="9533"/>
                </a:lnTo>
                <a:lnTo>
                  <a:pt x="2911" y="9327"/>
                </a:lnTo>
                <a:lnTo>
                  <a:pt x="2783" y="9095"/>
                </a:lnTo>
                <a:lnTo>
                  <a:pt x="2680" y="8863"/>
                </a:lnTo>
                <a:lnTo>
                  <a:pt x="2577" y="8631"/>
                </a:lnTo>
                <a:lnTo>
                  <a:pt x="2499" y="8373"/>
                </a:lnTo>
                <a:lnTo>
                  <a:pt x="2448" y="8116"/>
                </a:lnTo>
                <a:lnTo>
                  <a:pt x="2422" y="7858"/>
                </a:lnTo>
                <a:close/>
                <a:moveTo>
                  <a:pt x="8863" y="7858"/>
                </a:moveTo>
                <a:lnTo>
                  <a:pt x="8837" y="8116"/>
                </a:lnTo>
                <a:lnTo>
                  <a:pt x="8786" y="8373"/>
                </a:lnTo>
                <a:lnTo>
                  <a:pt x="8708" y="8631"/>
                </a:lnTo>
                <a:lnTo>
                  <a:pt x="8631" y="8863"/>
                </a:lnTo>
                <a:lnTo>
                  <a:pt x="8502" y="9095"/>
                </a:lnTo>
                <a:lnTo>
                  <a:pt x="8373" y="9327"/>
                </a:lnTo>
                <a:lnTo>
                  <a:pt x="8245" y="9533"/>
                </a:lnTo>
                <a:lnTo>
                  <a:pt x="8090" y="9739"/>
                </a:lnTo>
                <a:lnTo>
                  <a:pt x="7704" y="9352"/>
                </a:lnTo>
                <a:lnTo>
                  <a:pt x="7832" y="9198"/>
                </a:lnTo>
                <a:lnTo>
                  <a:pt x="7935" y="9017"/>
                </a:lnTo>
                <a:lnTo>
                  <a:pt x="8039" y="8863"/>
                </a:lnTo>
                <a:lnTo>
                  <a:pt x="8116" y="8657"/>
                </a:lnTo>
                <a:lnTo>
                  <a:pt x="8193" y="8476"/>
                </a:lnTo>
                <a:lnTo>
                  <a:pt x="8245" y="8270"/>
                </a:lnTo>
                <a:lnTo>
                  <a:pt x="8296" y="8064"/>
                </a:lnTo>
                <a:lnTo>
                  <a:pt x="8322" y="7858"/>
                </a:lnTo>
                <a:close/>
                <a:moveTo>
                  <a:pt x="5874" y="5385"/>
                </a:moveTo>
                <a:lnTo>
                  <a:pt x="6106" y="5436"/>
                </a:lnTo>
                <a:lnTo>
                  <a:pt x="6312" y="5488"/>
                </a:lnTo>
                <a:lnTo>
                  <a:pt x="6518" y="5565"/>
                </a:lnTo>
                <a:lnTo>
                  <a:pt x="6725" y="5642"/>
                </a:lnTo>
                <a:lnTo>
                  <a:pt x="6905" y="5771"/>
                </a:lnTo>
                <a:lnTo>
                  <a:pt x="7060" y="5900"/>
                </a:lnTo>
                <a:lnTo>
                  <a:pt x="7240" y="6029"/>
                </a:lnTo>
                <a:lnTo>
                  <a:pt x="7369" y="6209"/>
                </a:lnTo>
                <a:lnTo>
                  <a:pt x="7498" y="6364"/>
                </a:lnTo>
                <a:lnTo>
                  <a:pt x="7626" y="6570"/>
                </a:lnTo>
                <a:lnTo>
                  <a:pt x="7704" y="6750"/>
                </a:lnTo>
                <a:lnTo>
                  <a:pt x="7781" y="6956"/>
                </a:lnTo>
                <a:lnTo>
                  <a:pt x="7832" y="7162"/>
                </a:lnTo>
                <a:lnTo>
                  <a:pt x="7884" y="7394"/>
                </a:lnTo>
                <a:lnTo>
                  <a:pt x="7884" y="7626"/>
                </a:lnTo>
                <a:lnTo>
                  <a:pt x="7884" y="7858"/>
                </a:lnTo>
                <a:lnTo>
                  <a:pt x="7832" y="8064"/>
                </a:lnTo>
                <a:lnTo>
                  <a:pt x="7781" y="8296"/>
                </a:lnTo>
                <a:lnTo>
                  <a:pt x="7704" y="8502"/>
                </a:lnTo>
                <a:lnTo>
                  <a:pt x="7626" y="8682"/>
                </a:lnTo>
                <a:lnTo>
                  <a:pt x="7498" y="8889"/>
                </a:lnTo>
                <a:lnTo>
                  <a:pt x="7369" y="9043"/>
                </a:lnTo>
                <a:lnTo>
                  <a:pt x="7240" y="9198"/>
                </a:lnTo>
                <a:lnTo>
                  <a:pt x="7060" y="9352"/>
                </a:lnTo>
                <a:lnTo>
                  <a:pt x="6905" y="9481"/>
                </a:lnTo>
                <a:lnTo>
                  <a:pt x="6725" y="9584"/>
                </a:lnTo>
                <a:lnTo>
                  <a:pt x="6518" y="9687"/>
                </a:lnTo>
                <a:lnTo>
                  <a:pt x="6312" y="9765"/>
                </a:lnTo>
                <a:lnTo>
                  <a:pt x="6106" y="9816"/>
                </a:lnTo>
                <a:lnTo>
                  <a:pt x="5874" y="9842"/>
                </a:lnTo>
                <a:lnTo>
                  <a:pt x="5642" y="9868"/>
                </a:lnTo>
                <a:lnTo>
                  <a:pt x="5411" y="9842"/>
                </a:lnTo>
                <a:lnTo>
                  <a:pt x="5204" y="9816"/>
                </a:lnTo>
                <a:lnTo>
                  <a:pt x="4973" y="9765"/>
                </a:lnTo>
                <a:lnTo>
                  <a:pt x="4767" y="9687"/>
                </a:lnTo>
                <a:lnTo>
                  <a:pt x="4586" y="9584"/>
                </a:lnTo>
                <a:lnTo>
                  <a:pt x="4406" y="9481"/>
                </a:lnTo>
                <a:lnTo>
                  <a:pt x="4225" y="9352"/>
                </a:lnTo>
                <a:lnTo>
                  <a:pt x="4071" y="9198"/>
                </a:lnTo>
                <a:lnTo>
                  <a:pt x="3916" y="9043"/>
                </a:lnTo>
                <a:lnTo>
                  <a:pt x="3787" y="8889"/>
                </a:lnTo>
                <a:lnTo>
                  <a:pt x="3684" y="8682"/>
                </a:lnTo>
                <a:lnTo>
                  <a:pt x="3581" y="8502"/>
                </a:lnTo>
                <a:lnTo>
                  <a:pt x="3504" y="8296"/>
                </a:lnTo>
                <a:lnTo>
                  <a:pt x="3453" y="8064"/>
                </a:lnTo>
                <a:lnTo>
                  <a:pt x="3427" y="7858"/>
                </a:lnTo>
                <a:lnTo>
                  <a:pt x="3401" y="7626"/>
                </a:lnTo>
                <a:lnTo>
                  <a:pt x="3427" y="7394"/>
                </a:lnTo>
                <a:lnTo>
                  <a:pt x="3453" y="7162"/>
                </a:lnTo>
                <a:lnTo>
                  <a:pt x="3504" y="6956"/>
                </a:lnTo>
                <a:lnTo>
                  <a:pt x="3581" y="6750"/>
                </a:lnTo>
                <a:lnTo>
                  <a:pt x="3684" y="6570"/>
                </a:lnTo>
                <a:lnTo>
                  <a:pt x="3787" y="6364"/>
                </a:lnTo>
                <a:lnTo>
                  <a:pt x="3916" y="6209"/>
                </a:lnTo>
                <a:lnTo>
                  <a:pt x="4071" y="6029"/>
                </a:lnTo>
                <a:lnTo>
                  <a:pt x="4225" y="5900"/>
                </a:lnTo>
                <a:lnTo>
                  <a:pt x="4406" y="5771"/>
                </a:lnTo>
                <a:lnTo>
                  <a:pt x="4586" y="5642"/>
                </a:lnTo>
                <a:lnTo>
                  <a:pt x="4767" y="5565"/>
                </a:lnTo>
                <a:lnTo>
                  <a:pt x="4973" y="5488"/>
                </a:lnTo>
                <a:lnTo>
                  <a:pt x="5204" y="5436"/>
                </a:lnTo>
                <a:lnTo>
                  <a:pt x="5411" y="5385"/>
                </a:lnTo>
                <a:close/>
                <a:moveTo>
                  <a:pt x="3916" y="9687"/>
                </a:moveTo>
                <a:lnTo>
                  <a:pt x="4071" y="9790"/>
                </a:lnTo>
                <a:lnTo>
                  <a:pt x="4251" y="9919"/>
                </a:lnTo>
                <a:lnTo>
                  <a:pt x="4432" y="10022"/>
                </a:lnTo>
                <a:lnTo>
                  <a:pt x="4612" y="10100"/>
                </a:lnTo>
                <a:lnTo>
                  <a:pt x="4792" y="10177"/>
                </a:lnTo>
                <a:lnTo>
                  <a:pt x="4998" y="10228"/>
                </a:lnTo>
                <a:lnTo>
                  <a:pt x="5204" y="10280"/>
                </a:lnTo>
                <a:lnTo>
                  <a:pt x="5411" y="10306"/>
                </a:lnTo>
                <a:lnTo>
                  <a:pt x="5411" y="10847"/>
                </a:lnTo>
                <a:lnTo>
                  <a:pt x="5153" y="10821"/>
                </a:lnTo>
                <a:lnTo>
                  <a:pt x="4895" y="10769"/>
                </a:lnTo>
                <a:lnTo>
                  <a:pt x="4638" y="10692"/>
                </a:lnTo>
                <a:lnTo>
                  <a:pt x="4406" y="10589"/>
                </a:lnTo>
                <a:lnTo>
                  <a:pt x="4174" y="10486"/>
                </a:lnTo>
                <a:lnTo>
                  <a:pt x="3942" y="10357"/>
                </a:lnTo>
                <a:lnTo>
                  <a:pt x="3736" y="10228"/>
                </a:lnTo>
                <a:lnTo>
                  <a:pt x="3530" y="10048"/>
                </a:lnTo>
                <a:lnTo>
                  <a:pt x="3916" y="9687"/>
                </a:lnTo>
                <a:close/>
                <a:moveTo>
                  <a:pt x="7369" y="9687"/>
                </a:moveTo>
                <a:lnTo>
                  <a:pt x="7755" y="10048"/>
                </a:lnTo>
                <a:lnTo>
                  <a:pt x="7575" y="10228"/>
                </a:lnTo>
                <a:lnTo>
                  <a:pt x="7343" y="10357"/>
                </a:lnTo>
                <a:lnTo>
                  <a:pt x="7137" y="10486"/>
                </a:lnTo>
                <a:lnTo>
                  <a:pt x="6905" y="10589"/>
                </a:lnTo>
                <a:lnTo>
                  <a:pt x="6647" y="10692"/>
                </a:lnTo>
                <a:lnTo>
                  <a:pt x="6390" y="10769"/>
                </a:lnTo>
                <a:lnTo>
                  <a:pt x="6132" y="10821"/>
                </a:lnTo>
                <a:lnTo>
                  <a:pt x="5874" y="10847"/>
                </a:lnTo>
                <a:lnTo>
                  <a:pt x="5874" y="10306"/>
                </a:lnTo>
                <a:lnTo>
                  <a:pt x="6080" y="10280"/>
                </a:lnTo>
                <a:lnTo>
                  <a:pt x="6287" y="10228"/>
                </a:lnTo>
                <a:lnTo>
                  <a:pt x="6493" y="10177"/>
                </a:lnTo>
                <a:lnTo>
                  <a:pt x="6673" y="10100"/>
                </a:lnTo>
                <a:lnTo>
                  <a:pt x="6879" y="10022"/>
                </a:lnTo>
                <a:lnTo>
                  <a:pt x="7060" y="9919"/>
                </a:lnTo>
                <a:lnTo>
                  <a:pt x="7214" y="9790"/>
                </a:lnTo>
                <a:lnTo>
                  <a:pt x="7369" y="9687"/>
                </a:lnTo>
                <a:close/>
                <a:moveTo>
                  <a:pt x="1211" y="0"/>
                </a:moveTo>
                <a:lnTo>
                  <a:pt x="979" y="26"/>
                </a:lnTo>
                <a:lnTo>
                  <a:pt x="747" y="103"/>
                </a:lnTo>
                <a:lnTo>
                  <a:pt x="541" y="206"/>
                </a:lnTo>
                <a:lnTo>
                  <a:pt x="361" y="361"/>
                </a:lnTo>
                <a:lnTo>
                  <a:pt x="206" y="541"/>
                </a:lnTo>
                <a:lnTo>
                  <a:pt x="103" y="747"/>
                </a:lnTo>
                <a:lnTo>
                  <a:pt x="26" y="979"/>
                </a:lnTo>
                <a:lnTo>
                  <a:pt x="0" y="1211"/>
                </a:lnTo>
                <a:lnTo>
                  <a:pt x="0" y="2731"/>
                </a:lnTo>
                <a:lnTo>
                  <a:pt x="26" y="2834"/>
                </a:lnTo>
                <a:lnTo>
                  <a:pt x="77" y="2911"/>
                </a:lnTo>
                <a:lnTo>
                  <a:pt x="129" y="2937"/>
                </a:lnTo>
                <a:lnTo>
                  <a:pt x="232" y="2963"/>
                </a:lnTo>
                <a:lnTo>
                  <a:pt x="309" y="2937"/>
                </a:lnTo>
                <a:lnTo>
                  <a:pt x="387" y="2911"/>
                </a:lnTo>
                <a:lnTo>
                  <a:pt x="438" y="2834"/>
                </a:lnTo>
                <a:lnTo>
                  <a:pt x="438" y="2731"/>
                </a:lnTo>
                <a:lnTo>
                  <a:pt x="438" y="1932"/>
                </a:lnTo>
                <a:lnTo>
                  <a:pt x="1726" y="1932"/>
                </a:lnTo>
                <a:lnTo>
                  <a:pt x="1804" y="1958"/>
                </a:lnTo>
                <a:lnTo>
                  <a:pt x="1829" y="2010"/>
                </a:lnTo>
                <a:lnTo>
                  <a:pt x="1881" y="2061"/>
                </a:lnTo>
                <a:lnTo>
                  <a:pt x="1984" y="2216"/>
                </a:lnTo>
                <a:lnTo>
                  <a:pt x="2113" y="2319"/>
                </a:lnTo>
                <a:lnTo>
                  <a:pt x="2293" y="2396"/>
                </a:lnTo>
                <a:lnTo>
                  <a:pt x="2473" y="2422"/>
                </a:lnTo>
                <a:lnTo>
                  <a:pt x="5874" y="2422"/>
                </a:lnTo>
                <a:lnTo>
                  <a:pt x="6055" y="2396"/>
                </a:lnTo>
                <a:lnTo>
                  <a:pt x="6209" y="2319"/>
                </a:lnTo>
                <a:lnTo>
                  <a:pt x="6364" y="2216"/>
                </a:lnTo>
                <a:lnTo>
                  <a:pt x="6467" y="2061"/>
                </a:lnTo>
                <a:lnTo>
                  <a:pt x="6493" y="2010"/>
                </a:lnTo>
                <a:lnTo>
                  <a:pt x="6544" y="1958"/>
                </a:lnTo>
                <a:lnTo>
                  <a:pt x="6596" y="1932"/>
                </a:lnTo>
                <a:lnTo>
                  <a:pt x="7884" y="1932"/>
                </a:lnTo>
                <a:lnTo>
                  <a:pt x="7884" y="4715"/>
                </a:lnTo>
                <a:lnTo>
                  <a:pt x="7652" y="4534"/>
                </a:lnTo>
                <a:lnTo>
                  <a:pt x="7394" y="4406"/>
                </a:lnTo>
                <a:lnTo>
                  <a:pt x="7137" y="4277"/>
                </a:lnTo>
                <a:lnTo>
                  <a:pt x="6853" y="4148"/>
                </a:lnTo>
                <a:lnTo>
                  <a:pt x="6570" y="4071"/>
                </a:lnTo>
                <a:lnTo>
                  <a:pt x="6261" y="3993"/>
                </a:lnTo>
                <a:lnTo>
                  <a:pt x="5952" y="3968"/>
                </a:lnTo>
                <a:lnTo>
                  <a:pt x="5642" y="3942"/>
                </a:lnTo>
                <a:lnTo>
                  <a:pt x="5282" y="3968"/>
                </a:lnTo>
                <a:lnTo>
                  <a:pt x="4895" y="4019"/>
                </a:lnTo>
                <a:lnTo>
                  <a:pt x="4560" y="4122"/>
                </a:lnTo>
                <a:lnTo>
                  <a:pt x="4225" y="4251"/>
                </a:lnTo>
                <a:lnTo>
                  <a:pt x="3891" y="4406"/>
                </a:lnTo>
                <a:lnTo>
                  <a:pt x="3607" y="4586"/>
                </a:lnTo>
                <a:lnTo>
                  <a:pt x="3324" y="4792"/>
                </a:lnTo>
                <a:lnTo>
                  <a:pt x="3040" y="5024"/>
                </a:lnTo>
                <a:lnTo>
                  <a:pt x="2808" y="5282"/>
                </a:lnTo>
                <a:lnTo>
                  <a:pt x="2602" y="5565"/>
                </a:lnTo>
                <a:lnTo>
                  <a:pt x="2422" y="5874"/>
                </a:lnTo>
                <a:lnTo>
                  <a:pt x="2267" y="6209"/>
                </a:lnTo>
                <a:lnTo>
                  <a:pt x="2139" y="6544"/>
                </a:lnTo>
                <a:lnTo>
                  <a:pt x="2061" y="6879"/>
                </a:lnTo>
                <a:lnTo>
                  <a:pt x="1984" y="7240"/>
                </a:lnTo>
                <a:lnTo>
                  <a:pt x="1984" y="7626"/>
                </a:lnTo>
                <a:lnTo>
                  <a:pt x="1984" y="8013"/>
                </a:lnTo>
                <a:lnTo>
                  <a:pt x="2061" y="8373"/>
                </a:lnTo>
                <a:lnTo>
                  <a:pt x="2139" y="8708"/>
                </a:lnTo>
                <a:lnTo>
                  <a:pt x="2267" y="9043"/>
                </a:lnTo>
                <a:lnTo>
                  <a:pt x="2422" y="9378"/>
                </a:lnTo>
                <a:lnTo>
                  <a:pt x="2602" y="9687"/>
                </a:lnTo>
                <a:lnTo>
                  <a:pt x="2808" y="9971"/>
                </a:lnTo>
                <a:lnTo>
                  <a:pt x="3040" y="10228"/>
                </a:lnTo>
                <a:lnTo>
                  <a:pt x="3324" y="10460"/>
                </a:lnTo>
                <a:lnTo>
                  <a:pt x="3607" y="10666"/>
                </a:lnTo>
                <a:lnTo>
                  <a:pt x="3891" y="10847"/>
                </a:lnTo>
                <a:lnTo>
                  <a:pt x="4225" y="11001"/>
                </a:lnTo>
                <a:lnTo>
                  <a:pt x="4560" y="11130"/>
                </a:lnTo>
                <a:lnTo>
                  <a:pt x="4895" y="11233"/>
                </a:lnTo>
                <a:lnTo>
                  <a:pt x="5282" y="11285"/>
                </a:lnTo>
                <a:lnTo>
                  <a:pt x="5952" y="11285"/>
                </a:lnTo>
                <a:lnTo>
                  <a:pt x="6261" y="11233"/>
                </a:lnTo>
                <a:lnTo>
                  <a:pt x="6570" y="11182"/>
                </a:lnTo>
                <a:lnTo>
                  <a:pt x="6853" y="11104"/>
                </a:lnTo>
                <a:lnTo>
                  <a:pt x="7137" y="10975"/>
                </a:lnTo>
                <a:lnTo>
                  <a:pt x="7394" y="10847"/>
                </a:lnTo>
                <a:lnTo>
                  <a:pt x="7652" y="10692"/>
                </a:lnTo>
                <a:lnTo>
                  <a:pt x="7884" y="10537"/>
                </a:lnTo>
                <a:lnTo>
                  <a:pt x="7884" y="12830"/>
                </a:lnTo>
                <a:lnTo>
                  <a:pt x="2551" y="12830"/>
                </a:lnTo>
                <a:lnTo>
                  <a:pt x="2473" y="12882"/>
                </a:lnTo>
                <a:lnTo>
                  <a:pt x="2448" y="12959"/>
                </a:lnTo>
                <a:lnTo>
                  <a:pt x="2422" y="13037"/>
                </a:lnTo>
                <a:lnTo>
                  <a:pt x="2448" y="13140"/>
                </a:lnTo>
                <a:lnTo>
                  <a:pt x="2473" y="13191"/>
                </a:lnTo>
                <a:lnTo>
                  <a:pt x="2551" y="13243"/>
                </a:lnTo>
                <a:lnTo>
                  <a:pt x="2654" y="13268"/>
                </a:lnTo>
                <a:lnTo>
                  <a:pt x="7884" y="13268"/>
                </a:lnTo>
                <a:lnTo>
                  <a:pt x="7884" y="14041"/>
                </a:lnTo>
                <a:lnTo>
                  <a:pt x="7884" y="14196"/>
                </a:lnTo>
                <a:lnTo>
                  <a:pt x="7832" y="14325"/>
                </a:lnTo>
                <a:lnTo>
                  <a:pt x="7755" y="14454"/>
                </a:lnTo>
                <a:lnTo>
                  <a:pt x="7652" y="14582"/>
                </a:lnTo>
                <a:lnTo>
                  <a:pt x="7549" y="14660"/>
                </a:lnTo>
                <a:lnTo>
                  <a:pt x="7420" y="14737"/>
                </a:lnTo>
                <a:lnTo>
                  <a:pt x="7266" y="14789"/>
                </a:lnTo>
                <a:lnTo>
                  <a:pt x="1056" y="14789"/>
                </a:lnTo>
                <a:lnTo>
                  <a:pt x="928" y="14737"/>
                </a:lnTo>
                <a:lnTo>
                  <a:pt x="773" y="14660"/>
                </a:lnTo>
                <a:lnTo>
                  <a:pt x="670" y="14582"/>
                </a:lnTo>
                <a:lnTo>
                  <a:pt x="567" y="14454"/>
                </a:lnTo>
                <a:lnTo>
                  <a:pt x="515" y="14325"/>
                </a:lnTo>
                <a:lnTo>
                  <a:pt x="464" y="14196"/>
                </a:lnTo>
                <a:lnTo>
                  <a:pt x="438" y="14041"/>
                </a:lnTo>
                <a:lnTo>
                  <a:pt x="438" y="13268"/>
                </a:lnTo>
                <a:lnTo>
                  <a:pt x="1752" y="13268"/>
                </a:lnTo>
                <a:lnTo>
                  <a:pt x="1829" y="13243"/>
                </a:lnTo>
                <a:lnTo>
                  <a:pt x="1907" y="13191"/>
                </a:lnTo>
                <a:lnTo>
                  <a:pt x="1958" y="13140"/>
                </a:lnTo>
                <a:lnTo>
                  <a:pt x="1984" y="13037"/>
                </a:lnTo>
                <a:lnTo>
                  <a:pt x="1958" y="12959"/>
                </a:lnTo>
                <a:lnTo>
                  <a:pt x="1907" y="12882"/>
                </a:lnTo>
                <a:lnTo>
                  <a:pt x="1829" y="12830"/>
                </a:lnTo>
                <a:lnTo>
                  <a:pt x="438" y="12830"/>
                </a:lnTo>
                <a:lnTo>
                  <a:pt x="438" y="3633"/>
                </a:lnTo>
                <a:lnTo>
                  <a:pt x="438" y="3555"/>
                </a:lnTo>
                <a:lnTo>
                  <a:pt x="387" y="3478"/>
                </a:lnTo>
                <a:lnTo>
                  <a:pt x="309" y="3427"/>
                </a:lnTo>
                <a:lnTo>
                  <a:pt x="232" y="3401"/>
                </a:lnTo>
                <a:lnTo>
                  <a:pt x="129" y="3427"/>
                </a:lnTo>
                <a:lnTo>
                  <a:pt x="77" y="3478"/>
                </a:lnTo>
                <a:lnTo>
                  <a:pt x="26" y="3555"/>
                </a:lnTo>
                <a:lnTo>
                  <a:pt x="0" y="3633"/>
                </a:lnTo>
                <a:lnTo>
                  <a:pt x="0" y="14041"/>
                </a:lnTo>
                <a:lnTo>
                  <a:pt x="26" y="14273"/>
                </a:lnTo>
                <a:lnTo>
                  <a:pt x="103" y="14505"/>
                </a:lnTo>
                <a:lnTo>
                  <a:pt x="206" y="14711"/>
                </a:lnTo>
                <a:lnTo>
                  <a:pt x="361" y="14892"/>
                </a:lnTo>
                <a:lnTo>
                  <a:pt x="541" y="15020"/>
                </a:lnTo>
                <a:lnTo>
                  <a:pt x="747" y="15149"/>
                </a:lnTo>
                <a:lnTo>
                  <a:pt x="979" y="15227"/>
                </a:lnTo>
                <a:lnTo>
                  <a:pt x="1211" y="15252"/>
                </a:lnTo>
                <a:lnTo>
                  <a:pt x="7137" y="15252"/>
                </a:lnTo>
                <a:lnTo>
                  <a:pt x="7369" y="15227"/>
                </a:lnTo>
                <a:lnTo>
                  <a:pt x="7601" y="15149"/>
                </a:lnTo>
                <a:lnTo>
                  <a:pt x="7807" y="15020"/>
                </a:lnTo>
                <a:lnTo>
                  <a:pt x="7987" y="14892"/>
                </a:lnTo>
                <a:lnTo>
                  <a:pt x="8116" y="14711"/>
                </a:lnTo>
                <a:lnTo>
                  <a:pt x="8245" y="14505"/>
                </a:lnTo>
                <a:lnTo>
                  <a:pt x="8296" y="14273"/>
                </a:lnTo>
                <a:lnTo>
                  <a:pt x="8322" y="14041"/>
                </a:lnTo>
                <a:lnTo>
                  <a:pt x="8322" y="10125"/>
                </a:lnTo>
                <a:lnTo>
                  <a:pt x="8554" y="9868"/>
                </a:lnTo>
                <a:lnTo>
                  <a:pt x="8734" y="9584"/>
                </a:lnTo>
                <a:lnTo>
                  <a:pt x="8915" y="9301"/>
                </a:lnTo>
                <a:lnTo>
                  <a:pt x="9043" y="8992"/>
                </a:lnTo>
                <a:lnTo>
                  <a:pt x="9172" y="8657"/>
                </a:lnTo>
                <a:lnTo>
                  <a:pt x="9249" y="8322"/>
                </a:lnTo>
                <a:lnTo>
                  <a:pt x="9301" y="7987"/>
                </a:lnTo>
                <a:lnTo>
                  <a:pt x="9327" y="7626"/>
                </a:lnTo>
                <a:lnTo>
                  <a:pt x="9301" y="7265"/>
                </a:lnTo>
                <a:lnTo>
                  <a:pt x="9249" y="6931"/>
                </a:lnTo>
                <a:lnTo>
                  <a:pt x="9172" y="6570"/>
                </a:lnTo>
                <a:lnTo>
                  <a:pt x="9043" y="6261"/>
                </a:lnTo>
                <a:lnTo>
                  <a:pt x="8915" y="5951"/>
                </a:lnTo>
                <a:lnTo>
                  <a:pt x="8734" y="5668"/>
                </a:lnTo>
                <a:lnTo>
                  <a:pt x="8554" y="5385"/>
                </a:lnTo>
                <a:lnTo>
                  <a:pt x="8322" y="5127"/>
                </a:lnTo>
                <a:lnTo>
                  <a:pt x="8322" y="1211"/>
                </a:lnTo>
                <a:lnTo>
                  <a:pt x="8296" y="979"/>
                </a:lnTo>
                <a:lnTo>
                  <a:pt x="8245" y="747"/>
                </a:lnTo>
                <a:lnTo>
                  <a:pt x="8116" y="541"/>
                </a:lnTo>
                <a:lnTo>
                  <a:pt x="7987" y="361"/>
                </a:lnTo>
                <a:lnTo>
                  <a:pt x="7807" y="206"/>
                </a:lnTo>
                <a:lnTo>
                  <a:pt x="7601" y="103"/>
                </a:lnTo>
                <a:lnTo>
                  <a:pt x="7369" y="26"/>
                </a:lnTo>
                <a:lnTo>
                  <a:pt x="713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36" name="Google Shape;985;p29">
            <a:extLst>
              <a:ext uri="{FF2B5EF4-FFF2-40B4-BE49-F238E27FC236}">
                <a16:creationId xmlns:a16="http://schemas.microsoft.com/office/drawing/2014/main" id="{593A60EA-808E-8530-2318-5EC392FC48A6}"/>
              </a:ext>
            </a:extLst>
          </p:cNvPr>
          <p:cNvSpPr/>
          <p:nvPr/>
        </p:nvSpPr>
        <p:spPr>
          <a:xfrm>
            <a:off x="5278378" y="1241461"/>
            <a:ext cx="48669" cy="101965"/>
          </a:xfrm>
          <a:custGeom>
            <a:avLst/>
            <a:gdLst/>
            <a:ahLst/>
            <a:cxnLst/>
            <a:rect l="l" t="t" r="r" b="b"/>
            <a:pathLst>
              <a:path w="1624" h="3402" extrusionOk="0">
                <a:moveTo>
                  <a:pt x="799" y="1"/>
                </a:moveTo>
                <a:lnTo>
                  <a:pt x="722" y="26"/>
                </a:lnTo>
                <a:lnTo>
                  <a:pt x="645" y="52"/>
                </a:lnTo>
                <a:lnTo>
                  <a:pt x="593" y="130"/>
                </a:lnTo>
                <a:lnTo>
                  <a:pt x="568" y="233"/>
                </a:lnTo>
                <a:lnTo>
                  <a:pt x="568" y="336"/>
                </a:lnTo>
                <a:lnTo>
                  <a:pt x="465" y="361"/>
                </a:lnTo>
                <a:lnTo>
                  <a:pt x="336" y="439"/>
                </a:lnTo>
                <a:lnTo>
                  <a:pt x="233" y="516"/>
                </a:lnTo>
                <a:lnTo>
                  <a:pt x="155" y="619"/>
                </a:lnTo>
                <a:lnTo>
                  <a:pt x="78" y="722"/>
                </a:lnTo>
                <a:lnTo>
                  <a:pt x="27" y="851"/>
                </a:lnTo>
                <a:lnTo>
                  <a:pt x="1" y="980"/>
                </a:lnTo>
                <a:lnTo>
                  <a:pt x="1" y="1109"/>
                </a:lnTo>
                <a:lnTo>
                  <a:pt x="1" y="1263"/>
                </a:lnTo>
                <a:lnTo>
                  <a:pt x="52" y="1418"/>
                </a:lnTo>
                <a:lnTo>
                  <a:pt x="130" y="1572"/>
                </a:lnTo>
                <a:lnTo>
                  <a:pt x="233" y="1675"/>
                </a:lnTo>
                <a:lnTo>
                  <a:pt x="336" y="1778"/>
                </a:lnTo>
                <a:lnTo>
                  <a:pt x="490" y="1856"/>
                </a:lnTo>
                <a:lnTo>
                  <a:pt x="645" y="1907"/>
                </a:lnTo>
                <a:lnTo>
                  <a:pt x="799" y="1933"/>
                </a:lnTo>
                <a:lnTo>
                  <a:pt x="954" y="1959"/>
                </a:lnTo>
                <a:lnTo>
                  <a:pt x="1057" y="2036"/>
                </a:lnTo>
                <a:lnTo>
                  <a:pt x="1134" y="2139"/>
                </a:lnTo>
                <a:lnTo>
                  <a:pt x="1160" y="2294"/>
                </a:lnTo>
                <a:lnTo>
                  <a:pt x="1134" y="2423"/>
                </a:lnTo>
                <a:lnTo>
                  <a:pt x="1057" y="2551"/>
                </a:lnTo>
                <a:lnTo>
                  <a:pt x="954" y="2629"/>
                </a:lnTo>
                <a:lnTo>
                  <a:pt x="799" y="2654"/>
                </a:lnTo>
                <a:lnTo>
                  <a:pt x="671" y="2629"/>
                </a:lnTo>
                <a:lnTo>
                  <a:pt x="542" y="2551"/>
                </a:lnTo>
                <a:lnTo>
                  <a:pt x="465" y="2423"/>
                </a:lnTo>
                <a:lnTo>
                  <a:pt x="439" y="2294"/>
                </a:lnTo>
                <a:lnTo>
                  <a:pt x="413" y="2216"/>
                </a:lnTo>
                <a:lnTo>
                  <a:pt x="361" y="2139"/>
                </a:lnTo>
                <a:lnTo>
                  <a:pt x="310" y="2088"/>
                </a:lnTo>
                <a:lnTo>
                  <a:pt x="207" y="2062"/>
                </a:lnTo>
                <a:lnTo>
                  <a:pt x="130" y="2088"/>
                </a:lnTo>
                <a:lnTo>
                  <a:pt x="52" y="2139"/>
                </a:lnTo>
                <a:lnTo>
                  <a:pt x="1" y="2216"/>
                </a:lnTo>
                <a:lnTo>
                  <a:pt x="1" y="2294"/>
                </a:lnTo>
                <a:lnTo>
                  <a:pt x="1" y="2423"/>
                </a:lnTo>
                <a:lnTo>
                  <a:pt x="27" y="2551"/>
                </a:lnTo>
                <a:lnTo>
                  <a:pt x="78" y="2680"/>
                </a:lnTo>
                <a:lnTo>
                  <a:pt x="155" y="2783"/>
                </a:lnTo>
                <a:lnTo>
                  <a:pt x="233" y="2886"/>
                </a:lnTo>
                <a:lnTo>
                  <a:pt x="336" y="2964"/>
                </a:lnTo>
                <a:lnTo>
                  <a:pt x="465" y="3015"/>
                </a:lnTo>
                <a:lnTo>
                  <a:pt x="568" y="3067"/>
                </a:lnTo>
                <a:lnTo>
                  <a:pt x="568" y="3170"/>
                </a:lnTo>
                <a:lnTo>
                  <a:pt x="593" y="3273"/>
                </a:lnTo>
                <a:lnTo>
                  <a:pt x="645" y="3324"/>
                </a:lnTo>
                <a:lnTo>
                  <a:pt x="722" y="3376"/>
                </a:lnTo>
                <a:lnTo>
                  <a:pt x="799" y="3402"/>
                </a:lnTo>
                <a:lnTo>
                  <a:pt x="903" y="3376"/>
                </a:lnTo>
                <a:lnTo>
                  <a:pt x="954" y="3324"/>
                </a:lnTo>
                <a:lnTo>
                  <a:pt x="1006" y="3273"/>
                </a:lnTo>
                <a:lnTo>
                  <a:pt x="1031" y="3170"/>
                </a:lnTo>
                <a:lnTo>
                  <a:pt x="1031" y="3067"/>
                </a:lnTo>
                <a:lnTo>
                  <a:pt x="1160" y="3015"/>
                </a:lnTo>
                <a:lnTo>
                  <a:pt x="1263" y="2964"/>
                </a:lnTo>
                <a:lnTo>
                  <a:pt x="1366" y="2886"/>
                </a:lnTo>
                <a:lnTo>
                  <a:pt x="1444" y="2783"/>
                </a:lnTo>
                <a:lnTo>
                  <a:pt x="1521" y="2680"/>
                </a:lnTo>
                <a:lnTo>
                  <a:pt x="1572" y="2551"/>
                </a:lnTo>
                <a:lnTo>
                  <a:pt x="1598" y="2423"/>
                </a:lnTo>
                <a:lnTo>
                  <a:pt x="1624" y="2294"/>
                </a:lnTo>
                <a:lnTo>
                  <a:pt x="1598" y="2139"/>
                </a:lnTo>
                <a:lnTo>
                  <a:pt x="1547" y="1985"/>
                </a:lnTo>
                <a:lnTo>
                  <a:pt x="1469" y="1830"/>
                </a:lnTo>
                <a:lnTo>
                  <a:pt x="1366" y="1727"/>
                </a:lnTo>
                <a:lnTo>
                  <a:pt x="1263" y="1624"/>
                </a:lnTo>
                <a:lnTo>
                  <a:pt x="1109" y="1547"/>
                </a:lnTo>
                <a:lnTo>
                  <a:pt x="980" y="1495"/>
                </a:lnTo>
                <a:lnTo>
                  <a:pt x="799" y="1469"/>
                </a:lnTo>
                <a:lnTo>
                  <a:pt x="671" y="1444"/>
                </a:lnTo>
                <a:lnTo>
                  <a:pt x="542" y="1366"/>
                </a:lnTo>
                <a:lnTo>
                  <a:pt x="465" y="1263"/>
                </a:lnTo>
                <a:lnTo>
                  <a:pt x="439" y="1109"/>
                </a:lnTo>
                <a:lnTo>
                  <a:pt x="465" y="954"/>
                </a:lnTo>
                <a:lnTo>
                  <a:pt x="542" y="851"/>
                </a:lnTo>
                <a:lnTo>
                  <a:pt x="671" y="774"/>
                </a:lnTo>
                <a:lnTo>
                  <a:pt x="799" y="748"/>
                </a:lnTo>
                <a:lnTo>
                  <a:pt x="954" y="774"/>
                </a:lnTo>
                <a:lnTo>
                  <a:pt x="1057" y="851"/>
                </a:lnTo>
                <a:lnTo>
                  <a:pt x="1134" y="954"/>
                </a:lnTo>
                <a:lnTo>
                  <a:pt x="1160" y="1109"/>
                </a:lnTo>
                <a:lnTo>
                  <a:pt x="1186" y="1186"/>
                </a:lnTo>
                <a:lnTo>
                  <a:pt x="1237" y="1263"/>
                </a:lnTo>
                <a:lnTo>
                  <a:pt x="1315" y="1315"/>
                </a:lnTo>
                <a:lnTo>
                  <a:pt x="1392" y="1340"/>
                </a:lnTo>
                <a:lnTo>
                  <a:pt x="1469" y="1315"/>
                </a:lnTo>
                <a:lnTo>
                  <a:pt x="1547" y="1263"/>
                </a:lnTo>
                <a:lnTo>
                  <a:pt x="1598" y="1186"/>
                </a:lnTo>
                <a:lnTo>
                  <a:pt x="1624" y="1109"/>
                </a:lnTo>
                <a:lnTo>
                  <a:pt x="1598" y="980"/>
                </a:lnTo>
                <a:lnTo>
                  <a:pt x="1572" y="851"/>
                </a:lnTo>
                <a:lnTo>
                  <a:pt x="1521" y="722"/>
                </a:lnTo>
                <a:lnTo>
                  <a:pt x="1444" y="619"/>
                </a:lnTo>
                <a:lnTo>
                  <a:pt x="1366" y="516"/>
                </a:lnTo>
                <a:lnTo>
                  <a:pt x="1263" y="439"/>
                </a:lnTo>
                <a:lnTo>
                  <a:pt x="1160" y="361"/>
                </a:lnTo>
                <a:lnTo>
                  <a:pt x="1031" y="336"/>
                </a:lnTo>
                <a:lnTo>
                  <a:pt x="1031" y="233"/>
                </a:lnTo>
                <a:lnTo>
                  <a:pt x="1006" y="130"/>
                </a:lnTo>
                <a:lnTo>
                  <a:pt x="954" y="52"/>
                </a:lnTo>
                <a:lnTo>
                  <a:pt x="903" y="26"/>
                </a:lnTo>
                <a:lnTo>
                  <a:pt x="79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39" name="Google Shape;987;p29">
            <a:extLst>
              <a:ext uri="{FF2B5EF4-FFF2-40B4-BE49-F238E27FC236}">
                <a16:creationId xmlns:a16="http://schemas.microsoft.com/office/drawing/2014/main" id="{FF799804-ACA3-B6F3-6388-57875E99B36D}"/>
              </a:ext>
            </a:extLst>
          </p:cNvPr>
          <p:cNvSpPr/>
          <p:nvPr/>
        </p:nvSpPr>
        <p:spPr>
          <a:xfrm>
            <a:off x="7545087" y="1366961"/>
            <a:ext cx="164497" cy="131310"/>
          </a:xfrm>
          <a:custGeom>
            <a:avLst/>
            <a:gdLst/>
            <a:ahLst/>
            <a:cxnLst/>
            <a:rect l="l" t="t" r="r" b="b"/>
            <a:pathLst>
              <a:path w="5489" h="4381" extrusionOk="0">
                <a:moveTo>
                  <a:pt x="1314" y="490"/>
                </a:moveTo>
                <a:lnTo>
                  <a:pt x="2087" y="1418"/>
                </a:lnTo>
                <a:lnTo>
                  <a:pt x="1933" y="1418"/>
                </a:lnTo>
                <a:lnTo>
                  <a:pt x="1804" y="1443"/>
                </a:lnTo>
                <a:lnTo>
                  <a:pt x="1701" y="1521"/>
                </a:lnTo>
                <a:lnTo>
                  <a:pt x="1624" y="1624"/>
                </a:lnTo>
                <a:lnTo>
                  <a:pt x="1598" y="1753"/>
                </a:lnTo>
                <a:lnTo>
                  <a:pt x="1598" y="2938"/>
                </a:lnTo>
                <a:lnTo>
                  <a:pt x="1598" y="3015"/>
                </a:lnTo>
                <a:lnTo>
                  <a:pt x="1624" y="3118"/>
                </a:lnTo>
                <a:lnTo>
                  <a:pt x="1675" y="3195"/>
                </a:lnTo>
                <a:lnTo>
                  <a:pt x="1727" y="3273"/>
                </a:lnTo>
                <a:lnTo>
                  <a:pt x="1804" y="3324"/>
                </a:lnTo>
                <a:lnTo>
                  <a:pt x="1881" y="3376"/>
                </a:lnTo>
                <a:lnTo>
                  <a:pt x="1958" y="3401"/>
                </a:lnTo>
                <a:lnTo>
                  <a:pt x="5024" y="3401"/>
                </a:lnTo>
                <a:lnTo>
                  <a:pt x="5050" y="3427"/>
                </a:lnTo>
                <a:lnTo>
                  <a:pt x="5050" y="3917"/>
                </a:lnTo>
                <a:lnTo>
                  <a:pt x="5024" y="3943"/>
                </a:lnTo>
                <a:lnTo>
                  <a:pt x="1314" y="3943"/>
                </a:lnTo>
                <a:lnTo>
                  <a:pt x="1211" y="3917"/>
                </a:lnTo>
                <a:lnTo>
                  <a:pt x="1134" y="3865"/>
                </a:lnTo>
                <a:lnTo>
                  <a:pt x="1083" y="3788"/>
                </a:lnTo>
                <a:lnTo>
                  <a:pt x="1057" y="3659"/>
                </a:lnTo>
                <a:lnTo>
                  <a:pt x="1057" y="1753"/>
                </a:lnTo>
                <a:lnTo>
                  <a:pt x="1031" y="1624"/>
                </a:lnTo>
                <a:lnTo>
                  <a:pt x="954" y="1521"/>
                </a:lnTo>
                <a:lnTo>
                  <a:pt x="851" y="1443"/>
                </a:lnTo>
                <a:lnTo>
                  <a:pt x="696" y="1418"/>
                </a:lnTo>
                <a:lnTo>
                  <a:pt x="567" y="1418"/>
                </a:lnTo>
                <a:lnTo>
                  <a:pt x="1314" y="490"/>
                </a:lnTo>
                <a:close/>
                <a:moveTo>
                  <a:pt x="1237" y="1"/>
                </a:moveTo>
                <a:lnTo>
                  <a:pt x="1160" y="26"/>
                </a:lnTo>
                <a:lnTo>
                  <a:pt x="1108" y="78"/>
                </a:lnTo>
                <a:lnTo>
                  <a:pt x="1057" y="129"/>
                </a:lnTo>
                <a:lnTo>
                  <a:pt x="78" y="1289"/>
                </a:lnTo>
                <a:lnTo>
                  <a:pt x="26" y="1366"/>
                </a:lnTo>
                <a:lnTo>
                  <a:pt x="0" y="1469"/>
                </a:lnTo>
                <a:lnTo>
                  <a:pt x="0" y="1572"/>
                </a:lnTo>
                <a:lnTo>
                  <a:pt x="26" y="1650"/>
                </a:lnTo>
                <a:lnTo>
                  <a:pt x="103" y="1727"/>
                </a:lnTo>
                <a:lnTo>
                  <a:pt x="155" y="1804"/>
                </a:lnTo>
                <a:lnTo>
                  <a:pt x="258" y="1830"/>
                </a:lnTo>
                <a:lnTo>
                  <a:pt x="361" y="1856"/>
                </a:lnTo>
                <a:lnTo>
                  <a:pt x="593" y="1856"/>
                </a:lnTo>
                <a:lnTo>
                  <a:pt x="593" y="3659"/>
                </a:lnTo>
                <a:lnTo>
                  <a:pt x="619" y="3814"/>
                </a:lnTo>
                <a:lnTo>
                  <a:pt x="670" y="3943"/>
                </a:lnTo>
                <a:lnTo>
                  <a:pt x="722" y="4071"/>
                </a:lnTo>
                <a:lnTo>
                  <a:pt x="825" y="4174"/>
                </a:lnTo>
                <a:lnTo>
                  <a:pt x="928" y="4252"/>
                </a:lnTo>
                <a:lnTo>
                  <a:pt x="1031" y="4329"/>
                </a:lnTo>
                <a:lnTo>
                  <a:pt x="1186" y="4381"/>
                </a:lnTo>
                <a:lnTo>
                  <a:pt x="5102" y="4381"/>
                </a:lnTo>
                <a:lnTo>
                  <a:pt x="5205" y="4355"/>
                </a:lnTo>
                <a:lnTo>
                  <a:pt x="5282" y="4303"/>
                </a:lnTo>
                <a:lnTo>
                  <a:pt x="5359" y="4252"/>
                </a:lnTo>
                <a:lnTo>
                  <a:pt x="5411" y="4174"/>
                </a:lnTo>
                <a:lnTo>
                  <a:pt x="5437" y="4097"/>
                </a:lnTo>
                <a:lnTo>
                  <a:pt x="5462" y="4020"/>
                </a:lnTo>
                <a:lnTo>
                  <a:pt x="5488" y="3917"/>
                </a:lnTo>
                <a:lnTo>
                  <a:pt x="5488" y="3427"/>
                </a:lnTo>
                <a:lnTo>
                  <a:pt x="5462" y="3324"/>
                </a:lnTo>
                <a:lnTo>
                  <a:pt x="5437" y="3247"/>
                </a:lnTo>
                <a:lnTo>
                  <a:pt x="5411" y="3170"/>
                </a:lnTo>
                <a:lnTo>
                  <a:pt x="5359" y="3092"/>
                </a:lnTo>
                <a:lnTo>
                  <a:pt x="5282" y="3041"/>
                </a:lnTo>
                <a:lnTo>
                  <a:pt x="5205" y="2989"/>
                </a:lnTo>
                <a:lnTo>
                  <a:pt x="5102" y="2963"/>
                </a:lnTo>
                <a:lnTo>
                  <a:pt x="2062" y="2963"/>
                </a:lnTo>
                <a:lnTo>
                  <a:pt x="2036" y="2938"/>
                </a:lnTo>
                <a:lnTo>
                  <a:pt x="2036" y="1856"/>
                </a:lnTo>
                <a:lnTo>
                  <a:pt x="2293" y="1856"/>
                </a:lnTo>
                <a:lnTo>
                  <a:pt x="2396" y="1830"/>
                </a:lnTo>
                <a:lnTo>
                  <a:pt x="2474" y="1804"/>
                </a:lnTo>
                <a:lnTo>
                  <a:pt x="2551" y="1727"/>
                </a:lnTo>
                <a:lnTo>
                  <a:pt x="2603" y="1650"/>
                </a:lnTo>
                <a:lnTo>
                  <a:pt x="2628" y="1572"/>
                </a:lnTo>
                <a:lnTo>
                  <a:pt x="2628" y="1469"/>
                </a:lnTo>
                <a:lnTo>
                  <a:pt x="2603" y="1366"/>
                </a:lnTo>
                <a:lnTo>
                  <a:pt x="2551" y="1289"/>
                </a:lnTo>
                <a:lnTo>
                  <a:pt x="1598" y="129"/>
                </a:lnTo>
                <a:lnTo>
                  <a:pt x="1521" y="78"/>
                </a:lnTo>
                <a:lnTo>
                  <a:pt x="1469" y="26"/>
                </a:lnTo>
                <a:lnTo>
                  <a:pt x="1392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40" name="Google Shape;988;p29">
            <a:extLst>
              <a:ext uri="{FF2B5EF4-FFF2-40B4-BE49-F238E27FC236}">
                <a16:creationId xmlns:a16="http://schemas.microsoft.com/office/drawing/2014/main" id="{1615EC3E-61AF-EC58-445D-C29CB7ACB9F1}"/>
              </a:ext>
            </a:extLst>
          </p:cNvPr>
          <p:cNvSpPr/>
          <p:nvPr/>
        </p:nvSpPr>
        <p:spPr>
          <a:xfrm>
            <a:off x="7560521" y="1174687"/>
            <a:ext cx="48669" cy="101967"/>
          </a:xfrm>
          <a:custGeom>
            <a:avLst/>
            <a:gdLst/>
            <a:ahLst/>
            <a:cxnLst/>
            <a:rect l="l" t="t" r="r" b="b"/>
            <a:pathLst>
              <a:path w="1624" h="3402" extrusionOk="0">
                <a:moveTo>
                  <a:pt x="799" y="0"/>
                </a:moveTo>
                <a:lnTo>
                  <a:pt x="722" y="26"/>
                </a:lnTo>
                <a:lnTo>
                  <a:pt x="645" y="78"/>
                </a:lnTo>
                <a:lnTo>
                  <a:pt x="593" y="155"/>
                </a:lnTo>
                <a:lnTo>
                  <a:pt x="593" y="232"/>
                </a:lnTo>
                <a:lnTo>
                  <a:pt x="593" y="335"/>
                </a:lnTo>
                <a:lnTo>
                  <a:pt x="464" y="387"/>
                </a:lnTo>
                <a:lnTo>
                  <a:pt x="336" y="438"/>
                </a:lnTo>
                <a:lnTo>
                  <a:pt x="233" y="516"/>
                </a:lnTo>
                <a:lnTo>
                  <a:pt x="155" y="619"/>
                </a:lnTo>
                <a:lnTo>
                  <a:pt x="78" y="722"/>
                </a:lnTo>
                <a:lnTo>
                  <a:pt x="26" y="851"/>
                </a:lnTo>
                <a:lnTo>
                  <a:pt x="1" y="979"/>
                </a:lnTo>
                <a:lnTo>
                  <a:pt x="1" y="1108"/>
                </a:lnTo>
                <a:lnTo>
                  <a:pt x="1" y="1289"/>
                </a:lnTo>
                <a:lnTo>
                  <a:pt x="52" y="1443"/>
                </a:lnTo>
                <a:lnTo>
                  <a:pt x="130" y="1572"/>
                </a:lnTo>
                <a:lnTo>
                  <a:pt x="233" y="1701"/>
                </a:lnTo>
                <a:lnTo>
                  <a:pt x="361" y="1804"/>
                </a:lnTo>
                <a:lnTo>
                  <a:pt x="490" y="1855"/>
                </a:lnTo>
                <a:lnTo>
                  <a:pt x="645" y="1907"/>
                </a:lnTo>
                <a:lnTo>
                  <a:pt x="799" y="1933"/>
                </a:lnTo>
                <a:lnTo>
                  <a:pt x="954" y="1958"/>
                </a:lnTo>
                <a:lnTo>
                  <a:pt x="1057" y="2036"/>
                </a:lnTo>
                <a:lnTo>
                  <a:pt x="1134" y="2165"/>
                </a:lnTo>
                <a:lnTo>
                  <a:pt x="1160" y="2293"/>
                </a:lnTo>
                <a:lnTo>
                  <a:pt x="1134" y="2448"/>
                </a:lnTo>
                <a:lnTo>
                  <a:pt x="1057" y="2551"/>
                </a:lnTo>
                <a:lnTo>
                  <a:pt x="954" y="2628"/>
                </a:lnTo>
                <a:lnTo>
                  <a:pt x="799" y="2680"/>
                </a:lnTo>
                <a:lnTo>
                  <a:pt x="671" y="2628"/>
                </a:lnTo>
                <a:lnTo>
                  <a:pt x="542" y="2551"/>
                </a:lnTo>
                <a:lnTo>
                  <a:pt x="464" y="2448"/>
                </a:lnTo>
                <a:lnTo>
                  <a:pt x="439" y="2293"/>
                </a:lnTo>
                <a:lnTo>
                  <a:pt x="413" y="2216"/>
                </a:lnTo>
                <a:lnTo>
                  <a:pt x="361" y="2139"/>
                </a:lnTo>
                <a:lnTo>
                  <a:pt x="310" y="2087"/>
                </a:lnTo>
                <a:lnTo>
                  <a:pt x="130" y="2087"/>
                </a:lnTo>
                <a:lnTo>
                  <a:pt x="52" y="2139"/>
                </a:lnTo>
                <a:lnTo>
                  <a:pt x="1" y="2216"/>
                </a:lnTo>
                <a:lnTo>
                  <a:pt x="1" y="2293"/>
                </a:lnTo>
                <a:lnTo>
                  <a:pt x="1" y="2448"/>
                </a:lnTo>
                <a:lnTo>
                  <a:pt x="26" y="2577"/>
                </a:lnTo>
                <a:lnTo>
                  <a:pt x="78" y="2680"/>
                </a:lnTo>
                <a:lnTo>
                  <a:pt x="155" y="2783"/>
                </a:lnTo>
                <a:lnTo>
                  <a:pt x="233" y="2886"/>
                </a:lnTo>
                <a:lnTo>
                  <a:pt x="336" y="2963"/>
                </a:lnTo>
                <a:lnTo>
                  <a:pt x="464" y="3041"/>
                </a:lnTo>
                <a:lnTo>
                  <a:pt x="593" y="3092"/>
                </a:lnTo>
                <a:lnTo>
                  <a:pt x="593" y="3195"/>
                </a:lnTo>
                <a:lnTo>
                  <a:pt x="593" y="3272"/>
                </a:lnTo>
                <a:lnTo>
                  <a:pt x="645" y="3350"/>
                </a:lnTo>
                <a:lnTo>
                  <a:pt x="722" y="3401"/>
                </a:lnTo>
                <a:lnTo>
                  <a:pt x="902" y="3401"/>
                </a:lnTo>
                <a:lnTo>
                  <a:pt x="954" y="3350"/>
                </a:lnTo>
                <a:lnTo>
                  <a:pt x="1006" y="3272"/>
                </a:lnTo>
                <a:lnTo>
                  <a:pt x="1031" y="3195"/>
                </a:lnTo>
                <a:lnTo>
                  <a:pt x="1031" y="3092"/>
                </a:lnTo>
                <a:lnTo>
                  <a:pt x="1160" y="3041"/>
                </a:lnTo>
                <a:lnTo>
                  <a:pt x="1263" y="2963"/>
                </a:lnTo>
                <a:lnTo>
                  <a:pt x="1366" y="2886"/>
                </a:lnTo>
                <a:lnTo>
                  <a:pt x="1443" y="2783"/>
                </a:lnTo>
                <a:lnTo>
                  <a:pt x="1521" y="2680"/>
                </a:lnTo>
                <a:lnTo>
                  <a:pt x="1572" y="2577"/>
                </a:lnTo>
                <a:lnTo>
                  <a:pt x="1598" y="2448"/>
                </a:lnTo>
                <a:lnTo>
                  <a:pt x="1624" y="2293"/>
                </a:lnTo>
                <a:lnTo>
                  <a:pt x="1598" y="2139"/>
                </a:lnTo>
                <a:lnTo>
                  <a:pt x="1547" y="1984"/>
                </a:lnTo>
                <a:lnTo>
                  <a:pt x="1469" y="1855"/>
                </a:lnTo>
                <a:lnTo>
                  <a:pt x="1392" y="1727"/>
                </a:lnTo>
                <a:lnTo>
                  <a:pt x="1263" y="1624"/>
                </a:lnTo>
                <a:lnTo>
                  <a:pt x="1109" y="1546"/>
                </a:lnTo>
                <a:lnTo>
                  <a:pt x="980" y="1495"/>
                </a:lnTo>
                <a:lnTo>
                  <a:pt x="799" y="1495"/>
                </a:lnTo>
                <a:lnTo>
                  <a:pt x="671" y="1469"/>
                </a:lnTo>
                <a:lnTo>
                  <a:pt x="542" y="1366"/>
                </a:lnTo>
                <a:lnTo>
                  <a:pt x="464" y="1263"/>
                </a:lnTo>
                <a:lnTo>
                  <a:pt x="439" y="1108"/>
                </a:lnTo>
                <a:lnTo>
                  <a:pt x="464" y="979"/>
                </a:lnTo>
                <a:lnTo>
                  <a:pt x="542" y="851"/>
                </a:lnTo>
                <a:lnTo>
                  <a:pt x="671" y="773"/>
                </a:lnTo>
                <a:lnTo>
                  <a:pt x="799" y="748"/>
                </a:lnTo>
                <a:lnTo>
                  <a:pt x="954" y="773"/>
                </a:lnTo>
                <a:lnTo>
                  <a:pt x="1057" y="851"/>
                </a:lnTo>
                <a:lnTo>
                  <a:pt x="1134" y="979"/>
                </a:lnTo>
                <a:lnTo>
                  <a:pt x="1160" y="1108"/>
                </a:lnTo>
                <a:lnTo>
                  <a:pt x="1186" y="1211"/>
                </a:lnTo>
                <a:lnTo>
                  <a:pt x="1237" y="1263"/>
                </a:lnTo>
                <a:lnTo>
                  <a:pt x="1315" y="1314"/>
                </a:lnTo>
                <a:lnTo>
                  <a:pt x="1392" y="1340"/>
                </a:lnTo>
                <a:lnTo>
                  <a:pt x="1495" y="1314"/>
                </a:lnTo>
                <a:lnTo>
                  <a:pt x="1547" y="1263"/>
                </a:lnTo>
                <a:lnTo>
                  <a:pt x="1598" y="1211"/>
                </a:lnTo>
                <a:lnTo>
                  <a:pt x="1624" y="1108"/>
                </a:lnTo>
                <a:lnTo>
                  <a:pt x="1598" y="979"/>
                </a:lnTo>
                <a:lnTo>
                  <a:pt x="1572" y="851"/>
                </a:lnTo>
                <a:lnTo>
                  <a:pt x="1521" y="722"/>
                </a:lnTo>
                <a:lnTo>
                  <a:pt x="1443" y="619"/>
                </a:lnTo>
                <a:lnTo>
                  <a:pt x="1366" y="516"/>
                </a:lnTo>
                <a:lnTo>
                  <a:pt x="1263" y="438"/>
                </a:lnTo>
                <a:lnTo>
                  <a:pt x="1160" y="387"/>
                </a:lnTo>
                <a:lnTo>
                  <a:pt x="1031" y="335"/>
                </a:lnTo>
                <a:lnTo>
                  <a:pt x="1031" y="232"/>
                </a:lnTo>
                <a:lnTo>
                  <a:pt x="1006" y="155"/>
                </a:lnTo>
                <a:lnTo>
                  <a:pt x="954" y="78"/>
                </a:lnTo>
                <a:lnTo>
                  <a:pt x="902" y="26"/>
                </a:lnTo>
                <a:lnTo>
                  <a:pt x="79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41" name="Google Shape;989;p29">
            <a:extLst>
              <a:ext uri="{FF2B5EF4-FFF2-40B4-BE49-F238E27FC236}">
                <a16:creationId xmlns:a16="http://schemas.microsoft.com/office/drawing/2014/main" id="{E9FB6189-5214-7EC1-4228-321AD0F52901}"/>
              </a:ext>
            </a:extLst>
          </p:cNvPr>
          <p:cNvSpPr/>
          <p:nvPr/>
        </p:nvSpPr>
        <p:spPr>
          <a:xfrm>
            <a:off x="7489496" y="1071222"/>
            <a:ext cx="191498" cy="279554"/>
          </a:xfrm>
          <a:custGeom>
            <a:avLst/>
            <a:gdLst/>
            <a:ahLst/>
            <a:cxnLst/>
            <a:rect l="l" t="t" r="r" b="b"/>
            <a:pathLst>
              <a:path w="6390" h="9327" extrusionOk="0">
                <a:moveTo>
                  <a:pt x="5334" y="464"/>
                </a:moveTo>
                <a:lnTo>
                  <a:pt x="5462" y="515"/>
                </a:lnTo>
                <a:lnTo>
                  <a:pt x="5591" y="593"/>
                </a:lnTo>
                <a:lnTo>
                  <a:pt x="5720" y="670"/>
                </a:lnTo>
                <a:lnTo>
                  <a:pt x="5797" y="799"/>
                </a:lnTo>
                <a:lnTo>
                  <a:pt x="5875" y="928"/>
                </a:lnTo>
                <a:lnTo>
                  <a:pt x="5926" y="1056"/>
                </a:lnTo>
                <a:lnTo>
                  <a:pt x="5926" y="1211"/>
                </a:lnTo>
                <a:lnTo>
                  <a:pt x="5926" y="1494"/>
                </a:lnTo>
                <a:lnTo>
                  <a:pt x="5205" y="1494"/>
                </a:lnTo>
                <a:lnTo>
                  <a:pt x="5024" y="1520"/>
                </a:lnTo>
                <a:lnTo>
                  <a:pt x="4844" y="1597"/>
                </a:lnTo>
                <a:lnTo>
                  <a:pt x="4715" y="1700"/>
                </a:lnTo>
                <a:lnTo>
                  <a:pt x="4612" y="1855"/>
                </a:lnTo>
                <a:lnTo>
                  <a:pt x="4561" y="1907"/>
                </a:lnTo>
                <a:lnTo>
                  <a:pt x="4535" y="1958"/>
                </a:lnTo>
                <a:lnTo>
                  <a:pt x="4458" y="1984"/>
                </a:lnTo>
                <a:lnTo>
                  <a:pt x="1907" y="1984"/>
                </a:lnTo>
                <a:lnTo>
                  <a:pt x="1855" y="1958"/>
                </a:lnTo>
                <a:lnTo>
                  <a:pt x="1804" y="1907"/>
                </a:lnTo>
                <a:lnTo>
                  <a:pt x="1778" y="1855"/>
                </a:lnTo>
                <a:lnTo>
                  <a:pt x="1675" y="1700"/>
                </a:lnTo>
                <a:lnTo>
                  <a:pt x="1520" y="1597"/>
                </a:lnTo>
                <a:lnTo>
                  <a:pt x="1366" y="1520"/>
                </a:lnTo>
                <a:lnTo>
                  <a:pt x="1186" y="1494"/>
                </a:lnTo>
                <a:lnTo>
                  <a:pt x="438" y="1494"/>
                </a:lnTo>
                <a:lnTo>
                  <a:pt x="438" y="1211"/>
                </a:lnTo>
                <a:lnTo>
                  <a:pt x="464" y="1056"/>
                </a:lnTo>
                <a:lnTo>
                  <a:pt x="490" y="928"/>
                </a:lnTo>
                <a:lnTo>
                  <a:pt x="567" y="799"/>
                </a:lnTo>
                <a:lnTo>
                  <a:pt x="670" y="670"/>
                </a:lnTo>
                <a:lnTo>
                  <a:pt x="773" y="593"/>
                </a:lnTo>
                <a:lnTo>
                  <a:pt x="902" y="515"/>
                </a:lnTo>
                <a:lnTo>
                  <a:pt x="1057" y="464"/>
                </a:lnTo>
                <a:close/>
                <a:moveTo>
                  <a:pt x="5900" y="8348"/>
                </a:moveTo>
                <a:lnTo>
                  <a:pt x="5849" y="8451"/>
                </a:lnTo>
                <a:lnTo>
                  <a:pt x="5797" y="8554"/>
                </a:lnTo>
                <a:lnTo>
                  <a:pt x="5720" y="8657"/>
                </a:lnTo>
                <a:lnTo>
                  <a:pt x="5643" y="8734"/>
                </a:lnTo>
                <a:lnTo>
                  <a:pt x="5540" y="8786"/>
                </a:lnTo>
                <a:lnTo>
                  <a:pt x="5411" y="8837"/>
                </a:lnTo>
                <a:lnTo>
                  <a:pt x="5308" y="8863"/>
                </a:lnTo>
                <a:lnTo>
                  <a:pt x="5179" y="8889"/>
                </a:lnTo>
                <a:lnTo>
                  <a:pt x="1211" y="8889"/>
                </a:lnTo>
                <a:lnTo>
                  <a:pt x="1082" y="8863"/>
                </a:lnTo>
                <a:lnTo>
                  <a:pt x="954" y="8837"/>
                </a:lnTo>
                <a:lnTo>
                  <a:pt x="851" y="8786"/>
                </a:lnTo>
                <a:lnTo>
                  <a:pt x="748" y="8734"/>
                </a:lnTo>
                <a:lnTo>
                  <a:pt x="645" y="8657"/>
                </a:lnTo>
                <a:lnTo>
                  <a:pt x="567" y="8554"/>
                </a:lnTo>
                <a:lnTo>
                  <a:pt x="516" y="8451"/>
                </a:lnTo>
                <a:lnTo>
                  <a:pt x="464" y="8348"/>
                </a:lnTo>
                <a:close/>
                <a:moveTo>
                  <a:pt x="1211" y="0"/>
                </a:moveTo>
                <a:lnTo>
                  <a:pt x="954" y="26"/>
                </a:lnTo>
                <a:lnTo>
                  <a:pt x="722" y="103"/>
                </a:lnTo>
                <a:lnTo>
                  <a:pt x="516" y="206"/>
                </a:lnTo>
                <a:lnTo>
                  <a:pt x="361" y="361"/>
                </a:lnTo>
                <a:lnTo>
                  <a:pt x="207" y="541"/>
                </a:lnTo>
                <a:lnTo>
                  <a:pt x="78" y="747"/>
                </a:lnTo>
                <a:lnTo>
                  <a:pt x="26" y="979"/>
                </a:lnTo>
                <a:lnTo>
                  <a:pt x="0" y="1211"/>
                </a:lnTo>
                <a:lnTo>
                  <a:pt x="0" y="2783"/>
                </a:lnTo>
                <a:lnTo>
                  <a:pt x="0" y="2886"/>
                </a:lnTo>
                <a:lnTo>
                  <a:pt x="52" y="2937"/>
                </a:lnTo>
                <a:lnTo>
                  <a:pt x="129" y="2989"/>
                </a:lnTo>
                <a:lnTo>
                  <a:pt x="207" y="3014"/>
                </a:lnTo>
                <a:lnTo>
                  <a:pt x="310" y="2989"/>
                </a:lnTo>
                <a:lnTo>
                  <a:pt x="387" y="2937"/>
                </a:lnTo>
                <a:lnTo>
                  <a:pt x="413" y="2886"/>
                </a:lnTo>
                <a:lnTo>
                  <a:pt x="438" y="2783"/>
                </a:lnTo>
                <a:lnTo>
                  <a:pt x="438" y="1932"/>
                </a:lnTo>
                <a:lnTo>
                  <a:pt x="1237" y="1932"/>
                </a:lnTo>
                <a:lnTo>
                  <a:pt x="1289" y="1958"/>
                </a:lnTo>
                <a:lnTo>
                  <a:pt x="1340" y="2010"/>
                </a:lnTo>
                <a:lnTo>
                  <a:pt x="1366" y="2061"/>
                </a:lnTo>
                <a:lnTo>
                  <a:pt x="1469" y="2216"/>
                </a:lnTo>
                <a:lnTo>
                  <a:pt x="1624" y="2319"/>
                </a:lnTo>
                <a:lnTo>
                  <a:pt x="1778" y="2396"/>
                </a:lnTo>
                <a:lnTo>
                  <a:pt x="1958" y="2422"/>
                </a:lnTo>
                <a:lnTo>
                  <a:pt x="4406" y="2422"/>
                </a:lnTo>
                <a:lnTo>
                  <a:pt x="4586" y="2396"/>
                </a:lnTo>
                <a:lnTo>
                  <a:pt x="4767" y="2319"/>
                </a:lnTo>
                <a:lnTo>
                  <a:pt x="4896" y="2216"/>
                </a:lnTo>
                <a:lnTo>
                  <a:pt x="4999" y="2061"/>
                </a:lnTo>
                <a:lnTo>
                  <a:pt x="5050" y="2010"/>
                </a:lnTo>
                <a:lnTo>
                  <a:pt x="5076" y="1958"/>
                </a:lnTo>
                <a:lnTo>
                  <a:pt x="5153" y="1932"/>
                </a:lnTo>
                <a:lnTo>
                  <a:pt x="5926" y="1932"/>
                </a:lnTo>
                <a:lnTo>
                  <a:pt x="5926" y="7884"/>
                </a:lnTo>
                <a:lnTo>
                  <a:pt x="438" y="7884"/>
                </a:lnTo>
                <a:lnTo>
                  <a:pt x="438" y="3684"/>
                </a:lnTo>
                <a:lnTo>
                  <a:pt x="413" y="3607"/>
                </a:lnTo>
                <a:lnTo>
                  <a:pt x="387" y="3530"/>
                </a:lnTo>
                <a:lnTo>
                  <a:pt x="310" y="3478"/>
                </a:lnTo>
                <a:lnTo>
                  <a:pt x="207" y="3452"/>
                </a:lnTo>
                <a:lnTo>
                  <a:pt x="129" y="3478"/>
                </a:lnTo>
                <a:lnTo>
                  <a:pt x="52" y="3530"/>
                </a:lnTo>
                <a:lnTo>
                  <a:pt x="0" y="3607"/>
                </a:lnTo>
                <a:lnTo>
                  <a:pt x="0" y="3684"/>
                </a:lnTo>
                <a:lnTo>
                  <a:pt x="0" y="8116"/>
                </a:lnTo>
                <a:lnTo>
                  <a:pt x="26" y="8373"/>
                </a:lnTo>
                <a:lnTo>
                  <a:pt x="78" y="8579"/>
                </a:lnTo>
                <a:lnTo>
                  <a:pt x="207" y="8786"/>
                </a:lnTo>
                <a:lnTo>
                  <a:pt x="361" y="8966"/>
                </a:lnTo>
                <a:lnTo>
                  <a:pt x="516" y="9120"/>
                </a:lnTo>
                <a:lnTo>
                  <a:pt x="722" y="9224"/>
                </a:lnTo>
                <a:lnTo>
                  <a:pt x="954" y="9301"/>
                </a:lnTo>
                <a:lnTo>
                  <a:pt x="1211" y="9327"/>
                </a:lnTo>
                <a:lnTo>
                  <a:pt x="5179" y="9327"/>
                </a:lnTo>
                <a:lnTo>
                  <a:pt x="5411" y="9301"/>
                </a:lnTo>
                <a:lnTo>
                  <a:pt x="5643" y="9224"/>
                </a:lnTo>
                <a:lnTo>
                  <a:pt x="5849" y="9120"/>
                </a:lnTo>
                <a:lnTo>
                  <a:pt x="6029" y="8966"/>
                </a:lnTo>
                <a:lnTo>
                  <a:pt x="6184" y="8786"/>
                </a:lnTo>
                <a:lnTo>
                  <a:pt x="6287" y="8579"/>
                </a:lnTo>
                <a:lnTo>
                  <a:pt x="6364" y="8373"/>
                </a:lnTo>
                <a:lnTo>
                  <a:pt x="6390" y="8116"/>
                </a:lnTo>
                <a:lnTo>
                  <a:pt x="6390" y="1211"/>
                </a:lnTo>
                <a:lnTo>
                  <a:pt x="6364" y="979"/>
                </a:lnTo>
                <a:lnTo>
                  <a:pt x="6287" y="747"/>
                </a:lnTo>
                <a:lnTo>
                  <a:pt x="6184" y="541"/>
                </a:lnTo>
                <a:lnTo>
                  <a:pt x="6029" y="361"/>
                </a:lnTo>
                <a:lnTo>
                  <a:pt x="5849" y="206"/>
                </a:lnTo>
                <a:lnTo>
                  <a:pt x="5643" y="103"/>
                </a:lnTo>
                <a:lnTo>
                  <a:pt x="5411" y="26"/>
                </a:lnTo>
                <a:lnTo>
                  <a:pt x="517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42" name="Google Shape;990;p29">
            <a:extLst>
              <a:ext uri="{FF2B5EF4-FFF2-40B4-BE49-F238E27FC236}">
                <a16:creationId xmlns:a16="http://schemas.microsoft.com/office/drawing/2014/main" id="{B9AF673F-C374-15AA-E1F7-AB623A9F94B3}"/>
              </a:ext>
            </a:extLst>
          </p:cNvPr>
          <p:cNvSpPr/>
          <p:nvPr/>
        </p:nvSpPr>
        <p:spPr>
          <a:xfrm>
            <a:off x="7548174" y="1101314"/>
            <a:ext cx="35543" cy="13158"/>
          </a:xfrm>
          <a:custGeom>
            <a:avLst/>
            <a:gdLst/>
            <a:ahLst/>
            <a:cxnLst/>
            <a:rect l="l" t="t" r="r" b="b"/>
            <a:pathLst>
              <a:path w="1186" h="439" extrusionOk="0">
                <a:moveTo>
                  <a:pt x="155" y="1"/>
                </a:moveTo>
                <a:lnTo>
                  <a:pt x="78" y="52"/>
                </a:lnTo>
                <a:lnTo>
                  <a:pt x="26" y="130"/>
                </a:lnTo>
                <a:lnTo>
                  <a:pt x="0" y="207"/>
                </a:lnTo>
                <a:lnTo>
                  <a:pt x="26" y="310"/>
                </a:lnTo>
                <a:lnTo>
                  <a:pt x="78" y="361"/>
                </a:lnTo>
                <a:lnTo>
                  <a:pt x="155" y="413"/>
                </a:lnTo>
                <a:lnTo>
                  <a:pt x="232" y="439"/>
                </a:lnTo>
                <a:lnTo>
                  <a:pt x="980" y="439"/>
                </a:lnTo>
                <a:lnTo>
                  <a:pt x="1057" y="413"/>
                </a:lnTo>
                <a:lnTo>
                  <a:pt x="1134" y="361"/>
                </a:lnTo>
                <a:lnTo>
                  <a:pt x="1186" y="310"/>
                </a:lnTo>
                <a:lnTo>
                  <a:pt x="1186" y="207"/>
                </a:lnTo>
                <a:lnTo>
                  <a:pt x="1186" y="130"/>
                </a:lnTo>
                <a:lnTo>
                  <a:pt x="1134" y="52"/>
                </a:lnTo>
                <a:lnTo>
                  <a:pt x="105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43" name="Google Shape;991;p29">
            <a:extLst>
              <a:ext uri="{FF2B5EF4-FFF2-40B4-BE49-F238E27FC236}">
                <a16:creationId xmlns:a16="http://schemas.microsoft.com/office/drawing/2014/main" id="{7938EE7F-C026-3D4C-7070-4601EA302C54}"/>
              </a:ext>
            </a:extLst>
          </p:cNvPr>
          <p:cNvSpPr/>
          <p:nvPr/>
        </p:nvSpPr>
        <p:spPr>
          <a:xfrm>
            <a:off x="7599900" y="1101314"/>
            <a:ext cx="20888" cy="13158"/>
          </a:xfrm>
          <a:custGeom>
            <a:avLst/>
            <a:gdLst/>
            <a:ahLst/>
            <a:cxnLst/>
            <a:rect l="l" t="t" r="r" b="b"/>
            <a:pathLst>
              <a:path w="697" h="439" extrusionOk="0">
                <a:moveTo>
                  <a:pt x="129" y="1"/>
                </a:moveTo>
                <a:lnTo>
                  <a:pt x="78" y="52"/>
                </a:lnTo>
                <a:lnTo>
                  <a:pt x="26" y="130"/>
                </a:lnTo>
                <a:lnTo>
                  <a:pt x="1" y="207"/>
                </a:lnTo>
                <a:lnTo>
                  <a:pt x="26" y="310"/>
                </a:lnTo>
                <a:lnTo>
                  <a:pt x="78" y="361"/>
                </a:lnTo>
                <a:lnTo>
                  <a:pt x="129" y="413"/>
                </a:lnTo>
                <a:lnTo>
                  <a:pt x="233" y="439"/>
                </a:lnTo>
                <a:lnTo>
                  <a:pt x="464" y="439"/>
                </a:lnTo>
                <a:lnTo>
                  <a:pt x="567" y="413"/>
                </a:lnTo>
                <a:lnTo>
                  <a:pt x="645" y="361"/>
                </a:lnTo>
                <a:lnTo>
                  <a:pt x="671" y="310"/>
                </a:lnTo>
                <a:lnTo>
                  <a:pt x="696" y="207"/>
                </a:lnTo>
                <a:lnTo>
                  <a:pt x="671" y="130"/>
                </a:lnTo>
                <a:lnTo>
                  <a:pt x="645" y="52"/>
                </a:lnTo>
                <a:lnTo>
                  <a:pt x="56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44" name="Google Shape;992;p29">
            <a:extLst>
              <a:ext uri="{FF2B5EF4-FFF2-40B4-BE49-F238E27FC236}">
                <a16:creationId xmlns:a16="http://schemas.microsoft.com/office/drawing/2014/main" id="{0590684B-DB4F-50E4-C641-A3B4FA4B38CA}"/>
              </a:ext>
            </a:extLst>
          </p:cNvPr>
          <p:cNvSpPr/>
          <p:nvPr/>
        </p:nvSpPr>
        <p:spPr>
          <a:xfrm>
            <a:off x="7725767" y="1248809"/>
            <a:ext cx="191498" cy="279584"/>
          </a:xfrm>
          <a:custGeom>
            <a:avLst/>
            <a:gdLst/>
            <a:ahLst/>
            <a:cxnLst/>
            <a:rect l="l" t="t" r="r" b="b"/>
            <a:pathLst>
              <a:path w="6390" h="9328" extrusionOk="0">
                <a:moveTo>
                  <a:pt x="5179" y="439"/>
                </a:moveTo>
                <a:lnTo>
                  <a:pt x="5333" y="464"/>
                </a:lnTo>
                <a:lnTo>
                  <a:pt x="5462" y="516"/>
                </a:lnTo>
                <a:lnTo>
                  <a:pt x="5591" y="568"/>
                </a:lnTo>
                <a:lnTo>
                  <a:pt x="5720" y="671"/>
                </a:lnTo>
                <a:lnTo>
                  <a:pt x="5797" y="774"/>
                </a:lnTo>
                <a:lnTo>
                  <a:pt x="5874" y="902"/>
                </a:lnTo>
                <a:lnTo>
                  <a:pt x="5926" y="1057"/>
                </a:lnTo>
                <a:lnTo>
                  <a:pt x="5926" y="1212"/>
                </a:lnTo>
                <a:lnTo>
                  <a:pt x="5926" y="1469"/>
                </a:lnTo>
                <a:lnTo>
                  <a:pt x="5205" y="1469"/>
                </a:lnTo>
                <a:lnTo>
                  <a:pt x="5024" y="1495"/>
                </a:lnTo>
                <a:lnTo>
                  <a:pt x="4844" y="1572"/>
                </a:lnTo>
                <a:lnTo>
                  <a:pt x="4715" y="1701"/>
                </a:lnTo>
                <a:lnTo>
                  <a:pt x="4612" y="1856"/>
                </a:lnTo>
                <a:lnTo>
                  <a:pt x="4560" y="1907"/>
                </a:lnTo>
                <a:lnTo>
                  <a:pt x="4535" y="1933"/>
                </a:lnTo>
                <a:lnTo>
                  <a:pt x="4457" y="1959"/>
                </a:lnTo>
                <a:lnTo>
                  <a:pt x="1907" y="1959"/>
                </a:lnTo>
                <a:lnTo>
                  <a:pt x="1855" y="1933"/>
                </a:lnTo>
                <a:lnTo>
                  <a:pt x="1804" y="1907"/>
                </a:lnTo>
                <a:lnTo>
                  <a:pt x="1778" y="1856"/>
                </a:lnTo>
                <a:lnTo>
                  <a:pt x="1675" y="1701"/>
                </a:lnTo>
                <a:lnTo>
                  <a:pt x="1520" y="1572"/>
                </a:lnTo>
                <a:lnTo>
                  <a:pt x="1366" y="1495"/>
                </a:lnTo>
                <a:lnTo>
                  <a:pt x="1185" y="1469"/>
                </a:lnTo>
                <a:lnTo>
                  <a:pt x="438" y="1469"/>
                </a:lnTo>
                <a:lnTo>
                  <a:pt x="438" y="1212"/>
                </a:lnTo>
                <a:lnTo>
                  <a:pt x="464" y="1057"/>
                </a:lnTo>
                <a:lnTo>
                  <a:pt x="490" y="902"/>
                </a:lnTo>
                <a:lnTo>
                  <a:pt x="567" y="774"/>
                </a:lnTo>
                <a:lnTo>
                  <a:pt x="670" y="671"/>
                </a:lnTo>
                <a:lnTo>
                  <a:pt x="773" y="568"/>
                </a:lnTo>
                <a:lnTo>
                  <a:pt x="902" y="516"/>
                </a:lnTo>
                <a:lnTo>
                  <a:pt x="1057" y="464"/>
                </a:lnTo>
                <a:lnTo>
                  <a:pt x="1211" y="439"/>
                </a:lnTo>
                <a:close/>
                <a:moveTo>
                  <a:pt x="5900" y="8323"/>
                </a:moveTo>
                <a:lnTo>
                  <a:pt x="5849" y="8451"/>
                </a:lnTo>
                <a:lnTo>
                  <a:pt x="5797" y="8554"/>
                </a:lnTo>
                <a:lnTo>
                  <a:pt x="5720" y="8632"/>
                </a:lnTo>
                <a:lnTo>
                  <a:pt x="5643" y="8709"/>
                </a:lnTo>
                <a:lnTo>
                  <a:pt x="5540" y="8786"/>
                </a:lnTo>
                <a:lnTo>
                  <a:pt x="5411" y="8838"/>
                </a:lnTo>
                <a:lnTo>
                  <a:pt x="5308" y="8864"/>
                </a:lnTo>
                <a:lnTo>
                  <a:pt x="1082" y="8864"/>
                </a:lnTo>
                <a:lnTo>
                  <a:pt x="954" y="8838"/>
                </a:lnTo>
                <a:lnTo>
                  <a:pt x="850" y="8786"/>
                </a:lnTo>
                <a:lnTo>
                  <a:pt x="747" y="8709"/>
                </a:lnTo>
                <a:lnTo>
                  <a:pt x="644" y="8632"/>
                </a:lnTo>
                <a:lnTo>
                  <a:pt x="593" y="8554"/>
                </a:lnTo>
                <a:lnTo>
                  <a:pt x="516" y="8451"/>
                </a:lnTo>
                <a:lnTo>
                  <a:pt x="464" y="8323"/>
                </a:lnTo>
                <a:close/>
                <a:moveTo>
                  <a:pt x="1211" y="1"/>
                </a:moveTo>
                <a:lnTo>
                  <a:pt x="954" y="26"/>
                </a:lnTo>
                <a:lnTo>
                  <a:pt x="722" y="104"/>
                </a:lnTo>
                <a:lnTo>
                  <a:pt x="516" y="207"/>
                </a:lnTo>
                <a:lnTo>
                  <a:pt x="361" y="361"/>
                </a:lnTo>
                <a:lnTo>
                  <a:pt x="206" y="542"/>
                </a:lnTo>
                <a:lnTo>
                  <a:pt x="78" y="748"/>
                </a:lnTo>
                <a:lnTo>
                  <a:pt x="26" y="954"/>
                </a:lnTo>
                <a:lnTo>
                  <a:pt x="0" y="1212"/>
                </a:lnTo>
                <a:lnTo>
                  <a:pt x="0" y="2732"/>
                </a:lnTo>
                <a:lnTo>
                  <a:pt x="0" y="2809"/>
                </a:lnTo>
                <a:lnTo>
                  <a:pt x="52" y="2886"/>
                </a:lnTo>
                <a:lnTo>
                  <a:pt x="129" y="2938"/>
                </a:lnTo>
                <a:lnTo>
                  <a:pt x="206" y="2964"/>
                </a:lnTo>
                <a:lnTo>
                  <a:pt x="309" y="2938"/>
                </a:lnTo>
                <a:lnTo>
                  <a:pt x="387" y="2886"/>
                </a:lnTo>
                <a:lnTo>
                  <a:pt x="412" y="2809"/>
                </a:lnTo>
                <a:lnTo>
                  <a:pt x="438" y="2732"/>
                </a:lnTo>
                <a:lnTo>
                  <a:pt x="438" y="1933"/>
                </a:lnTo>
                <a:lnTo>
                  <a:pt x="1237" y="1933"/>
                </a:lnTo>
                <a:lnTo>
                  <a:pt x="1288" y="1959"/>
                </a:lnTo>
                <a:lnTo>
                  <a:pt x="1340" y="1985"/>
                </a:lnTo>
                <a:lnTo>
                  <a:pt x="1366" y="2036"/>
                </a:lnTo>
                <a:lnTo>
                  <a:pt x="1469" y="2191"/>
                </a:lnTo>
                <a:lnTo>
                  <a:pt x="1623" y="2319"/>
                </a:lnTo>
                <a:lnTo>
                  <a:pt x="1778" y="2397"/>
                </a:lnTo>
                <a:lnTo>
                  <a:pt x="1984" y="2423"/>
                </a:lnTo>
                <a:lnTo>
                  <a:pt x="4406" y="2423"/>
                </a:lnTo>
                <a:lnTo>
                  <a:pt x="4586" y="2397"/>
                </a:lnTo>
                <a:lnTo>
                  <a:pt x="4767" y="2319"/>
                </a:lnTo>
                <a:lnTo>
                  <a:pt x="4895" y="2191"/>
                </a:lnTo>
                <a:lnTo>
                  <a:pt x="4998" y="2036"/>
                </a:lnTo>
                <a:lnTo>
                  <a:pt x="5050" y="1985"/>
                </a:lnTo>
                <a:lnTo>
                  <a:pt x="5076" y="1959"/>
                </a:lnTo>
                <a:lnTo>
                  <a:pt x="5153" y="1933"/>
                </a:lnTo>
                <a:lnTo>
                  <a:pt x="5926" y="1933"/>
                </a:lnTo>
                <a:lnTo>
                  <a:pt x="5926" y="7885"/>
                </a:lnTo>
                <a:lnTo>
                  <a:pt x="438" y="7885"/>
                </a:lnTo>
                <a:lnTo>
                  <a:pt x="438" y="3633"/>
                </a:lnTo>
                <a:lnTo>
                  <a:pt x="412" y="3530"/>
                </a:lnTo>
                <a:lnTo>
                  <a:pt x="387" y="3479"/>
                </a:lnTo>
                <a:lnTo>
                  <a:pt x="309" y="3427"/>
                </a:lnTo>
                <a:lnTo>
                  <a:pt x="206" y="3402"/>
                </a:lnTo>
                <a:lnTo>
                  <a:pt x="129" y="3427"/>
                </a:lnTo>
                <a:lnTo>
                  <a:pt x="52" y="3479"/>
                </a:lnTo>
                <a:lnTo>
                  <a:pt x="0" y="3530"/>
                </a:lnTo>
                <a:lnTo>
                  <a:pt x="0" y="3633"/>
                </a:lnTo>
                <a:lnTo>
                  <a:pt x="0" y="8116"/>
                </a:lnTo>
                <a:lnTo>
                  <a:pt x="26" y="8348"/>
                </a:lnTo>
                <a:lnTo>
                  <a:pt x="78" y="8580"/>
                </a:lnTo>
                <a:lnTo>
                  <a:pt x="206" y="8786"/>
                </a:lnTo>
                <a:lnTo>
                  <a:pt x="361" y="8967"/>
                </a:lnTo>
                <a:lnTo>
                  <a:pt x="516" y="9095"/>
                </a:lnTo>
                <a:lnTo>
                  <a:pt x="722" y="9224"/>
                </a:lnTo>
                <a:lnTo>
                  <a:pt x="954" y="9302"/>
                </a:lnTo>
                <a:lnTo>
                  <a:pt x="1211" y="9327"/>
                </a:lnTo>
                <a:lnTo>
                  <a:pt x="5179" y="9327"/>
                </a:lnTo>
                <a:lnTo>
                  <a:pt x="5411" y="9302"/>
                </a:lnTo>
                <a:lnTo>
                  <a:pt x="5643" y="9224"/>
                </a:lnTo>
                <a:lnTo>
                  <a:pt x="5849" y="9095"/>
                </a:lnTo>
                <a:lnTo>
                  <a:pt x="6029" y="8967"/>
                </a:lnTo>
                <a:lnTo>
                  <a:pt x="6184" y="8786"/>
                </a:lnTo>
                <a:lnTo>
                  <a:pt x="6287" y="8580"/>
                </a:lnTo>
                <a:lnTo>
                  <a:pt x="6364" y="8348"/>
                </a:lnTo>
                <a:lnTo>
                  <a:pt x="6390" y="8116"/>
                </a:lnTo>
                <a:lnTo>
                  <a:pt x="6390" y="1212"/>
                </a:lnTo>
                <a:lnTo>
                  <a:pt x="6364" y="954"/>
                </a:lnTo>
                <a:lnTo>
                  <a:pt x="6287" y="748"/>
                </a:lnTo>
                <a:lnTo>
                  <a:pt x="6184" y="542"/>
                </a:lnTo>
                <a:lnTo>
                  <a:pt x="6029" y="361"/>
                </a:lnTo>
                <a:lnTo>
                  <a:pt x="5849" y="207"/>
                </a:lnTo>
                <a:lnTo>
                  <a:pt x="5643" y="104"/>
                </a:lnTo>
                <a:lnTo>
                  <a:pt x="5411" y="26"/>
                </a:lnTo>
                <a:lnTo>
                  <a:pt x="517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45" name="Google Shape;993;p29">
            <a:extLst>
              <a:ext uri="{FF2B5EF4-FFF2-40B4-BE49-F238E27FC236}">
                <a16:creationId xmlns:a16="http://schemas.microsoft.com/office/drawing/2014/main" id="{F864A824-7FB8-C47A-1E15-9F763FC1EE2D}"/>
              </a:ext>
            </a:extLst>
          </p:cNvPr>
          <p:cNvSpPr/>
          <p:nvPr/>
        </p:nvSpPr>
        <p:spPr>
          <a:xfrm>
            <a:off x="7784445" y="1278152"/>
            <a:ext cx="35543" cy="13158"/>
          </a:xfrm>
          <a:custGeom>
            <a:avLst/>
            <a:gdLst/>
            <a:ahLst/>
            <a:cxnLst/>
            <a:rect l="l" t="t" r="r" b="b"/>
            <a:pathLst>
              <a:path w="1186" h="439" extrusionOk="0">
                <a:moveTo>
                  <a:pt x="232" y="1"/>
                </a:moveTo>
                <a:lnTo>
                  <a:pt x="155" y="27"/>
                </a:lnTo>
                <a:lnTo>
                  <a:pt x="78" y="78"/>
                </a:lnTo>
                <a:lnTo>
                  <a:pt x="26" y="130"/>
                </a:lnTo>
                <a:lnTo>
                  <a:pt x="0" y="233"/>
                </a:lnTo>
                <a:lnTo>
                  <a:pt x="26" y="310"/>
                </a:lnTo>
                <a:lnTo>
                  <a:pt x="78" y="387"/>
                </a:lnTo>
                <a:lnTo>
                  <a:pt x="155" y="439"/>
                </a:lnTo>
                <a:lnTo>
                  <a:pt x="1057" y="439"/>
                </a:lnTo>
                <a:lnTo>
                  <a:pt x="1134" y="387"/>
                </a:lnTo>
                <a:lnTo>
                  <a:pt x="1185" y="310"/>
                </a:lnTo>
                <a:lnTo>
                  <a:pt x="1185" y="233"/>
                </a:lnTo>
                <a:lnTo>
                  <a:pt x="1185" y="130"/>
                </a:lnTo>
                <a:lnTo>
                  <a:pt x="1134" y="78"/>
                </a:lnTo>
                <a:lnTo>
                  <a:pt x="1057" y="27"/>
                </a:lnTo>
                <a:lnTo>
                  <a:pt x="97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46" name="Google Shape;994;p29">
            <a:extLst>
              <a:ext uri="{FF2B5EF4-FFF2-40B4-BE49-F238E27FC236}">
                <a16:creationId xmlns:a16="http://schemas.microsoft.com/office/drawing/2014/main" id="{DE1097F9-F1ED-8E5A-1565-E064287EF9DA}"/>
              </a:ext>
            </a:extLst>
          </p:cNvPr>
          <p:cNvSpPr/>
          <p:nvPr/>
        </p:nvSpPr>
        <p:spPr>
          <a:xfrm>
            <a:off x="7836171" y="1278152"/>
            <a:ext cx="20888" cy="13158"/>
          </a:xfrm>
          <a:custGeom>
            <a:avLst/>
            <a:gdLst/>
            <a:ahLst/>
            <a:cxnLst/>
            <a:rect l="l" t="t" r="r" b="b"/>
            <a:pathLst>
              <a:path w="697" h="439" extrusionOk="0">
                <a:moveTo>
                  <a:pt x="232" y="1"/>
                </a:moveTo>
                <a:lnTo>
                  <a:pt x="155" y="27"/>
                </a:lnTo>
                <a:lnTo>
                  <a:pt x="78" y="78"/>
                </a:lnTo>
                <a:lnTo>
                  <a:pt x="26" y="130"/>
                </a:lnTo>
                <a:lnTo>
                  <a:pt x="0" y="233"/>
                </a:lnTo>
                <a:lnTo>
                  <a:pt x="26" y="310"/>
                </a:lnTo>
                <a:lnTo>
                  <a:pt x="78" y="387"/>
                </a:lnTo>
                <a:lnTo>
                  <a:pt x="155" y="439"/>
                </a:lnTo>
                <a:lnTo>
                  <a:pt x="567" y="439"/>
                </a:lnTo>
                <a:lnTo>
                  <a:pt x="645" y="387"/>
                </a:lnTo>
                <a:lnTo>
                  <a:pt x="670" y="310"/>
                </a:lnTo>
                <a:lnTo>
                  <a:pt x="696" y="233"/>
                </a:lnTo>
                <a:lnTo>
                  <a:pt x="670" y="130"/>
                </a:lnTo>
                <a:lnTo>
                  <a:pt x="645" y="78"/>
                </a:lnTo>
                <a:lnTo>
                  <a:pt x="567" y="27"/>
                </a:lnTo>
                <a:lnTo>
                  <a:pt x="46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47" name="Google Shape;995;p29">
            <a:extLst>
              <a:ext uri="{FF2B5EF4-FFF2-40B4-BE49-F238E27FC236}">
                <a16:creationId xmlns:a16="http://schemas.microsoft.com/office/drawing/2014/main" id="{D6089D8E-CAC2-A59A-5103-E1B0E8C62BCD}"/>
              </a:ext>
            </a:extLst>
          </p:cNvPr>
          <p:cNvSpPr/>
          <p:nvPr/>
        </p:nvSpPr>
        <p:spPr>
          <a:xfrm>
            <a:off x="7784445" y="1352304"/>
            <a:ext cx="72613" cy="101187"/>
          </a:xfrm>
          <a:custGeom>
            <a:avLst/>
            <a:gdLst/>
            <a:ahLst/>
            <a:cxnLst/>
            <a:rect l="l" t="t" r="r" b="b"/>
            <a:pathLst>
              <a:path w="2423" h="3376" extrusionOk="0">
                <a:moveTo>
                  <a:pt x="1314" y="0"/>
                </a:moveTo>
                <a:lnTo>
                  <a:pt x="1160" y="26"/>
                </a:lnTo>
                <a:lnTo>
                  <a:pt x="1005" y="52"/>
                </a:lnTo>
                <a:lnTo>
                  <a:pt x="851" y="103"/>
                </a:lnTo>
                <a:lnTo>
                  <a:pt x="722" y="155"/>
                </a:lnTo>
                <a:lnTo>
                  <a:pt x="541" y="284"/>
                </a:lnTo>
                <a:lnTo>
                  <a:pt x="413" y="464"/>
                </a:lnTo>
                <a:lnTo>
                  <a:pt x="335" y="644"/>
                </a:lnTo>
                <a:lnTo>
                  <a:pt x="309" y="876"/>
                </a:lnTo>
                <a:lnTo>
                  <a:pt x="309" y="1056"/>
                </a:lnTo>
                <a:lnTo>
                  <a:pt x="361" y="1237"/>
                </a:lnTo>
                <a:lnTo>
                  <a:pt x="413" y="1391"/>
                </a:lnTo>
                <a:lnTo>
                  <a:pt x="464" y="1520"/>
                </a:lnTo>
                <a:lnTo>
                  <a:pt x="232" y="1520"/>
                </a:lnTo>
                <a:lnTo>
                  <a:pt x="155" y="1546"/>
                </a:lnTo>
                <a:lnTo>
                  <a:pt x="78" y="1597"/>
                </a:lnTo>
                <a:lnTo>
                  <a:pt x="26" y="1649"/>
                </a:lnTo>
                <a:lnTo>
                  <a:pt x="0" y="1752"/>
                </a:lnTo>
                <a:lnTo>
                  <a:pt x="26" y="1829"/>
                </a:lnTo>
                <a:lnTo>
                  <a:pt x="78" y="1907"/>
                </a:lnTo>
                <a:lnTo>
                  <a:pt x="155" y="1958"/>
                </a:lnTo>
                <a:lnTo>
                  <a:pt x="644" y="1958"/>
                </a:lnTo>
                <a:lnTo>
                  <a:pt x="644" y="2010"/>
                </a:lnTo>
                <a:lnTo>
                  <a:pt x="670" y="2190"/>
                </a:lnTo>
                <a:lnTo>
                  <a:pt x="644" y="2345"/>
                </a:lnTo>
                <a:lnTo>
                  <a:pt x="567" y="2499"/>
                </a:lnTo>
                <a:lnTo>
                  <a:pt x="438" y="2705"/>
                </a:lnTo>
                <a:lnTo>
                  <a:pt x="206" y="3015"/>
                </a:lnTo>
                <a:lnTo>
                  <a:pt x="181" y="3066"/>
                </a:lnTo>
                <a:lnTo>
                  <a:pt x="155" y="3118"/>
                </a:lnTo>
                <a:lnTo>
                  <a:pt x="155" y="3169"/>
                </a:lnTo>
                <a:lnTo>
                  <a:pt x="181" y="3246"/>
                </a:lnTo>
                <a:lnTo>
                  <a:pt x="206" y="3298"/>
                </a:lnTo>
                <a:lnTo>
                  <a:pt x="258" y="3324"/>
                </a:lnTo>
                <a:lnTo>
                  <a:pt x="309" y="3349"/>
                </a:lnTo>
                <a:lnTo>
                  <a:pt x="361" y="3375"/>
                </a:lnTo>
                <a:lnTo>
                  <a:pt x="2293" y="3375"/>
                </a:lnTo>
                <a:lnTo>
                  <a:pt x="2371" y="3324"/>
                </a:lnTo>
                <a:lnTo>
                  <a:pt x="2396" y="3246"/>
                </a:lnTo>
                <a:lnTo>
                  <a:pt x="2422" y="3169"/>
                </a:lnTo>
                <a:lnTo>
                  <a:pt x="2396" y="3066"/>
                </a:lnTo>
                <a:lnTo>
                  <a:pt x="2371" y="2989"/>
                </a:lnTo>
                <a:lnTo>
                  <a:pt x="2293" y="2963"/>
                </a:lnTo>
                <a:lnTo>
                  <a:pt x="2216" y="2937"/>
                </a:lnTo>
                <a:lnTo>
                  <a:pt x="825" y="2911"/>
                </a:lnTo>
                <a:lnTo>
                  <a:pt x="979" y="2680"/>
                </a:lnTo>
                <a:lnTo>
                  <a:pt x="1082" y="2473"/>
                </a:lnTo>
                <a:lnTo>
                  <a:pt x="1108" y="2242"/>
                </a:lnTo>
                <a:lnTo>
                  <a:pt x="1108" y="1958"/>
                </a:lnTo>
                <a:lnTo>
                  <a:pt x="1598" y="1958"/>
                </a:lnTo>
                <a:lnTo>
                  <a:pt x="1675" y="1907"/>
                </a:lnTo>
                <a:lnTo>
                  <a:pt x="1726" y="1829"/>
                </a:lnTo>
                <a:lnTo>
                  <a:pt x="1726" y="1752"/>
                </a:lnTo>
                <a:lnTo>
                  <a:pt x="1726" y="1649"/>
                </a:lnTo>
                <a:lnTo>
                  <a:pt x="1675" y="1597"/>
                </a:lnTo>
                <a:lnTo>
                  <a:pt x="1598" y="1546"/>
                </a:lnTo>
                <a:lnTo>
                  <a:pt x="1520" y="1520"/>
                </a:lnTo>
                <a:lnTo>
                  <a:pt x="979" y="1520"/>
                </a:lnTo>
                <a:lnTo>
                  <a:pt x="902" y="1391"/>
                </a:lnTo>
                <a:lnTo>
                  <a:pt x="825" y="1237"/>
                </a:lnTo>
                <a:lnTo>
                  <a:pt x="773" y="1056"/>
                </a:lnTo>
                <a:lnTo>
                  <a:pt x="747" y="876"/>
                </a:lnTo>
                <a:lnTo>
                  <a:pt x="747" y="773"/>
                </a:lnTo>
                <a:lnTo>
                  <a:pt x="799" y="696"/>
                </a:lnTo>
                <a:lnTo>
                  <a:pt x="851" y="618"/>
                </a:lnTo>
                <a:lnTo>
                  <a:pt x="954" y="541"/>
                </a:lnTo>
                <a:lnTo>
                  <a:pt x="1108" y="490"/>
                </a:lnTo>
                <a:lnTo>
                  <a:pt x="1314" y="464"/>
                </a:lnTo>
                <a:lnTo>
                  <a:pt x="1495" y="490"/>
                </a:lnTo>
                <a:lnTo>
                  <a:pt x="1649" y="541"/>
                </a:lnTo>
                <a:lnTo>
                  <a:pt x="1752" y="618"/>
                </a:lnTo>
                <a:lnTo>
                  <a:pt x="1830" y="696"/>
                </a:lnTo>
                <a:lnTo>
                  <a:pt x="1907" y="773"/>
                </a:lnTo>
                <a:lnTo>
                  <a:pt x="1933" y="876"/>
                </a:lnTo>
                <a:lnTo>
                  <a:pt x="1984" y="953"/>
                </a:lnTo>
                <a:lnTo>
                  <a:pt x="2036" y="1005"/>
                </a:lnTo>
                <a:lnTo>
                  <a:pt x="2113" y="1031"/>
                </a:lnTo>
                <a:lnTo>
                  <a:pt x="2216" y="1005"/>
                </a:lnTo>
                <a:lnTo>
                  <a:pt x="2293" y="979"/>
                </a:lnTo>
                <a:lnTo>
                  <a:pt x="2345" y="902"/>
                </a:lnTo>
                <a:lnTo>
                  <a:pt x="2371" y="825"/>
                </a:lnTo>
                <a:lnTo>
                  <a:pt x="2371" y="747"/>
                </a:lnTo>
                <a:lnTo>
                  <a:pt x="2293" y="567"/>
                </a:lnTo>
                <a:lnTo>
                  <a:pt x="2190" y="412"/>
                </a:lnTo>
                <a:lnTo>
                  <a:pt x="2061" y="284"/>
                </a:lnTo>
                <a:lnTo>
                  <a:pt x="1881" y="155"/>
                </a:lnTo>
                <a:lnTo>
                  <a:pt x="1752" y="103"/>
                </a:lnTo>
                <a:lnTo>
                  <a:pt x="1623" y="52"/>
                </a:lnTo>
                <a:lnTo>
                  <a:pt x="1469" y="26"/>
                </a:lnTo>
                <a:lnTo>
                  <a:pt x="131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48" name="Google Shape;996;p29">
            <a:extLst>
              <a:ext uri="{FF2B5EF4-FFF2-40B4-BE49-F238E27FC236}">
                <a16:creationId xmlns:a16="http://schemas.microsoft.com/office/drawing/2014/main" id="{1BE1A94E-2895-DFC0-81B5-E7C997260897}"/>
              </a:ext>
            </a:extLst>
          </p:cNvPr>
          <p:cNvSpPr/>
          <p:nvPr/>
        </p:nvSpPr>
        <p:spPr>
          <a:xfrm>
            <a:off x="7696428" y="1101314"/>
            <a:ext cx="163718" cy="131310"/>
          </a:xfrm>
          <a:custGeom>
            <a:avLst/>
            <a:gdLst/>
            <a:ahLst/>
            <a:cxnLst/>
            <a:rect l="l" t="t" r="r" b="b"/>
            <a:pathLst>
              <a:path w="5463" h="4381" extrusionOk="0">
                <a:moveTo>
                  <a:pt x="4148" y="439"/>
                </a:moveTo>
                <a:lnTo>
                  <a:pt x="4251" y="465"/>
                </a:lnTo>
                <a:lnTo>
                  <a:pt x="4354" y="516"/>
                </a:lnTo>
                <a:lnTo>
                  <a:pt x="4406" y="593"/>
                </a:lnTo>
                <a:lnTo>
                  <a:pt x="4432" y="696"/>
                </a:lnTo>
                <a:lnTo>
                  <a:pt x="4432" y="2629"/>
                </a:lnTo>
                <a:lnTo>
                  <a:pt x="4457" y="2758"/>
                </a:lnTo>
                <a:lnTo>
                  <a:pt x="4535" y="2861"/>
                </a:lnTo>
                <a:lnTo>
                  <a:pt x="4638" y="2938"/>
                </a:lnTo>
                <a:lnTo>
                  <a:pt x="4767" y="2964"/>
                </a:lnTo>
                <a:lnTo>
                  <a:pt x="4921" y="2964"/>
                </a:lnTo>
                <a:lnTo>
                  <a:pt x="4148" y="3865"/>
                </a:lnTo>
                <a:lnTo>
                  <a:pt x="3401" y="2964"/>
                </a:lnTo>
                <a:lnTo>
                  <a:pt x="3530" y="2964"/>
                </a:lnTo>
                <a:lnTo>
                  <a:pt x="3684" y="2938"/>
                </a:lnTo>
                <a:lnTo>
                  <a:pt x="3788" y="2861"/>
                </a:lnTo>
                <a:lnTo>
                  <a:pt x="3865" y="2758"/>
                </a:lnTo>
                <a:lnTo>
                  <a:pt x="3891" y="2629"/>
                </a:lnTo>
                <a:lnTo>
                  <a:pt x="3891" y="1444"/>
                </a:lnTo>
                <a:lnTo>
                  <a:pt x="3865" y="1341"/>
                </a:lnTo>
                <a:lnTo>
                  <a:pt x="3839" y="1263"/>
                </a:lnTo>
                <a:lnTo>
                  <a:pt x="3813" y="1186"/>
                </a:lnTo>
                <a:lnTo>
                  <a:pt x="3736" y="1109"/>
                </a:lnTo>
                <a:lnTo>
                  <a:pt x="3684" y="1057"/>
                </a:lnTo>
                <a:lnTo>
                  <a:pt x="3607" y="1006"/>
                </a:lnTo>
                <a:lnTo>
                  <a:pt x="3504" y="980"/>
                </a:lnTo>
                <a:lnTo>
                  <a:pt x="464" y="980"/>
                </a:lnTo>
                <a:lnTo>
                  <a:pt x="438" y="954"/>
                </a:lnTo>
                <a:lnTo>
                  <a:pt x="438" y="465"/>
                </a:lnTo>
                <a:lnTo>
                  <a:pt x="464" y="439"/>
                </a:lnTo>
                <a:close/>
                <a:moveTo>
                  <a:pt x="361" y="1"/>
                </a:moveTo>
                <a:lnTo>
                  <a:pt x="284" y="27"/>
                </a:lnTo>
                <a:lnTo>
                  <a:pt x="206" y="78"/>
                </a:lnTo>
                <a:lnTo>
                  <a:pt x="129" y="130"/>
                </a:lnTo>
                <a:lnTo>
                  <a:pt x="77" y="207"/>
                </a:lnTo>
                <a:lnTo>
                  <a:pt x="26" y="284"/>
                </a:lnTo>
                <a:lnTo>
                  <a:pt x="0" y="361"/>
                </a:lnTo>
                <a:lnTo>
                  <a:pt x="0" y="465"/>
                </a:lnTo>
                <a:lnTo>
                  <a:pt x="0" y="954"/>
                </a:lnTo>
                <a:lnTo>
                  <a:pt x="0" y="1057"/>
                </a:lnTo>
                <a:lnTo>
                  <a:pt x="26" y="1134"/>
                </a:lnTo>
                <a:lnTo>
                  <a:pt x="77" y="1212"/>
                </a:lnTo>
                <a:lnTo>
                  <a:pt x="129" y="1289"/>
                </a:lnTo>
                <a:lnTo>
                  <a:pt x="206" y="1341"/>
                </a:lnTo>
                <a:lnTo>
                  <a:pt x="284" y="1392"/>
                </a:lnTo>
                <a:lnTo>
                  <a:pt x="361" y="1418"/>
                </a:lnTo>
                <a:lnTo>
                  <a:pt x="3427" y="1418"/>
                </a:lnTo>
                <a:lnTo>
                  <a:pt x="3427" y="1444"/>
                </a:lnTo>
                <a:lnTo>
                  <a:pt x="3427" y="2526"/>
                </a:lnTo>
                <a:lnTo>
                  <a:pt x="3195" y="2526"/>
                </a:lnTo>
                <a:lnTo>
                  <a:pt x="3092" y="2551"/>
                </a:lnTo>
                <a:lnTo>
                  <a:pt x="2989" y="2577"/>
                </a:lnTo>
                <a:lnTo>
                  <a:pt x="2937" y="2629"/>
                </a:lnTo>
                <a:lnTo>
                  <a:pt x="2860" y="2732"/>
                </a:lnTo>
                <a:lnTo>
                  <a:pt x="2834" y="2809"/>
                </a:lnTo>
                <a:lnTo>
                  <a:pt x="2834" y="2912"/>
                </a:lnTo>
                <a:lnTo>
                  <a:pt x="2860" y="3015"/>
                </a:lnTo>
                <a:lnTo>
                  <a:pt x="2912" y="3092"/>
                </a:lnTo>
                <a:lnTo>
                  <a:pt x="3891" y="4252"/>
                </a:lnTo>
                <a:lnTo>
                  <a:pt x="3942" y="4303"/>
                </a:lnTo>
                <a:lnTo>
                  <a:pt x="4019" y="4355"/>
                </a:lnTo>
                <a:lnTo>
                  <a:pt x="4071" y="4381"/>
                </a:lnTo>
                <a:lnTo>
                  <a:pt x="4226" y="4381"/>
                </a:lnTo>
                <a:lnTo>
                  <a:pt x="4303" y="4355"/>
                </a:lnTo>
                <a:lnTo>
                  <a:pt x="4354" y="4303"/>
                </a:lnTo>
                <a:lnTo>
                  <a:pt x="4432" y="4252"/>
                </a:lnTo>
                <a:lnTo>
                  <a:pt x="5385" y="3092"/>
                </a:lnTo>
                <a:lnTo>
                  <a:pt x="5436" y="3015"/>
                </a:lnTo>
                <a:lnTo>
                  <a:pt x="5462" y="2912"/>
                </a:lnTo>
                <a:lnTo>
                  <a:pt x="5462" y="2809"/>
                </a:lnTo>
                <a:lnTo>
                  <a:pt x="5436" y="2732"/>
                </a:lnTo>
                <a:lnTo>
                  <a:pt x="5385" y="2629"/>
                </a:lnTo>
                <a:lnTo>
                  <a:pt x="5308" y="2577"/>
                </a:lnTo>
                <a:lnTo>
                  <a:pt x="5230" y="2551"/>
                </a:lnTo>
                <a:lnTo>
                  <a:pt x="5127" y="2526"/>
                </a:lnTo>
                <a:lnTo>
                  <a:pt x="4870" y="2526"/>
                </a:lnTo>
                <a:lnTo>
                  <a:pt x="4870" y="696"/>
                </a:lnTo>
                <a:lnTo>
                  <a:pt x="4844" y="568"/>
                </a:lnTo>
                <a:lnTo>
                  <a:pt x="4818" y="439"/>
                </a:lnTo>
                <a:lnTo>
                  <a:pt x="4741" y="310"/>
                </a:lnTo>
                <a:lnTo>
                  <a:pt x="4663" y="207"/>
                </a:lnTo>
                <a:lnTo>
                  <a:pt x="4560" y="104"/>
                </a:lnTo>
                <a:lnTo>
                  <a:pt x="4432" y="52"/>
                </a:lnTo>
                <a:lnTo>
                  <a:pt x="430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cs typeface="Times New Roman"/>
            </a:endParaRPr>
          </a:p>
        </p:txBody>
      </p:sp>
      <p:sp>
        <p:nvSpPr>
          <p:cNvPr id="57" name="Google Shape;1001;p29">
            <a:extLst>
              <a:ext uri="{FF2B5EF4-FFF2-40B4-BE49-F238E27FC236}">
                <a16:creationId xmlns:a16="http://schemas.microsoft.com/office/drawing/2014/main" id="{B645D5AA-62CD-591C-D2AA-156F7FDB6D8A}"/>
              </a:ext>
            </a:extLst>
          </p:cNvPr>
          <p:cNvSpPr txBox="1"/>
          <p:nvPr/>
        </p:nvSpPr>
        <p:spPr>
          <a:xfrm>
            <a:off x="637200" y="1729257"/>
            <a:ext cx="1061728" cy="270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800" b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I</a:t>
            </a:r>
          </a:p>
        </p:txBody>
      </p:sp>
      <p:sp>
        <p:nvSpPr>
          <p:cNvPr id="86" name="Google Shape;2043;p44">
            <a:extLst>
              <a:ext uri="{FF2B5EF4-FFF2-40B4-BE49-F238E27FC236}">
                <a16:creationId xmlns:a16="http://schemas.microsoft.com/office/drawing/2014/main" id="{751258B9-965D-310C-C592-E27E1B7EEFFD}"/>
              </a:ext>
            </a:extLst>
          </p:cNvPr>
          <p:cNvSpPr/>
          <p:nvPr/>
        </p:nvSpPr>
        <p:spPr>
          <a:xfrm>
            <a:off x="254769" y="2002048"/>
            <a:ext cx="1877113" cy="2945927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b="1" err="1">
                <a:latin typeface="Times New Roman"/>
                <a:cs typeface="Times New Roman"/>
              </a:rPr>
              <a:t>Bổ</a:t>
            </a:r>
            <a:r>
              <a:rPr lang="en-US" b="1">
                <a:latin typeface="Times New Roman"/>
                <a:cs typeface="Times New Roman"/>
              </a:rPr>
              <a:t> sung </a:t>
            </a:r>
            <a:r>
              <a:rPr lang="en-US" b="1" err="1">
                <a:latin typeface="Times New Roman"/>
                <a:cs typeface="Times New Roman"/>
              </a:rPr>
              <a:t>sản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phẩm</a:t>
            </a:r>
            <a:r>
              <a:rPr lang="en-US" b="1">
                <a:latin typeface="Times New Roman"/>
                <a:cs typeface="Times New Roman"/>
              </a:rPr>
              <a:t>:</a:t>
            </a:r>
            <a:endParaRPr lang="en-US"/>
          </a:p>
          <a:p>
            <a:pPr algn="just"/>
            <a:r>
              <a:rPr lang="en-US" err="1">
                <a:latin typeface="Times New Roman"/>
                <a:cs typeface="Times New Roman"/>
              </a:rPr>
              <a:t>Nhóm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chất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lượng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cao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người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trên</a:t>
            </a:r>
            <a:r>
              <a:rPr lang="en-US">
                <a:latin typeface="Times New Roman"/>
                <a:cs typeface="Times New Roman"/>
              </a:rPr>
              <a:t> 55 </a:t>
            </a:r>
            <a:r>
              <a:rPr lang="en-US" err="1">
                <a:latin typeface="Times New Roman"/>
                <a:cs typeface="Times New Roman"/>
              </a:rPr>
              <a:t>tuổi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với</a:t>
            </a:r>
            <a:r>
              <a:rPr lang="en-US">
                <a:latin typeface="Times New Roman"/>
                <a:cs typeface="Times New Roman"/>
              </a:rPr>
              <a:t> chi </a:t>
            </a:r>
            <a:r>
              <a:rPr lang="en-US" err="1">
                <a:latin typeface="Times New Roman"/>
                <a:cs typeface="Times New Roman"/>
              </a:rPr>
              <a:t>tiêu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ổn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định</a:t>
            </a:r>
            <a:r>
              <a:rPr lang="en-US">
                <a:latin typeface="Times New Roman"/>
                <a:cs typeface="Times New Roman"/>
              </a:rPr>
              <a:t>, credit score </a:t>
            </a:r>
            <a:r>
              <a:rPr lang="en-US" err="1">
                <a:latin typeface="Times New Roman"/>
                <a:cs typeface="Times New Roman"/>
              </a:rPr>
              <a:t>cao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số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dư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tài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khoản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lớn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nên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được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ưu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tiên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chăm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sóc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có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những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sản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phẩm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riêng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phù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hợp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hơn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với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lứa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tuổi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như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kết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hợp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với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dịch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vụ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chăm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sóc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sức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khỏe</a:t>
            </a:r>
            <a:r>
              <a:rPr lang="en-US">
                <a:latin typeface="Times New Roman"/>
                <a:cs typeface="Times New Roman"/>
              </a:rPr>
              <a:t> hay </a:t>
            </a:r>
            <a:r>
              <a:rPr lang="en-US" err="1">
                <a:latin typeface="Times New Roman"/>
                <a:cs typeface="Times New Roman"/>
              </a:rPr>
              <a:t>bảo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hiểm</a:t>
            </a:r>
            <a:r>
              <a:rPr lang="en-US">
                <a:latin typeface="Times New Roman"/>
                <a:cs typeface="Times New Roman"/>
              </a:rPr>
              <a:t>.</a:t>
            </a:r>
            <a:endParaRPr lang="en-US"/>
          </a:p>
        </p:txBody>
      </p:sp>
      <p:sp>
        <p:nvSpPr>
          <p:cNvPr id="88" name="Google Shape;2043;p44">
            <a:extLst>
              <a:ext uri="{FF2B5EF4-FFF2-40B4-BE49-F238E27FC236}">
                <a16:creationId xmlns:a16="http://schemas.microsoft.com/office/drawing/2014/main" id="{87B961B7-A4A7-DE0C-BC8C-74961CB4AACC}"/>
              </a:ext>
            </a:extLst>
          </p:cNvPr>
          <p:cNvSpPr/>
          <p:nvPr/>
        </p:nvSpPr>
        <p:spPr>
          <a:xfrm>
            <a:off x="2255018" y="2002052"/>
            <a:ext cx="1877110" cy="2953252"/>
          </a:xfrm>
          <a:prstGeom prst="rect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b="1" err="1">
                <a:latin typeface="Times New Roman"/>
                <a:cs typeface="Times New Roman"/>
              </a:rPr>
              <a:t>Tích</a:t>
            </a:r>
            <a:r>
              <a:rPr lang="en-US" b="1">
                <a:latin typeface="Times New Roman"/>
                <a:cs typeface="Times New Roman"/>
              </a:rPr>
              <a:t> </a:t>
            </a:r>
            <a:r>
              <a:rPr lang="en-US" b="1" err="1">
                <a:latin typeface="Times New Roman"/>
                <a:cs typeface="Times New Roman"/>
              </a:rPr>
              <a:t>cực</a:t>
            </a:r>
            <a:r>
              <a:rPr lang="en-US" b="1">
                <a:latin typeface="Times New Roman"/>
                <a:cs typeface="Times New Roman"/>
              </a:rPr>
              <a:t> </a:t>
            </a:r>
            <a:r>
              <a:rPr lang="en-US" b="1" err="1">
                <a:latin typeface="Times New Roman"/>
                <a:cs typeface="Times New Roman"/>
              </a:rPr>
              <a:t>bán</a:t>
            </a:r>
            <a:r>
              <a:rPr lang="en-US" b="1">
                <a:latin typeface="Times New Roman"/>
                <a:cs typeface="Times New Roman"/>
              </a:rPr>
              <a:t> </a:t>
            </a:r>
            <a:r>
              <a:rPr lang="en-US" b="1" err="1">
                <a:latin typeface="Times New Roman"/>
                <a:cs typeface="Times New Roman"/>
              </a:rPr>
              <a:t>hàng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cho</a:t>
            </a:r>
            <a:r>
              <a:rPr lang="en-US" b="1">
                <a:latin typeface="Times New Roman"/>
                <a:cs typeface="Times New Roman"/>
              </a:rPr>
              <a:t> </a:t>
            </a:r>
            <a:r>
              <a:rPr lang="en-US" b="1" err="1">
                <a:latin typeface="Times New Roman"/>
                <a:cs typeface="Times New Roman"/>
              </a:rPr>
              <a:t>nhóm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chỉ</a:t>
            </a:r>
            <a:r>
              <a:rPr lang="en-US" b="1">
                <a:latin typeface="Times New Roman"/>
                <a:cs typeface="Times New Roman"/>
              </a:rPr>
              <a:t> 1 </a:t>
            </a:r>
            <a:r>
              <a:rPr lang="en-US" b="1" err="1">
                <a:latin typeface="Times New Roman"/>
                <a:cs typeface="Times New Roman"/>
              </a:rPr>
              <a:t>sản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phẩm</a:t>
            </a:r>
            <a:r>
              <a:rPr lang="en-US" b="1">
                <a:latin typeface="Times New Roman"/>
                <a:cs typeface="Times New Roman"/>
              </a:rPr>
              <a:t>:</a:t>
            </a:r>
            <a:endParaRPr lang="en-US"/>
          </a:p>
          <a:p>
            <a:pPr algn="just"/>
            <a:r>
              <a:rPr lang="en-US" err="1">
                <a:latin typeface="Times New Roman"/>
                <a:cs typeface="Times New Roman"/>
              </a:rPr>
              <a:t>Nhóm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này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phần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lớn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rời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đi</a:t>
            </a:r>
            <a:r>
              <a:rPr lang="en-US">
                <a:latin typeface="Times New Roman"/>
                <a:cs typeface="Times New Roman"/>
              </a:rPr>
              <a:t> do </a:t>
            </a:r>
            <a:r>
              <a:rPr lang="en-US" err="1">
                <a:latin typeface="Times New Roman"/>
                <a:cs typeface="Times New Roman"/>
              </a:rPr>
              <a:t>chưa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có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nhiều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gắn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bó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hoặc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phụ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thuộc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với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ngân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nên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rời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dễ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dàng</a:t>
            </a:r>
            <a:r>
              <a:rPr lang="en-US">
                <a:latin typeface="Times New Roman"/>
                <a:cs typeface="Times New Roman"/>
              </a:rPr>
              <a:t>. </a:t>
            </a:r>
            <a:r>
              <a:rPr lang="en-US" err="1">
                <a:latin typeface="Times New Roman"/>
                <a:cs typeface="Times New Roman"/>
              </a:rPr>
              <a:t>Việc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bán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thêm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sản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phẩm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không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chỉ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tăng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doanh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mà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còn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giảm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đáng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kể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tỉ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lệ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rời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bỏ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của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90" name="Google Shape;1001;p29">
            <a:extLst>
              <a:ext uri="{FF2B5EF4-FFF2-40B4-BE49-F238E27FC236}">
                <a16:creationId xmlns:a16="http://schemas.microsoft.com/office/drawing/2014/main" id="{AB2B9E37-FF2E-5C8B-0D34-D605CDCDADC1}"/>
              </a:ext>
            </a:extLst>
          </p:cNvPr>
          <p:cNvSpPr txBox="1"/>
          <p:nvPr/>
        </p:nvSpPr>
        <p:spPr>
          <a:xfrm>
            <a:off x="2687273" y="1705812"/>
            <a:ext cx="1048143" cy="270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800" b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II</a:t>
            </a:r>
          </a:p>
        </p:txBody>
      </p:sp>
      <p:sp>
        <p:nvSpPr>
          <p:cNvPr id="91" name="Google Shape;2043;p44">
            <a:extLst>
              <a:ext uri="{FF2B5EF4-FFF2-40B4-BE49-F238E27FC236}">
                <a16:creationId xmlns:a16="http://schemas.microsoft.com/office/drawing/2014/main" id="{E754F534-E497-0669-075C-7919CA6005E1}"/>
              </a:ext>
            </a:extLst>
          </p:cNvPr>
          <p:cNvSpPr/>
          <p:nvPr/>
        </p:nvSpPr>
        <p:spPr>
          <a:xfrm>
            <a:off x="4255273" y="2002048"/>
            <a:ext cx="2052953" cy="2953256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err="1">
                <a:latin typeface="Times New Roman"/>
                <a:cs typeface="Times New Roman"/>
              </a:rPr>
              <a:t>Tập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trung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hơn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vào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người</a:t>
            </a:r>
            <a:r>
              <a:rPr lang="en-US" b="1">
                <a:latin typeface="Times New Roman"/>
                <a:cs typeface="Times New Roman"/>
              </a:rPr>
              <a:t> Đức:</a:t>
            </a:r>
          </a:p>
          <a:p>
            <a:pPr algn="just"/>
            <a:r>
              <a:rPr lang="en-US" err="1">
                <a:latin typeface="Times New Roman"/>
                <a:cs typeface="Times New Roman"/>
              </a:rPr>
              <a:t>Người</a:t>
            </a:r>
            <a:r>
              <a:rPr lang="en-US">
                <a:latin typeface="Times New Roman"/>
                <a:cs typeface="Times New Roman"/>
              </a:rPr>
              <a:t> Đức </a:t>
            </a:r>
            <a:r>
              <a:rPr lang="en-US" err="1">
                <a:latin typeface="Times New Roman"/>
                <a:cs typeface="Times New Roman"/>
              </a:rPr>
              <a:t>có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trung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bình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số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dư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tài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khoản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lại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cao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hơn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nhiều</a:t>
            </a:r>
            <a:r>
              <a:rPr lang="en-US">
                <a:latin typeface="Times New Roman"/>
                <a:cs typeface="Times New Roman"/>
              </a:rPr>
              <a:t> so </a:t>
            </a:r>
            <a:r>
              <a:rPr lang="en-US" err="1">
                <a:latin typeface="Times New Roman"/>
                <a:cs typeface="Times New Roman"/>
              </a:rPr>
              <a:t>với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nước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nên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đây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tệp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tiềm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năng</a:t>
            </a:r>
            <a:r>
              <a:rPr lang="en-US">
                <a:latin typeface="Times New Roman"/>
                <a:cs typeface="Times New Roman"/>
              </a:rPr>
              <a:t>. Tuy </a:t>
            </a:r>
            <a:r>
              <a:rPr lang="en-US" err="1">
                <a:latin typeface="Times New Roman"/>
                <a:cs typeface="Times New Roman"/>
              </a:rPr>
              <a:t>nhiên</a:t>
            </a:r>
            <a:r>
              <a:rPr lang="en-US">
                <a:latin typeface="Times New Roman"/>
                <a:cs typeface="Times New Roman"/>
              </a:rPr>
              <a:t>, </a:t>
            </a:r>
            <a:r>
              <a:rPr lang="en-US" err="1">
                <a:latin typeface="Times New Roman"/>
                <a:cs typeface="Times New Roman"/>
              </a:rPr>
              <a:t>đây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lại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nhóm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có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tỷ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lệ</a:t>
            </a:r>
            <a:r>
              <a:rPr lang="en-US">
                <a:latin typeface="Times New Roman"/>
                <a:cs typeface="Times New Roman"/>
              </a:rPr>
              <a:t> churn </a:t>
            </a:r>
            <a:r>
              <a:rPr lang="en-US" err="1">
                <a:latin typeface="Times New Roman"/>
                <a:cs typeface="Times New Roman"/>
              </a:rPr>
              <a:t>cao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nhất</a:t>
            </a:r>
            <a:r>
              <a:rPr lang="en-US">
                <a:latin typeface="Times New Roman"/>
                <a:cs typeface="Times New Roman"/>
              </a:rPr>
              <a:t> - 32%. </a:t>
            </a:r>
            <a:r>
              <a:rPr lang="en-US" err="1">
                <a:latin typeface="Times New Roman"/>
                <a:cs typeface="Times New Roman"/>
              </a:rPr>
              <a:t>Vậy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nên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cần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có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dịch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vụ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sản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phẩm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hút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hơn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tập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trung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riêng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vào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người</a:t>
            </a:r>
            <a:r>
              <a:rPr lang="en-US">
                <a:latin typeface="Times New Roman"/>
                <a:cs typeface="Times New Roman"/>
              </a:rPr>
              <a:t> Đức</a:t>
            </a:r>
          </a:p>
        </p:txBody>
      </p:sp>
      <p:sp>
        <p:nvSpPr>
          <p:cNvPr id="92" name="Google Shape;1001;p29">
            <a:extLst>
              <a:ext uri="{FF2B5EF4-FFF2-40B4-BE49-F238E27FC236}">
                <a16:creationId xmlns:a16="http://schemas.microsoft.com/office/drawing/2014/main" id="{0E082540-0826-0CE9-422F-4AAFA1632CAF}"/>
              </a:ext>
            </a:extLst>
          </p:cNvPr>
          <p:cNvSpPr txBox="1"/>
          <p:nvPr/>
        </p:nvSpPr>
        <p:spPr>
          <a:xfrm>
            <a:off x="4958617" y="1720466"/>
            <a:ext cx="615855" cy="26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800" b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III</a:t>
            </a:r>
          </a:p>
        </p:txBody>
      </p:sp>
      <p:sp>
        <p:nvSpPr>
          <p:cNvPr id="2" name="Google Shape;2043;p44">
            <a:extLst>
              <a:ext uri="{FF2B5EF4-FFF2-40B4-BE49-F238E27FC236}">
                <a16:creationId xmlns:a16="http://schemas.microsoft.com/office/drawing/2014/main" id="{E19B6970-1DDC-2778-7369-6159690F5A1D}"/>
              </a:ext>
            </a:extLst>
          </p:cNvPr>
          <p:cNvSpPr/>
          <p:nvPr/>
        </p:nvSpPr>
        <p:spPr>
          <a:xfrm>
            <a:off x="6438694" y="1994723"/>
            <a:ext cx="2499895" cy="2953256"/>
          </a:xfrm>
          <a:prstGeom prst="rect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b="1" err="1">
                <a:latin typeface="Times New Roman"/>
                <a:cs typeface="Times New Roman"/>
              </a:rPr>
              <a:t>Sản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phẩm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cho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người</a:t>
            </a:r>
            <a:r>
              <a:rPr lang="en-US" b="1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có</a:t>
            </a:r>
            <a:r>
              <a:rPr lang="en-US" b="1">
                <a:latin typeface="Times New Roman"/>
                <a:cs typeface="Times New Roman"/>
              </a:rPr>
              <a:t> credit score </a:t>
            </a:r>
            <a:r>
              <a:rPr lang="en-US" b="1" err="1">
                <a:latin typeface="Times New Roman"/>
                <a:cs typeface="Times New Roman"/>
              </a:rPr>
              <a:t>thấp</a:t>
            </a:r>
            <a:r>
              <a:rPr lang="en-US" b="1">
                <a:latin typeface="Times New Roman"/>
                <a:cs typeface="Times New Roman"/>
              </a:rPr>
              <a:t>:</a:t>
            </a:r>
            <a:endParaRPr lang="en-US"/>
          </a:p>
          <a:p>
            <a:pPr algn="just"/>
            <a:r>
              <a:rPr lang="en-US" err="1">
                <a:latin typeface="Times New Roman"/>
                <a:cs typeface="Times New Roman"/>
              </a:rPr>
              <a:t>Nhóm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có</a:t>
            </a:r>
            <a:r>
              <a:rPr lang="en-US">
                <a:latin typeface="Times New Roman"/>
                <a:cs typeface="Times New Roman"/>
              </a:rPr>
              <a:t> credit score </a:t>
            </a:r>
            <a:r>
              <a:rPr lang="en-US" err="1">
                <a:latin typeface="Times New Roman"/>
                <a:cs typeface="Times New Roman"/>
              </a:rPr>
              <a:t>thấp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thường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người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trẻ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có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nhập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thấp</a:t>
            </a:r>
            <a:r>
              <a:rPr lang="en-US">
                <a:latin typeface="Times New Roman"/>
                <a:cs typeface="Times New Roman"/>
              </a:rPr>
              <a:t>, </a:t>
            </a:r>
            <a:r>
              <a:rPr lang="en-US" err="1">
                <a:latin typeface="Times New Roman"/>
                <a:cs typeface="Times New Roman"/>
              </a:rPr>
              <a:t>số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dư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trung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bình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thấp</a:t>
            </a:r>
            <a:r>
              <a:rPr lang="en-US">
                <a:latin typeface="Times New Roman"/>
                <a:cs typeface="Times New Roman"/>
              </a:rPr>
              <a:t>, </a:t>
            </a:r>
            <a:r>
              <a:rPr lang="en-US" err="1">
                <a:latin typeface="Times New Roman"/>
                <a:cs typeface="Times New Roman"/>
              </a:rPr>
              <a:t>không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được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chú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trọng</a:t>
            </a:r>
            <a:r>
              <a:rPr lang="en-US">
                <a:latin typeface="Times New Roman"/>
                <a:cs typeface="Times New Roman"/>
              </a:rPr>
              <a:t>, </a:t>
            </a:r>
            <a:r>
              <a:rPr lang="en-US" err="1">
                <a:latin typeface="Times New Roman"/>
                <a:cs typeface="Times New Roman"/>
              </a:rPr>
              <a:t>gây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nên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tỷ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lệ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rời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bỏ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cao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là</a:t>
            </a:r>
            <a:r>
              <a:rPr lang="en-US">
                <a:latin typeface="Times New Roman"/>
                <a:cs typeface="Times New Roman"/>
              </a:rPr>
              <a:t> 100%. </a:t>
            </a:r>
            <a:r>
              <a:rPr lang="en-US" err="1">
                <a:latin typeface="Times New Roman"/>
                <a:cs typeface="Times New Roman"/>
              </a:rPr>
              <a:t>Nhưng</a:t>
            </a:r>
            <a:r>
              <a:rPr lang="en-US">
                <a:latin typeface="Times New Roman"/>
                <a:cs typeface="Times New Roman"/>
              </a:rPr>
              <a:t>, </a:t>
            </a:r>
            <a:r>
              <a:rPr lang="en-US" err="1">
                <a:latin typeface="Times New Roman"/>
                <a:cs typeface="Times New Roman"/>
              </a:rPr>
              <a:t>người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trẻ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lại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có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cầu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tiêu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dùng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cao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và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chiếm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phần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lớn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tổng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khách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hàng</a:t>
            </a:r>
            <a:r>
              <a:rPr lang="en-US">
                <a:latin typeface="Times New Roman"/>
                <a:cs typeface="Times New Roman"/>
              </a:rPr>
              <a:t>. </a:t>
            </a:r>
            <a:r>
              <a:rPr lang="en-US" err="1">
                <a:latin typeface="Times New Roman"/>
                <a:cs typeface="Times New Roman"/>
              </a:rPr>
              <a:t>Nên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thử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sản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phẩm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mới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cho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nhóm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này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vì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tiềm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năng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tiêu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dùng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cùng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khả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năng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gắn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bó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lâu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dài</a:t>
            </a:r>
            <a:r>
              <a:rPr lang="en-US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3" name="Google Shape;1001;p29">
            <a:extLst>
              <a:ext uri="{FF2B5EF4-FFF2-40B4-BE49-F238E27FC236}">
                <a16:creationId xmlns:a16="http://schemas.microsoft.com/office/drawing/2014/main" id="{53BFEFD5-09BE-F9BE-8EC9-726DFD611B17}"/>
              </a:ext>
            </a:extLst>
          </p:cNvPr>
          <p:cNvSpPr txBox="1"/>
          <p:nvPr/>
        </p:nvSpPr>
        <p:spPr>
          <a:xfrm>
            <a:off x="7398482" y="1727793"/>
            <a:ext cx="615855" cy="26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800" b="1">
                <a:solidFill>
                  <a:schemeClr val="dk1"/>
                </a:solidFill>
                <a:latin typeface="Times New Roman"/>
                <a:ea typeface="Fira Sans Extra Condensed"/>
                <a:cs typeface="Times New Roman"/>
              </a:rPr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3614251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A6BFD1B-EBC1-CD0E-0DE2-9E431972B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>
            <a:extLst>
              <a:ext uri="{FF2B5EF4-FFF2-40B4-BE49-F238E27FC236}">
                <a16:creationId xmlns:a16="http://schemas.microsoft.com/office/drawing/2014/main" id="{800BC2A3-BBAF-93BB-3809-1B5027E9838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71627" y="3171492"/>
            <a:ext cx="824217" cy="45345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>
                <a:latin typeface="Times New Roman"/>
                <a:cs typeface="Times New Roman"/>
              </a:rPr>
              <a:t>Team 6</a:t>
            </a:r>
          </a:p>
        </p:txBody>
      </p:sp>
      <p:sp>
        <p:nvSpPr>
          <p:cNvPr id="129" name="Google Shape;129;p27">
            <a:extLst>
              <a:ext uri="{FF2B5EF4-FFF2-40B4-BE49-F238E27FC236}">
                <a16:creationId xmlns:a16="http://schemas.microsoft.com/office/drawing/2014/main" id="{CAA63D12-3861-35BD-002C-55A1CCEFBDC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93456" y="1737546"/>
            <a:ext cx="3780560" cy="14339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>
                <a:latin typeface="Times New Roman"/>
                <a:ea typeface="Gungsuh"/>
                <a:cs typeface="Times New Roman"/>
              </a:rPr>
              <a:t>Thanks for listening</a:t>
            </a:r>
          </a:p>
        </p:txBody>
      </p:sp>
      <p:grpSp>
        <p:nvGrpSpPr>
          <p:cNvPr id="130" name="Google Shape;130;p27">
            <a:extLst>
              <a:ext uri="{FF2B5EF4-FFF2-40B4-BE49-F238E27FC236}">
                <a16:creationId xmlns:a16="http://schemas.microsoft.com/office/drawing/2014/main" id="{37B80025-34D0-35F6-15FB-D2B4BAF29657}"/>
              </a:ext>
            </a:extLst>
          </p:cNvPr>
          <p:cNvGrpSpPr/>
          <p:nvPr/>
        </p:nvGrpSpPr>
        <p:grpSpPr>
          <a:xfrm>
            <a:off x="4970389" y="938571"/>
            <a:ext cx="3437526" cy="3266357"/>
            <a:chOff x="1053350" y="238125"/>
            <a:chExt cx="5513275" cy="5238750"/>
          </a:xfrm>
        </p:grpSpPr>
        <p:sp>
          <p:nvSpPr>
            <p:cNvPr id="131" name="Google Shape;131;p27">
              <a:extLst>
                <a:ext uri="{FF2B5EF4-FFF2-40B4-BE49-F238E27FC236}">
                  <a16:creationId xmlns:a16="http://schemas.microsoft.com/office/drawing/2014/main" id="{6C93DCE8-7CC6-0409-4EA8-13EBE93241FB}"/>
                </a:ext>
              </a:extLst>
            </p:cNvPr>
            <p:cNvSpPr/>
            <p:nvPr/>
          </p:nvSpPr>
          <p:spPr>
            <a:xfrm>
              <a:off x="1175125" y="2120600"/>
              <a:ext cx="589325" cy="519675"/>
            </a:xfrm>
            <a:custGeom>
              <a:avLst/>
              <a:gdLst/>
              <a:ahLst/>
              <a:cxnLst/>
              <a:rect l="l" t="t" r="r" b="b"/>
              <a:pathLst>
                <a:path w="23573" h="20787" extrusionOk="0">
                  <a:moveTo>
                    <a:pt x="5904" y="0"/>
                  </a:moveTo>
                  <a:lnTo>
                    <a:pt x="5635" y="21"/>
                  </a:lnTo>
                  <a:lnTo>
                    <a:pt x="5367" y="83"/>
                  </a:lnTo>
                  <a:lnTo>
                    <a:pt x="5099" y="186"/>
                  </a:lnTo>
                  <a:lnTo>
                    <a:pt x="0" y="6936"/>
                  </a:lnTo>
                  <a:lnTo>
                    <a:pt x="186" y="7060"/>
                  </a:lnTo>
                  <a:lnTo>
                    <a:pt x="723" y="7411"/>
                  </a:lnTo>
                  <a:lnTo>
                    <a:pt x="1548" y="7988"/>
                  </a:lnTo>
                  <a:lnTo>
                    <a:pt x="2023" y="8360"/>
                  </a:lnTo>
                  <a:lnTo>
                    <a:pt x="2539" y="8773"/>
                  </a:lnTo>
                  <a:lnTo>
                    <a:pt x="3097" y="9248"/>
                  </a:lnTo>
                  <a:lnTo>
                    <a:pt x="3695" y="9764"/>
                  </a:lnTo>
                  <a:lnTo>
                    <a:pt x="4273" y="10342"/>
                  </a:lnTo>
                  <a:lnTo>
                    <a:pt x="4872" y="10961"/>
                  </a:lnTo>
                  <a:lnTo>
                    <a:pt x="5470" y="11642"/>
                  </a:lnTo>
                  <a:lnTo>
                    <a:pt x="6069" y="12344"/>
                  </a:lnTo>
                  <a:lnTo>
                    <a:pt x="6626" y="13107"/>
                  </a:lnTo>
                  <a:lnTo>
                    <a:pt x="6895" y="13500"/>
                  </a:lnTo>
                  <a:lnTo>
                    <a:pt x="7163" y="13912"/>
                  </a:lnTo>
                  <a:lnTo>
                    <a:pt x="7411" y="14305"/>
                  </a:lnTo>
                  <a:lnTo>
                    <a:pt x="7720" y="14697"/>
                  </a:lnTo>
                  <a:lnTo>
                    <a:pt x="8030" y="15089"/>
                  </a:lnTo>
                  <a:lnTo>
                    <a:pt x="8360" y="15461"/>
                  </a:lnTo>
                  <a:lnTo>
                    <a:pt x="8732" y="15811"/>
                  </a:lnTo>
                  <a:lnTo>
                    <a:pt x="9103" y="16162"/>
                  </a:lnTo>
                  <a:lnTo>
                    <a:pt x="9495" y="16493"/>
                  </a:lnTo>
                  <a:lnTo>
                    <a:pt x="9887" y="16823"/>
                  </a:lnTo>
                  <a:lnTo>
                    <a:pt x="10300" y="17133"/>
                  </a:lnTo>
                  <a:lnTo>
                    <a:pt x="10713" y="17422"/>
                  </a:lnTo>
                  <a:lnTo>
                    <a:pt x="11580" y="17999"/>
                  </a:lnTo>
                  <a:lnTo>
                    <a:pt x="12447" y="18495"/>
                  </a:lnTo>
                  <a:lnTo>
                    <a:pt x="13293" y="18970"/>
                  </a:lnTo>
                  <a:lnTo>
                    <a:pt x="14098" y="19382"/>
                  </a:lnTo>
                  <a:lnTo>
                    <a:pt x="14862" y="19754"/>
                  </a:lnTo>
                  <a:lnTo>
                    <a:pt x="15564" y="20064"/>
                  </a:lnTo>
                  <a:lnTo>
                    <a:pt x="16183" y="20311"/>
                  </a:lnTo>
                  <a:lnTo>
                    <a:pt x="17071" y="20662"/>
                  </a:lnTo>
                  <a:lnTo>
                    <a:pt x="17401" y="20786"/>
                  </a:lnTo>
                  <a:lnTo>
                    <a:pt x="23573" y="11952"/>
                  </a:lnTo>
                  <a:lnTo>
                    <a:pt x="23346" y="11972"/>
                  </a:lnTo>
                  <a:lnTo>
                    <a:pt x="23077" y="11993"/>
                  </a:lnTo>
                  <a:lnTo>
                    <a:pt x="22726" y="11993"/>
                  </a:lnTo>
                  <a:lnTo>
                    <a:pt x="22293" y="11972"/>
                  </a:lnTo>
                  <a:lnTo>
                    <a:pt x="21777" y="11910"/>
                  </a:lnTo>
                  <a:lnTo>
                    <a:pt x="21199" y="11828"/>
                  </a:lnTo>
                  <a:lnTo>
                    <a:pt x="20580" y="11683"/>
                  </a:lnTo>
                  <a:lnTo>
                    <a:pt x="20249" y="11580"/>
                  </a:lnTo>
                  <a:lnTo>
                    <a:pt x="19919" y="11477"/>
                  </a:lnTo>
                  <a:lnTo>
                    <a:pt x="19589" y="11332"/>
                  </a:lnTo>
                  <a:lnTo>
                    <a:pt x="19238" y="11188"/>
                  </a:lnTo>
                  <a:lnTo>
                    <a:pt x="18887" y="11023"/>
                  </a:lnTo>
                  <a:lnTo>
                    <a:pt x="18516" y="10837"/>
                  </a:lnTo>
                  <a:lnTo>
                    <a:pt x="18165" y="10631"/>
                  </a:lnTo>
                  <a:lnTo>
                    <a:pt x="17793" y="10403"/>
                  </a:lnTo>
                  <a:lnTo>
                    <a:pt x="17422" y="10135"/>
                  </a:lnTo>
                  <a:lnTo>
                    <a:pt x="17071" y="9867"/>
                  </a:lnTo>
                  <a:lnTo>
                    <a:pt x="16699" y="9557"/>
                  </a:lnTo>
                  <a:lnTo>
                    <a:pt x="16348" y="9206"/>
                  </a:lnTo>
                  <a:lnTo>
                    <a:pt x="15997" y="8855"/>
                  </a:lnTo>
                  <a:lnTo>
                    <a:pt x="15646" y="8443"/>
                  </a:lnTo>
                  <a:lnTo>
                    <a:pt x="15295" y="8030"/>
                  </a:lnTo>
                  <a:lnTo>
                    <a:pt x="14965" y="7555"/>
                  </a:lnTo>
                  <a:lnTo>
                    <a:pt x="14532" y="6936"/>
                  </a:lnTo>
                  <a:lnTo>
                    <a:pt x="14036" y="6275"/>
                  </a:lnTo>
                  <a:lnTo>
                    <a:pt x="13479" y="5594"/>
                  </a:lnTo>
                  <a:lnTo>
                    <a:pt x="12880" y="4892"/>
                  </a:lnTo>
                  <a:lnTo>
                    <a:pt x="12241" y="4190"/>
                  </a:lnTo>
                  <a:lnTo>
                    <a:pt x="11580" y="3489"/>
                  </a:lnTo>
                  <a:lnTo>
                    <a:pt x="10899" y="2828"/>
                  </a:lnTo>
                  <a:lnTo>
                    <a:pt x="10218" y="2209"/>
                  </a:lnTo>
                  <a:lnTo>
                    <a:pt x="9516" y="1631"/>
                  </a:lnTo>
                  <a:lnTo>
                    <a:pt x="9165" y="1363"/>
                  </a:lnTo>
                  <a:lnTo>
                    <a:pt x="8814" y="1115"/>
                  </a:lnTo>
                  <a:lnTo>
                    <a:pt x="8463" y="888"/>
                  </a:lnTo>
                  <a:lnTo>
                    <a:pt x="8112" y="681"/>
                  </a:lnTo>
                  <a:lnTo>
                    <a:pt x="7782" y="496"/>
                  </a:lnTo>
                  <a:lnTo>
                    <a:pt x="7452" y="351"/>
                  </a:lnTo>
                  <a:lnTo>
                    <a:pt x="7122" y="227"/>
                  </a:lnTo>
                  <a:lnTo>
                    <a:pt x="6812" y="124"/>
                  </a:lnTo>
                  <a:lnTo>
                    <a:pt x="6502" y="42"/>
                  </a:lnTo>
                  <a:lnTo>
                    <a:pt x="619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Google Shape;132;p27">
              <a:extLst>
                <a:ext uri="{FF2B5EF4-FFF2-40B4-BE49-F238E27FC236}">
                  <a16:creationId xmlns:a16="http://schemas.microsoft.com/office/drawing/2014/main" id="{6D4456E6-033B-2374-E901-F1FD65BB7AAD}"/>
                </a:ext>
              </a:extLst>
            </p:cNvPr>
            <p:cNvSpPr/>
            <p:nvPr/>
          </p:nvSpPr>
          <p:spPr>
            <a:xfrm>
              <a:off x="1175125" y="2120600"/>
              <a:ext cx="589325" cy="519675"/>
            </a:xfrm>
            <a:custGeom>
              <a:avLst/>
              <a:gdLst/>
              <a:ahLst/>
              <a:cxnLst/>
              <a:rect l="l" t="t" r="r" b="b"/>
              <a:pathLst>
                <a:path w="23573" h="20787" fill="none" extrusionOk="0">
                  <a:moveTo>
                    <a:pt x="23573" y="11952"/>
                  </a:moveTo>
                  <a:lnTo>
                    <a:pt x="23573" y="11952"/>
                  </a:lnTo>
                  <a:lnTo>
                    <a:pt x="23346" y="11972"/>
                  </a:lnTo>
                  <a:lnTo>
                    <a:pt x="23077" y="11993"/>
                  </a:lnTo>
                  <a:lnTo>
                    <a:pt x="22726" y="11993"/>
                  </a:lnTo>
                  <a:lnTo>
                    <a:pt x="22293" y="11972"/>
                  </a:lnTo>
                  <a:lnTo>
                    <a:pt x="21777" y="11910"/>
                  </a:lnTo>
                  <a:lnTo>
                    <a:pt x="21199" y="11828"/>
                  </a:lnTo>
                  <a:lnTo>
                    <a:pt x="20580" y="11683"/>
                  </a:lnTo>
                  <a:lnTo>
                    <a:pt x="20249" y="11580"/>
                  </a:lnTo>
                  <a:lnTo>
                    <a:pt x="19919" y="11477"/>
                  </a:lnTo>
                  <a:lnTo>
                    <a:pt x="19589" y="11332"/>
                  </a:lnTo>
                  <a:lnTo>
                    <a:pt x="19238" y="11188"/>
                  </a:lnTo>
                  <a:lnTo>
                    <a:pt x="18887" y="11023"/>
                  </a:lnTo>
                  <a:lnTo>
                    <a:pt x="18516" y="10837"/>
                  </a:lnTo>
                  <a:lnTo>
                    <a:pt x="18165" y="10631"/>
                  </a:lnTo>
                  <a:lnTo>
                    <a:pt x="17793" y="10403"/>
                  </a:lnTo>
                  <a:lnTo>
                    <a:pt x="17422" y="10135"/>
                  </a:lnTo>
                  <a:lnTo>
                    <a:pt x="17071" y="9867"/>
                  </a:lnTo>
                  <a:lnTo>
                    <a:pt x="16699" y="9557"/>
                  </a:lnTo>
                  <a:lnTo>
                    <a:pt x="16348" y="9206"/>
                  </a:lnTo>
                  <a:lnTo>
                    <a:pt x="15997" y="8855"/>
                  </a:lnTo>
                  <a:lnTo>
                    <a:pt x="15646" y="8443"/>
                  </a:lnTo>
                  <a:lnTo>
                    <a:pt x="15295" y="8030"/>
                  </a:lnTo>
                  <a:lnTo>
                    <a:pt x="14965" y="7555"/>
                  </a:lnTo>
                  <a:lnTo>
                    <a:pt x="14965" y="7555"/>
                  </a:lnTo>
                  <a:lnTo>
                    <a:pt x="14532" y="6936"/>
                  </a:lnTo>
                  <a:lnTo>
                    <a:pt x="14036" y="6275"/>
                  </a:lnTo>
                  <a:lnTo>
                    <a:pt x="13479" y="5594"/>
                  </a:lnTo>
                  <a:lnTo>
                    <a:pt x="12880" y="4892"/>
                  </a:lnTo>
                  <a:lnTo>
                    <a:pt x="12241" y="4190"/>
                  </a:lnTo>
                  <a:lnTo>
                    <a:pt x="11580" y="3489"/>
                  </a:lnTo>
                  <a:lnTo>
                    <a:pt x="10899" y="2828"/>
                  </a:lnTo>
                  <a:lnTo>
                    <a:pt x="10218" y="2209"/>
                  </a:lnTo>
                  <a:lnTo>
                    <a:pt x="9516" y="1631"/>
                  </a:lnTo>
                  <a:lnTo>
                    <a:pt x="9165" y="1363"/>
                  </a:lnTo>
                  <a:lnTo>
                    <a:pt x="8814" y="1115"/>
                  </a:lnTo>
                  <a:lnTo>
                    <a:pt x="8463" y="888"/>
                  </a:lnTo>
                  <a:lnTo>
                    <a:pt x="8112" y="681"/>
                  </a:lnTo>
                  <a:lnTo>
                    <a:pt x="7782" y="496"/>
                  </a:lnTo>
                  <a:lnTo>
                    <a:pt x="7452" y="351"/>
                  </a:lnTo>
                  <a:lnTo>
                    <a:pt x="7122" y="227"/>
                  </a:lnTo>
                  <a:lnTo>
                    <a:pt x="6812" y="124"/>
                  </a:lnTo>
                  <a:lnTo>
                    <a:pt x="6502" y="42"/>
                  </a:lnTo>
                  <a:lnTo>
                    <a:pt x="6193" y="0"/>
                  </a:lnTo>
                  <a:lnTo>
                    <a:pt x="5904" y="0"/>
                  </a:lnTo>
                  <a:lnTo>
                    <a:pt x="5635" y="21"/>
                  </a:lnTo>
                  <a:lnTo>
                    <a:pt x="5367" y="83"/>
                  </a:lnTo>
                  <a:lnTo>
                    <a:pt x="5099" y="186"/>
                  </a:lnTo>
                  <a:lnTo>
                    <a:pt x="0" y="6936"/>
                  </a:lnTo>
                  <a:lnTo>
                    <a:pt x="0" y="6936"/>
                  </a:lnTo>
                  <a:lnTo>
                    <a:pt x="186" y="7060"/>
                  </a:lnTo>
                  <a:lnTo>
                    <a:pt x="723" y="7411"/>
                  </a:lnTo>
                  <a:lnTo>
                    <a:pt x="1548" y="7988"/>
                  </a:lnTo>
                  <a:lnTo>
                    <a:pt x="2023" y="8360"/>
                  </a:lnTo>
                  <a:lnTo>
                    <a:pt x="2539" y="8773"/>
                  </a:lnTo>
                  <a:lnTo>
                    <a:pt x="3097" y="9248"/>
                  </a:lnTo>
                  <a:lnTo>
                    <a:pt x="3695" y="9764"/>
                  </a:lnTo>
                  <a:lnTo>
                    <a:pt x="4273" y="10342"/>
                  </a:lnTo>
                  <a:lnTo>
                    <a:pt x="4872" y="10961"/>
                  </a:lnTo>
                  <a:lnTo>
                    <a:pt x="5470" y="11642"/>
                  </a:lnTo>
                  <a:lnTo>
                    <a:pt x="6069" y="12344"/>
                  </a:lnTo>
                  <a:lnTo>
                    <a:pt x="6626" y="13107"/>
                  </a:lnTo>
                  <a:lnTo>
                    <a:pt x="6895" y="13500"/>
                  </a:lnTo>
                  <a:lnTo>
                    <a:pt x="7163" y="13912"/>
                  </a:lnTo>
                  <a:lnTo>
                    <a:pt x="7163" y="13912"/>
                  </a:lnTo>
                  <a:lnTo>
                    <a:pt x="7411" y="14305"/>
                  </a:lnTo>
                  <a:lnTo>
                    <a:pt x="7720" y="14697"/>
                  </a:lnTo>
                  <a:lnTo>
                    <a:pt x="8030" y="15089"/>
                  </a:lnTo>
                  <a:lnTo>
                    <a:pt x="8360" y="15461"/>
                  </a:lnTo>
                  <a:lnTo>
                    <a:pt x="8732" y="15811"/>
                  </a:lnTo>
                  <a:lnTo>
                    <a:pt x="9103" y="16162"/>
                  </a:lnTo>
                  <a:lnTo>
                    <a:pt x="9495" y="16493"/>
                  </a:lnTo>
                  <a:lnTo>
                    <a:pt x="9887" y="16823"/>
                  </a:lnTo>
                  <a:lnTo>
                    <a:pt x="10300" y="17133"/>
                  </a:lnTo>
                  <a:lnTo>
                    <a:pt x="10713" y="17422"/>
                  </a:lnTo>
                  <a:lnTo>
                    <a:pt x="11580" y="17999"/>
                  </a:lnTo>
                  <a:lnTo>
                    <a:pt x="12447" y="18495"/>
                  </a:lnTo>
                  <a:lnTo>
                    <a:pt x="13293" y="18970"/>
                  </a:lnTo>
                  <a:lnTo>
                    <a:pt x="14098" y="19382"/>
                  </a:lnTo>
                  <a:lnTo>
                    <a:pt x="14862" y="19754"/>
                  </a:lnTo>
                  <a:lnTo>
                    <a:pt x="15564" y="20064"/>
                  </a:lnTo>
                  <a:lnTo>
                    <a:pt x="16183" y="20311"/>
                  </a:lnTo>
                  <a:lnTo>
                    <a:pt x="17071" y="20662"/>
                  </a:lnTo>
                  <a:lnTo>
                    <a:pt x="17401" y="20786"/>
                  </a:lnTo>
                  <a:lnTo>
                    <a:pt x="23573" y="119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Google Shape;133;p27">
              <a:extLst>
                <a:ext uri="{FF2B5EF4-FFF2-40B4-BE49-F238E27FC236}">
                  <a16:creationId xmlns:a16="http://schemas.microsoft.com/office/drawing/2014/main" id="{6892D28D-EFA1-3B44-4D82-71BF086CBAC8}"/>
                </a:ext>
              </a:extLst>
            </p:cNvPr>
            <p:cNvSpPr/>
            <p:nvPr/>
          </p:nvSpPr>
          <p:spPr>
            <a:xfrm>
              <a:off x="1359850" y="2292950"/>
              <a:ext cx="202325" cy="206950"/>
            </a:xfrm>
            <a:custGeom>
              <a:avLst/>
              <a:gdLst/>
              <a:ahLst/>
              <a:cxnLst/>
              <a:rect l="l" t="t" r="r" b="b"/>
              <a:pathLst>
                <a:path w="8093" h="8278" extrusionOk="0">
                  <a:moveTo>
                    <a:pt x="3283" y="0"/>
                  </a:moveTo>
                  <a:lnTo>
                    <a:pt x="2911" y="21"/>
                  </a:lnTo>
                  <a:lnTo>
                    <a:pt x="2560" y="83"/>
                  </a:lnTo>
                  <a:lnTo>
                    <a:pt x="2395" y="124"/>
                  </a:lnTo>
                  <a:lnTo>
                    <a:pt x="2210" y="186"/>
                  </a:lnTo>
                  <a:lnTo>
                    <a:pt x="2044" y="269"/>
                  </a:lnTo>
                  <a:lnTo>
                    <a:pt x="1879" y="351"/>
                  </a:lnTo>
                  <a:lnTo>
                    <a:pt x="1549" y="578"/>
                  </a:lnTo>
                  <a:lnTo>
                    <a:pt x="1260" y="826"/>
                  </a:lnTo>
                  <a:lnTo>
                    <a:pt x="971" y="1115"/>
                  </a:lnTo>
                  <a:lnTo>
                    <a:pt x="723" y="1445"/>
                  </a:lnTo>
                  <a:lnTo>
                    <a:pt x="496" y="1796"/>
                  </a:lnTo>
                  <a:lnTo>
                    <a:pt x="331" y="2168"/>
                  </a:lnTo>
                  <a:lnTo>
                    <a:pt x="187" y="2560"/>
                  </a:lnTo>
                  <a:lnTo>
                    <a:pt x="83" y="2973"/>
                  </a:lnTo>
                  <a:lnTo>
                    <a:pt x="1" y="3406"/>
                  </a:lnTo>
                  <a:lnTo>
                    <a:pt x="1" y="3840"/>
                  </a:lnTo>
                  <a:lnTo>
                    <a:pt x="22" y="4273"/>
                  </a:lnTo>
                  <a:lnTo>
                    <a:pt x="63" y="4500"/>
                  </a:lnTo>
                  <a:lnTo>
                    <a:pt x="104" y="4707"/>
                  </a:lnTo>
                  <a:lnTo>
                    <a:pt x="166" y="4934"/>
                  </a:lnTo>
                  <a:lnTo>
                    <a:pt x="228" y="5140"/>
                  </a:lnTo>
                  <a:lnTo>
                    <a:pt x="311" y="5367"/>
                  </a:lnTo>
                  <a:lnTo>
                    <a:pt x="414" y="5574"/>
                  </a:lnTo>
                  <a:lnTo>
                    <a:pt x="538" y="5801"/>
                  </a:lnTo>
                  <a:lnTo>
                    <a:pt x="661" y="6007"/>
                  </a:lnTo>
                  <a:lnTo>
                    <a:pt x="806" y="6213"/>
                  </a:lnTo>
                  <a:lnTo>
                    <a:pt x="971" y="6399"/>
                  </a:lnTo>
                  <a:lnTo>
                    <a:pt x="1322" y="6812"/>
                  </a:lnTo>
                  <a:lnTo>
                    <a:pt x="1714" y="7163"/>
                  </a:lnTo>
                  <a:lnTo>
                    <a:pt x="1921" y="7328"/>
                  </a:lnTo>
                  <a:lnTo>
                    <a:pt x="2148" y="7493"/>
                  </a:lnTo>
                  <a:lnTo>
                    <a:pt x="2354" y="7638"/>
                  </a:lnTo>
                  <a:lnTo>
                    <a:pt x="2581" y="7762"/>
                  </a:lnTo>
                  <a:lnTo>
                    <a:pt x="2808" y="7885"/>
                  </a:lnTo>
                  <a:lnTo>
                    <a:pt x="3035" y="7989"/>
                  </a:lnTo>
                  <a:lnTo>
                    <a:pt x="3262" y="8071"/>
                  </a:lnTo>
                  <a:lnTo>
                    <a:pt x="3510" y="8154"/>
                  </a:lnTo>
                  <a:lnTo>
                    <a:pt x="3737" y="8195"/>
                  </a:lnTo>
                  <a:lnTo>
                    <a:pt x="3985" y="8236"/>
                  </a:lnTo>
                  <a:lnTo>
                    <a:pt x="4232" y="8278"/>
                  </a:lnTo>
                  <a:lnTo>
                    <a:pt x="4686" y="8278"/>
                  </a:lnTo>
                  <a:lnTo>
                    <a:pt x="4893" y="8257"/>
                  </a:lnTo>
                  <a:lnTo>
                    <a:pt x="5120" y="8216"/>
                  </a:lnTo>
                  <a:lnTo>
                    <a:pt x="5326" y="8174"/>
                  </a:lnTo>
                  <a:lnTo>
                    <a:pt x="5553" y="8092"/>
                  </a:lnTo>
                  <a:lnTo>
                    <a:pt x="5760" y="8030"/>
                  </a:lnTo>
                  <a:lnTo>
                    <a:pt x="5966" y="7927"/>
                  </a:lnTo>
                  <a:lnTo>
                    <a:pt x="6173" y="7803"/>
                  </a:lnTo>
                  <a:lnTo>
                    <a:pt x="6503" y="7596"/>
                  </a:lnTo>
                  <a:lnTo>
                    <a:pt x="6813" y="7369"/>
                  </a:lnTo>
                  <a:lnTo>
                    <a:pt x="7081" y="7101"/>
                  </a:lnTo>
                  <a:lnTo>
                    <a:pt x="7329" y="6812"/>
                  </a:lnTo>
                  <a:lnTo>
                    <a:pt x="7535" y="6502"/>
                  </a:lnTo>
                  <a:lnTo>
                    <a:pt x="7700" y="6172"/>
                  </a:lnTo>
                  <a:lnTo>
                    <a:pt x="7845" y="5842"/>
                  </a:lnTo>
                  <a:lnTo>
                    <a:pt x="7968" y="5491"/>
                  </a:lnTo>
                  <a:lnTo>
                    <a:pt x="8051" y="5140"/>
                  </a:lnTo>
                  <a:lnTo>
                    <a:pt x="8092" y="4769"/>
                  </a:lnTo>
                  <a:lnTo>
                    <a:pt x="8092" y="4397"/>
                  </a:lnTo>
                  <a:lnTo>
                    <a:pt x="8072" y="4026"/>
                  </a:lnTo>
                  <a:lnTo>
                    <a:pt x="8010" y="3675"/>
                  </a:lnTo>
                  <a:lnTo>
                    <a:pt x="7906" y="3303"/>
                  </a:lnTo>
                  <a:lnTo>
                    <a:pt x="7762" y="2952"/>
                  </a:lnTo>
                  <a:lnTo>
                    <a:pt x="7597" y="2601"/>
                  </a:lnTo>
                  <a:lnTo>
                    <a:pt x="7432" y="2333"/>
                  </a:lnTo>
                  <a:lnTo>
                    <a:pt x="7246" y="2085"/>
                  </a:lnTo>
                  <a:lnTo>
                    <a:pt x="7040" y="1838"/>
                  </a:lnTo>
                  <a:lnTo>
                    <a:pt x="6813" y="1590"/>
                  </a:lnTo>
                  <a:lnTo>
                    <a:pt x="6565" y="1363"/>
                  </a:lnTo>
                  <a:lnTo>
                    <a:pt x="6296" y="1156"/>
                  </a:lnTo>
                  <a:lnTo>
                    <a:pt x="6028" y="950"/>
                  </a:lnTo>
                  <a:lnTo>
                    <a:pt x="5760" y="764"/>
                  </a:lnTo>
                  <a:lnTo>
                    <a:pt x="5450" y="599"/>
                  </a:lnTo>
                  <a:lnTo>
                    <a:pt x="5161" y="455"/>
                  </a:lnTo>
                  <a:lnTo>
                    <a:pt x="4852" y="310"/>
                  </a:lnTo>
                  <a:lnTo>
                    <a:pt x="4542" y="207"/>
                  </a:lnTo>
                  <a:lnTo>
                    <a:pt x="4232" y="124"/>
                  </a:lnTo>
                  <a:lnTo>
                    <a:pt x="3902" y="42"/>
                  </a:lnTo>
                  <a:lnTo>
                    <a:pt x="3592" y="21"/>
                  </a:lnTo>
                  <a:lnTo>
                    <a:pt x="3283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Google Shape;134;p27">
              <a:extLst>
                <a:ext uri="{FF2B5EF4-FFF2-40B4-BE49-F238E27FC236}">
                  <a16:creationId xmlns:a16="http://schemas.microsoft.com/office/drawing/2014/main" id="{464521D6-A78D-D1AD-4863-D976E1B1DA81}"/>
                </a:ext>
              </a:extLst>
            </p:cNvPr>
            <p:cNvSpPr/>
            <p:nvPr/>
          </p:nvSpPr>
          <p:spPr>
            <a:xfrm>
              <a:off x="1359850" y="2292950"/>
              <a:ext cx="202325" cy="206950"/>
            </a:xfrm>
            <a:custGeom>
              <a:avLst/>
              <a:gdLst/>
              <a:ahLst/>
              <a:cxnLst/>
              <a:rect l="l" t="t" r="r" b="b"/>
              <a:pathLst>
                <a:path w="8093" h="8278" fill="none" extrusionOk="0">
                  <a:moveTo>
                    <a:pt x="3283" y="0"/>
                  </a:moveTo>
                  <a:lnTo>
                    <a:pt x="3283" y="0"/>
                  </a:lnTo>
                  <a:lnTo>
                    <a:pt x="2911" y="21"/>
                  </a:lnTo>
                  <a:lnTo>
                    <a:pt x="2560" y="83"/>
                  </a:lnTo>
                  <a:lnTo>
                    <a:pt x="2395" y="124"/>
                  </a:lnTo>
                  <a:lnTo>
                    <a:pt x="2210" y="186"/>
                  </a:lnTo>
                  <a:lnTo>
                    <a:pt x="2044" y="269"/>
                  </a:lnTo>
                  <a:lnTo>
                    <a:pt x="1879" y="351"/>
                  </a:lnTo>
                  <a:lnTo>
                    <a:pt x="1879" y="351"/>
                  </a:lnTo>
                  <a:lnTo>
                    <a:pt x="1549" y="578"/>
                  </a:lnTo>
                  <a:lnTo>
                    <a:pt x="1260" y="826"/>
                  </a:lnTo>
                  <a:lnTo>
                    <a:pt x="971" y="1115"/>
                  </a:lnTo>
                  <a:lnTo>
                    <a:pt x="723" y="1445"/>
                  </a:lnTo>
                  <a:lnTo>
                    <a:pt x="496" y="1796"/>
                  </a:lnTo>
                  <a:lnTo>
                    <a:pt x="331" y="2168"/>
                  </a:lnTo>
                  <a:lnTo>
                    <a:pt x="187" y="2560"/>
                  </a:lnTo>
                  <a:lnTo>
                    <a:pt x="83" y="2973"/>
                  </a:lnTo>
                  <a:lnTo>
                    <a:pt x="1" y="3406"/>
                  </a:lnTo>
                  <a:lnTo>
                    <a:pt x="1" y="3840"/>
                  </a:lnTo>
                  <a:lnTo>
                    <a:pt x="22" y="4273"/>
                  </a:lnTo>
                  <a:lnTo>
                    <a:pt x="63" y="4500"/>
                  </a:lnTo>
                  <a:lnTo>
                    <a:pt x="104" y="4707"/>
                  </a:lnTo>
                  <a:lnTo>
                    <a:pt x="166" y="4934"/>
                  </a:lnTo>
                  <a:lnTo>
                    <a:pt x="228" y="5140"/>
                  </a:lnTo>
                  <a:lnTo>
                    <a:pt x="311" y="5367"/>
                  </a:lnTo>
                  <a:lnTo>
                    <a:pt x="414" y="5574"/>
                  </a:lnTo>
                  <a:lnTo>
                    <a:pt x="538" y="5801"/>
                  </a:lnTo>
                  <a:lnTo>
                    <a:pt x="661" y="6007"/>
                  </a:lnTo>
                  <a:lnTo>
                    <a:pt x="806" y="6213"/>
                  </a:lnTo>
                  <a:lnTo>
                    <a:pt x="971" y="6399"/>
                  </a:lnTo>
                  <a:lnTo>
                    <a:pt x="971" y="6399"/>
                  </a:lnTo>
                  <a:lnTo>
                    <a:pt x="1322" y="6812"/>
                  </a:lnTo>
                  <a:lnTo>
                    <a:pt x="1714" y="7163"/>
                  </a:lnTo>
                  <a:lnTo>
                    <a:pt x="1921" y="7328"/>
                  </a:lnTo>
                  <a:lnTo>
                    <a:pt x="2148" y="7493"/>
                  </a:lnTo>
                  <a:lnTo>
                    <a:pt x="2354" y="7638"/>
                  </a:lnTo>
                  <a:lnTo>
                    <a:pt x="2581" y="7762"/>
                  </a:lnTo>
                  <a:lnTo>
                    <a:pt x="2808" y="7885"/>
                  </a:lnTo>
                  <a:lnTo>
                    <a:pt x="3035" y="7989"/>
                  </a:lnTo>
                  <a:lnTo>
                    <a:pt x="3262" y="8071"/>
                  </a:lnTo>
                  <a:lnTo>
                    <a:pt x="3510" y="8154"/>
                  </a:lnTo>
                  <a:lnTo>
                    <a:pt x="3737" y="8195"/>
                  </a:lnTo>
                  <a:lnTo>
                    <a:pt x="3985" y="8236"/>
                  </a:lnTo>
                  <a:lnTo>
                    <a:pt x="4232" y="8278"/>
                  </a:lnTo>
                  <a:lnTo>
                    <a:pt x="4480" y="8278"/>
                  </a:lnTo>
                  <a:lnTo>
                    <a:pt x="4480" y="8278"/>
                  </a:lnTo>
                  <a:lnTo>
                    <a:pt x="4686" y="8278"/>
                  </a:lnTo>
                  <a:lnTo>
                    <a:pt x="4893" y="8257"/>
                  </a:lnTo>
                  <a:lnTo>
                    <a:pt x="5120" y="8216"/>
                  </a:lnTo>
                  <a:lnTo>
                    <a:pt x="5326" y="8174"/>
                  </a:lnTo>
                  <a:lnTo>
                    <a:pt x="5553" y="8092"/>
                  </a:lnTo>
                  <a:lnTo>
                    <a:pt x="5760" y="8030"/>
                  </a:lnTo>
                  <a:lnTo>
                    <a:pt x="5966" y="7927"/>
                  </a:lnTo>
                  <a:lnTo>
                    <a:pt x="6173" y="7803"/>
                  </a:lnTo>
                  <a:lnTo>
                    <a:pt x="6173" y="7803"/>
                  </a:lnTo>
                  <a:lnTo>
                    <a:pt x="6503" y="7596"/>
                  </a:lnTo>
                  <a:lnTo>
                    <a:pt x="6813" y="7369"/>
                  </a:lnTo>
                  <a:lnTo>
                    <a:pt x="7081" y="7101"/>
                  </a:lnTo>
                  <a:lnTo>
                    <a:pt x="7329" y="6812"/>
                  </a:lnTo>
                  <a:lnTo>
                    <a:pt x="7535" y="6502"/>
                  </a:lnTo>
                  <a:lnTo>
                    <a:pt x="7700" y="6172"/>
                  </a:lnTo>
                  <a:lnTo>
                    <a:pt x="7845" y="5842"/>
                  </a:lnTo>
                  <a:lnTo>
                    <a:pt x="7968" y="5491"/>
                  </a:lnTo>
                  <a:lnTo>
                    <a:pt x="8051" y="5140"/>
                  </a:lnTo>
                  <a:lnTo>
                    <a:pt x="8092" y="4769"/>
                  </a:lnTo>
                  <a:lnTo>
                    <a:pt x="8092" y="4397"/>
                  </a:lnTo>
                  <a:lnTo>
                    <a:pt x="8072" y="4026"/>
                  </a:lnTo>
                  <a:lnTo>
                    <a:pt x="8010" y="3675"/>
                  </a:lnTo>
                  <a:lnTo>
                    <a:pt x="7906" y="3303"/>
                  </a:lnTo>
                  <a:lnTo>
                    <a:pt x="7762" y="2952"/>
                  </a:lnTo>
                  <a:lnTo>
                    <a:pt x="7597" y="2601"/>
                  </a:lnTo>
                  <a:lnTo>
                    <a:pt x="7597" y="2601"/>
                  </a:lnTo>
                  <a:lnTo>
                    <a:pt x="7432" y="2333"/>
                  </a:lnTo>
                  <a:lnTo>
                    <a:pt x="7246" y="2085"/>
                  </a:lnTo>
                  <a:lnTo>
                    <a:pt x="7040" y="1838"/>
                  </a:lnTo>
                  <a:lnTo>
                    <a:pt x="6813" y="1590"/>
                  </a:lnTo>
                  <a:lnTo>
                    <a:pt x="6565" y="1363"/>
                  </a:lnTo>
                  <a:lnTo>
                    <a:pt x="6296" y="1156"/>
                  </a:lnTo>
                  <a:lnTo>
                    <a:pt x="6028" y="950"/>
                  </a:lnTo>
                  <a:lnTo>
                    <a:pt x="5760" y="764"/>
                  </a:lnTo>
                  <a:lnTo>
                    <a:pt x="5450" y="599"/>
                  </a:lnTo>
                  <a:lnTo>
                    <a:pt x="5161" y="455"/>
                  </a:lnTo>
                  <a:lnTo>
                    <a:pt x="4852" y="310"/>
                  </a:lnTo>
                  <a:lnTo>
                    <a:pt x="4542" y="207"/>
                  </a:lnTo>
                  <a:lnTo>
                    <a:pt x="4232" y="124"/>
                  </a:lnTo>
                  <a:lnTo>
                    <a:pt x="3902" y="42"/>
                  </a:lnTo>
                  <a:lnTo>
                    <a:pt x="3592" y="21"/>
                  </a:lnTo>
                  <a:lnTo>
                    <a:pt x="3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Google Shape;135;p27">
              <a:extLst>
                <a:ext uri="{FF2B5EF4-FFF2-40B4-BE49-F238E27FC236}">
                  <a16:creationId xmlns:a16="http://schemas.microsoft.com/office/drawing/2014/main" id="{7E250109-8CDD-5466-4061-A961AE180C36}"/>
                </a:ext>
              </a:extLst>
            </p:cNvPr>
            <p:cNvSpPr/>
            <p:nvPr/>
          </p:nvSpPr>
          <p:spPr>
            <a:xfrm>
              <a:off x="1395975" y="2342500"/>
              <a:ext cx="120275" cy="107875"/>
            </a:xfrm>
            <a:custGeom>
              <a:avLst/>
              <a:gdLst/>
              <a:ahLst/>
              <a:cxnLst/>
              <a:rect l="l" t="t" r="r" b="b"/>
              <a:pathLst>
                <a:path w="4811" h="4315" extrusionOk="0">
                  <a:moveTo>
                    <a:pt x="2870" y="867"/>
                  </a:moveTo>
                  <a:lnTo>
                    <a:pt x="2952" y="888"/>
                  </a:lnTo>
                  <a:lnTo>
                    <a:pt x="3056" y="908"/>
                  </a:lnTo>
                  <a:lnTo>
                    <a:pt x="3138" y="950"/>
                  </a:lnTo>
                  <a:lnTo>
                    <a:pt x="3241" y="1011"/>
                  </a:lnTo>
                  <a:lnTo>
                    <a:pt x="2622" y="1589"/>
                  </a:lnTo>
                  <a:lnTo>
                    <a:pt x="2540" y="1404"/>
                  </a:lnTo>
                  <a:lnTo>
                    <a:pt x="2519" y="1239"/>
                  </a:lnTo>
                  <a:lnTo>
                    <a:pt x="2519" y="1177"/>
                  </a:lnTo>
                  <a:lnTo>
                    <a:pt x="2540" y="1115"/>
                  </a:lnTo>
                  <a:lnTo>
                    <a:pt x="2560" y="1053"/>
                  </a:lnTo>
                  <a:lnTo>
                    <a:pt x="2602" y="991"/>
                  </a:lnTo>
                  <a:lnTo>
                    <a:pt x="2664" y="950"/>
                  </a:lnTo>
                  <a:lnTo>
                    <a:pt x="2725" y="908"/>
                  </a:lnTo>
                  <a:lnTo>
                    <a:pt x="2808" y="888"/>
                  </a:lnTo>
                  <a:lnTo>
                    <a:pt x="2870" y="867"/>
                  </a:lnTo>
                  <a:close/>
                  <a:moveTo>
                    <a:pt x="2271" y="2725"/>
                  </a:moveTo>
                  <a:lnTo>
                    <a:pt x="2354" y="2910"/>
                  </a:lnTo>
                  <a:lnTo>
                    <a:pt x="2375" y="3076"/>
                  </a:lnTo>
                  <a:lnTo>
                    <a:pt x="2375" y="3138"/>
                  </a:lnTo>
                  <a:lnTo>
                    <a:pt x="2354" y="3220"/>
                  </a:lnTo>
                  <a:lnTo>
                    <a:pt x="2313" y="3282"/>
                  </a:lnTo>
                  <a:lnTo>
                    <a:pt x="2271" y="3323"/>
                  </a:lnTo>
                  <a:lnTo>
                    <a:pt x="2209" y="3385"/>
                  </a:lnTo>
                  <a:lnTo>
                    <a:pt x="2147" y="3406"/>
                  </a:lnTo>
                  <a:lnTo>
                    <a:pt x="2086" y="3426"/>
                  </a:lnTo>
                  <a:lnTo>
                    <a:pt x="1941" y="3426"/>
                  </a:lnTo>
                  <a:lnTo>
                    <a:pt x="1858" y="3406"/>
                  </a:lnTo>
                  <a:lnTo>
                    <a:pt x="1776" y="3365"/>
                  </a:lnTo>
                  <a:lnTo>
                    <a:pt x="1673" y="3303"/>
                  </a:lnTo>
                  <a:lnTo>
                    <a:pt x="2271" y="2725"/>
                  </a:lnTo>
                  <a:close/>
                  <a:moveTo>
                    <a:pt x="2519" y="0"/>
                  </a:moveTo>
                  <a:lnTo>
                    <a:pt x="2313" y="62"/>
                  </a:lnTo>
                  <a:lnTo>
                    <a:pt x="2106" y="165"/>
                  </a:lnTo>
                  <a:lnTo>
                    <a:pt x="1920" y="310"/>
                  </a:lnTo>
                  <a:lnTo>
                    <a:pt x="1817" y="433"/>
                  </a:lnTo>
                  <a:lnTo>
                    <a:pt x="1714" y="537"/>
                  </a:lnTo>
                  <a:lnTo>
                    <a:pt x="1652" y="661"/>
                  </a:lnTo>
                  <a:lnTo>
                    <a:pt x="1611" y="764"/>
                  </a:lnTo>
                  <a:lnTo>
                    <a:pt x="1590" y="888"/>
                  </a:lnTo>
                  <a:lnTo>
                    <a:pt x="1570" y="1011"/>
                  </a:lnTo>
                  <a:lnTo>
                    <a:pt x="1570" y="1135"/>
                  </a:lnTo>
                  <a:lnTo>
                    <a:pt x="1590" y="1259"/>
                  </a:lnTo>
                  <a:lnTo>
                    <a:pt x="1652" y="1486"/>
                  </a:lnTo>
                  <a:lnTo>
                    <a:pt x="1735" y="1734"/>
                  </a:lnTo>
                  <a:lnTo>
                    <a:pt x="1858" y="1961"/>
                  </a:lnTo>
                  <a:lnTo>
                    <a:pt x="1982" y="2188"/>
                  </a:lnTo>
                  <a:lnTo>
                    <a:pt x="1239" y="2890"/>
                  </a:lnTo>
                  <a:lnTo>
                    <a:pt x="1053" y="2601"/>
                  </a:lnTo>
                  <a:lnTo>
                    <a:pt x="909" y="2312"/>
                  </a:lnTo>
                  <a:lnTo>
                    <a:pt x="806" y="2023"/>
                  </a:lnTo>
                  <a:lnTo>
                    <a:pt x="765" y="1734"/>
                  </a:lnTo>
                  <a:lnTo>
                    <a:pt x="1" y="2002"/>
                  </a:lnTo>
                  <a:lnTo>
                    <a:pt x="21" y="2167"/>
                  </a:lnTo>
                  <a:lnTo>
                    <a:pt x="63" y="2332"/>
                  </a:lnTo>
                  <a:lnTo>
                    <a:pt x="125" y="2518"/>
                  </a:lnTo>
                  <a:lnTo>
                    <a:pt x="207" y="2704"/>
                  </a:lnTo>
                  <a:lnTo>
                    <a:pt x="310" y="2890"/>
                  </a:lnTo>
                  <a:lnTo>
                    <a:pt x="414" y="3055"/>
                  </a:lnTo>
                  <a:lnTo>
                    <a:pt x="537" y="3241"/>
                  </a:lnTo>
                  <a:lnTo>
                    <a:pt x="682" y="3426"/>
                  </a:lnTo>
                  <a:lnTo>
                    <a:pt x="187" y="3860"/>
                  </a:lnTo>
                  <a:lnTo>
                    <a:pt x="599" y="4314"/>
                  </a:lnTo>
                  <a:lnTo>
                    <a:pt x="1095" y="3839"/>
                  </a:lnTo>
                  <a:lnTo>
                    <a:pt x="1363" y="4046"/>
                  </a:lnTo>
                  <a:lnTo>
                    <a:pt x="1631" y="4190"/>
                  </a:lnTo>
                  <a:lnTo>
                    <a:pt x="1900" y="4273"/>
                  </a:lnTo>
                  <a:lnTo>
                    <a:pt x="2147" y="4314"/>
                  </a:lnTo>
                  <a:lnTo>
                    <a:pt x="2375" y="4293"/>
                  </a:lnTo>
                  <a:lnTo>
                    <a:pt x="2602" y="4231"/>
                  </a:lnTo>
                  <a:lnTo>
                    <a:pt x="2808" y="4128"/>
                  </a:lnTo>
                  <a:lnTo>
                    <a:pt x="2994" y="3984"/>
                  </a:lnTo>
                  <a:lnTo>
                    <a:pt x="3097" y="3881"/>
                  </a:lnTo>
                  <a:lnTo>
                    <a:pt x="3180" y="3757"/>
                  </a:lnTo>
                  <a:lnTo>
                    <a:pt x="3241" y="3654"/>
                  </a:lnTo>
                  <a:lnTo>
                    <a:pt x="3283" y="3530"/>
                  </a:lnTo>
                  <a:lnTo>
                    <a:pt x="3324" y="3426"/>
                  </a:lnTo>
                  <a:lnTo>
                    <a:pt x="3324" y="3303"/>
                  </a:lnTo>
                  <a:lnTo>
                    <a:pt x="3324" y="3179"/>
                  </a:lnTo>
                  <a:lnTo>
                    <a:pt x="3324" y="3055"/>
                  </a:lnTo>
                  <a:lnTo>
                    <a:pt x="3262" y="2828"/>
                  </a:lnTo>
                  <a:lnTo>
                    <a:pt x="3159" y="2580"/>
                  </a:lnTo>
                  <a:lnTo>
                    <a:pt x="3056" y="2353"/>
                  </a:lnTo>
                  <a:lnTo>
                    <a:pt x="2911" y="2126"/>
                  </a:lnTo>
                  <a:lnTo>
                    <a:pt x="3654" y="1424"/>
                  </a:lnTo>
                  <a:lnTo>
                    <a:pt x="3799" y="1631"/>
                  </a:lnTo>
                  <a:lnTo>
                    <a:pt x="3902" y="1837"/>
                  </a:lnTo>
                  <a:lnTo>
                    <a:pt x="3985" y="2064"/>
                  </a:lnTo>
                  <a:lnTo>
                    <a:pt x="4067" y="2312"/>
                  </a:lnTo>
                  <a:lnTo>
                    <a:pt x="4810" y="2023"/>
                  </a:lnTo>
                  <a:lnTo>
                    <a:pt x="4728" y="1734"/>
                  </a:lnTo>
                  <a:lnTo>
                    <a:pt x="4604" y="1445"/>
                  </a:lnTo>
                  <a:lnTo>
                    <a:pt x="4439" y="1156"/>
                  </a:lnTo>
                  <a:lnTo>
                    <a:pt x="4232" y="888"/>
                  </a:lnTo>
                  <a:lnTo>
                    <a:pt x="4728" y="433"/>
                  </a:lnTo>
                  <a:lnTo>
                    <a:pt x="4315" y="0"/>
                  </a:lnTo>
                  <a:lnTo>
                    <a:pt x="3819" y="454"/>
                  </a:lnTo>
                  <a:lnTo>
                    <a:pt x="3551" y="248"/>
                  </a:lnTo>
                  <a:lnTo>
                    <a:pt x="3283" y="103"/>
                  </a:lnTo>
                  <a:lnTo>
                    <a:pt x="3014" y="21"/>
                  </a:lnTo>
                  <a:lnTo>
                    <a:pt x="27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Google Shape;136;p27">
              <a:extLst>
                <a:ext uri="{FF2B5EF4-FFF2-40B4-BE49-F238E27FC236}">
                  <a16:creationId xmlns:a16="http://schemas.microsoft.com/office/drawing/2014/main" id="{07DC1579-6340-1C26-14AB-7A5B3C15CBA0}"/>
                </a:ext>
              </a:extLst>
            </p:cNvPr>
            <p:cNvSpPr/>
            <p:nvPr/>
          </p:nvSpPr>
          <p:spPr>
            <a:xfrm>
              <a:off x="1203500" y="2137625"/>
              <a:ext cx="460850" cy="469600"/>
            </a:xfrm>
            <a:custGeom>
              <a:avLst/>
              <a:gdLst/>
              <a:ahLst/>
              <a:cxnLst/>
              <a:rect l="l" t="t" r="r" b="b"/>
              <a:pathLst>
                <a:path w="18434" h="18784" extrusionOk="0">
                  <a:moveTo>
                    <a:pt x="4666" y="0"/>
                  </a:moveTo>
                  <a:lnTo>
                    <a:pt x="1" y="6131"/>
                  </a:lnTo>
                  <a:lnTo>
                    <a:pt x="124" y="6213"/>
                  </a:lnTo>
                  <a:lnTo>
                    <a:pt x="310" y="6317"/>
                  </a:lnTo>
                  <a:lnTo>
                    <a:pt x="826" y="6647"/>
                  </a:lnTo>
                  <a:lnTo>
                    <a:pt x="1549" y="7122"/>
                  </a:lnTo>
                  <a:lnTo>
                    <a:pt x="1962" y="7431"/>
                  </a:lnTo>
                  <a:lnTo>
                    <a:pt x="2416" y="7762"/>
                  </a:lnTo>
                  <a:lnTo>
                    <a:pt x="2870" y="8133"/>
                  </a:lnTo>
                  <a:lnTo>
                    <a:pt x="3344" y="8525"/>
                  </a:lnTo>
                  <a:lnTo>
                    <a:pt x="3819" y="8959"/>
                  </a:lnTo>
                  <a:lnTo>
                    <a:pt x="4273" y="9392"/>
                  </a:lnTo>
                  <a:lnTo>
                    <a:pt x="4686" y="9846"/>
                  </a:lnTo>
                  <a:lnTo>
                    <a:pt x="5099" y="10321"/>
                  </a:lnTo>
                  <a:lnTo>
                    <a:pt x="5450" y="10796"/>
                  </a:lnTo>
                  <a:lnTo>
                    <a:pt x="5615" y="11044"/>
                  </a:lnTo>
                  <a:lnTo>
                    <a:pt x="5760" y="11291"/>
                  </a:lnTo>
                  <a:lnTo>
                    <a:pt x="6069" y="11828"/>
                  </a:lnTo>
                  <a:lnTo>
                    <a:pt x="6441" y="12385"/>
                  </a:lnTo>
                  <a:lnTo>
                    <a:pt x="6853" y="12943"/>
                  </a:lnTo>
                  <a:lnTo>
                    <a:pt x="7308" y="13500"/>
                  </a:lnTo>
                  <a:lnTo>
                    <a:pt x="7824" y="14078"/>
                  </a:lnTo>
                  <a:lnTo>
                    <a:pt x="8360" y="14635"/>
                  </a:lnTo>
                  <a:lnTo>
                    <a:pt x="8959" y="15172"/>
                  </a:lnTo>
                  <a:lnTo>
                    <a:pt x="9599" y="15708"/>
                  </a:lnTo>
                  <a:lnTo>
                    <a:pt x="10259" y="16224"/>
                  </a:lnTo>
                  <a:lnTo>
                    <a:pt x="10982" y="16699"/>
                  </a:lnTo>
                  <a:lnTo>
                    <a:pt x="11353" y="16926"/>
                  </a:lnTo>
                  <a:lnTo>
                    <a:pt x="11745" y="17153"/>
                  </a:lnTo>
                  <a:lnTo>
                    <a:pt x="12138" y="17360"/>
                  </a:lnTo>
                  <a:lnTo>
                    <a:pt x="12530" y="17566"/>
                  </a:lnTo>
                  <a:lnTo>
                    <a:pt x="12943" y="17773"/>
                  </a:lnTo>
                  <a:lnTo>
                    <a:pt x="13355" y="17938"/>
                  </a:lnTo>
                  <a:lnTo>
                    <a:pt x="13789" y="18123"/>
                  </a:lnTo>
                  <a:lnTo>
                    <a:pt x="14222" y="18268"/>
                  </a:lnTo>
                  <a:lnTo>
                    <a:pt x="14677" y="18412"/>
                  </a:lnTo>
                  <a:lnTo>
                    <a:pt x="15131" y="18536"/>
                  </a:lnTo>
                  <a:lnTo>
                    <a:pt x="15605" y="18660"/>
                  </a:lnTo>
                  <a:lnTo>
                    <a:pt x="16080" y="18763"/>
                  </a:lnTo>
                  <a:lnTo>
                    <a:pt x="16163" y="18784"/>
                  </a:lnTo>
                  <a:lnTo>
                    <a:pt x="18433" y="15688"/>
                  </a:lnTo>
                  <a:lnTo>
                    <a:pt x="18351" y="15358"/>
                  </a:lnTo>
                  <a:lnTo>
                    <a:pt x="16039" y="18474"/>
                  </a:lnTo>
                  <a:lnTo>
                    <a:pt x="15585" y="18371"/>
                  </a:lnTo>
                  <a:lnTo>
                    <a:pt x="15131" y="18268"/>
                  </a:lnTo>
                  <a:lnTo>
                    <a:pt x="14677" y="18144"/>
                  </a:lnTo>
                  <a:lnTo>
                    <a:pt x="14243" y="18000"/>
                  </a:lnTo>
                  <a:lnTo>
                    <a:pt x="13830" y="17834"/>
                  </a:lnTo>
                  <a:lnTo>
                    <a:pt x="13397" y="17669"/>
                  </a:lnTo>
                  <a:lnTo>
                    <a:pt x="12984" y="17484"/>
                  </a:lnTo>
                  <a:lnTo>
                    <a:pt x="12592" y="17298"/>
                  </a:lnTo>
                  <a:lnTo>
                    <a:pt x="12200" y="17091"/>
                  </a:lnTo>
                  <a:lnTo>
                    <a:pt x="11828" y="16885"/>
                  </a:lnTo>
                  <a:lnTo>
                    <a:pt x="11085" y="16452"/>
                  </a:lnTo>
                  <a:lnTo>
                    <a:pt x="10383" y="15977"/>
                  </a:lnTo>
                  <a:lnTo>
                    <a:pt x="9723" y="15481"/>
                  </a:lnTo>
                  <a:lnTo>
                    <a:pt x="9103" y="14965"/>
                  </a:lnTo>
                  <a:lnTo>
                    <a:pt x="8546" y="14429"/>
                  </a:lnTo>
                  <a:lnTo>
                    <a:pt x="8009" y="13871"/>
                  </a:lnTo>
                  <a:lnTo>
                    <a:pt x="7514" y="13314"/>
                  </a:lnTo>
                  <a:lnTo>
                    <a:pt x="7060" y="12777"/>
                  </a:lnTo>
                  <a:lnTo>
                    <a:pt x="6668" y="12220"/>
                  </a:lnTo>
                  <a:lnTo>
                    <a:pt x="6296" y="11683"/>
                  </a:lnTo>
                  <a:lnTo>
                    <a:pt x="5987" y="11167"/>
                  </a:lnTo>
                  <a:lnTo>
                    <a:pt x="5718" y="10693"/>
                  </a:lnTo>
                  <a:lnTo>
                    <a:pt x="5388" y="10259"/>
                  </a:lnTo>
                  <a:lnTo>
                    <a:pt x="5037" y="9805"/>
                  </a:lnTo>
                  <a:lnTo>
                    <a:pt x="4645" y="9392"/>
                  </a:lnTo>
                  <a:lnTo>
                    <a:pt x="4232" y="8979"/>
                  </a:lnTo>
                  <a:lnTo>
                    <a:pt x="3819" y="8587"/>
                  </a:lnTo>
                  <a:lnTo>
                    <a:pt x="3386" y="8195"/>
                  </a:lnTo>
                  <a:lnTo>
                    <a:pt x="2952" y="7844"/>
                  </a:lnTo>
                  <a:lnTo>
                    <a:pt x="2539" y="7514"/>
                  </a:lnTo>
                  <a:lnTo>
                    <a:pt x="2127" y="7204"/>
                  </a:lnTo>
                  <a:lnTo>
                    <a:pt x="1384" y="6688"/>
                  </a:lnTo>
                  <a:lnTo>
                    <a:pt x="785" y="6296"/>
                  </a:lnTo>
                  <a:lnTo>
                    <a:pt x="393" y="6048"/>
                  </a:lnTo>
                  <a:lnTo>
                    <a:pt x="4789" y="289"/>
                  </a:lnTo>
                  <a:lnTo>
                    <a:pt x="5120" y="351"/>
                  </a:lnTo>
                  <a:lnTo>
                    <a:pt x="5429" y="434"/>
                  </a:lnTo>
                  <a:lnTo>
                    <a:pt x="5760" y="537"/>
                  </a:lnTo>
                  <a:lnTo>
                    <a:pt x="6090" y="661"/>
                  </a:lnTo>
                  <a:lnTo>
                    <a:pt x="6399" y="805"/>
                  </a:lnTo>
                  <a:lnTo>
                    <a:pt x="6709" y="971"/>
                  </a:lnTo>
                  <a:lnTo>
                    <a:pt x="7039" y="1156"/>
                  </a:lnTo>
                  <a:lnTo>
                    <a:pt x="7349" y="1342"/>
                  </a:lnTo>
                  <a:lnTo>
                    <a:pt x="7659" y="1569"/>
                  </a:lnTo>
                  <a:lnTo>
                    <a:pt x="7947" y="1776"/>
                  </a:lnTo>
                  <a:lnTo>
                    <a:pt x="8546" y="2271"/>
                  </a:lnTo>
                  <a:lnTo>
                    <a:pt x="9145" y="2787"/>
                  </a:lnTo>
                  <a:lnTo>
                    <a:pt x="9702" y="3365"/>
                  </a:lnTo>
                  <a:lnTo>
                    <a:pt x="10259" y="3943"/>
                  </a:lnTo>
                  <a:lnTo>
                    <a:pt x="10796" y="4562"/>
                  </a:lnTo>
                  <a:lnTo>
                    <a:pt x="11312" y="5181"/>
                  </a:lnTo>
                  <a:lnTo>
                    <a:pt x="11807" y="5801"/>
                  </a:lnTo>
                  <a:lnTo>
                    <a:pt x="12757" y="7039"/>
                  </a:lnTo>
                  <a:lnTo>
                    <a:pt x="13583" y="8195"/>
                  </a:lnTo>
                  <a:lnTo>
                    <a:pt x="14140" y="8959"/>
                  </a:lnTo>
                  <a:lnTo>
                    <a:pt x="14635" y="9619"/>
                  </a:lnTo>
                  <a:lnTo>
                    <a:pt x="14945" y="9991"/>
                  </a:lnTo>
                  <a:lnTo>
                    <a:pt x="15275" y="10342"/>
                  </a:lnTo>
                  <a:lnTo>
                    <a:pt x="15626" y="10651"/>
                  </a:lnTo>
                  <a:lnTo>
                    <a:pt x="15977" y="10920"/>
                  </a:lnTo>
                  <a:lnTo>
                    <a:pt x="16328" y="11147"/>
                  </a:lnTo>
                  <a:lnTo>
                    <a:pt x="16699" y="11353"/>
                  </a:lnTo>
                  <a:lnTo>
                    <a:pt x="17071" y="11539"/>
                  </a:lnTo>
                  <a:lnTo>
                    <a:pt x="17422" y="11683"/>
                  </a:lnTo>
                  <a:lnTo>
                    <a:pt x="17422" y="11683"/>
                  </a:lnTo>
                  <a:lnTo>
                    <a:pt x="17360" y="11374"/>
                  </a:lnTo>
                  <a:lnTo>
                    <a:pt x="17009" y="11229"/>
                  </a:lnTo>
                  <a:lnTo>
                    <a:pt x="16679" y="11044"/>
                  </a:lnTo>
                  <a:lnTo>
                    <a:pt x="16348" y="10858"/>
                  </a:lnTo>
                  <a:lnTo>
                    <a:pt x="16039" y="10631"/>
                  </a:lnTo>
                  <a:lnTo>
                    <a:pt x="15709" y="10383"/>
                  </a:lnTo>
                  <a:lnTo>
                    <a:pt x="15420" y="10094"/>
                  </a:lnTo>
                  <a:lnTo>
                    <a:pt x="15110" y="9784"/>
                  </a:lnTo>
                  <a:lnTo>
                    <a:pt x="14842" y="9454"/>
                  </a:lnTo>
                  <a:lnTo>
                    <a:pt x="14346" y="8794"/>
                  </a:lnTo>
                  <a:lnTo>
                    <a:pt x="13810" y="8051"/>
                  </a:lnTo>
                  <a:lnTo>
                    <a:pt x="12943" y="6874"/>
                  </a:lnTo>
                  <a:lnTo>
                    <a:pt x="12489" y="6234"/>
                  </a:lnTo>
                  <a:lnTo>
                    <a:pt x="11993" y="5594"/>
                  </a:lnTo>
                  <a:lnTo>
                    <a:pt x="11498" y="4954"/>
                  </a:lnTo>
                  <a:lnTo>
                    <a:pt x="10961" y="4335"/>
                  </a:lnTo>
                  <a:lnTo>
                    <a:pt x="10404" y="3716"/>
                  </a:lnTo>
                  <a:lnTo>
                    <a:pt x="9846" y="3097"/>
                  </a:lnTo>
                  <a:lnTo>
                    <a:pt x="9248" y="2539"/>
                  </a:lnTo>
                  <a:lnTo>
                    <a:pt x="8649" y="2003"/>
                  </a:lnTo>
                  <a:lnTo>
                    <a:pt x="8030" y="1507"/>
                  </a:lnTo>
                  <a:lnTo>
                    <a:pt x="7720" y="1280"/>
                  </a:lnTo>
                  <a:lnTo>
                    <a:pt x="7390" y="1074"/>
                  </a:lnTo>
                  <a:lnTo>
                    <a:pt x="7081" y="867"/>
                  </a:lnTo>
                  <a:lnTo>
                    <a:pt x="6750" y="682"/>
                  </a:lnTo>
                  <a:lnTo>
                    <a:pt x="6420" y="516"/>
                  </a:lnTo>
                  <a:lnTo>
                    <a:pt x="6090" y="372"/>
                  </a:lnTo>
                  <a:lnTo>
                    <a:pt x="5760" y="248"/>
                  </a:lnTo>
                  <a:lnTo>
                    <a:pt x="5429" y="145"/>
                  </a:lnTo>
                  <a:lnTo>
                    <a:pt x="5078" y="62"/>
                  </a:lnTo>
                  <a:lnTo>
                    <a:pt x="4748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Google Shape;137;p27">
              <a:extLst>
                <a:ext uri="{FF2B5EF4-FFF2-40B4-BE49-F238E27FC236}">
                  <a16:creationId xmlns:a16="http://schemas.microsoft.com/office/drawing/2014/main" id="{41975BA5-B044-02D5-279E-97FB631EF9C0}"/>
                </a:ext>
              </a:extLst>
            </p:cNvPr>
            <p:cNvSpPr/>
            <p:nvPr/>
          </p:nvSpPr>
          <p:spPr>
            <a:xfrm>
              <a:off x="5285825" y="1365650"/>
              <a:ext cx="1094000" cy="1091425"/>
            </a:xfrm>
            <a:custGeom>
              <a:avLst/>
              <a:gdLst/>
              <a:ahLst/>
              <a:cxnLst/>
              <a:rect l="l" t="t" r="r" b="b"/>
              <a:pathLst>
                <a:path w="43760" h="43657" extrusionOk="0">
                  <a:moveTo>
                    <a:pt x="21529" y="0"/>
                  </a:moveTo>
                  <a:lnTo>
                    <a:pt x="20972" y="21"/>
                  </a:lnTo>
                  <a:lnTo>
                    <a:pt x="20415" y="41"/>
                  </a:lnTo>
                  <a:lnTo>
                    <a:pt x="19857" y="83"/>
                  </a:lnTo>
                  <a:lnTo>
                    <a:pt x="19300" y="145"/>
                  </a:lnTo>
                  <a:lnTo>
                    <a:pt x="18743" y="227"/>
                  </a:lnTo>
                  <a:lnTo>
                    <a:pt x="18185" y="310"/>
                  </a:lnTo>
                  <a:lnTo>
                    <a:pt x="17628" y="413"/>
                  </a:lnTo>
                  <a:lnTo>
                    <a:pt x="17071" y="516"/>
                  </a:lnTo>
                  <a:lnTo>
                    <a:pt x="16534" y="661"/>
                  </a:lnTo>
                  <a:lnTo>
                    <a:pt x="15997" y="805"/>
                  </a:lnTo>
                  <a:lnTo>
                    <a:pt x="15481" y="950"/>
                  </a:lnTo>
                  <a:lnTo>
                    <a:pt x="14945" y="1115"/>
                  </a:lnTo>
                  <a:lnTo>
                    <a:pt x="14429" y="1301"/>
                  </a:lnTo>
                  <a:lnTo>
                    <a:pt x="13933" y="1486"/>
                  </a:lnTo>
                  <a:lnTo>
                    <a:pt x="13417" y="1693"/>
                  </a:lnTo>
                  <a:lnTo>
                    <a:pt x="12922" y="1899"/>
                  </a:lnTo>
                  <a:lnTo>
                    <a:pt x="12447" y="2126"/>
                  </a:lnTo>
                  <a:lnTo>
                    <a:pt x="11952" y="2374"/>
                  </a:lnTo>
                  <a:lnTo>
                    <a:pt x="11477" y="2622"/>
                  </a:lnTo>
                  <a:lnTo>
                    <a:pt x="11023" y="2869"/>
                  </a:lnTo>
                  <a:lnTo>
                    <a:pt x="10548" y="3138"/>
                  </a:lnTo>
                  <a:lnTo>
                    <a:pt x="10094" y="3427"/>
                  </a:lnTo>
                  <a:lnTo>
                    <a:pt x="9661" y="3716"/>
                  </a:lnTo>
                  <a:lnTo>
                    <a:pt x="9227" y="4025"/>
                  </a:lnTo>
                  <a:lnTo>
                    <a:pt x="8794" y="4335"/>
                  </a:lnTo>
                  <a:lnTo>
                    <a:pt x="8381" y="4644"/>
                  </a:lnTo>
                  <a:lnTo>
                    <a:pt x="7968" y="4975"/>
                  </a:lnTo>
                  <a:lnTo>
                    <a:pt x="7555" y="5326"/>
                  </a:lnTo>
                  <a:lnTo>
                    <a:pt x="7163" y="5676"/>
                  </a:lnTo>
                  <a:lnTo>
                    <a:pt x="6771" y="6027"/>
                  </a:lnTo>
                  <a:lnTo>
                    <a:pt x="6399" y="6399"/>
                  </a:lnTo>
                  <a:lnTo>
                    <a:pt x="6028" y="6770"/>
                  </a:lnTo>
                  <a:lnTo>
                    <a:pt x="5677" y="7163"/>
                  </a:lnTo>
                  <a:lnTo>
                    <a:pt x="5326" y="7555"/>
                  </a:lnTo>
                  <a:lnTo>
                    <a:pt x="4996" y="7947"/>
                  </a:lnTo>
                  <a:lnTo>
                    <a:pt x="4665" y="8360"/>
                  </a:lnTo>
                  <a:lnTo>
                    <a:pt x="4335" y="8773"/>
                  </a:lnTo>
                  <a:lnTo>
                    <a:pt x="4025" y="9206"/>
                  </a:lnTo>
                  <a:lnTo>
                    <a:pt x="3737" y="9640"/>
                  </a:lnTo>
                  <a:lnTo>
                    <a:pt x="3448" y="10073"/>
                  </a:lnTo>
                  <a:lnTo>
                    <a:pt x="3159" y="10507"/>
                  </a:lnTo>
                  <a:lnTo>
                    <a:pt x="2890" y="10961"/>
                  </a:lnTo>
                  <a:lnTo>
                    <a:pt x="2643" y="11415"/>
                  </a:lnTo>
                  <a:lnTo>
                    <a:pt x="2395" y="11890"/>
                  </a:lnTo>
                  <a:lnTo>
                    <a:pt x="2168" y="12364"/>
                  </a:lnTo>
                  <a:lnTo>
                    <a:pt x="1941" y="12839"/>
                  </a:lnTo>
                  <a:lnTo>
                    <a:pt x="1734" y="13314"/>
                  </a:lnTo>
                  <a:lnTo>
                    <a:pt x="1528" y="13809"/>
                  </a:lnTo>
                  <a:lnTo>
                    <a:pt x="1342" y="14305"/>
                  </a:lnTo>
                  <a:lnTo>
                    <a:pt x="1156" y="14800"/>
                  </a:lnTo>
                  <a:lnTo>
                    <a:pt x="991" y="15295"/>
                  </a:lnTo>
                  <a:lnTo>
                    <a:pt x="847" y="15811"/>
                  </a:lnTo>
                  <a:lnTo>
                    <a:pt x="702" y="16327"/>
                  </a:lnTo>
                  <a:lnTo>
                    <a:pt x="578" y="16843"/>
                  </a:lnTo>
                  <a:lnTo>
                    <a:pt x="455" y="17359"/>
                  </a:lnTo>
                  <a:lnTo>
                    <a:pt x="351" y="17875"/>
                  </a:lnTo>
                  <a:lnTo>
                    <a:pt x="269" y="18412"/>
                  </a:lnTo>
                  <a:lnTo>
                    <a:pt x="186" y="18949"/>
                  </a:lnTo>
                  <a:lnTo>
                    <a:pt x="124" y="19485"/>
                  </a:lnTo>
                  <a:lnTo>
                    <a:pt x="62" y="20022"/>
                  </a:lnTo>
                  <a:lnTo>
                    <a:pt x="21" y="20559"/>
                  </a:lnTo>
                  <a:lnTo>
                    <a:pt x="0" y="21096"/>
                  </a:lnTo>
                  <a:lnTo>
                    <a:pt x="0" y="21653"/>
                  </a:lnTo>
                  <a:lnTo>
                    <a:pt x="0" y="22189"/>
                  </a:lnTo>
                  <a:lnTo>
                    <a:pt x="0" y="22747"/>
                  </a:lnTo>
                  <a:lnTo>
                    <a:pt x="42" y="23304"/>
                  </a:lnTo>
                  <a:lnTo>
                    <a:pt x="83" y="23861"/>
                  </a:lnTo>
                  <a:lnTo>
                    <a:pt x="145" y="24419"/>
                  </a:lnTo>
                  <a:lnTo>
                    <a:pt x="228" y="24976"/>
                  </a:lnTo>
                  <a:lnTo>
                    <a:pt x="310" y="25533"/>
                  </a:lnTo>
                  <a:lnTo>
                    <a:pt x="413" y="26091"/>
                  </a:lnTo>
                  <a:lnTo>
                    <a:pt x="516" y="26627"/>
                  </a:lnTo>
                  <a:lnTo>
                    <a:pt x="661" y="27164"/>
                  </a:lnTo>
                  <a:lnTo>
                    <a:pt x="785" y="27701"/>
                  </a:lnTo>
                  <a:lnTo>
                    <a:pt x="950" y="28237"/>
                  </a:lnTo>
                  <a:lnTo>
                    <a:pt x="1115" y="28753"/>
                  </a:lnTo>
                  <a:lnTo>
                    <a:pt x="1301" y="29269"/>
                  </a:lnTo>
                  <a:lnTo>
                    <a:pt x="1487" y="29765"/>
                  </a:lnTo>
                  <a:lnTo>
                    <a:pt x="1693" y="30281"/>
                  </a:lnTo>
                  <a:lnTo>
                    <a:pt x="1899" y="30776"/>
                  </a:lnTo>
                  <a:lnTo>
                    <a:pt x="2126" y="31251"/>
                  </a:lnTo>
                  <a:lnTo>
                    <a:pt x="2374" y="31746"/>
                  </a:lnTo>
                  <a:lnTo>
                    <a:pt x="2622" y="32221"/>
                  </a:lnTo>
                  <a:lnTo>
                    <a:pt x="2870" y="32675"/>
                  </a:lnTo>
                  <a:lnTo>
                    <a:pt x="3138" y="33129"/>
                  </a:lnTo>
                  <a:lnTo>
                    <a:pt x="3427" y="33583"/>
                  </a:lnTo>
                  <a:lnTo>
                    <a:pt x="3716" y="34038"/>
                  </a:lnTo>
                  <a:lnTo>
                    <a:pt x="4025" y="34471"/>
                  </a:lnTo>
                  <a:lnTo>
                    <a:pt x="4335" y="34905"/>
                  </a:lnTo>
                  <a:lnTo>
                    <a:pt x="4645" y="35317"/>
                  </a:lnTo>
                  <a:lnTo>
                    <a:pt x="4975" y="35730"/>
                  </a:lnTo>
                  <a:lnTo>
                    <a:pt x="5326" y="36122"/>
                  </a:lnTo>
                  <a:lnTo>
                    <a:pt x="5677" y="36515"/>
                  </a:lnTo>
                  <a:lnTo>
                    <a:pt x="6028" y="36907"/>
                  </a:lnTo>
                  <a:lnTo>
                    <a:pt x="6399" y="37278"/>
                  </a:lnTo>
                  <a:lnTo>
                    <a:pt x="6771" y="37650"/>
                  </a:lnTo>
                  <a:lnTo>
                    <a:pt x="7163" y="38001"/>
                  </a:lnTo>
                  <a:lnTo>
                    <a:pt x="7555" y="38352"/>
                  </a:lnTo>
                  <a:lnTo>
                    <a:pt x="7947" y="38682"/>
                  </a:lnTo>
                  <a:lnTo>
                    <a:pt x="8360" y="39012"/>
                  </a:lnTo>
                  <a:lnTo>
                    <a:pt x="8773" y="39322"/>
                  </a:lnTo>
                  <a:lnTo>
                    <a:pt x="9206" y="39631"/>
                  </a:lnTo>
                  <a:lnTo>
                    <a:pt x="9640" y="39941"/>
                  </a:lnTo>
                  <a:lnTo>
                    <a:pt x="10073" y="40230"/>
                  </a:lnTo>
                  <a:lnTo>
                    <a:pt x="10527" y="40498"/>
                  </a:lnTo>
                  <a:lnTo>
                    <a:pt x="10982" y="40767"/>
                  </a:lnTo>
                  <a:lnTo>
                    <a:pt x="11436" y="41035"/>
                  </a:lnTo>
                  <a:lnTo>
                    <a:pt x="11890" y="41262"/>
                  </a:lnTo>
                  <a:lnTo>
                    <a:pt x="12365" y="41510"/>
                  </a:lnTo>
                  <a:lnTo>
                    <a:pt x="12839" y="41737"/>
                  </a:lnTo>
                  <a:lnTo>
                    <a:pt x="13335" y="41943"/>
                  </a:lnTo>
                  <a:lnTo>
                    <a:pt x="13830" y="42129"/>
                  </a:lnTo>
                  <a:lnTo>
                    <a:pt x="14305" y="42335"/>
                  </a:lnTo>
                  <a:lnTo>
                    <a:pt x="14821" y="42500"/>
                  </a:lnTo>
                  <a:lnTo>
                    <a:pt x="15316" y="42666"/>
                  </a:lnTo>
                  <a:lnTo>
                    <a:pt x="15832" y="42831"/>
                  </a:lnTo>
                  <a:lnTo>
                    <a:pt x="16348" y="42955"/>
                  </a:lnTo>
                  <a:lnTo>
                    <a:pt x="16864" y="43099"/>
                  </a:lnTo>
                  <a:lnTo>
                    <a:pt x="17380" y="43202"/>
                  </a:lnTo>
                  <a:lnTo>
                    <a:pt x="17896" y="43305"/>
                  </a:lnTo>
                  <a:lnTo>
                    <a:pt x="18433" y="43409"/>
                  </a:lnTo>
                  <a:lnTo>
                    <a:pt x="18970" y="43471"/>
                  </a:lnTo>
                  <a:lnTo>
                    <a:pt x="19506" y="43533"/>
                  </a:lnTo>
                  <a:lnTo>
                    <a:pt x="20043" y="43594"/>
                  </a:lnTo>
                  <a:lnTo>
                    <a:pt x="20580" y="43636"/>
                  </a:lnTo>
                  <a:lnTo>
                    <a:pt x="21137" y="43656"/>
                  </a:lnTo>
                  <a:lnTo>
                    <a:pt x="22231" y="43656"/>
                  </a:lnTo>
                  <a:lnTo>
                    <a:pt x="22788" y="43636"/>
                  </a:lnTo>
                  <a:lnTo>
                    <a:pt x="23346" y="43615"/>
                  </a:lnTo>
                  <a:lnTo>
                    <a:pt x="23903" y="43574"/>
                  </a:lnTo>
                  <a:lnTo>
                    <a:pt x="24460" y="43512"/>
                  </a:lnTo>
                  <a:lnTo>
                    <a:pt x="25018" y="43429"/>
                  </a:lnTo>
                  <a:lnTo>
                    <a:pt x="25575" y="43347"/>
                  </a:lnTo>
                  <a:lnTo>
                    <a:pt x="26132" y="43244"/>
                  </a:lnTo>
                  <a:lnTo>
                    <a:pt x="26669" y="43120"/>
                  </a:lnTo>
                  <a:lnTo>
                    <a:pt x="27206" y="42996"/>
                  </a:lnTo>
                  <a:lnTo>
                    <a:pt x="27742" y="42851"/>
                  </a:lnTo>
                  <a:lnTo>
                    <a:pt x="28279" y="42707"/>
                  </a:lnTo>
                  <a:lnTo>
                    <a:pt x="28795" y="42542"/>
                  </a:lnTo>
                  <a:lnTo>
                    <a:pt x="29311" y="42356"/>
                  </a:lnTo>
                  <a:lnTo>
                    <a:pt x="29827" y="42170"/>
                  </a:lnTo>
                  <a:lnTo>
                    <a:pt x="30322" y="41964"/>
                  </a:lnTo>
                  <a:lnTo>
                    <a:pt x="30818" y="41757"/>
                  </a:lnTo>
                  <a:lnTo>
                    <a:pt x="31313" y="41530"/>
                  </a:lnTo>
                  <a:lnTo>
                    <a:pt x="31788" y="41283"/>
                  </a:lnTo>
                  <a:lnTo>
                    <a:pt x="32263" y="41035"/>
                  </a:lnTo>
                  <a:lnTo>
                    <a:pt x="32737" y="40787"/>
                  </a:lnTo>
                  <a:lnTo>
                    <a:pt x="33192" y="40519"/>
                  </a:lnTo>
                  <a:lnTo>
                    <a:pt x="33646" y="40230"/>
                  </a:lnTo>
                  <a:lnTo>
                    <a:pt x="34100" y="39941"/>
                  </a:lnTo>
                  <a:lnTo>
                    <a:pt x="34533" y="39631"/>
                  </a:lnTo>
                  <a:lnTo>
                    <a:pt x="34967" y="39322"/>
                  </a:lnTo>
                  <a:lnTo>
                    <a:pt x="35380" y="39012"/>
                  </a:lnTo>
                  <a:lnTo>
                    <a:pt x="35792" y="38682"/>
                  </a:lnTo>
                  <a:lnTo>
                    <a:pt x="36185" y="38331"/>
                  </a:lnTo>
                  <a:lnTo>
                    <a:pt x="36597" y="37980"/>
                  </a:lnTo>
                  <a:lnTo>
                    <a:pt x="36969" y="37629"/>
                  </a:lnTo>
                  <a:lnTo>
                    <a:pt x="37340" y="37258"/>
                  </a:lnTo>
                  <a:lnTo>
                    <a:pt x="37712" y="36886"/>
                  </a:lnTo>
                  <a:lnTo>
                    <a:pt x="38084" y="36494"/>
                  </a:lnTo>
                  <a:lnTo>
                    <a:pt x="38414" y="36102"/>
                  </a:lnTo>
                  <a:lnTo>
                    <a:pt x="38765" y="35710"/>
                  </a:lnTo>
                  <a:lnTo>
                    <a:pt x="39095" y="35297"/>
                  </a:lnTo>
                  <a:lnTo>
                    <a:pt x="39405" y="34884"/>
                  </a:lnTo>
                  <a:lnTo>
                    <a:pt x="39714" y="34450"/>
                  </a:lnTo>
                  <a:lnTo>
                    <a:pt x="40024" y="34017"/>
                  </a:lnTo>
                  <a:lnTo>
                    <a:pt x="40313" y="33583"/>
                  </a:lnTo>
                  <a:lnTo>
                    <a:pt x="40581" y="33150"/>
                  </a:lnTo>
                  <a:lnTo>
                    <a:pt x="40849" y="32696"/>
                  </a:lnTo>
                  <a:lnTo>
                    <a:pt x="41118" y="32242"/>
                  </a:lnTo>
                  <a:lnTo>
                    <a:pt x="41345" y="31767"/>
                  </a:lnTo>
                  <a:lnTo>
                    <a:pt x="41593" y="31292"/>
                  </a:lnTo>
                  <a:lnTo>
                    <a:pt x="41820" y="30818"/>
                  </a:lnTo>
                  <a:lnTo>
                    <a:pt x="42026" y="30343"/>
                  </a:lnTo>
                  <a:lnTo>
                    <a:pt x="42232" y="29847"/>
                  </a:lnTo>
                  <a:lnTo>
                    <a:pt x="42418" y="29352"/>
                  </a:lnTo>
                  <a:lnTo>
                    <a:pt x="42583" y="28857"/>
                  </a:lnTo>
                  <a:lnTo>
                    <a:pt x="42748" y="28361"/>
                  </a:lnTo>
                  <a:lnTo>
                    <a:pt x="42914" y="27845"/>
                  </a:lnTo>
                  <a:lnTo>
                    <a:pt x="43058" y="27329"/>
                  </a:lnTo>
                  <a:lnTo>
                    <a:pt x="43182" y="26813"/>
                  </a:lnTo>
                  <a:lnTo>
                    <a:pt x="43306" y="26297"/>
                  </a:lnTo>
                  <a:lnTo>
                    <a:pt x="43409" y="25781"/>
                  </a:lnTo>
                  <a:lnTo>
                    <a:pt x="43492" y="25244"/>
                  </a:lnTo>
                  <a:lnTo>
                    <a:pt x="43574" y="24708"/>
                  </a:lnTo>
                  <a:lnTo>
                    <a:pt x="43636" y="24171"/>
                  </a:lnTo>
                  <a:lnTo>
                    <a:pt x="43677" y="23634"/>
                  </a:lnTo>
                  <a:lnTo>
                    <a:pt x="43719" y="23098"/>
                  </a:lnTo>
                  <a:lnTo>
                    <a:pt x="43760" y="22561"/>
                  </a:lnTo>
                  <a:lnTo>
                    <a:pt x="43760" y="22004"/>
                  </a:lnTo>
                  <a:lnTo>
                    <a:pt x="43760" y="21467"/>
                  </a:lnTo>
                  <a:lnTo>
                    <a:pt x="43739" y="20910"/>
                  </a:lnTo>
                  <a:lnTo>
                    <a:pt x="43719" y="20352"/>
                  </a:lnTo>
                  <a:lnTo>
                    <a:pt x="43657" y="19795"/>
                  </a:lnTo>
                  <a:lnTo>
                    <a:pt x="43615" y="19238"/>
                  </a:lnTo>
                  <a:lnTo>
                    <a:pt x="43533" y="18680"/>
                  </a:lnTo>
                  <a:lnTo>
                    <a:pt x="43450" y="18123"/>
                  </a:lnTo>
                  <a:lnTo>
                    <a:pt x="43347" y="17566"/>
                  </a:lnTo>
                  <a:lnTo>
                    <a:pt x="43223" y="17029"/>
                  </a:lnTo>
                  <a:lnTo>
                    <a:pt x="43099" y="16493"/>
                  </a:lnTo>
                  <a:lnTo>
                    <a:pt x="42955" y="15956"/>
                  </a:lnTo>
                  <a:lnTo>
                    <a:pt x="42810" y="15419"/>
                  </a:lnTo>
                  <a:lnTo>
                    <a:pt x="42645" y="14903"/>
                  </a:lnTo>
                  <a:lnTo>
                    <a:pt x="42459" y="14387"/>
                  </a:lnTo>
                  <a:lnTo>
                    <a:pt x="42274" y="13871"/>
                  </a:lnTo>
                  <a:lnTo>
                    <a:pt x="42067" y="13376"/>
                  </a:lnTo>
                  <a:lnTo>
                    <a:pt x="41861" y="12880"/>
                  </a:lnTo>
                  <a:lnTo>
                    <a:pt x="41634" y="12406"/>
                  </a:lnTo>
                  <a:lnTo>
                    <a:pt x="41386" y="11910"/>
                  </a:lnTo>
                  <a:lnTo>
                    <a:pt x="41138" y="11435"/>
                  </a:lnTo>
                  <a:lnTo>
                    <a:pt x="40870" y="10981"/>
                  </a:lnTo>
                  <a:lnTo>
                    <a:pt x="40602" y="10527"/>
                  </a:lnTo>
                  <a:lnTo>
                    <a:pt x="40333" y="10073"/>
                  </a:lnTo>
                  <a:lnTo>
                    <a:pt x="40044" y="9619"/>
                  </a:lnTo>
                  <a:lnTo>
                    <a:pt x="39735" y="9185"/>
                  </a:lnTo>
                  <a:lnTo>
                    <a:pt x="39425" y="8752"/>
                  </a:lnTo>
                  <a:lnTo>
                    <a:pt x="39095" y="8339"/>
                  </a:lnTo>
                  <a:lnTo>
                    <a:pt x="38765" y="7926"/>
                  </a:lnTo>
                  <a:lnTo>
                    <a:pt x="38434" y="7534"/>
                  </a:lnTo>
                  <a:lnTo>
                    <a:pt x="38084" y="7142"/>
                  </a:lnTo>
                  <a:lnTo>
                    <a:pt x="37712" y="6750"/>
                  </a:lnTo>
                  <a:lnTo>
                    <a:pt x="37361" y="6378"/>
                  </a:lnTo>
                  <a:lnTo>
                    <a:pt x="36969" y="6007"/>
                  </a:lnTo>
                  <a:lnTo>
                    <a:pt x="36597" y="5656"/>
                  </a:lnTo>
                  <a:lnTo>
                    <a:pt x="36205" y="5305"/>
                  </a:lnTo>
                  <a:lnTo>
                    <a:pt x="35792" y="4975"/>
                  </a:lnTo>
                  <a:lnTo>
                    <a:pt x="35380" y="4644"/>
                  </a:lnTo>
                  <a:lnTo>
                    <a:pt x="34967" y="4314"/>
                  </a:lnTo>
                  <a:lnTo>
                    <a:pt x="34554" y="4025"/>
                  </a:lnTo>
                  <a:lnTo>
                    <a:pt x="34120" y="3716"/>
                  </a:lnTo>
                  <a:lnTo>
                    <a:pt x="33666" y="3427"/>
                  </a:lnTo>
                  <a:lnTo>
                    <a:pt x="33233" y="3158"/>
                  </a:lnTo>
                  <a:lnTo>
                    <a:pt x="32779" y="2890"/>
                  </a:lnTo>
                  <a:lnTo>
                    <a:pt x="32325" y="2622"/>
                  </a:lnTo>
                  <a:lnTo>
                    <a:pt x="31850" y="2395"/>
                  </a:lnTo>
                  <a:lnTo>
                    <a:pt x="31375" y="2147"/>
                  </a:lnTo>
                  <a:lnTo>
                    <a:pt x="30900" y="1920"/>
                  </a:lnTo>
                  <a:lnTo>
                    <a:pt x="30426" y="1713"/>
                  </a:lnTo>
                  <a:lnTo>
                    <a:pt x="29930" y="1507"/>
                  </a:lnTo>
                  <a:lnTo>
                    <a:pt x="29435" y="1321"/>
                  </a:lnTo>
                  <a:lnTo>
                    <a:pt x="28939" y="1156"/>
                  </a:lnTo>
                  <a:lnTo>
                    <a:pt x="28444" y="991"/>
                  </a:lnTo>
                  <a:lnTo>
                    <a:pt x="27928" y="826"/>
                  </a:lnTo>
                  <a:lnTo>
                    <a:pt x="27412" y="702"/>
                  </a:lnTo>
                  <a:lnTo>
                    <a:pt x="26896" y="557"/>
                  </a:lnTo>
                  <a:lnTo>
                    <a:pt x="26380" y="454"/>
                  </a:lnTo>
                  <a:lnTo>
                    <a:pt x="25843" y="351"/>
                  </a:lnTo>
                  <a:lnTo>
                    <a:pt x="25327" y="248"/>
                  </a:lnTo>
                  <a:lnTo>
                    <a:pt x="24791" y="186"/>
                  </a:lnTo>
                  <a:lnTo>
                    <a:pt x="24254" y="124"/>
                  </a:lnTo>
                  <a:lnTo>
                    <a:pt x="23717" y="62"/>
                  </a:lnTo>
                  <a:lnTo>
                    <a:pt x="23160" y="21"/>
                  </a:lnTo>
                  <a:lnTo>
                    <a:pt x="226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Google Shape;138;p27">
              <a:extLst>
                <a:ext uri="{FF2B5EF4-FFF2-40B4-BE49-F238E27FC236}">
                  <a16:creationId xmlns:a16="http://schemas.microsoft.com/office/drawing/2014/main" id="{717D5751-B438-0ADD-C552-228F6819DF7B}"/>
                </a:ext>
              </a:extLst>
            </p:cNvPr>
            <p:cNvSpPr/>
            <p:nvPr/>
          </p:nvSpPr>
          <p:spPr>
            <a:xfrm>
              <a:off x="5415875" y="1495175"/>
              <a:ext cx="833925" cy="832375"/>
            </a:xfrm>
            <a:custGeom>
              <a:avLst/>
              <a:gdLst/>
              <a:ahLst/>
              <a:cxnLst/>
              <a:rect l="l" t="t" r="r" b="b"/>
              <a:pathLst>
                <a:path w="33357" h="33295" extrusionOk="0">
                  <a:moveTo>
                    <a:pt x="16823" y="0"/>
                  </a:moveTo>
                  <a:lnTo>
                    <a:pt x="15976" y="21"/>
                  </a:lnTo>
                  <a:lnTo>
                    <a:pt x="15130" y="83"/>
                  </a:lnTo>
                  <a:lnTo>
                    <a:pt x="14284" y="186"/>
                  </a:lnTo>
                  <a:lnTo>
                    <a:pt x="13437" y="330"/>
                  </a:lnTo>
                  <a:lnTo>
                    <a:pt x="12612" y="516"/>
                  </a:lnTo>
                  <a:lnTo>
                    <a:pt x="11786" y="743"/>
                  </a:lnTo>
                  <a:lnTo>
                    <a:pt x="11002" y="991"/>
                  </a:lnTo>
                  <a:lnTo>
                    <a:pt x="10238" y="1300"/>
                  </a:lnTo>
                  <a:lnTo>
                    <a:pt x="9474" y="1631"/>
                  </a:lnTo>
                  <a:lnTo>
                    <a:pt x="8752" y="2002"/>
                  </a:lnTo>
                  <a:lnTo>
                    <a:pt x="8050" y="2415"/>
                  </a:lnTo>
                  <a:lnTo>
                    <a:pt x="7369" y="2849"/>
                  </a:lnTo>
                  <a:lnTo>
                    <a:pt x="6708" y="3303"/>
                  </a:lnTo>
                  <a:lnTo>
                    <a:pt x="6069" y="3798"/>
                  </a:lnTo>
                  <a:lnTo>
                    <a:pt x="5470" y="4335"/>
                  </a:lnTo>
                  <a:lnTo>
                    <a:pt x="4892" y="4892"/>
                  </a:lnTo>
                  <a:lnTo>
                    <a:pt x="4335" y="5470"/>
                  </a:lnTo>
                  <a:lnTo>
                    <a:pt x="3798" y="6069"/>
                  </a:lnTo>
                  <a:lnTo>
                    <a:pt x="3303" y="6709"/>
                  </a:lnTo>
                  <a:lnTo>
                    <a:pt x="2849" y="7348"/>
                  </a:lnTo>
                  <a:lnTo>
                    <a:pt x="2415" y="8030"/>
                  </a:lnTo>
                  <a:lnTo>
                    <a:pt x="2023" y="8711"/>
                  </a:lnTo>
                  <a:lnTo>
                    <a:pt x="1651" y="9433"/>
                  </a:lnTo>
                  <a:lnTo>
                    <a:pt x="1321" y="10156"/>
                  </a:lnTo>
                  <a:lnTo>
                    <a:pt x="1011" y="10899"/>
                  </a:lnTo>
                  <a:lnTo>
                    <a:pt x="764" y="11662"/>
                  </a:lnTo>
                  <a:lnTo>
                    <a:pt x="537" y="12447"/>
                  </a:lnTo>
                  <a:lnTo>
                    <a:pt x="351" y="13231"/>
                  </a:lnTo>
                  <a:lnTo>
                    <a:pt x="206" y="14036"/>
                  </a:lnTo>
                  <a:lnTo>
                    <a:pt x="83" y="14862"/>
                  </a:lnTo>
                  <a:lnTo>
                    <a:pt x="21" y="15687"/>
                  </a:lnTo>
                  <a:lnTo>
                    <a:pt x="0" y="16513"/>
                  </a:lnTo>
                  <a:lnTo>
                    <a:pt x="21" y="17359"/>
                  </a:lnTo>
                  <a:lnTo>
                    <a:pt x="62" y="18185"/>
                  </a:lnTo>
                  <a:lnTo>
                    <a:pt x="165" y="19052"/>
                  </a:lnTo>
                  <a:lnTo>
                    <a:pt x="310" y="19898"/>
                  </a:lnTo>
                  <a:lnTo>
                    <a:pt x="495" y="20724"/>
                  </a:lnTo>
                  <a:lnTo>
                    <a:pt x="722" y="21529"/>
                  </a:lnTo>
                  <a:lnTo>
                    <a:pt x="991" y="22313"/>
                  </a:lnTo>
                  <a:lnTo>
                    <a:pt x="1280" y="23077"/>
                  </a:lnTo>
                  <a:lnTo>
                    <a:pt x="1631" y="23841"/>
                  </a:lnTo>
                  <a:lnTo>
                    <a:pt x="2002" y="24563"/>
                  </a:lnTo>
                  <a:lnTo>
                    <a:pt x="2394" y="25265"/>
                  </a:lnTo>
                  <a:lnTo>
                    <a:pt x="2828" y="25946"/>
                  </a:lnTo>
                  <a:lnTo>
                    <a:pt x="3303" y="26607"/>
                  </a:lnTo>
                  <a:lnTo>
                    <a:pt x="3798" y="27226"/>
                  </a:lnTo>
                  <a:lnTo>
                    <a:pt x="4335" y="27845"/>
                  </a:lnTo>
                  <a:lnTo>
                    <a:pt x="4871" y="28423"/>
                  </a:lnTo>
                  <a:lnTo>
                    <a:pt x="5470" y="28980"/>
                  </a:lnTo>
                  <a:lnTo>
                    <a:pt x="6069" y="29496"/>
                  </a:lnTo>
                  <a:lnTo>
                    <a:pt x="6688" y="29992"/>
                  </a:lnTo>
                  <a:lnTo>
                    <a:pt x="7348" y="30446"/>
                  </a:lnTo>
                  <a:lnTo>
                    <a:pt x="8029" y="30879"/>
                  </a:lnTo>
                  <a:lnTo>
                    <a:pt x="8711" y="31272"/>
                  </a:lnTo>
                  <a:lnTo>
                    <a:pt x="9433" y="31643"/>
                  </a:lnTo>
                  <a:lnTo>
                    <a:pt x="10156" y="31973"/>
                  </a:lnTo>
                  <a:lnTo>
                    <a:pt x="10919" y="32262"/>
                  </a:lnTo>
                  <a:lnTo>
                    <a:pt x="11683" y="32531"/>
                  </a:lnTo>
                  <a:lnTo>
                    <a:pt x="12447" y="32758"/>
                  </a:lnTo>
                  <a:lnTo>
                    <a:pt x="13252" y="32944"/>
                  </a:lnTo>
                  <a:lnTo>
                    <a:pt x="14057" y="33088"/>
                  </a:lnTo>
                  <a:lnTo>
                    <a:pt x="14862" y="33191"/>
                  </a:lnTo>
                  <a:lnTo>
                    <a:pt x="15687" y="33253"/>
                  </a:lnTo>
                  <a:lnTo>
                    <a:pt x="16534" y="33294"/>
                  </a:lnTo>
                  <a:lnTo>
                    <a:pt x="17359" y="33274"/>
                  </a:lnTo>
                  <a:lnTo>
                    <a:pt x="18206" y="33212"/>
                  </a:lnTo>
                  <a:lnTo>
                    <a:pt x="19073" y="33109"/>
                  </a:lnTo>
                  <a:lnTo>
                    <a:pt x="19919" y="32964"/>
                  </a:lnTo>
                  <a:lnTo>
                    <a:pt x="20744" y="32778"/>
                  </a:lnTo>
                  <a:lnTo>
                    <a:pt x="21549" y="32551"/>
                  </a:lnTo>
                  <a:lnTo>
                    <a:pt x="22355" y="32304"/>
                  </a:lnTo>
                  <a:lnTo>
                    <a:pt x="23118" y="31994"/>
                  </a:lnTo>
                  <a:lnTo>
                    <a:pt x="23861" y="31664"/>
                  </a:lnTo>
                  <a:lnTo>
                    <a:pt x="24604" y="31292"/>
                  </a:lnTo>
                  <a:lnTo>
                    <a:pt x="25306" y="30879"/>
                  </a:lnTo>
                  <a:lnTo>
                    <a:pt x="25987" y="30446"/>
                  </a:lnTo>
                  <a:lnTo>
                    <a:pt x="26648" y="29992"/>
                  </a:lnTo>
                  <a:lnTo>
                    <a:pt x="27288" y="29476"/>
                  </a:lnTo>
                  <a:lnTo>
                    <a:pt x="27886" y="28960"/>
                  </a:lnTo>
                  <a:lnTo>
                    <a:pt x="28464" y="28402"/>
                  </a:lnTo>
                  <a:lnTo>
                    <a:pt x="29022" y="27825"/>
                  </a:lnTo>
                  <a:lnTo>
                    <a:pt x="29538" y="27226"/>
                  </a:lnTo>
                  <a:lnTo>
                    <a:pt x="30033" y="26586"/>
                  </a:lnTo>
                  <a:lnTo>
                    <a:pt x="30508" y="25946"/>
                  </a:lnTo>
                  <a:lnTo>
                    <a:pt x="30941" y="25265"/>
                  </a:lnTo>
                  <a:lnTo>
                    <a:pt x="31333" y="24584"/>
                  </a:lnTo>
                  <a:lnTo>
                    <a:pt x="31705" y="23861"/>
                  </a:lnTo>
                  <a:lnTo>
                    <a:pt x="32035" y="23139"/>
                  </a:lnTo>
                  <a:lnTo>
                    <a:pt x="32324" y="22396"/>
                  </a:lnTo>
                  <a:lnTo>
                    <a:pt x="32593" y="21632"/>
                  </a:lnTo>
                  <a:lnTo>
                    <a:pt x="32820" y="20848"/>
                  </a:lnTo>
                  <a:lnTo>
                    <a:pt x="33005" y="20063"/>
                  </a:lnTo>
                  <a:lnTo>
                    <a:pt x="33150" y="19258"/>
                  </a:lnTo>
                  <a:lnTo>
                    <a:pt x="33253" y="18433"/>
                  </a:lnTo>
                  <a:lnTo>
                    <a:pt x="33315" y="17607"/>
                  </a:lnTo>
                  <a:lnTo>
                    <a:pt x="33356" y="16781"/>
                  </a:lnTo>
                  <a:lnTo>
                    <a:pt x="33336" y="15935"/>
                  </a:lnTo>
                  <a:lnTo>
                    <a:pt x="33274" y="15089"/>
                  </a:lnTo>
                  <a:lnTo>
                    <a:pt x="33171" y="14243"/>
                  </a:lnTo>
                  <a:lnTo>
                    <a:pt x="33026" y="13396"/>
                  </a:lnTo>
                  <a:lnTo>
                    <a:pt x="32840" y="12571"/>
                  </a:lnTo>
                  <a:lnTo>
                    <a:pt x="32613" y="11766"/>
                  </a:lnTo>
                  <a:lnTo>
                    <a:pt x="32366" y="10981"/>
                  </a:lnTo>
                  <a:lnTo>
                    <a:pt x="32056" y="10218"/>
                  </a:lnTo>
                  <a:lnTo>
                    <a:pt x="31726" y="9454"/>
                  </a:lnTo>
                  <a:lnTo>
                    <a:pt x="31354" y="8731"/>
                  </a:lnTo>
                  <a:lnTo>
                    <a:pt x="30941" y="8030"/>
                  </a:lnTo>
                  <a:lnTo>
                    <a:pt x="30508" y="7348"/>
                  </a:lnTo>
                  <a:lnTo>
                    <a:pt x="30054" y="6688"/>
                  </a:lnTo>
                  <a:lnTo>
                    <a:pt x="29538" y="6048"/>
                  </a:lnTo>
                  <a:lnTo>
                    <a:pt x="29022" y="5449"/>
                  </a:lnTo>
                  <a:lnTo>
                    <a:pt x="28464" y="4871"/>
                  </a:lnTo>
                  <a:lnTo>
                    <a:pt x="27886" y="4314"/>
                  </a:lnTo>
                  <a:lnTo>
                    <a:pt x="27288" y="3798"/>
                  </a:lnTo>
                  <a:lnTo>
                    <a:pt x="26648" y="3303"/>
                  </a:lnTo>
                  <a:lnTo>
                    <a:pt x="26008" y="2849"/>
                  </a:lnTo>
                  <a:lnTo>
                    <a:pt x="25327" y="2415"/>
                  </a:lnTo>
                  <a:lnTo>
                    <a:pt x="24625" y="2023"/>
                  </a:lnTo>
                  <a:lnTo>
                    <a:pt x="23923" y="1651"/>
                  </a:lnTo>
                  <a:lnTo>
                    <a:pt x="23180" y="1321"/>
                  </a:lnTo>
                  <a:lnTo>
                    <a:pt x="22437" y="1032"/>
                  </a:lnTo>
                  <a:lnTo>
                    <a:pt x="21673" y="764"/>
                  </a:lnTo>
                  <a:lnTo>
                    <a:pt x="20889" y="537"/>
                  </a:lnTo>
                  <a:lnTo>
                    <a:pt x="20105" y="351"/>
                  </a:lnTo>
                  <a:lnTo>
                    <a:pt x="19300" y="207"/>
                  </a:lnTo>
                  <a:lnTo>
                    <a:pt x="18474" y="103"/>
                  </a:lnTo>
                  <a:lnTo>
                    <a:pt x="17648" y="41"/>
                  </a:lnTo>
                  <a:lnTo>
                    <a:pt x="168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Google Shape;139;p27">
              <a:extLst>
                <a:ext uri="{FF2B5EF4-FFF2-40B4-BE49-F238E27FC236}">
                  <a16:creationId xmlns:a16="http://schemas.microsoft.com/office/drawing/2014/main" id="{0004438E-B968-21E5-78D6-1FBBD2BB3C43}"/>
                </a:ext>
              </a:extLst>
            </p:cNvPr>
            <p:cNvSpPr/>
            <p:nvPr/>
          </p:nvSpPr>
          <p:spPr>
            <a:xfrm>
              <a:off x="5408125" y="1479675"/>
              <a:ext cx="836000" cy="504700"/>
            </a:xfrm>
            <a:custGeom>
              <a:avLst/>
              <a:gdLst/>
              <a:ahLst/>
              <a:cxnLst/>
              <a:rect l="l" t="t" r="r" b="b"/>
              <a:pathLst>
                <a:path w="33440" h="20188" extrusionOk="0">
                  <a:moveTo>
                    <a:pt x="16740" y="1"/>
                  </a:moveTo>
                  <a:lnTo>
                    <a:pt x="16039" y="21"/>
                  </a:lnTo>
                  <a:lnTo>
                    <a:pt x="15358" y="63"/>
                  </a:lnTo>
                  <a:lnTo>
                    <a:pt x="14656" y="145"/>
                  </a:lnTo>
                  <a:lnTo>
                    <a:pt x="13975" y="249"/>
                  </a:lnTo>
                  <a:lnTo>
                    <a:pt x="13273" y="393"/>
                  </a:lnTo>
                  <a:lnTo>
                    <a:pt x="12612" y="558"/>
                  </a:lnTo>
                  <a:lnTo>
                    <a:pt x="11931" y="744"/>
                  </a:lnTo>
                  <a:lnTo>
                    <a:pt x="11291" y="971"/>
                  </a:lnTo>
                  <a:lnTo>
                    <a:pt x="10631" y="1198"/>
                  </a:lnTo>
                  <a:lnTo>
                    <a:pt x="10011" y="1466"/>
                  </a:lnTo>
                  <a:lnTo>
                    <a:pt x="9413" y="1755"/>
                  </a:lnTo>
                  <a:lnTo>
                    <a:pt x="8814" y="2044"/>
                  </a:lnTo>
                  <a:lnTo>
                    <a:pt x="8236" y="2375"/>
                  </a:lnTo>
                  <a:lnTo>
                    <a:pt x="7679" y="2726"/>
                  </a:lnTo>
                  <a:lnTo>
                    <a:pt x="7142" y="3097"/>
                  </a:lnTo>
                  <a:lnTo>
                    <a:pt x="6626" y="3469"/>
                  </a:lnTo>
                  <a:lnTo>
                    <a:pt x="6131" y="3861"/>
                  </a:lnTo>
                  <a:lnTo>
                    <a:pt x="5656" y="4253"/>
                  </a:lnTo>
                  <a:lnTo>
                    <a:pt x="5202" y="4686"/>
                  </a:lnTo>
                  <a:lnTo>
                    <a:pt x="4769" y="5120"/>
                  </a:lnTo>
                  <a:lnTo>
                    <a:pt x="4356" y="5553"/>
                  </a:lnTo>
                  <a:lnTo>
                    <a:pt x="3964" y="6007"/>
                  </a:lnTo>
                  <a:lnTo>
                    <a:pt x="3592" y="6462"/>
                  </a:lnTo>
                  <a:lnTo>
                    <a:pt x="3241" y="6916"/>
                  </a:lnTo>
                  <a:lnTo>
                    <a:pt x="2911" y="7370"/>
                  </a:lnTo>
                  <a:lnTo>
                    <a:pt x="2601" y="7845"/>
                  </a:lnTo>
                  <a:lnTo>
                    <a:pt x="2312" y="8319"/>
                  </a:lnTo>
                  <a:lnTo>
                    <a:pt x="2023" y="8794"/>
                  </a:lnTo>
                  <a:lnTo>
                    <a:pt x="1776" y="9269"/>
                  </a:lnTo>
                  <a:lnTo>
                    <a:pt x="1549" y="9723"/>
                  </a:lnTo>
                  <a:lnTo>
                    <a:pt x="1342" y="10198"/>
                  </a:lnTo>
                  <a:lnTo>
                    <a:pt x="1156" y="10672"/>
                  </a:lnTo>
                  <a:lnTo>
                    <a:pt x="971" y="11126"/>
                  </a:lnTo>
                  <a:lnTo>
                    <a:pt x="826" y="11581"/>
                  </a:lnTo>
                  <a:lnTo>
                    <a:pt x="682" y="12035"/>
                  </a:lnTo>
                  <a:lnTo>
                    <a:pt x="558" y="12468"/>
                  </a:lnTo>
                  <a:lnTo>
                    <a:pt x="434" y="12922"/>
                  </a:lnTo>
                  <a:lnTo>
                    <a:pt x="351" y="13335"/>
                  </a:lnTo>
                  <a:lnTo>
                    <a:pt x="186" y="14181"/>
                  </a:lnTo>
                  <a:lnTo>
                    <a:pt x="83" y="14966"/>
                  </a:lnTo>
                  <a:lnTo>
                    <a:pt x="21" y="15709"/>
                  </a:lnTo>
                  <a:lnTo>
                    <a:pt x="0" y="16390"/>
                  </a:lnTo>
                  <a:lnTo>
                    <a:pt x="0" y="17030"/>
                  </a:lnTo>
                  <a:lnTo>
                    <a:pt x="42" y="17628"/>
                  </a:lnTo>
                  <a:lnTo>
                    <a:pt x="83" y="18145"/>
                  </a:lnTo>
                  <a:lnTo>
                    <a:pt x="145" y="18619"/>
                  </a:lnTo>
                  <a:lnTo>
                    <a:pt x="227" y="19032"/>
                  </a:lnTo>
                  <a:lnTo>
                    <a:pt x="289" y="19383"/>
                  </a:lnTo>
                  <a:lnTo>
                    <a:pt x="351" y="19672"/>
                  </a:lnTo>
                  <a:lnTo>
                    <a:pt x="434" y="19899"/>
                  </a:lnTo>
                  <a:lnTo>
                    <a:pt x="475" y="20064"/>
                  </a:lnTo>
                  <a:lnTo>
                    <a:pt x="537" y="20147"/>
                  </a:lnTo>
                  <a:lnTo>
                    <a:pt x="558" y="20188"/>
                  </a:lnTo>
                  <a:lnTo>
                    <a:pt x="578" y="20167"/>
                  </a:lnTo>
                  <a:lnTo>
                    <a:pt x="599" y="20147"/>
                  </a:lnTo>
                  <a:lnTo>
                    <a:pt x="620" y="20044"/>
                  </a:lnTo>
                  <a:lnTo>
                    <a:pt x="620" y="19631"/>
                  </a:lnTo>
                  <a:lnTo>
                    <a:pt x="599" y="18991"/>
                  </a:lnTo>
                  <a:lnTo>
                    <a:pt x="578" y="18124"/>
                  </a:lnTo>
                  <a:lnTo>
                    <a:pt x="599" y="17608"/>
                  </a:lnTo>
                  <a:lnTo>
                    <a:pt x="620" y="17051"/>
                  </a:lnTo>
                  <a:lnTo>
                    <a:pt x="661" y="16431"/>
                  </a:lnTo>
                  <a:lnTo>
                    <a:pt x="744" y="15771"/>
                  </a:lnTo>
                  <a:lnTo>
                    <a:pt x="847" y="15069"/>
                  </a:lnTo>
                  <a:lnTo>
                    <a:pt x="991" y="14326"/>
                  </a:lnTo>
                  <a:lnTo>
                    <a:pt x="1177" y="13542"/>
                  </a:lnTo>
                  <a:lnTo>
                    <a:pt x="1425" y="12737"/>
                  </a:lnTo>
                  <a:lnTo>
                    <a:pt x="1714" y="11890"/>
                  </a:lnTo>
                  <a:lnTo>
                    <a:pt x="1879" y="11477"/>
                  </a:lnTo>
                  <a:lnTo>
                    <a:pt x="2065" y="11044"/>
                  </a:lnTo>
                  <a:lnTo>
                    <a:pt x="2250" y="10610"/>
                  </a:lnTo>
                  <a:lnTo>
                    <a:pt x="2477" y="10177"/>
                  </a:lnTo>
                  <a:lnTo>
                    <a:pt x="2704" y="9744"/>
                  </a:lnTo>
                  <a:lnTo>
                    <a:pt x="2952" y="9310"/>
                  </a:lnTo>
                  <a:lnTo>
                    <a:pt x="3220" y="8877"/>
                  </a:lnTo>
                  <a:lnTo>
                    <a:pt x="3509" y="8443"/>
                  </a:lnTo>
                  <a:lnTo>
                    <a:pt x="3819" y="8010"/>
                  </a:lnTo>
                  <a:lnTo>
                    <a:pt x="4129" y="7597"/>
                  </a:lnTo>
                  <a:lnTo>
                    <a:pt x="4459" y="7163"/>
                  </a:lnTo>
                  <a:lnTo>
                    <a:pt x="4830" y="6751"/>
                  </a:lnTo>
                  <a:lnTo>
                    <a:pt x="5202" y="6338"/>
                  </a:lnTo>
                  <a:lnTo>
                    <a:pt x="5594" y="5946"/>
                  </a:lnTo>
                  <a:lnTo>
                    <a:pt x="6007" y="5553"/>
                  </a:lnTo>
                  <a:lnTo>
                    <a:pt x="6440" y="5161"/>
                  </a:lnTo>
                  <a:lnTo>
                    <a:pt x="6895" y="4790"/>
                  </a:lnTo>
                  <a:lnTo>
                    <a:pt x="7369" y="4439"/>
                  </a:lnTo>
                  <a:lnTo>
                    <a:pt x="7844" y="4088"/>
                  </a:lnTo>
                  <a:lnTo>
                    <a:pt x="8339" y="3758"/>
                  </a:lnTo>
                  <a:lnTo>
                    <a:pt x="8876" y="3448"/>
                  </a:lnTo>
                  <a:lnTo>
                    <a:pt x="9413" y="3159"/>
                  </a:lnTo>
                  <a:lnTo>
                    <a:pt x="9950" y="2870"/>
                  </a:lnTo>
                  <a:lnTo>
                    <a:pt x="10527" y="2622"/>
                  </a:lnTo>
                  <a:lnTo>
                    <a:pt x="11105" y="2375"/>
                  </a:lnTo>
                  <a:lnTo>
                    <a:pt x="11704" y="2168"/>
                  </a:lnTo>
                  <a:lnTo>
                    <a:pt x="12303" y="1962"/>
                  </a:lnTo>
                  <a:lnTo>
                    <a:pt x="12922" y="1797"/>
                  </a:lnTo>
                  <a:lnTo>
                    <a:pt x="13562" y="1632"/>
                  </a:lnTo>
                  <a:lnTo>
                    <a:pt x="14181" y="1508"/>
                  </a:lnTo>
                  <a:lnTo>
                    <a:pt x="14841" y="1404"/>
                  </a:lnTo>
                  <a:lnTo>
                    <a:pt x="15481" y="1343"/>
                  </a:lnTo>
                  <a:lnTo>
                    <a:pt x="16121" y="1281"/>
                  </a:lnTo>
                  <a:lnTo>
                    <a:pt x="16761" y="1260"/>
                  </a:lnTo>
                  <a:lnTo>
                    <a:pt x="17380" y="1260"/>
                  </a:lnTo>
                  <a:lnTo>
                    <a:pt x="18020" y="1281"/>
                  </a:lnTo>
                  <a:lnTo>
                    <a:pt x="18639" y="1343"/>
                  </a:lnTo>
                  <a:lnTo>
                    <a:pt x="19238" y="1404"/>
                  </a:lnTo>
                  <a:lnTo>
                    <a:pt x="19857" y="1508"/>
                  </a:lnTo>
                  <a:lnTo>
                    <a:pt x="20456" y="1611"/>
                  </a:lnTo>
                  <a:lnTo>
                    <a:pt x="21034" y="1755"/>
                  </a:lnTo>
                  <a:lnTo>
                    <a:pt x="21612" y="1920"/>
                  </a:lnTo>
                  <a:lnTo>
                    <a:pt x="22169" y="2086"/>
                  </a:lnTo>
                  <a:lnTo>
                    <a:pt x="22726" y="2271"/>
                  </a:lnTo>
                  <a:lnTo>
                    <a:pt x="23263" y="2478"/>
                  </a:lnTo>
                  <a:lnTo>
                    <a:pt x="23779" y="2705"/>
                  </a:lnTo>
                  <a:lnTo>
                    <a:pt x="24295" y="2953"/>
                  </a:lnTo>
                  <a:lnTo>
                    <a:pt x="24791" y="3200"/>
                  </a:lnTo>
                  <a:lnTo>
                    <a:pt x="25265" y="3469"/>
                  </a:lnTo>
                  <a:lnTo>
                    <a:pt x="25719" y="3758"/>
                  </a:lnTo>
                  <a:lnTo>
                    <a:pt x="26174" y="4047"/>
                  </a:lnTo>
                  <a:lnTo>
                    <a:pt x="26607" y="4336"/>
                  </a:lnTo>
                  <a:lnTo>
                    <a:pt x="27020" y="4645"/>
                  </a:lnTo>
                  <a:lnTo>
                    <a:pt x="27433" y="4975"/>
                  </a:lnTo>
                  <a:lnTo>
                    <a:pt x="27804" y="5285"/>
                  </a:lnTo>
                  <a:lnTo>
                    <a:pt x="28176" y="5615"/>
                  </a:lnTo>
                  <a:lnTo>
                    <a:pt x="28527" y="5946"/>
                  </a:lnTo>
                  <a:lnTo>
                    <a:pt x="28857" y="6296"/>
                  </a:lnTo>
                  <a:lnTo>
                    <a:pt x="29187" y="6627"/>
                  </a:lnTo>
                  <a:lnTo>
                    <a:pt x="29476" y="6978"/>
                  </a:lnTo>
                  <a:lnTo>
                    <a:pt x="30054" y="7659"/>
                  </a:lnTo>
                  <a:lnTo>
                    <a:pt x="30549" y="8319"/>
                  </a:lnTo>
                  <a:lnTo>
                    <a:pt x="30983" y="9000"/>
                  </a:lnTo>
                  <a:lnTo>
                    <a:pt x="31375" y="9640"/>
                  </a:lnTo>
                  <a:lnTo>
                    <a:pt x="31726" y="10260"/>
                  </a:lnTo>
                  <a:lnTo>
                    <a:pt x="32015" y="10858"/>
                  </a:lnTo>
                  <a:lnTo>
                    <a:pt x="32283" y="11415"/>
                  </a:lnTo>
                  <a:lnTo>
                    <a:pt x="32490" y="11952"/>
                  </a:lnTo>
                  <a:lnTo>
                    <a:pt x="32676" y="12427"/>
                  </a:lnTo>
                  <a:lnTo>
                    <a:pt x="32964" y="13253"/>
                  </a:lnTo>
                  <a:lnTo>
                    <a:pt x="33171" y="13851"/>
                  </a:lnTo>
                  <a:lnTo>
                    <a:pt x="33315" y="14223"/>
                  </a:lnTo>
                  <a:lnTo>
                    <a:pt x="33377" y="14326"/>
                  </a:lnTo>
                  <a:lnTo>
                    <a:pt x="33398" y="14347"/>
                  </a:lnTo>
                  <a:lnTo>
                    <a:pt x="33419" y="14347"/>
                  </a:lnTo>
                  <a:lnTo>
                    <a:pt x="33439" y="14305"/>
                  </a:lnTo>
                  <a:lnTo>
                    <a:pt x="33439" y="14202"/>
                  </a:lnTo>
                  <a:lnTo>
                    <a:pt x="33439" y="14037"/>
                  </a:lnTo>
                  <a:lnTo>
                    <a:pt x="33439" y="13810"/>
                  </a:lnTo>
                  <a:lnTo>
                    <a:pt x="33398" y="13500"/>
                  </a:lnTo>
                  <a:lnTo>
                    <a:pt x="33336" y="13149"/>
                  </a:lnTo>
                  <a:lnTo>
                    <a:pt x="33274" y="12757"/>
                  </a:lnTo>
                  <a:lnTo>
                    <a:pt x="33150" y="12282"/>
                  </a:lnTo>
                  <a:lnTo>
                    <a:pt x="33026" y="11766"/>
                  </a:lnTo>
                  <a:lnTo>
                    <a:pt x="32841" y="11209"/>
                  </a:lnTo>
                  <a:lnTo>
                    <a:pt x="32634" y="10610"/>
                  </a:lnTo>
                  <a:lnTo>
                    <a:pt x="32366" y="9950"/>
                  </a:lnTo>
                  <a:lnTo>
                    <a:pt x="32056" y="9289"/>
                  </a:lnTo>
                  <a:lnTo>
                    <a:pt x="31685" y="8588"/>
                  </a:lnTo>
                  <a:lnTo>
                    <a:pt x="31272" y="7845"/>
                  </a:lnTo>
                  <a:lnTo>
                    <a:pt x="31024" y="7494"/>
                  </a:lnTo>
                  <a:lnTo>
                    <a:pt x="30777" y="7122"/>
                  </a:lnTo>
                  <a:lnTo>
                    <a:pt x="30508" y="6730"/>
                  </a:lnTo>
                  <a:lnTo>
                    <a:pt x="30219" y="6358"/>
                  </a:lnTo>
                  <a:lnTo>
                    <a:pt x="29910" y="5987"/>
                  </a:lnTo>
                  <a:lnTo>
                    <a:pt x="29579" y="5615"/>
                  </a:lnTo>
                  <a:lnTo>
                    <a:pt x="29249" y="5244"/>
                  </a:lnTo>
                  <a:lnTo>
                    <a:pt x="28878" y="4872"/>
                  </a:lnTo>
                  <a:lnTo>
                    <a:pt x="28506" y="4521"/>
                  </a:lnTo>
                  <a:lnTo>
                    <a:pt x="28114" y="4150"/>
                  </a:lnTo>
                  <a:lnTo>
                    <a:pt x="27701" y="3819"/>
                  </a:lnTo>
                  <a:lnTo>
                    <a:pt x="27268" y="3469"/>
                  </a:lnTo>
                  <a:lnTo>
                    <a:pt x="26813" y="3138"/>
                  </a:lnTo>
                  <a:lnTo>
                    <a:pt x="26339" y="2808"/>
                  </a:lnTo>
                  <a:lnTo>
                    <a:pt x="25843" y="2498"/>
                  </a:lnTo>
                  <a:lnTo>
                    <a:pt x="25348" y="2209"/>
                  </a:lnTo>
                  <a:lnTo>
                    <a:pt x="24811" y="1920"/>
                  </a:lnTo>
                  <a:lnTo>
                    <a:pt x="24275" y="1652"/>
                  </a:lnTo>
                  <a:lnTo>
                    <a:pt x="23717" y="1404"/>
                  </a:lnTo>
                  <a:lnTo>
                    <a:pt x="23160" y="1157"/>
                  </a:lnTo>
                  <a:lnTo>
                    <a:pt x="22561" y="930"/>
                  </a:lnTo>
                  <a:lnTo>
                    <a:pt x="21963" y="744"/>
                  </a:lnTo>
                  <a:lnTo>
                    <a:pt x="21343" y="558"/>
                  </a:lnTo>
                  <a:lnTo>
                    <a:pt x="20724" y="414"/>
                  </a:lnTo>
                  <a:lnTo>
                    <a:pt x="20084" y="269"/>
                  </a:lnTo>
                  <a:lnTo>
                    <a:pt x="19424" y="166"/>
                  </a:lnTo>
                  <a:lnTo>
                    <a:pt x="18763" y="83"/>
                  </a:lnTo>
                  <a:lnTo>
                    <a:pt x="18082" y="21"/>
                  </a:lnTo>
                  <a:lnTo>
                    <a:pt x="17422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Google Shape;140;p27">
              <a:extLst>
                <a:ext uri="{FF2B5EF4-FFF2-40B4-BE49-F238E27FC236}">
                  <a16:creationId xmlns:a16="http://schemas.microsoft.com/office/drawing/2014/main" id="{0D32B5FF-8E66-58C3-EA50-F68EF7A905C4}"/>
                </a:ext>
              </a:extLst>
            </p:cNvPr>
            <p:cNvSpPr/>
            <p:nvPr/>
          </p:nvSpPr>
          <p:spPr>
            <a:xfrm>
              <a:off x="5647550" y="1620550"/>
              <a:ext cx="396875" cy="612050"/>
            </a:xfrm>
            <a:custGeom>
              <a:avLst/>
              <a:gdLst/>
              <a:ahLst/>
              <a:cxnLst/>
              <a:rect l="l" t="t" r="r" b="b"/>
              <a:pathLst>
                <a:path w="15875" h="24482" extrusionOk="0">
                  <a:moveTo>
                    <a:pt x="5739" y="6647"/>
                  </a:moveTo>
                  <a:lnTo>
                    <a:pt x="6338" y="10301"/>
                  </a:lnTo>
                  <a:lnTo>
                    <a:pt x="5904" y="10218"/>
                  </a:lnTo>
                  <a:lnTo>
                    <a:pt x="5512" y="10115"/>
                  </a:lnTo>
                  <a:lnTo>
                    <a:pt x="5161" y="9991"/>
                  </a:lnTo>
                  <a:lnTo>
                    <a:pt x="4996" y="9929"/>
                  </a:lnTo>
                  <a:lnTo>
                    <a:pt x="4852" y="9847"/>
                  </a:lnTo>
                  <a:lnTo>
                    <a:pt x="4728" y="9764"/>
                  </a:lnTo>
                  <a:lnTo>
                    <a:pt x="4604" y="9661"/>
                  </a:lnTo>
                  <a:lnTo>
                    <a:pt x="4480" y="9558"/>
                  </a:lnTo>
                  <a:lnTo>
                    <a:pt x="4398" y="9434"/>
                  </a:lnTo>
                  <a:lnTo>
                    <a:pt x="4315" y="9310"/>
                  </a:lnTo>
                  <a:lnTo>
                    <a:pt x="4253" y="9166"/>
                  </a:lnTo>
                  <a:lnTo>
                    <a:pt x="4191" y="9021"/>
                  </a:lnTo>
                  <a:lnTo>
                    <a:pt x="4150" y="8856"/>
                  </a:lnTo>
                  <a:lnTo>
                    <a:pt x="4129" y="8691"/>
                  </a:lnTo>
                  <a:lnTo>
                    <a:pt x="4129" y="8546"/>
                  </a:lnTo>
                  <a:lnTo>
                    <a:pt x="4150" y="8381"/>
                  </a:lnTo>
                  <a:lnTo>
                    <a:pt x="4170" y="8237"/>
                  </a:lnTo>
                  <a:lnTo>
                    <a:pt x="4212" y="8072"/>
                  </a:lnTo>
                  <a:lnTo>
                    <a:pt x="4253" y="7927"/>
                  </a:lnTo>
                  <a:lnTo>
                    <a:pt x="4336" y="7783"/>
                  </a:lnTo>
                  <a:lnTo>
                    <a:pt x="4418" y="7638"/>
                  </a:lnTo>
                  <a:lnTo>
                    <a:pt x="4521" y="7494"/>
                  </a:lnTo>
                  <a:lnTo>
                    <a:pt x="4625" y="7370"/>
                  </a:lnTo>
                  <a:lnTo>
                    <a:pt x="4769" y="7225"/>
                  </a:lnTo>
                  <a:lnTo>
                    <a:pt x="4934" y="7102"/>
                  </a:lnTo>
                  <a:lnTo>
                    <a:pt x="5099" y="6978"/>
                  </a:lnTo>
                  <a:lnTo>
                    <a:pt x="5306" y="6874"/>
                  </a:lnTo>
                  <a:lnTo>
                    <a:pt x="5512" y="6751"/>
                  </a:lnTo>
                  <a:lnTo>
                    <a:pt x="5739" y="6647"/>
                  </a:lnTo>
                  <a:close/>
                  <a:moveTo>
                    <a:pt x="9599" y="14285"/>
                  </a:moveTo>
                  <a:lnTo>
                    <a:pt x="10012" y="14367"/>
                  </a:lnTo>
                  <a:lnTo>
                    <a:pt x="10404" y="14470"/>
                  </a:lnTo>
                  <a:lnTo>
                    <a:pt x="10734" y="14615"/>
                  </a:lnTo>
                  <a:lnTo>
                    <a:pt x="11044" y="14759"/>
                  </a:lnTo>
                  <a:lnTo>
                    <a:pt x="11168" y="14863"/>
                  </a:lnTo>
                  <a:lnTo>
                    <a:pt x="11292" y="14966"/>
                  </a:lnTo>
                  <a:lnTo>
                    <a:pt x="11395" y="15069"/>
                  </a:lnTo>
                  <a:lnTo>
                    <a:pt x="11498" y="15172"/>
                  </a:lnTo>
                  <a:lnTo>
                    <a:pt x="11581" y="15317"/>
                  </a:lnTo>
                  <a:lnTo>
                    <a:pt x="11643" y="15441"/>
                  </a:lnTo>
                  <a:lnTo>
                    <a:pt x="11684" y="15606"/>
                  </a:lnTo>
                  <a:lnTo>
                    <a:pt x="11725" y="15771"/>
                  </a:lnTo>
                  <a:lnTo>
                    <a:pt x="11746" y="15915"/>
                  </a:lnTo>
                  <a:lnTo>
                    <a:pt x="11746" y="16060"/>
                  </a:lnTo>
                  <a:lnTo>
                    <a:pt x="11746" y="16204"/>
                  </a:lnTo>
                  <a:lnTo>
                    <a:pt x="11705" y="16369"/>
                  </a:lnTo>
                  <a:lnTo>
                    <a:pt x="11663" y="16514"/>
                  </a:lnTo>
                  <a:lnTo>
                    <a:pt x="11622" y="16638"/>
                  </a:lnTo>
                  <a:lnTo>
                    <a:pt x="11539" y="16782"/>
                  </a:lnTo>
                  <a:lnTo>
                    <a:pt x="11457" y="16927"/>
                  </a:lnTo>
                  <a:lnTo>
                    <a:pt x="11354" y="17051"/>
                  </a:lnTo>
                  <a:lnTo>
                    <a:pt x="11230" y="17174"/>
                  </a:lnTo>
                  <a:lnTo>
                    <a:pt x="11106" y="17298"/>
                  </a:lnTo>
                  <a:lnTo>
                    <a:pt x="10941" y="17401"/>
                  </a:lnTo>
                  <a:lnTo>
                    <a:pt x="10776" y="17525"/>
                  </a:lnTo>
                  <a:lnTo>
                    <a:pt x="10590" y="17629"/>
                  </a:lnTo>
                  <a:lnTo>
                    <a:pt x="10384" y="17732"/>
                  </a:lnTo>
                  <a:lnTo>
                    <a:pt x="10156" y="17814"/>
                  </a:lnTo>
                  <a:lnTo>
                    <a:pt x="9599" y="14285"/>
                  </a:lnTo>
                  <a:close/>
                  <a:moveTo>
                    <a:pt x="7308" y="1"/>
                  </a:moveTo>
                  <a:lnTo>
                    <a:pt x="4748" y="414"/>
                  </a:lnTo>
                  <a:lnTo>
                    <a:pt x="5203" y="3242"/>
                  </a:lnTo>
                  <a:lnTo>
                    <a:pt x="4831" y="3365"/>
                  </a:lnTo>
                  <a:lnTo>
                    <a:pt x="4480" y="3469"/>
                  </a:lnTo>
                  <a:lnTo>
                    <a:pt x="4150" y="3592"/>
                  </a:lnTo>
                  <a:lnTo>
                    <a:pt x="3820" y="3737"/>
                  </a:lnTo>
                  <a:lnTo>
                    <a:pt x="3510" y="3881"/>
                  </a:lnTo>
                  <a:lnTo>
                    <a:pt x="3221" y="4026"/>
                  </a:lnTo>
                  <a:lnTo>
                    <a:pt x="2932" y="4191"/>
                  </a:lnTo>
                  <a:lnTo>
                    <a:pt x="2664" y="4356"/>
                  </a:lnTo>
                  <a:lnTo>
                    <a:pt x="2416" y="4521"/>
                  </a:lnTo>
                  <a:lnTo>
                    <a:pt x="2168" y="4686"/>
                  </a:lnTo>
                  <a:lnTo>
                    <a:pt x="1941" y="4872"/>
                  </a:lnTo>
                  <a:lnTo>
                    <a:pt x="1714" y="5079"/>
                  </a:lnTo>
                  <a:lnTo>
                    <a:pt x="1508" y="5264"/>
                  </a:lnTo>
                  <a:lnTo>
                    <a:pt x="1322" y="5471"/>
                  </a:lnTo>
                  <a:lnTo>
                    <a:pt x="1157" y="5677"/>
                  </a:lnTo>
                  <a:lnTo>
                    <a:pt x="992" y="5884"/>
                  </a:lnTo>
                  <a:lnTo>
                    <a:pt x="827" y="6090"/>
                  </a:lnTo>
                  <a:lnTo>
                    <a:pt x="703" y="6317"/>
                  </a:lnTo>
                  <a:lnTo>
                    <a:pt x="558" y="6544"/>
                  </a:lnTo>
                  <a:lnTo>
                    <a:pt x="455" y="6771"/>
                  </a:lnTo>
                  <a:lnTo>
                    <a:pt x="352" y="6998"/>
                  </a:lnTo>
                  <a:lnTo>
                    <a:pt x="269" y="7246"/>
                  </a:lnTo>
                  <a:lnTo>
                    <a:pt x="187" y="7473"/>
                  </a:lnTo>
                  <a:lnTo>
                    <a:pt x="125" y="7721"/>
                  </a:lnTo>
                  <a:lnTo>
                    <a:pt x="84" y="7968"/>
                  </a:lnTo>
                  <a:lnTo>
                    <a:pt x="42" y="8216"/>
                  </a:lnTo>
                  <a:lnTo>
                    <a:pt x="1" y="8712"/>
                  </a:lnTo>
                  <a:lnTo>
                    <a:pt x="1" y="9207"/>
                  </a:lnTo>
                  <a:lnTo>
                    <a:pt x="63" y="9723"/>
                  </a:lnTo>
                  <a:lnTo>
                    <a:pt x="125" y="10053"/>
                  </a:lnTo>
                  <a:lnTo>
                    <a:pt x="207" y="10363"/>
                  </a:lnTo>
                  <a:lnTo>
                    <a:pt x="311" y="10672"/>
                  </a:lnTo>
                  <a:lnTo>
                    <a:pt x="414" y="10941"/>
                  </a:lnTo>
                  <a:lnTo>
                    <a:pt x="538" y="11209"/>
                  </a:lnTo>
                  <a:lnTo>
                    <a:pt x="661" y="11457"/>
                  </a:lnTo>
                  <a:lnTo>
                    <a:pt x="806" y="11684"/>
                  </a:lnTo>
                  <a:lnTo>
                    <a:pt x="971" y="11911"/>
                  </a:lnTo>
                  <a:lnTo>
                    <a:pt x="1136" y="12117"/>
                  </a:lnTo>
                  <a:lnTo>
                    <a:pt x="1322" y="12303"/>
                  </a:lnTo>
                  <a:lnTo>
                    <a:pt x="1508" y="12468"/>
                  </a:lnTo>
                  <a:lnTo>
                    <a:pt x="1714" y="12633"/>
                  </a:lnTo>
                  <a:lnTo>
                    <a:pt x="1921" y="12798"/>
                  </a:lnTo>
                  <a:lnTo>
                    <a:pt x="2148" y="12922"/>
                  </a:lnTo>
                  <a:lnTo>
                    <a:pt x="2375" y="13067"/>
                  </a:lnTo>
                  <a:lnTo>
                    <a:pt x="2622" y="13170"/>
                  </a:lnTo>
                  <a:lnTo>
                    <a:pt x="3097" y="13376"/>
                  </a:lnTo>
                  <a:lnTo>
                    <a:pt x="3613" y="13542"/>
                  </a:lnTo>
                  <a:lnTo>
                    <a:pt x="4150" y="13686"/>
                  </a:lnTo>
                  <a:lnTo>
                    <a:pt x="4707" y="13789"/>
                  </a:lnTo>
                  <a:lnTo>
                    <a:pt x="5244" y="13892"/>
                  </a:lnTo>
                  <a:lnTo>
                    <a:pt x="5822" y="13954"/>
                  </a:lnTo>
                  <a:lnTo>
                    <a:pt x="6936" y="14058"/>
                  </a:lnTo>
                  <a:lnTo>
                    <a:pt x="7618" y="18330"/>
                  </a:lnTo>
                  <a:lnTo>
                    <a:pt x="6916" y="18351"/>
                  </a:lnTo>
                  <a:lnTo>
                    <a:pt x="6214" y="18330"/>
                  </a:lnTo>
                  <a:lnTo>
                    <a:pt x="5512" y="18268"/>
                  </a:lnTo>
                  <a:lnTo>
                    <a:pt x="4831" y="18145"/>
                  </a:lnTo>
                  <a:lnTo>
                    <a:pt x="4150" y="18000"/>
                  </a:lnTo>
                  <a:lnTo>
                    <a:pt x="3531" y="17794"/>
                  </a:lnTo>
                  <a:lnTo>
                    <a:pt x="2911" y="17567"/>
                  </a:lnTo>
                  <a:lnTo>
                    <a:pt x="2643" y="17443"/>
                  </a:lnTo>
                  <a:lnTo>
                    <a:pt x="2354" y="17319"/>
                  </a:lnTo>
                  <a:lnTo>
                    <a:pt x="1446" y="20663"/>
                  </a:lnTo>
                  <a:lnTo>
                    <a:pt x="1755" y="20828"/>
                  </a:lnTo>
                  <a:lnTo>
                    <a:pt x="2086" y="20972"/>
                  </a:lnTo>
                  <a:lnTo>
                    <a:pt x="2437" y="21096"/>
                  </a:lnTo>
                  <a:lnTo>
                    <a:pt x="2808" y="21220"/>
                  </a:lnTo>
                  <a:lnTo>
                    <a:pt x="3200" y="21344"/>
                  </a:lnTo>
                  <a:lnTo>
                    <a:pt x="3593" y="21447"/>
                  </a:lnTo>
                  <a:lnTo>
                    <a:pt x="4005" y="21530"/>
                  </a:lnTo>
                  <a:lnTo>
                    <a:pt x="4439" y="21592"/>
                  </a:lnTo>
                  <a:lnTo>
                    <a:pt x="4872" y="21654"/>
                  </a:lnTo>
                  <a:lnTo>
                    <a:pt x="5326" y="21716"/>
                  </a:lnTo>
                  <a:lnTo>
                    <a:pt x="5781" y="21736"/>
                  </a:lnTo>
                  <a:lnTo>
                    <a:pt x="6255" y="21757"/>
                  </a:lnTo>
                  <a:lnTo>
                    <a:pt x="7205" y="21757"/>
                  </a:lnTo>
                  <a:lnTo>
                    <a:pt x="7680" y="21736"/>
                  </a:lnTo>
                  <a:lnTo>
                    <a:pt x="8154" y="21695"/>
                  </a:lnTo>
                  <a:lnTo>
                    <a:pt x="8608" y="24481"/>
                  </a:lnTo>
                  <a:lnTo>
                    <a:pt x="11168" y="24069"/>
                  </a:lnTo>
                  <a:lnTo>
                    <a:pt x="10714" y="21199"/>
                  </a:lnTo>
                  <a:lnTo>
                    <a:pt x="11416" y="20972"/>
                  </a:lnTo>
                  <a:lnTo>
                    <a:pt x="11746" y="20849"/>
                  </a:lnTo>
                  <a:lnTo>
                    <a:pt x="12076" y="20704"/>
                  </a:lnTo>
                  <a:lnTo>
                    <a:pt x="12386" y="20580"/>
                  </a:lnTo>
                  <a:lnTo>
                    <a:pt x="12675" y="20415"/>
                  </a:lnTo>
                  <a:lnTo>
                    <a:pt x="12964" y="20271"/>
                  </a:lnTo>
                  <a:lnTo>
                    <a:pt x="13232" y="20106"/>
                  </a:lnTo>
                  <a:lnTo>
                    <a:pt x="13480" y="19920"/>
                  </a:lnTo>
                  <a:lnTo>
                    <a:pt x="13727" y="19755"/>
                  </a:lnTo>
                  <a:lnTo>
                    <a:pt x="13954" y="19569"/>
                  </a:lnTo>
                  <a:lnTo>
                    <a:pt x="14161" y="19383"/>
                  </a:lnTo>
                  <a:lnTo>
                    <a:pt x="14367" y="19197"/>
                  </a:lnTo>
                  <a:lnTo>
                    <a:pt x="14553" y="18991"/>
                  </a:lnTo>
                  <a:lnTo>
                    <a:pt x="14718" y="18784"/>
                  </a:lnTo>
                  <a:lnTo>
                    <a:pt x="14883" y="18578"/>
                  </a:lnTo>
                  <a:lnTo>
                    <a:pt x="15048" y="18351"/>
                  </a:lnTo>
                  <a:lnTo>
                    <a:pt x="15172" y="18145"/>
                  </a:lnTo>
                  <a:lnTo>
                    <a:pt x="15296" y="17918"/>
                  </a:lnTo>
                  <a:lnTo>
                    <a:pt x="15420" y="17690"/>
                  </a:lnTo>
                  <a:lnTo>
                    <a:pt x="15523" y="17463"/>
                  </a:lnTo>
                  <a:lnTo>
                    <a:pt x="15606" y="17236"/>
                  </a:lnTo>
                  <a:lnTo>
                    <a:pt x="15668" y="16989"/>
                  </a:lnTo>
                  <a:lnTo>
                    <a:pt x="15730" y="16762"/>
                  </a:lnTo>
                  <a:lnTo>
                    <a:pt x="15792" y="16514"/>
                  </a:lnTo>
                  <a:lnTo>
                    <a:pt x="15833" y="16287"/>
                  </a:lnTo>
                  <a:lnTo>
                    <a:pt x="15874" y="15791"/>
                  </a:lnTo>
                  <a:lnTo>
                    <a:pt x="15853" y="15296"/>
                  </a:lnTo>
                  <a:lnTo>
                    <a:pt x="15792" y="14801"/>
                  </a:lnTo>
                  <a:lnTo>
                    <a:pt x="15730" y="14470"/>
                  </a:lnTo>
                  <a:lnTo>
                    <a:pt x="15668" y="14161"/>
                  </a:lnTo>
                  <a:lnTo>
                    <a:pt x="15564" y="13851"/>
                  </a:lnTo>
                  <a:lnTo>
                    <a:pt x="15461" y="13583"/>
                  </a:lnTo>
                  <a:lnTo>
                    <a:pt x="15337" y="13315"/>
                  </a:lnTo>
                  <a:lnTo>
                    <a:pt x="15214" y="13067"/>
                  </a:lnTo>
                  <a:lnTo>
                    <a:pt x="15069" y="12840"/>
                  </a:lnTo>
                  <a:lnTo>
                    <a:pt x="14904" y="12633"/>
                  </a:lnTo>
                  <a:lnTo>
                    <a:pt x="14739" y="12427"/>
                  </a:lnTo>
                  <a:lnTo>
                    <a:pt x="14553" y="12241"/>
                  </a:lnTo>
                  <a:lnTo>
                    <a:pt x="14367" y="12076"/>
                  </a:lnTo>
                  <a:lnTo>
                    <a:pt x="14161" y="11911"/>
                  </a:lnTo>
                  <a:lnTo>
                    <a:pt x="13954" y="11766"/>
                  </a:lnTo>
                  <a:lnTo>
                    <a:pt x="13748" y="11622"/>
                  </a:lnTo>
                  <a:lnTo>
                    <a:pt x="13521" y="11498"/>
                  </a:lnTo>
                  <a:lnTo>
                    <a:pt x="13294" y="11374"/>
                  </a:lnTo>
                  <a:lnTo>
                    <a:pt x="12799" y="11188"/>
                  </a:lnTo>
                  <a:lnTo>
                    <a:pt x="12282" y="11023"/>
                  </a:lnTo>
                  <a:lnTo>
                    <a:pt x="11766" y="10879"/>
                  </a:lnTo>
                  <a:lnTo>
                    <a:pt x="11230" y="10776"/>
                  </a:lnTo>
                  <a:lnTo>
                    <a:pt x="10672" y="10693"/>
                  </a:lnTo>
                  <a:lnTo>
                    <a:pt x="10115" y="10611"/>
                  </a:lnTo>
                  <a:lnTo>
                    <a:pt x="9001" y="10528"/>
                  </a:lnTo>
                  <a:lnTo>
                    <a:pt x="8299" y="6173"/>
                  </a:lnTo>
                  <a:lnTo>
                    <a:pt x="8794" y="6173"/>
                  </a:lnTo>
                  <a:lnTo>
                    <a:pt x="9290" y="6193"/>
                  </a:lnTo>
                  <a:lnTo>
                    <a:pt x="9806" y="6235"/>
                  </a:lnTo>
                  <a:lnTo>
                    <a:pt x="10322" y="6297"/>
                  </a:lnTo>
                  <a:lnTo>
                    <a:pt x="10838" y="6400"/>
                  </a:lnTo>
                  <a:lnTo>
                    <a:pt x="11374" y="6524"/>
                  </a:lnTo>
                  <a:lnTo>
                    <a:pt x="11890" y="6689"/>
                  </a:lnTo>
                  <a:lnTo>
                    <a:pt x="12427" y="6874"/>
                  </a:lnTo>
                  <a:lnTo>
                    <a:pt x="13211" y="3510"/>
                  </a:lnTo>
                  <a:lnTo>
                    <a:pt x="12902" y="3407"/>
                  </a:lnTo>
                  <a:lnTo>
                    <a:pt x="12613" y="3283"/>
                  </a:lnTo>
                  <a:lnTo>
                    <a:pt x="11973" y="3097"/>
                  </a:lnTo>
                  <a:lnTo>
                    <a:pt x="11312" y="2953"/>
                  </a:lnTo>
                  <a:lnTo>
                    <a:pt x="10631" y="2849"/>
                  </a:lnTo>
                  <a:lnTo>
                    <a:pt x="9929" y="2767"/>
                  </a:lnTo>
                  <a:lnTo>
                    <a:pt x="9207" y="2746"/>
                  </a:lnTo>
                  <a:lnTo>
                    <a:pt x="8485" y="2746"/>
                  </a:lnTo>
                  <a:lnTo>
                    <a:pt x="7762" y="2787"/>
                  </a:lnTo>
                  <a:lnTo>
                    <a:pt x="7308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Google Shape;141;p27">
              <a:extLst>
                <a:ext uri="{FF2B5EF4-FFF2-40B4-BE49-F238E27FC236}">
                  <a16:creationId xmlns:a16="http://schemas.microsoft.com/office/drawing/2014/main" id="{8A59D4F8-9DC8-232A-2924-41595A6E762D}"/>
                </a:ext>
              </a:extLst>
            </p:cNvPr>
            <p:cNvSpPr/>
            <p:nvPr/>
          </p:nvSpPr>
          <p:spPr>
            <a:xfrm>
              <a:off x="3990575" y="238125"/>
              <a:ext cx="637850" cy="638850"/>
            </a:xfrm>
            <a:custGeom>
              <a:avLst/>
              <a:gdLst/>
              <a:ahLst/>
              <a:cxnLst/>
              <a:rect l="l" t="t" r="r" b="b"/>
              <a:pathLst>
                <a:path w="25514" h="25554" extrusionOk="0">
                  <a:moveTo>
                    <a:pt x="12510" y="0"/>
                  </a:moveTo>
                  <a:lnTo>
                    <a:pt x="11911" y="41"/>
                  </a:lnTo>
                  <a:lnTo>
                    <a:pt x="11292" y="83"/>
                  </a:lnTo>
                  <a:lnTo>
                    <a:pt x="10672" y="165"/>
                  </a:lnTo>
                  <a:lnTo>
                    <a:pt x="10053" y="289"/>
                  </a:lnTo>
                  <a:lnTo>
                    <a:pt x="9455" y="433"/>
                  </a:lnTo>
                  <a:lnTo>
                    <a:pt x="8856" y="619"/>
                  </a:lnTo>
                  <a:lnTo>
                    <a:pt x="8257" y="826"/>
                  </a:lnTo>
                  <a:lnTo>
                    <a:pt x="7659" y="1053"/>
                  </a:lnTo>
                  <a:lnTo>
                    <a:pt x="7081" y="1321"/>
                  </a:lnTo>
                  <a:lnTo>
                    <a:pt x="6503" y="1631"/>
                  </a:lnTo>
                  <a:lnTo>
                    <a:pt x="5946" y="1961"/>
                  </a:lnTo>
                  <a:lnTo>
                    <a:pt x="5388" y="2332"/>
                  </a:lnTo>
                  <a:lnTo>
                    <a:pt x="4872" y="2725"/>
                  </a:lnTo>
                  <a:lnTo>
                    <a:pt x="4377" y="3137"/>
                  </a:lnTo>
                  <a:lnTo>
                    <a:pt x="3902" y="3550"/>
                  </a:lnTo>
                  <a:lnTo>
                    <a:pt x="3448" y="4004"/>
                  </a:lnTo>
                  <a:lnTo>
                    <a:pt x="3035" y="4479"/>
                  </a:lnTo>
                  <a:lnTo>
                    <a:pt x="2643" y="4954"/>
                  </a:lnTo>
                  <a:lnTo>
                    <a:pt x="2271" y="5470"/>
                  </a:lnTo>
                  <a:lnTo>
                    <a:pt x="1941" y="5986"/>
                  </a:lnTo>
                  <a:lnTo>
                    <a:pt x="1611" y="6523"/>
                  </a:lnTo>
                  <a:lnTo>
                    <a:pt x="1322" y="7059"/>
                  </a:lnTo>
                  <a:lnTo>
                    <a:pt x="1074" y="7617"/>
                  </a:lnTo>
                  <a:lnTo>
                    <a:pt x="847" y="8195"/>
                  </a:lnTo>
                  <a:lnTo>
                    <a:pt x="641" y="8773"/>
                  </a:lnTo>
                  <a:lnTo>
                    <a:pt x="455" y="9350"/>
                  </a:lnTo>
                  <a:lnTo>
                    <a:pt x="311" y="9949"/>
                  </a:lnTo>
                  <a:lnTo>
                    <a:pt x="187" y="10548"/>
                  </a:lnTo>
                  <a:lnTo>
                    <a:pt x="104" y="11146"/>
                  </a:lnTo>
                  <a:lnTo>
                    <a:pt x="42" y="11766"/>
                  </a:lnTo>
                  <a:lnTo>
                    <a:pt x="1" y="12385"/>
                  </a:lnTo>
                  <a:lnTo>
                    <a:pt x="1" y="12983"/>
                  </a:lnTo>
                  <a:lnTo>
                    <a:pt x="22" y="13603"/>
                  </a:lnTo>
                  <a:lnTo>
                    <a:pt x="84" y="14222"/>
                  </a:lnTo>
                  <a:lnTo>
                    <a:pt x="166" y="14841"/>
                  </a:lnTo>
                  <a:lnTo>
                    <a:pt x="269" y="15460"/>
                  </a:lnTo>
                  <a:lnTo>
                    <a:pt x="434" y="16059"/>
                  </a:lnTo>
                  <a:lnTo>
                    <a:pt x="600" y="16657"/>
                  </a:lnTo>
                  <a:lnTo>
                    <a:pt x="806" y="17256"/>
                  </a:lnTo>
                  <a:lnTo>
                    <a:pt x="1054" y="17855"/>
                  </a:lnTo>
                  <a:lnTo>
                    <a:pt x="1322" y="18433"/>
                  </a:lnTo>
                  <a:lnTo>
                    <a:pt x="1632" y="19011"/>
                  </a:lnTo>
                  <a:lnTo>
                    <a:pt x="1962" y="19589"/>
                  </a:lnTo>
                  <a:lnTo>
                    <a:pt x="2333" y="20125"/>
                  </a:lnTo>
                  <a:lnTo>
                    <a:pt x="2726" y="20662"/>
                  </a:lnTo>
                  <a:lnTo>
                    <a:pt x="3138" y="21157"/>
                  </a:lnTo>
                  <a:lnTo>
                    <a:pt x="3551" y="21632"/>
                  </a:lnTo>
                  <a:lnTo>
                    <a:pt x="4005" y="22066"/>
                  </a:lnTo>
                  <a:lnTo>
                    <a:pt x="4480" y="22499"/>
                  </a:lnTo>
                  <a:lnTo>
                    <a:pt x="4975" y="22891"/>
                  </a:lnTo>
                  <a:lnTo>
                    <a:pt x="5471" y="23263"/>
                  </a:lnTo>
                  <a:lnTo>
                    <a:pt x="5987" y="23593"/>
                  </a:lnTo>
                  <a:lnTo>
                    <a:pt x="6524" y="23923"/>
                  </a:lnTo>
                  <a:lnTo>
                    <a:pt x="7060" y="24212"/>
                  </a:lnTo>
                  <a:lnTo>
                    <a:pt x="7618" y="24460"/>
                  </a:lnTo>
                  <a:lnTo>
                    <a:pt x="8196" y="24708"/>
                  </a:lnTo>
                  <a:lnTo>
                    <a:pt x="8773" y="24914"/>
                  </a:lnTo>
                  <a:lnTo>
                    <a:pt x="9351" y="25079"/>
                  </a:lnTo>
                  <a:lnTo>
                    <a:pt x="9950" y="25244"/>
                  </a:lnTo>
                  <a:lnTo>
                    <a:pt x="10549" y="25347"/>
                  </a:lnTo>
                  <a:lnTo>
                    <a:pt x="11147" y="25451"/>
                  </a:lnTo>
                  <a:lnTo>
                    <a:pt x="11766" y="25513"/>
                  </a:lnTo>
                  <a:lnTo>
                    <a:pt x="12386" y="25554"/>
                  </a:lnTo>
                  <a:lnTo>
                    <a:pt x="12984" y="25554"/>
                  </a:lnTo>
                  <a:lnTo>
                    <a:pt x="13604" y="25533"/>
                  </a:lnTo>
                  <a:lnTo>
                    <a:pt x="14223" y="25471"/>
                  </a:lnTo>
                  <a:lnTo>
                    <a:pt x="14842" y="25389"/>
                  </a:lnTo>
                  <a:lnTo>
                    <a:pt x="15441" y="25265"/>
                  </a:lnTo>
                  <a:lnTo>
                    <a:pt x="16060" y="25120"/>
                  </a:lnTo>
                  <a:lnTo>
                    <a:pt x="16658" y="24955"/>
                  </a:lnTo>
                  <a:lnTo>
                    <a:pt x="17257" y="24749"/>
                  </a:lnTo>
                  <a:lnTo>
                    <a:pt x="17856" y="24501"/>
                  </a:lnTo>
                  <a:lnTo>
                    <a:pt x="18434" y="24233"/>
                  </a:lnTo>
                  <a:lnTo>
                    <a:pt x="19012" y="23923"/>
                  </a:lnTo>
                  <a:lnTo>
                    <a:pt x="19569" y="23593"/>
                  </a:lnTo>
                  <a:lnTo>
                    <a:pt x="20126" y="23221"/>
                  </a:lnTo>
                  <a:lnTo>
                    <a:pt x="20642" y="22850"/>
                  </a:lnTo>
                  <a:lnTo>
                    <a:pt x="21138" y="22437"/>
                  </a:lnTo>
                  <a:lnTo>
                    <a:pt x="21612" y="22004"/>
                  </a:lnTo>
                  <a:lnTo>
                    <a:pt x="22046" y="21549"/>
                  </a:lnTo>
                  <a:lnTo>
                    <a:pt x="22479" y="21075"/>
                  </a:lnTo>
                  <a:lnTo>
                    <a:pt x="22871" y="20600"/>
                  </a:lnTo>
                  <a:lnTo>
                    <a:pt x="23243" y="20105"/>
                  </a:lnTo>
                  <a:lnTo>
                    <a:pt x="23573" y="19568"/>
                  </a:lnTo>
                  <a:lnTo>
                    <a:pt x="23883" y="19052"/>
                  </a:lnTo>
                  <a:lnTo>
                    <a:pt x="24172" y="18495"/>
                  </a:lnTo>
                  <a:lnTo>
                    <a:pt x="24440" y="17937"/>
                  </a:lnTo>
                  <a:lnTo>
                    <a:pt x="24667" y="17380"/>
                  </a:lnTo>
                  <a:lnTo>
                    <a:pt x="24874" y="16802"/>
                  </a:lnTo>
                  <a:lnTo>
                    <a:pt x="25059" y="16203"/>
                  </a:lnTo>
                  <a:lnTo>
                    <a:pt x="25204" y="15625"/>
                  </a:lnTo>
                  <a:lnTo>
                    <a:pt x="25328" y="15006"/>
                  </a:lnTo>
                  <a:lnTo>
                    <a:pt x="25410" y="14408"/>
                  </a:lnTo>
                  <a:lnTo>
                    <a:pt x="25472" y="13809"/>
                  </a:lnTo>
                  <a:lnTo>
                    <a:pt x="25514" y="13190"/>
                  </a:lnTo>
                  <a:lnTo>
                    <a:pt x="25514" y="12571"/>
                  </a:lnTo>
                  <a:lnTo>
                    <a:pt x="25493" y="11951"/>
                  </a:lnTo>
                  <a:lnTo>
                    <a:pt x="25431" y="11332"/>
                  </a:lnTo>
                  <a:lnTo>
                    <a:pt x="25348" y="10713"/>
                  </a:lnTo>
                  <a:lnTo>
                    <a:pt x="25225" y="10114"/>
                  </a:lnTo>
                  <a:lnTo>
                    <a:pt x="25080" y="9495"/>
                  </a:lnTo>
                  <a:lnTo>
                    <a:pt x="24915" y="8896"/>
                  </a:lnTo>
                  <a:lnTo>
                    <a:pt x="24688" y="8298"/>
                  </a:lnTo>
                  <a:lnTo>
                    <a:pt x="24461" y="7699"/>
                  </a:lnTo>
                  <a:lnTo>
                    <a:pt x="24172" y="7121"/>
                  </a:lnTo>
                  <a:lnTo>
                    <a:pt x="23883" y="6543"/>
                  </a:lnTo>
                  <a:lnTo>
                    <a:pt x="23532" y="5986"/>
                  </a:lnTo>
                  <a:lnTo>
                    <a:pt x="23181" y="5429"/>
                  </a:lnTo>
                  <a:lnTo>
                    <a:pt x="22789" y="4913"/>
                  </a:lnTo>
                  <a:lnTo>
                    <a:pt x="22376" y="4417"/>
                  </a:lnTo>
                  <a:lnTo>
                    <a:pt x="21943" y="3942"/>
                  </a:lnTo>
                  <a:lnTo>
                    <a:pt x="21488" y="3488"/>
                  </a:lnTo>
                  <a:lnTo>
                    <a:pt x="21034" y="3076"/>
                  </a:lnTo>
                  <a:lnTo>
                    <a:pt x="20539" y="2683"/>
                  </a:lnTo>
                  <a:lnTo>
                    <a:pt x="20044" y="2312"/>
                  </a:lnTo>
                  <a:lnTo>
                    <a:pt x="19528" y="1961"/>
                  </a:lnTo>
                  <a:lnTo>
                    <a:pt x="18991" y="1651"/>
                  </a:lnTo>
                  <a:lnTo>
                    <a:pt x="18454" y="1362"/>
                  </a:lnTo>
                  <a:lnTo>
                    <a:pt x="17897" y="1094"/>
                  </a:lnTo>
                  <a:lnTo>
                    <a:pt x="17319" y="867"/>
                  </a:lnTo>
                  <a:lnTo>
                    <a:pt x="16741" y="661"/>
                  </a:lnTo>
                  <a:lnTo>
                    <a:pt x="16163" y="475"/>
                  </a:lnTo>
                  <a:lnTo>
                    <a:pt x="15564" y="330"/>
                  </a:lnTo>
                  <a:lnTo>
                    <a:pt x="14966" y="206"/>
                  </a:lnTo>
                  <a:lnTo>
                    <a:pt x="14347" y="103"/>
                  </a:lnTo>
                  <a:lnTo>
                    <a:pt x="13748" y="41"/>
                  </a:lnTo>
                  <a:lnTo>
                    <a:pt x="13129" y="21"/>
                  </a:lnTo>
                  <a:lnTo>
                    <a:pt x="125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Google Shape;142;p27">
              <a:extLst>
                <a:ext uri="{FF2B5EF4-FFF2-40B4-BE49-F238E27FC236}">
                  <a16:creationId xmlns:a16="http://schemas.microsoft.com/office/drawing/2014/main" id="{352826DC-059B-0635-F444-02DF4A5D6549}"/>
                </a:ext>
              </a:extLst>
            </p:cNvPr>
            <p:cNvSpPr/>
            <p:nvPr/>
          </p:nvSpPr>
          <p:spPr>
            <a:xfrm>
              <a:off x="4066450" y="314475"/>
              <a:ext cx="486125" cy="486650"/>
            </a:xfrm>
            <a:custGeom>
              <a:avLst/>
              <a:gdLst/>
              <a:ahLst/>
              <a:cxnLst/>
              <a:rect l="l" t="t" r="r" b="b"/>
              <a:pathLst>
                <a:path w="19445" h="19466" extrusionOk="0">
                  <a:moveTo>
                    <a:pt x="9536" y="1"/>
                  </a:moveTo>
                  <a:lnTo>
                    <a:pt x="9062" y="22"/>
                  </a:lnTo>
                  <a:lnTo>
                    <a:pt x="8608" y="63"/>
                  </a:lnTo>
                  <a:lnTo>
                    <a:pt x="8133" y="125"/>
                  </a:lnTo>
                  <a:lnTo>
                    <a:pt x="7658" y="207"/>
                  </a:lnTo>
                  <a:lnTo>
                    <a:pt x="7204" y="311"/>
                  </a:lnTo>
                  <a:lnTo>
                    <a:pt x="6750" y="455"/>
                  </a:lnTo>
                  <a:lnTo>
                    <a:pt x="6296" y="620"/>
                  </a:lnTo>
                  <a:lnTo>
                    <a:pt x="5842" y="785"/>
                  </a:lnTo>
                  <a:lnTo>
                    <a:pt x="5388" y="992"/>
                  </a:lnTo>
                  <a:lnTo>
                    <a:pt x="4954" y="1239"/>
                  </a:lnTo>
                  <a:lnTo>
                    <a:pt x="4521" y="1487"/>
                  </a:lnTo>
                  <a:lnTo>
                    <a:pt x="4108" y="1755"/>
                  </a:lnTo>
                  <a:lnTo>
                    <a:pt x="3716" y="2065"/>
                  </a:lnTo>
                  <a:lnTo>
                    <a:pt x="3323" y="2375"/>
                  </a:lnTo>
                  <a:lnTo>
                    <a:pt x="2973" y="2705"/>
                  </a:lnTo>
                  <a:lnTo>
                    <a:pt x="2642" y="3035"/>
                  </a:lnTo>
                  <a:lnTo>
                    <a:pt x="2312" y="3407"/>
                  </a:lnTo>
                  <a:lnTo>
                    <a:pt x="2023" y="3778"/>
                  </a:lnTo>
                  <a:lnTo>
                    <a:pt x="1734" y="4150"/>
                  </a:lnTo>
                  <a:lnTo>
                    <a:pt x="1466" y="4542"/>
                  </a:lnTo>
                  <a:lnTo>
                    <a:pt x="1239" y="4955"/>
                  </a:lnTo>
                  <a:lnTo>
                    <a:pt x="1012" y="5368"/>
                  </a:lnTo>
                  <a:lnTo>
                    <a:pt x="826" y="5801"/>
                  </a:lnTo>
                  <a:lnTo>
                    <a:pt x="640" y="6235"/>
                  </a:lnTo>
                  <a:lnTo>
                    <a:pt x="475" y="6668"/>
                  </a:lnTo>
                  <a:lnTo>
                    <a:pt x="351" y="7122"/>
                  </a:lnTo>
                  <a:lnTo>
                    <a:pt x="227" y="7576"/>
                  </a:lnTo>
                  <a:lnTo>
                    <a:pt x="145" y="8030"/>
                  </a:lnTo>
                  <a:lnTo>
                    <a:pt x="62" y="8484"/>
                  </a:lnTo>
                  <a:lnTo>
                    <a:pt x="21" y="8959"/>
                  </a:lnTo>
                  <a:lnTo>
                    <a:pt x="0" y="9413"/>
                  </a:lnTo>
                  <a:lnTo>
                    <a:pt x="0" y="9888"/>
                  </a:lnTo>
                  <a:lnTo>
                    <a:pt x="21" y="10363"/>
                  </a:lnTo>
                  <a:lnTo>
                    <a:pt x="62" y="10817"/>
                  </a:lnTo>
                  <a:lnTo>
                    <a:pt x="124" y="11292"/>
                  </a:lnTo>
                  <a:lnTo>
                    <a:pt x="207" y="11766"/>
                  </a:lnTo>
                  <a:lnTo>
                    <a:pt x="330" y="12221"/>
                  </a:lnTo>
                  <a:lnTo>
                    <a:pt x="454" y="12695"/>
                  </a:lnTo>
                  <a:lnTo>
                    <a:pt x="619" y="13149"/>
                  </a:lnTo>
                  <a:lnTo>
                    <a:pt x="805" y="13603"/>
                  </a:lnTo>
                  <a:lnTo>
                    <a:pt x="1012" y="14037"/>
                  </a:lnTo>
                  <a:lnTo>
                    <a:pt x="1239" y="14470"/>
                  </a:lnTo>
                  <a:lnTo>
                    <a:pt x="1507" y="14904"/>
                  </a:lnTo>
                  <a:lnTo>
                    <a:pt x="1775" y="15337"/>
                  </a:lnTo>
                  <a:lnTo>
                    <a:pt x="2064" y="15730"/>
                  </a:lnTo>
                  <a:lnTo>
                    <a:pt x="2395" y="16101"/>
                  </a:lnTo>
                  <a:lnTo>
                    <a:pt x="2704" y="16473"/>
                  </a:lnTo>
                  <a:lnTo>
                    <a:pt x="3055" y="16803"/>
                  </a:lnTo>
                  <a:lnTo>
                    <a:pt x="3406" y="17133"/>
                  </a:lnTo>
                  <a:lnTo>
                    <a:pt x="3778" y="17422"/>
                  </a:lnTo>
                  <a:lnTo>
                    <a:pt x="4170" y="17711"/>
                  </a:lnTo>
                  <a:lnTo>
                    <a:pt x="4562" y="17979"/>
                  </a:lnTo>
                  <a:lnTo>
                    <a:pt x="4975" y="18206"/>
                  </a:lnTo>
                  <a:lnTo>
                    <a:pt x="5388" y="18434"/>
                  </a:lnTo>
                  <a:lnTo>
                    <a:pt x="5800" y="18640"/>
                  </a:lnTo>
                  <a:lnTo>
                    <a:pt x="6234" y="18805"/>
                  </a:lnTo>
                  <a:lnTo>
                    <a:pt x="6688" y="18970"/>
                  </a:lnTo>
                  <a:lnTo>
                    <a:pt x="7121" y="19094"/>
                  </a:lnTo>
                  <a:lnTo>
                    <a:pt x="7576" y="19218"/>
                  </a:lnTo>
                  <a:lnTo>
                    <a:pt x="8030" y="19300"/>
                  </a:lnTo>
                  <a:lnTo>
                    <a:pt x="8504" y="19383"/>
                  </a:lnTo>
                  <a:lnTo>
                    <a:pt x="8959" y="19424"/>
                  </a:lnTo>
                  <a:lnTo>
                    <a:pt x="9433" y="19466"/>
                  </a:lnTo>
                  <a:lnTo>
                    <a:pt x="9908" y="19466"/>
                  </a:lnTo>
                  <a:lnTo>
                    <a:pt x="10362" y="19445"/>
                  </a:lnTo>
                  <a:lnTo>
                    <a:pt x="10837" y="19404"/>
                  </a:lnTo>
                  <a:lnTo>
                    <a:pt x="11312" y="19342"/>
                  </a:lnTo>
                  <a:lnTo>
                    <a:pt x="11766" y="19239"/>
                  </a:lnTo>
                  <a:lnTo>
                    <a:pt x="12240" y="19135"/>
                  </a:lnTo>
                  <a:lnTo>
                    <a:pt x="12695" y="19012"/>
                  </a:lnTo>
                  <a:lnTo>
                    <a:pt x="13149" y="18846"/>
                  </a:lnTo>
                  <a:lnTo>
                    <a:pt x="13603" y="18661"/>
                  </a:lnTo>
                  <a:lnTo>
                    <a:pt x="14057" y="18454"/>
                  </a:lnTo>
                  <a:lnTo>
                    <a:pt x="14490" y="18227"/>
                  </a:lnTo>
                  <a:lnTo>
                    <a:pt x="14924" y="17959"/>
                  </a:lnTo>
                  <a:lnTo>
                    <a:pt x="15337" y="17690"/>
                  </a:lnTo>
                  <a:lnTo>
                    <a:pt x="15729" y="17401"/>
                  </a:lnTo>
                  <a:lnTo>
                    <a:pt x="16100" y="17092"/>
                  </a:lnTo>
                  <a:lnTo>
                    <a:pt x="16472" y="16762"/>
                  </a:lnTo>
                  <a:lnTo>
                    <a:pt x="16802" y="16411"/>
                  </a:lnTo>
                  <a:lnTo>
                    <a:pt x="17132" y="16060"/>
                  </a:lnTo>
                  <a:lnTo>
                    <a:pt x="17421" y="15688"/>
                  </a:lnTo>
                  <a:lnTo>
                    <a:pt x="17710" y="15296"/>
                  </a:lnTo>
                  <a:lnTo>
                    <a:pt x="17958" y="14904"/>
                  </a:lnTo>
                  <a:lnTo>
                    <a:pt x="18206" y="14491"/>
                  </a:lnTo>
                  <a:lnTo>
                    <a:pt x="18433" y="14078"/>
                  </a:lnTo>
                  <a:lnTo>
                    <a:pt x="18619" y="13665"/>
                  </a:lnTo>
                  <a:lnTo>
                    <a:pt x="18804" y="13232"/>
                  </a:lnTo>
                  <a:lnTo>
                    <a:pt x="18949" y="12778"/>
                  </a:lnTo>
                  <a:lnTo>
                    <a:pt x="19093" y="12344"/>
                  </a:lnTo>
                  <a:lnTo>
                    <a:pt x="19197" y="11890"/>
                  </a:lnTo>
                  <a:lnTo>
                    <a:pt x="19300" y="11436"/>
                  </a:lnTo>
                  <a:lnTo>
                    <a:pt x="19362" y="10961"/>
                  </a:lnTo>
                  <a:lnTo>
                    <a:pt x="19424" y="10507"/>
                  </a:lnTo>
                  <a:lnTo>
                    <a:pt x="19444" y="10033"/>
                  </a:lnTo>
                  <a:lnTo>
                    <a:pt x="19444" y="9558"/>
                  </a:lnTo>
                  <a:lnTo>
                    <a:pt x="19424" y="9104"/>
                  </a:lnTo>
                  <a:lnTo>
                    <a:pt x="19382" y="8629"/>
                  </a:lnTo>
                  <a:lnTo>
                    <a:pt x="19320" y="8154"/>
                  </a:lnTo>
                  <a:lnTo>
                    <a:pt x="19217" y="7700"/>
                  </a:lnTo>
                  <a:lnTo>
                    <a:pt x="19114" y="7225"/>
                  </a:lnTo>
                  <a:lnTo>
                    <a:pt x="18970" y="6771"/>
                  </a:lnTo>
                  <a:lnTo>
                    <a:pt x="18825" y="6317"/>
                  </a:lnTo>
                  <a:lnTo>
                    <a:pt x="18639" y="5863"/>
                  </a:lnTo>
                  <a:lnTo>
                    <a:pt x="18433" y="5409"/>
                  </a:lnTo>
                  <a:lnTo>
                    <a:pt x="18206" y="4975"/>
                  </a:lnTo>
                  <a:lnTo>
                    <a:pt x="17937" y="4542"/>
                  </a:lnTo>
                  <a:lnTo>
                    <a:pt x="17669" y="4129"/>
                  </a:lnTo>
                  <a:lnTo>
                    <a:pt x="17359" y="3737"/>
                  </a:lnTo>
                  <a:lnTo>
                    <a:pt x="17050" y="3345"/>
                  </a:lnTo>
                  <a:lnTo>
                    <a:pt x="16720" y="2994"/>
                  </a:lnTo>
                  <a:lnTo>
                    <a:pt x="16389" y="2643"/>
                  </a:lnTo>
                  <a:lnTo>
                    <a:pt x="16018" y="2333"/>
                  </a:lnTo>
                  <a:lnTo>
                    <a:pt x="15646" y="2024"/>
                  </a:lnTo>
                  <a:lnTo>
                    <a:pt x="15275" y="1735"/>
                  </a:lnTo>
                  <a:lnTo>
                    <a:pt x="14883" y="1487"/>
                  </a:lnTo>
                  <a:lnTo>
                    <a:pt x="14470" y="1239"/>
                  </a:lnTo>
                  <a:lnTo>
                    <a:pt x="14057" y="1012"/>
                  </a:lnTo>
                  <a:lnTo>
                    <a:pt x="13623" y="827"/>
                  </a:lnTo>
                  <a:lnTo>
                    <a:pt x="13190" y="641"/>
                  </a:lnTo>
                  <a:lnTo>
                    <a:pt x="12756" y="496"/>
                  </a:lnTo>
                  <a:lnTo>
                    <a:pt x="12302" y="352"/>
                  </a:lnTo>
                  <a:lnTo>
                    <a:pt x="11848" y="228"/>
                  </a:lnTo>
                  <a:lnTo>
                    <a:pt x="11394" y="145"/>
                  </a:lnTo>
                  <a:lnTo>
                    <a:pt x="10940" y="63"/>
                  </a:lnTo>
                  <a:lnTo>
                    <a:pt x="10465" y="22"/>
                  </a:lnTo>
                  <a:lnTo>
                    <a:pt x="100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Google Shape;143;p27">
              <a:extLst>
                <a:ext uri="{FF2B5EF4-FFF2-40B4-BE49-F238E27FC236}">
                  <a16:creationId xmlns:a16="http://schemas.microsoft.com/office/drawing/2014/main" id="{652F9476-9CB7-5A11-0EE6-C2DC3CC62163}"/>
                </a:ext>
              </a:extLst>
            </p:cNvPr>
            <p:cNvSpPr/>
            <p:nvPr/>
          </p:nvSpPr>
          <p:spPr>
            <a:xfrm>
              <a:off x="4173250" y="307250"/>
              <a:ext cx="388100" cy="452600"/>
            </a:xfrm>
            <a:custGeom>
              <a:avLst/>
              <a:gdLst/>
              <a:ahLst/>
              <a:cxnLst/>
              <a:rect l="l" t="t" r="r" b="b"/>
              <a:pathLst>
                <a:path w="15524" h="18104" extrusionOk="0">
                  <a:moveTo>
                    <a:pt x="5223" y="1"/>
                  </a:moveTo>
                  <a:lnTo>
                    <a:pt x="4645" y="42"/>
                  </a:lnTo>
                  <a:lnTo>
                    <a:pt x="4109" y="104"/>
                  </a:lnTo>
                  <a:lnTo>
                    <a:pt x="3593" y="207"/>
                  </a:lnTo>
                  <a:lnTo>
                    <a:pt x="3118" y="311"/>
                  </a:lnTo>
                  <a:lnTo>
                    <a:pt x="2664" y="455"/>
                  </a:lnTo>
                  <a:lnTo>
                    <a:pt x="2251" y="600"/>
                  </a:lnTo>
                  <a:lnTo>
                    <a:pt x="1879" y="744"/>
                  </a:lnTo>
                  <a:lnTo>
                    <a:pt x="1549" y="909"/>
                  </a:lnTo>
                  <a:lnTo>
                    <a:pt x="1239" y="1054"/>
                  </a:lnTo>
                  <a:lnTo>
                    <a:pt x="971" y="1219"/>
                  </a:lnTo>
                  <a:lnTo>
                    <a:pt x="517" y="1487"/>
                  </a:lnTo>
                  <a:lnTo>
                    <a:pt x="228" y="1714"/>
                  </a:lnTo>
                  <a:lnTo>
                    <a:pt x="42" y="1879"/>
                  </a:lnTo>
                  <a:lnTo>
                    <a:pt x="1" y="1921"/>
                  </a:lnTo>
                  <a:lnTo>
                    <a:pt x="1" y="1941"/>
                  </a:lnTo>
                  <a:lnTo>
                    <a:pt x="22" y="1962"/>
                  </a:lnTo>
                  <a:lnTo>
                    <a:pt x="84" y="1941"/>
                  </a:lnTo>
                  <a:lnTo>
                    <a:pt x="290" y="1838"/>
                  </a:lnTo>
                  <a:lnTo>
                    <a:pt x="1095" y="1466"/>
                  </a:lnTo>
                  <a:lnTo>
                    <a:pt x="1694" y="1239"/>
                  </a:lnTo>
                  <a:lnTo>
                    <a:pt x="2024" y="1116"/>
                  </a:lnTo>
                  <a:lnTo>
                    <a:pt x="2395" y="992"/>
                  </a:lnTo>
                  <a:lnTo>
                    <a:pt x="2788" y="889"/>
                  </a:lnTo>
                  <a:lnTo>
                    <a:pt x="3221" y="785"/>
                  </a:lnTo>
                  <a:lnTo>
                    <a:pt x="3696" y="703"/>
                  </a:lnTo>
                  <a:lnTo>
                    <a:pt x="4170" y="641"/>
                  </a:lnTo>
                  <a:lnTo>
                    <a:pt x="4687" y="600"/>
                  </a:lnTo>
                  <a:lnTo>
                    <a:pt x="5223" y="579"/>
                  </a:lnTo>
                  <a:lnTo>
                    <a:pt x="5780" y="600"/>
                  </a:lnTo>
                  <a:lnTo>
                    <a:pt x="6358" y="641"/>
                  </a:lnTo>
                  <a:lnTo>
                    <a:pt x="6957" y="723"/>
                  </a:lnTo>
                  <a:lnTo>
                    <a:pt x="7556" y="868"/>
                  </a:lnTo>
                  <a:lnTo>
                    <a:pt x="8175" y="1033"/>
                  </a:lnTo>
                  <a:lnTo>
                    <a:pt x="8794" y="1260"/>
                  </a:lnTo>
                  <a:lnTo>
                    <a:pt x="9413" y="1528"/>
                  </a:lnTo>
                  <a:lnTo>
                    <a:pt x="9702" y="1673"/>
                  </a:lnTo>
                  <a:lnTo>
                    <a:pt x="10012" y="1838"/>
                  </a:lnTo>
                  <a:lnTo>
                    <a:pt x="10611" y="2210"/>
                  </a:lnTo>
                  <a:lnTo>
                    <a:pt x="10900" y="2416"/>
                  </a:lnTo>
                  <a:lnTo>
                    <a:pt x="11188" y="2622"/>
                  </a:lnTo>
                  <a:lnTo>
                    <a:pt x="11457" y="2849"/>
                  </a:lnTo>
                  <a:lnTo>
                    <a:pt x="11725" y="3097"/>
                  </a:lnTo>
                  <a:lnTo>
                    <a:pt x="11994" y="3345"/>
                  </a:lnTo>
                  <a:lnTo>
                    <a:pt x="12262" y="3613"/>
                  </a:lnTo>
                  <a:lnTo>
                    <a:pt x="12510" y="3881"/>
                  </a:lnTo>
                  <a:lnTo>
                    <a:pt x="12737" y="4170"/>
                  </a:lnTo>
                  <a:lnTo>
                    <a:pt x="12964" y="4480"/>
                  </a:lnTo>
                  <a:lnTo>
                    <a:pt x="13191" y="4790"/>
                  </a:lnTo>
                  <a:lnTo>
                    <a:pt x="13397" y="5099"/>
                  </a:lnTo>
                  <a:lnTo>
                    <a:pt x="13583" y="5430"/>
                  </a:lnTo>
                  <a:lnTo>
                    <a:pt x="13769" y="5760"/>
                  </a:lnTo>
                  <a:lnTo>
                    <a:pt x="13934" y="6090"/>
                  </a:lnTo>
                  <a:lnTo>
                    <a:pt x="14078" y="6441"/>
                  </a:lnTo>
                  <a:lnTo>
                    <a:pt x="14223" y="6771"/>
                  </a:lnTo>
                  <a:lnTo>
                    <a:pt x="14347" y="7122"/>
                  </a:lnTo>
                  <a:lnTo>
                    <a:pt x="14450" y="7452"/>
                  </a:lnTo>
                  <a:lnTo>
                    <a:pt x="14532" y="7803"/>
                  </a:lnTo>
                  <a:lnTo>
                    <a:pt x="14615" y="8154"/>
                  </a:lnTo>
                  <a:lnTo>
                    <a:pt x="14677" y="8505"/>
                  </a:lnTo>
                  <a:lnTo>
                    <a:pt x="14739" y="8835"/>
                  </a:lnTo>
                  <a:lnTo>
                    <a:pt x="14780" y="9186"/>
                  </a:lnTo>
                  <a:lnTo>
                    <a:pt x="14801" y="9517"/>
                  </a:lnTo>
                  <a:lnTo>
                    <a:pt x="14821" y="10198"/>
                  </a:lnTo>
                  <a:lnTo>
                    <a:pt x="14801" y="10838"/>
                  </a:lnTo>
                  <a:lnTo>
                    <a:pt x="14739" y="11477"/>
                  </a:lnTo>
                  <a:lnTo>
                    <a:pt x="14636" y="12076"/>
                  </a:lnTo>
                  <a:lnTo>
                    <a:pt x="14491" y="12675"/>
                  </a:lnTo>
                  <a:lnTo>
                    <a:pt x="14326" y="13232"/>
                  </a:lnTo>
                  <a:lnTo>
                    <a:pt x="14120" y="13748"/>
                  </a:lnTo>
                  <a:lnTo>
                    <a:pt x="13913" y="14243"/>
                  </a:lnTo>
                  <a:lnTo>
                    <a:pt x="13686" y="14698"/>
                  </a:lnTo>
                  <a:lnTo>
                    <a:pt x="13438" y="15131"/>
                  </a:lnTo>
                  <a:lnTo>
                    <a:pt x="13191" y="15523"/>
                  </a:lnTo>
                  <a:lnTo>
                    <a:pt x="12943" y="15895"/>
                  </a:lnTo>
                  <a:lnTo>
                    <a:pt x="12675" y="16225"/>
                  </a:lnTo>
                  <a:lnTo>
                    <a:pt x="12427" y="16514"/>
                  </a:lnTo>
                  <a:lnTo>
                    <a:pt x="12200" y="16803"/>
                  </a:lnTo>
                  <a:lnTo>
                    <a:pt x="11746" y="17257"/>
                  </a:lnTo>
                  <a:lnTo>
                    <a:pt x="11106" y="17856"/>
                  </a:lnTo>
                  <a:lnTo>
                    <a:pt x="10941" y="18021"/>
                  </a:lnTo>
                  <a:lnTo>
                    <a:pt x="10900" y="18062"/>
                  </a:lnTo>
                  <a:lnTo>
                    <a:pt x="10900" y="18083"/>
                  </a:lnTo>
                  <a:lnTo>
                    <a:pt x="10920" y="18103"/>
                  </a:lnTo>
                  <a:lnTo>
                    <a:pt x="10982" y="18083"/>
                  </a:lnTo>
                  <a:lnTo>
                    <a:pt x="11188" y="17979"/>
                  </a:lnTo>
                  <a:lnTo>
                    <a:pt x="11519" y="17773"/>
                  </a:lnTo>
                  <a:lnTo>
                    <a:pt x="11952" y="17463"/>
                  </a:lnTo>
                  <a:lnTo>
                    <a:pt x="12179" y="17278"/>
                  </a:lnTo>
                  <a:lnTo>
                    <a:pt x="12448" y="17051"/>
                  </a:lnTo>
                  <a:lnTo>
                    <a:pt x="12716" y="16782"/>
                  </a:lnTo>
                  <a:lnTo>
                    <a:pt x="13005" y="16493"/>
                  </a:lnTo>
                  <a:lnTo>
                    <a:pt x="13294" y="16163"/>
                  </a:lnTo>
                  <a:lnTo>
                    <a:pt x="13583" y="15812"/>
                  </a:lnTo>
                  <a:lnTo>
                    <a:pt x="13851" y="15399"/>
                  </a:lnTo>
                  <a:lnTo>
                    <a:pt x="14140" y="14966"/>
                  </a:lnTo>
                  <a:lnTo>
                    <a:pt x="14409" y="14491"/>
                  </a:lnTo>
                  <a:lnTo>
                    <a:pt x="14656" y="13975"/>
                  </a:lnTo>
                  <a:lnTo>
                    <a:pt x="14883" y="13418"/>
                  </a:lnTo>
                  <a:lnTo>
                    <a:pt x="15090" y="12840"/>
                  </a:lnTo>
                  <a:lnTo>
                    <a:pt x="15255" y="12221"/>
                  </a:lnTo>
                  <a:lnTo>
                    <a:pt x="15379" y="11581"/>
                  </a:lnTo>
                  <a:lnTo>
                    <a:pt x="15461" y="10900"/>
                  </a:lnTo>
                  <a:lnTo>
                    <a:pt x="15503" y="10549"/>
                  </a:lnTo>
                  <a:lnTo>
                    <a:pt x="15523" y="10198"/>
                  </a:lnTo>
                  <a:lnTo>
                    <a:pt x="15523" y="9847"/>
                  </a:lnTo>
                  <a:lnTo>
                    <a:pt x="15503" y="9475"/>
                  </a:lnTo>
                  <a:lnTo>
                    <a:pt x="15482" y="9124"/>
                  </a:lnTo>
                  <a:lnTo>
                    <a:pt x="15441" y="8753"/>
                  </a:lnTo>
                  <a:lnTo>
                    <a:pt x="15399" y="8381"/>
                  </a:lnTo>
                  <a:lnTo>
                    <a:pt x="15337" y="8010"/>
                  </a:lnTo>
                  <a:lnTo>
                    <a:pt x="15255" y="7638"/>
                  </a:lnTo>
                  <a:lnTo>
                    <a:pt x="15152" y="7267"/>
                  </a:lnTo>
                  <a:lnTo>
                    <a:pt x="15028" y="6895"/>
                  </a:lnTo>
                  <a:lnTo>
                    <a:pt x="14904" y="6524"/>
                  </a:lnTo>
                  <a:lnTo>
                    <a:pt x="14759" y="6152"/>
                  </a:lnTo>
                  <a:lnTo>
                    <a:pt x="14615" y="5780"/>
                  </a:lnTo>
                  <a:lnTo>
                    <a:pt x="14429" y="5430"/>
                  </a:lnTo>
                  <a:lnTo>
                    <a:pt x="14243" y="5058"/>
                  </a:lnTo>
                  <a:lnTo>
                    <a:pt x="14037" y="4707"/>
                  </a:lnTo>
                  <a:lnTo>
                    <a:pt x="13810" y="4377"/>
                  </a:lnTo>
                  <a:lnTo>
                    <a:pt x="13562" y="4047"/>
                  </a:lnTo>
                  <a:lnTo>
                    <a:pt x="13315" y="3716"/>
                  </a:lnTo>
                  <a:lnTo>
                    <a:pt x="13067" y="3407"/>
                  </a:lnTo>
                  <a:lnTo>
                    <a:pt x="12799" y="3097"/>
                  </a:lnTo>
                  <a:lnTo>
                    <a:pt x="12510" y="2829"/>
                  </a:lnTo>
                  <a:lnTo>
                    <a:pt x="12221" y="2540"/>
                  </a:lnTo>
                  <a:lnTo>
                    <a:pt x="11932" y="2292"/>
                  </a:lnTo>
                  <a:lnTo>
                    <a:pt x="11622" y="2044"/>
                  </a:lnTo>
                  <a:lnTo>
                    <a:pt x="11312" y="1817"/>
                  </a:lnTo>
                  <a:lnTo>
                    <a:pt x="11003" y="1611"/>
                  </a:lnTo>
                  <a:lnTo>
                    <a:pt x="10672" y="1405"/>
                  </a:lnTo>
                  <a:lnTo>
                    <a:pt x="10363" y="1219"/>
                  </a:lnTo>
                  <a:lnTo>
                    <a:pt x="10033" y="1033"/>
                  </a:lnTo>
                  <a:lnTo>
                    <a:pt x="9702" y="889"/>
                  </a:lnTo>
                  <a:lnTo>
                    <a:pt x="9372" y="744"/>
                  </a:lnTo>
                  <a:lnTo>
                    <a:pt x="9042" y="620"/>
                  </a:lnTo>
                  <a:lnTo>
                    <a:pt x="8712" y="496"/>
                  </a:lnTo>
                  <a:lnTo>
                    <a:pt x="8361" y="393"/>
                  </a:lnTo>
                  <a:lnTo>
                    <a:pt x="7700" y="228"/>
                  </a:lnTo>
                  <a:lnTo>
                    <a:pt x="7060" y="104"/>
                  </a:lnTo>
                  <a:lnTo>
                    <a:pt x="6420" y="22"/>
                  </a:lnTo>
                  <a:lnTo>
                    <a:pt x="5801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Google Shape;144;p27">
              <a:extLst>
                <a:ext uri="{FF2B5EF4-FFF2-40B4-BE49-F238E27FC236}">
                  <a16:creationId xmlns:a16="http://schemas.microsoft.com/office/drawing/2014/main" id="{FCD68B3C-ADD5-8E2C-A82B-955D9FB851D6}"/>
                </a:ext>
              </a:extLst>
            </p:cNvPr>
            <p:cNvSpPr/>
            <p:nvPr/>
          </p:nvSpPr>
          <p:spPr>
            <a:xfrm>
              <a:off x="4144875" y="436275"/>
              <a:ext cx="319450" cy="264225"/>
            </a:xfrm>
            <a:custGeom>
              <a:avLst/>
              <a:gdLst/>
              <a:ahLst/>
              <a:cxnLst/>
              <a:rect l="l" t="t" r="r" b="b"/>
              <a:pathLst>
                <a:path w="12778" h="10569" extrusionOk="0">
                  <a:moveTo>
                    <a:pt x="7803" y="2291"/>
                  </a:moveTo>
                  <a:lnTo>
                    <a:pt x="8009" y="2312"/>
                  </a:lnTo>
                  <a:lnTo>
                    <a:pt x="8195" y="2353"/>
                  </a:lnTo>
                  <a:lnTo>
                    <a:pt x="8402" y="2457"/>
                  </a:lnTo>
                  <a:lnTo>
                    <a:pt x="8629" y="2601"/>
                  </a:lnTo>
                  <a:lnTo>
                    <a:pt x="8835" y="2787"/>
                  </a:lnTo>
                  <a:lnTo>
                    <a:pt x="7039" y="3963"/>
                  </a:lnTo>
                  <a:lnTo>
                    <a:pt x="6977" y="3716"/>
                  </a:lnTo>
                  <a:lnTo>
                    <a:pt x="6936" y="3489"/>
                  </a:lnTo>
                  <a:lnTo>
                    <a:pt x="6915" y="3262"/>
                  </a:lnTo>
                  <a:lnTo>
                    <a:pt x="6936" y="3076"/>
                  </a:lnTo>
                  <a:lnTo>
                    <a:pt x="6977" y="2890"/>
                  </a:lnTo>
                  <a:lnTo>
                    <a:pt x="7039" y="2725"/>
                  </a:lnTo>
                  <a:lnTo>
                    <a:pt x="7143" y="2580"/>
                  </a:lnTo>
                  <a:lnTo>
                    <a:pt x="7287" y="2457"/>
                  </a:lnTo>
                  <a:lnTo>
                    <a:pt x="7452" y="2374"/>
                  </a:lnTo>
                  <a:lnTo>
                    <a:pt x="7638" y="2312"/>
                  </a:lnTo>
                  <a:lnTo>
                    <a:pt x="7803" y="2291"/>
                  </a:lnTo>
                  <a:close/>
                  <a:moveTo>
                    <a:pt x="5677" y="6647"/>
                  </a:moveTo>
                  <a:lnTo>
                    <a:pt x="5739" y="6894"/>
                  </a:lnTo>
                  <a:lnTo>
                    <a:pt x="5780" y="7121"/>
                  </a:lnTo>
                  <a:lnTo>
                    <a:pt x="5780" y="7349"/>
                  </a:lnTo>
                  <a:lnTo>
                    <a:pt x="5780" y="7534"/>
                  </a:lnTo>
                  <a:lnTo>
                    <a:pt x="5739" y="7720"/>
                  </a:lnTo>
                  <a:lnTo>
                    <a:pt x="5656" y="7885"/>
                  </a:lnTo>
                  <a:lnTo>
                    <a:pt x="5553" y="8030"/>
                  </a:lnTo>
                  <a:lnTo>
                    <a:pt x="5409" y="8133"/>
                  </a:lnTo>
                  <a:lnTo>
                    <a:pt x="5244" y="8215"/>
                  </a:lnTo>
                  <a:lnTo>
                    <a:pt x="5078" y="8277"/>
                  </a:lnTo>
                  <a:lnTo>
                    <a:pt x="4913" y="8298"/>
                  </a:lnTo>
                  <a:lnTo>
                    <a:pt x="4728" y="8277"/>
                  </a:lnTo>
                  <a:lnTo>
                    <a:pt x="4542" y="8215"/>
                  </a:lnTo>
                  <a:lnTo>
                    <a:pt x="4335" y="8112"/>
                  </a:lnTo>
                  <a:lnTo>
                    <a:pt x="4129" y="7968"/>
                  </a:lnTo>
                  <a:lnTo>
                    <a:pt x="3923" y="7803"/>
                  </a:lnTo>
                  <a:lnTo>
                    <a:pt x="5677" y="6647"/>
                  </a:lnTo>
                  <a:close/>
                  <a:moveTo>
                    <a:pt x="7225" y="0"/>
                  </a:moveTo>
                  <a:lnTo>
                    <a:pt x="6936" y="42"/>
                  </a:lnTo>
                  <a:lnTo>
                    <a:pt x="6668" y="103"/>
                  </a:lnTo>
                  <a:lnTo>
                    <a:pt x="6379" y="207"/>
                  </a:lnTo>
                  <a:lnTo>
                    <a:pt x="6110" y="331"/>
                  </a:lnTo>
                  <a:lnTo>
                    <a:pt x="5863" y="475"/>
                  </a:lnTo>
                  <a:lnTo>
                    <a:pt x="5553" y="723"/>
                  </a:lnTo>
                  <a:lnTo>
                    <a:pt x="5285" y="950"/>
                  </a:lnTo>
                  <a:lnTo>
                    <a:pt x="5078" y="1218"/>
                  </a:lnTo>
                  <a:lnTo>
                    <a:pt x="4913" y="1486"/>
                  </a:lnTo>
                  <a:lnTo>
                    <a:pt x="4789" y="1775"/>
                  </a:lnTo>
                  <a:lnTo>
                    <a:pt x="4686" y="2064"/>
                  </a:lnTo>
                  <a:lnTo>
                    <a:pt x="4645" y="2353"/>
                  </a:lnTo>
                  <a:lnTo>
                    <a:pt x="4624" y="2663"/>
                  </a:lnTo>
                  <a:lnTo>
                    <a:pt x="4624" y="2973"/>
                  </a:lnTo>
                  <a:lnTo>
                    <a:pt x="4666" y="3282"/>
                  </a:lnTo>
                  <a:lnTo>
                    <a:pt x="4707" y="3612"/>
                  </a:lnTo>
                  <a:lnTo>
                    <a:pt x="4789" y="3922"/>
                  </a:lnTo>
                  <a:lnTo>
                    <a:pt x="4975" y="4562"/>
                  </a:lnTo>
                  <a:lnTo>
                    <a:pt x="5182" y="5181"/>
                  </a:lnTo>
                  <a:lnTo>
                    <a:pt x="3056" y="6564"/>
                  </a:lnTo>
                  <a:lnTo>
                    <a:pt x="2870" y="6193"/>
                  </a:lnTo>
                  <a:lnTo>
                    <a:pt x="2725" y="5800"/>
                  </a:lnTo>
                  <a:lnTo>
                    <a:pt x="2601" y="5408"/>
                  </a:lnTo>
                  <a:lnTo>
                    <a:pt x="2498" y="5016"/>
                  </a:lnTo>
                  <a:lnTo>
                    <a:pt x="2416" y="4624"/>
                  </a:lnTo>
                  <a:lnTo>
                    <a:pt x="2374" y="4252"/>
                  </a:lnTo>
                  <a:lnTo>
                    <a:pt x="2354" y="3860"/>
                  </a:lnTo>
                  <a:lnTo>
                    <a:pt x="2354" y="3509"/>
                  </a:lnTo>
                  <a:lnTo>
                    <a:pt x="352" y="3819"/>
                  </a:lnTo>
                  <a:lnTo>
                    <a:pt x="331" y="4232"/>
                  </a:lnTo>
                  <a:lnTo>
                    <a:pt x="372" y="4686"/>
                  </a:lnTo>
                  <a:lnTo>
                    <a:pt x="434" y="5140"/>
                  </a:lnTo>
                  <a:lnTo>
                    <a:pt x="558" y="5635"/>
                  </a:lnTo>
                  <a:lnTo>
                    <a:pt x="702" y="6131"/>
                  </a:lnTo>
                  <a:lnTo>
                    <a:pt x="909" y="6647"/>
                  </a:lnTo>
                  <a:lnTo>
                    <a:pt x="1136" y="7142"/>
                  </a:lnTo>
                  <a:lnTo>
                    <a:pt x="1384" y="7638"/>
                  </a:lnTo>
                  <a:lnTo>
                    <a:pt x="1" y="8546"/>
                  </a:lnTo>
                  <a:lnTo>
                    <a:pt x="826" y="9805"/>
                  </a:lnTo>
                  <a:lnTo>
                    <a:pt x="2251" y="8876"/>
                  </a:lnTo>
                  <a:lnTo>
                    <a:pt x="2540" y="9206"/>
                  </a:lnTo>
                  <a:lnTo>
                    <a:pt x="2849" y="9495"/>
                  </a:lnTo>
                  <a:lnTo>
                    <a:pt x="3138" y="9743"/>
                  </a:lnTo>
                  <a:lnTo>
                    <a:pt x="3448" y="9970"/>
                  </a:lnTo>
                  <a:lnTo>
                    <a:pt x="3737" y="10156"/>
                  </a:lnTo>
                  <a:lnTo>
                    <a:pt x="4046" y="10300"/>
                  </a:lnTo>
                  <a:lnTo>
                    <a:pt x="4356" y="10403"/>
                  </a:lnTo>
                  <a:lnTo>
                    <a:pt x="4645" y="10486"/>
                  </a:lnTo>
                  <a:lnTo>
                    <a:pt x="4955" y="10548"/>
                  </a:lnTo>
                  <a:lnTo>
                    <a:pt x="5244" y="10569"/>
                  </a:lnTo>
                  <a:lnTo>
                    <a:pt x="5533" y="10548"/>
                  </a:lnTo>
                  <a:lnTo>
                    <a:pt x="5822" y="10527"/>
                  </a:lnTo>
                  <a:lnTo>
                    <a:pt x="6090" y="10445"/>
                  </a:lnTo>
                  <a:lnTo>
                    <a:pt x="6379" y="10362"/>
                  </a:lnTo>
                  <a:lnTo>
                    <a:pt x="6627" y="10238"/>
                  </a:lnTo>
                  <a:lnTo>
                    <a:pt x="6895" y="10094"/>
                  </a:lnTo>
                  <a:lnTo>
                    <a:pt x="7204" y="9867"/>
                  </a:lnTo>
                  <a:lnTo>
                    <a:pt x="7452" y="9619"/>
                  </a:lnTo>
                  <a:lnTo>
                    <a:pt x="7659" y="9371"/>
                  </a:lnTo>
                  <a:lnTo>
                    <a:pt x="7824" y="9103"/>
                  </a:lnTo>
                  <a:lnTo>
                    <a:pt x="7948" y="8814"/>
                  </a:lnTo>
                  <a:lnTo>
                    <a:pt x="8030" y="8525"/>
                  </a:lnTo>
                  <a:lnTo>
                    <a:pt x="8092" y="8236"/>
                  </a:lnTo>
                  <a:lnTo>
                    <a:pt x="8113" y="7926"/>
                  </a:lnTo>
                  <a:lnTo>
                    <a:pt x="8092" y="7617"/>
                  </a:lnTo>
                  <a:lnTo>
                    <a:pt x="8071" y="7307"/>
                  </a:lnTo>
                  <a:lnTo>
                    <a:pt x="8009" y="6998"/>
                  </a:lnTo>
                  <a:lnTo>
                    <a:pt x="7948" y="6688"/>
                  </a:lnTo>
                  <a:lnTo>
                    <a:pt x="7762" y="6048"/>
                  </a:lnTo>
                  <a:lnTo>
                    <a:pt x="7555" y="5450"/>
                  </a:lnTo>
                  <a:lnTo>
                    <a:pt x="9702" y="4025"/>
                  </a:lnTo>
                  <a:lnTo>
                    <a:pt x="9826" y="4294"/>
                  </a:lnTo>
                  <a:lnTo>
                    <a:pt x="9929" y="4562"/>
                  </a:lnTo>
                  <a:lnTo>
                    <a:pt x="10032" y="4851"/>
                  </a:lnTo>
                  <a:lnTo>
                    <a:pt x="10115" y="5140"/>
                  </a:lnTo>
                  <a:lnTo>
                    <a:pt x="10177" y="5450"/>
                  </a:lnTo>
                  <a:lnTo>
                    <a:pt x="10239" y="5759"/>
                  </a:lnTo>
                  <a:lnTo>
                    <a:pt x="10280" y="6069"/>
                  </a:lnTo>
                  <a:lnTo>
                    <a:pt x="10321" y="6399"/>
                  </a:lnTo>
                  <a:lnTo>
                    <a:pt x="12282" y="6027"/>
                  </a:lnTo>
                  <a:lnTo>
                    <a:pt x="12262" y="5656"/>
                  </a:lnTo>
                  <a:lnTo>
                    <a:pt x="12220" y="5264"/>
                  </a:lnTo>
                  <a:lnTo>
                    <a:pt x="12138" y="4872"/>
                  </a:lnTo>
                  <a:lnTo>
                    <a:pt x="12035" y="4500"/>
                  </a:lnTo>
                  <a:lnTo>
                    <a:pt x="11911" y="4108"/>
                  </a:lnTo>
                  <a:lnTo>
                    <a:pt x="11746" y="3716"/>
                  </a:lnTo>
                  <a:lnTo>
                    <a:pt x="11580" y="3323"/>
                  </a:lnTo>
                  <a:lnTo>
                    <a:pt x="11374" y="2952"/>
                  </a:lnTo>
                  <a:lnTo>
                    <a:pt x="12778" y="2044"/>
                  </a:lnTo>
                  <a:lnTo>
                    <a:pt x="11952" y="764"/>
                  </a:lnTo>
                  <a:lnTo>
                    <a:pt x="10528" y="1693"/>
                  </a:lnTo>
                  <a:lnTo>
                    <a:pt x="10239" y="1363"/>
                  </a:lnTo>
                  <a:lnTo>
                    <a:pt x="9950" y="1074"/>
                  </a:lnTo>
                  <a:lnTo>
                    <a:pt x="9640" y="805"/>
                  </a:lnTo>
                  <a:lnTo>
                    <a:pt x="9351" y="599"/>
                  </a:lnTo>
                  <a:lnTo>
                    <a:pt x="9042" y="413"/>
                  </a:lnTo>
                  <a:lnTo>
                    <a:pt x="8732" y="269"/>
                  </a:lnTo>
                  <a:lnTo>
                    <a:pt x="8422" y="145"/>
                  </a:lnTo>
                  <a:lnTo>
                    <a:pt x="8133" y="62"/>
                  </a:lnTo>
                  <a:lnTo>
                    <a:pt x="7824" y="21"/>
                  </a:lnTo>
                  <a:lnTo>
                    <a:pt x="7535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Google Shape;145;p27">
              <a:extLst>
                <a:ext uri="{FF2B5EF4-FFF2-40B4-BE49-F238E27FC236}">
                  <a16:creationId xmlns:a16="http://schemas.microsoft.com/office/drawing/2014/main" id="{7C5964F1-DC6B-ED5B-AC2F-52C616A22BE2}"/>
                </a:ext>
              </a:extLst>
            </p:cNvPr>
            <p:cNvSpPr/>
            <p:nvPr/>
          </p:nvSpPr>
          <p:spPr>
            <a:xfrm>
              <a:off x="5570675" y="3855500"/>
              <a:ext cx="638875" cy="637825"/>
            </a:xfrm>
            <a:custGeom>
              <a:avLst/>
              <a:gdLst/>
              <a:ahLst/>
              <a:cxnLst/>
              <a:rect l="l" t="t" r="r" b="b"/>
              <a:pathLst>
                <a:path w="25555" h="25513" extrusionOk="0">
                  <a:moveTo>
                    <a:pt x="12488" y="0"/>
                  </a:moveTo>
                  <a:lnTo>
                    <a:pt x="11848" y="21"/>
                  </a:lnTo>
                  <a:lnTo>
                    <a:pt x="11229" y="83"/>
                  </a:lnTo>
                  <a:lnTo>
                    <a:pt x="10589" y="186"/>
                  </a:lnTo>
                  <a:lnTo>
                    <a:pt x="9970" y="310"/>
                  </a:lnTo>
                  <a:lnTo>
                    <a:pt x="9351" y="475"/>
                  </a:lnTo>
                  <a:lnTo>
                    <a:pt x="8732" y="661"/>
                  </a:lnTo>
                  <a:lnTo>
                    <a:pt x="8112" y="888"/>
                  </a:lnTo>
                  <a:lnTo>
                    <a:pt x="7493" y="1135"/>
                  </a:lnTo>
                  <a:lnTo>
                    <a:pt x="6915" y="1424"/>
                  </a:lnTo>
                  <a:lnTo>
                    <a:pt x="6358" y="1734"/>
                  </a:lnTo>
                  <a:lnTo>
                    <a:pt x="5801" y="2064"/>
                  </a:lnTo>
                  <a:lnTo>
                    <a:pt x="5285" y="2436"/>
                  </a:lnTo>
                  <a:lnTo>
                    <a:pt x="4789" y="2807"/>
                  </a:lnTo>
                  <a:lnTo>
                    <a:pt x="4294" y="3220"/>
                  </a:lnTo>
                  <a:lnTo>
                    <a:pt x="3840" y="3633"/>
                  </a:lnTo>
                  <a:lnTo>
                    <a:pt x="3406" y="4087"/>
                  </a:lnTo>
                  <a:lnTo>
                    <a:pt x="2993" y="4541"/>
                  </a:lnTo>
                  <a:lnTo>
                    <a:pt x="2622" y="5037"/>
                  </a:lnTo>
                  <a:lnTo>
                    <a:pt x="2250" y="5532"/>
                  </a:lnTo>
                  <a:lnTo>
                    <a:pt x="1920" y="6048"/>
                  </a:lnTo>
                  <a:lnTo>
                    <a:pt x="1610" y="6564"/>
                  </a:lnTo>
                  <a:lnTo>
                    <a:pt x="1321" y="7121"/>
                  </a:lnTo>
                  <a:lnTo>
                    <a:pt x="1074" y="7679"/>
                  </a:lnTo>
                  <a:lnTo>
                    <a:pt x="826" y="8236"/>
                  </a:lnTo>
                  <a:lnTo>
                    <a:pt x="640" y="8814"/>
                  </a:lnTo>
                  <a:lnTo>
                    <a:pt x="455" y="9413"/>
                  </a:lnTo>
                  <a:lnTo>
                    <a:pt x="310" y="9991"/>
                  </a:lnTo>
                  <a:lnTo>
                    <a:pt x="186" y="10610"/>
                  </a:lnTo>
                  <a:lnTo>
                    <a:pt x="104" y="11208"/>
                  </a:lnTo>
                  <a:lnTo>
                    <a:pt x="42" y="11828"/>
                  </a:lnTo>
                  <a:lnTo>
                    <a:pt x="0" y="12447"/>
                  </a:lnTo>
                  <a:lnTo>
                    <a:pt x="0" y="13066"/>
                  </a:lnTo>
                  <a:lnTo>
                    <a:pt x="42" y="13685"/>
                  </a:lnTo>
                  <a:lnTo>
                    <a:pt x="104" y="14325"/>
                  </a:lnTo>
                  <a:lnTo>
                    <a:pt x="186" y="14944"/>
                  </a:lnTo>
                  <a:lnTo>
                    <a:pt x="310" y="15564"/>
                  </a:lnTo>
                  <a:lnTo>
                    <a:pt x="475" y="16204"/>
                  </a:lnTo>
                  <a:lnTo>
                    <a:pt x="661" y="16823"/>
                  </a:lnTo>
                  <a:lnTo>
                    <a:pt x="888" y="17442"/>
                  </a:lnTo>
                  <a:lnTo>
                    <a:pt x="1136" y="18041"/>
                  </a:lnTo>
                  <a:lnTo>
                    <a:pt x="1425" y="18619"/>
                  </a:lnTo>
                  <a:lnTo>
                    <a:pt x="1734" y="19176"/>
                  </a:lnTo>
                  <a:lnTo>
                    <a:pt x="2065" y="19733"/>
                  </a:lnTo>
                  <a:lnTo>
                    <a:pt x="2436" y="20249"/>
                  </a:lnTo>
                  <a:lnTo>
                    <a:pt x="2808" y="20745"/>
                  </a:lnTo>
                  <a:lnTo>
                    <a:pt x="3220" y="21219"/>
                  </a:lnTo>
                  <a:lnTo>
                    <a:pt x="3633" y="21674"/>
                  </a:lnTo>
                  <a:lnTo>
                    <a:pt x="4087" y="22107"/>
                  </a:lnTo>
                  <a:lnTo>
                    <a:pt x="4562" y="22520"/>
                  </a:lnTo>
                  <a:lnTo>
                    <a:pt x="5037" y="22912"/>
                  </a:lnTo>
                  <a:lnTo>
                    <a:pt x="5532" y="23263"/>
                  </a:lnTo>
                  <a:lnTo>
                    <a:pt x="6048" y="23593"/>
                  </a:lnTo>
                  <a:lnTo>
                    <a:pt x="6585" y="23903"/>
                  </a:lnTo>
                  <a:lnTo>
                    <a:pt x="7122" y="24192"/>
                  </a:lnTo>
                  <a:lnTo>
                    <a:pt x="7679" y="24460"/>
                  </a:lnTo>
                  <a:lnTo>
                    <a:pt x="8236" y="24687"/>
                  </a:lnTo>
                  <a:lnTo>
                    <a:pt x="8814" y="24894"/>
                  </a:lnTo>
                  <a:lnTo>
                    <a:pt x="9413" y="25059"/>
                  </a:lnTo>
                  <a:lnTo>
                    <a:pt x="10011" y="25203"/>
                  </a:lnTo>
                  <a:lnTo>
                    <a:pt x="10610" y="25327"/>
                  </a:lnTo>
                  <a:lnTo>
                    <a:pt x="11229" y="25410"/>
                  </a:lnTo>
                  <a:lnTo>
                    <a:pt x="11828" y="25471"/>
                  </a:lnTo>
                  <a:lnTo>
                    <a:pt x="12468" y="25513"/>
                  </a:lnTo>
                  <a:lnTo>
                    <a:pt x="13087" y="25513"/>
                  </a:lnTo>
                  <a:lnTo>
                    <a:pt x="13706" y="25471"/>
                  </a:lnTo>
                  <a:lnTo>
                    <a:pt x="14325" y="25410"/>
                  </a:lnTo>
                  <a:lnTo>
                    <a:pt x="14965" y="25306"/>
                  </a:lnTo>
                  <a:lnTo>
                    <a:pt x="15585" y="25183"/>
                  </a:lnTo>
                  <a:lnTo>
                    <a:pt x="16224" y="25038"/>
                  </a:lnTo>
                  <a:lnTo>
                    <a:pt x="16844" y="24832"/>
                  </a:lnTo>
                  <a:lnTo>
                    <a:pt x="17463" y="24605"/>
                  </a:lnTo>
                  <a:lnTo>
                    <a:pt x="18062" y="24357"/>
                  </a:lnTo>
                  <a:lnTo>
                    <a:pt x="18639" y="24068"/>
                  </a:lnTo>
                  <a:lnTo>
                    <a:pt x="19217" y="23758"/>
                  </a:lnTo>
                  <a:lnTo>
                    <a:pt x="19754" y="23428"/>
                  </a:lnTo>
                  <a:lnTo>
                    <a:pt x="20270" y="23077"/>
                  </a:lnTo>
                  <a:lnTo>
                    <a:pt x="20786" y="22685"/>
                  </a:lnTo>
                  <a:lnTo>
                    <a:pt x="21261" y="22272"/>
                  </a:lnTo>
                  <a:lnTo>
                    <a:pt x="21715" y="21859"/>
                  </a:lnTo>
                  <a:lnTo>
                    <a:pt x="22148" y="21405"/>
                  </a:lnTo>
                  <a:lnTo>
                    <a:pt x="22561" y="20951"/>
                  </a:lnTo>
                  <a:lnTo>
                    <a:pt x="22953" y="20456"/>
                  </a:lnTo>
                  <a:lnTo>
                    <a:pt x="23304" y="19960"/>
                  </a:lnTo>
                  <a:lnTo>
                    <a:pt x="23635" y="19444"/>
                  </a:lnTo>
                  <a:lnTo>
                    <a:pt x="23944" y="18928"/>
                  </a:lnTo>
                  <a:lnTo>
                    <a:pt x="24233" y="18371"/>
                  </a:lnTo>
                  <a:lnTo>
                    <a:pt x="24502" y="17834"/>
                  </a:lnTo>
                  <a:lnTo>
                    <a:pt x="24729" y="17256"/>
                  </a:lnTo>
                  <a:lnTo>
                    <a:pt x="24935" y="16678"/>
                  </a:lnTo>
                  <a:lnTo>
                    <a:pt x="25100" y="16100"/>
                  </a:lnTo>
                  <a:lnTo>
                    <a:pt x="25245" y="15502"/>
                  </a:lnTo>
                  <a:lnTo>
                    <a:pt x="25368" y="14903"/>
                  </a:lnTo>
                  <a:lnTo>
                    <a:pt x="25472" y="14284"/>
                  </a:lnTo>
                  <a:lnTo>
                    <a:pt x="25534" y="13665"/>
                  </a:lnTo>
                  <a:lnTo>
                    <a:pt x="25554" y="13045"/>
                  </a:lnTo>
                  <a:lnTo>
                    <a:pt x="25554" y="12426"/>
                  </a:lnTo>
                  <a:lnTo>
                    <a:pt x="25534" y="11807"/>
                  </a:lnTo>
                  <a:lnTo>
                    <a:pt x="25472" y="11167"/>
                  </a:lnTo>
                  <a:lnTo>
                    <a:pt x="25368" y="10548"/>
                  </a:lnTo>
                  <a:lnTo>
                    <a:pt x="25245" y="9929"/>
                  </a:lnTo>
                  <a:lnTo>
                    <a:pt x="25080" y="9309"/>
                  </a:lnTo>
                  <a:lnTo>
                    <a:pt x="24894" y="8690"/>
                  </a:lnTo>
                  <a:lnTo>
                    <a:pt x="24667" y="8071"/>
                  </a:lnTo>
                  <a:lnTo>
                    <a:pt x="24419" y="7452"/>
                  </a:lnTo>
                  <a:lnTo>
                    <a:pt x="24130" y="6874"/>
                  </a:lnTo>
                  <a:lnTo>
                    <a:pt x="23820" y="6316"/>
                  </a:lnTo>
                  <a:lnTo>
                    <a:pt x="23490" y="5759"/>
                  </a:lnTo>
                  <a:lnTo>
                    <a:pt x="23139" y="5243"/>
                  </a:lnTo>
                  <a:lnTo>
                    <a:pt x="22747" y="4748"/>
                  </a:lnTo>
                  <a:lnTo>
                    <a:pt x="22334" y="4273"/>
                  </a:lnTo>
                  <a:lnTo>
                    <a:pt x="21921" y="3819"/>
                  </a:lnTo>
                  <a:lnTo>
                    <a:pt x="21467" y="3385"/>
                  </a:lnTo>
                  <a:lnTo>
                    <a:pt x="21013" y="2973"/>
                  </a:lnTo>
                  <a:lnTo>
                    <a:pt x="20518" y="2580"/>
                  </a:lnTo>
                  <a:lnTo>
                    <a:pt x="20022" y="2229"/>
                  </a:lnTo>
                  <a:lnTo>
                    <a:pt x="19506" y="1899"/>
                  </a:lnTo>
                  <a:lnTo>
                    <a:pt x="18990" y="1590"/>
                  </a:lnTo>
                  <a:lnTo>
                    <a:pt x="18433" y="1301"/>
                  </a:lnTo>
                  <a:lnTo>
                    <a:pt x="17876" y="1053"/>
                  </a:lnTo>
                  <a:lnTo>
                    <a:pt x="17318" y="826"/>
                  </a:lnTo>
                  <a:lnTo>
                    <a:pt x="16740" y="619"/>
                  </a:lnTo>
                  <a:lnTo>
                    <a:pt x="16142" y="434"/>
                  </a:lnTo>
                  <a:lnTo>
                    <a:pt x="15564" y="289"/>
                  </a:lnTo>
                  <a:lnTo>
                    <a:pt x="14945" y="165"/>
                  </a:lnTo>
                  <a:lnTo>
                    <a:pt x="14346" y="83"/>
                  </a:lnTo>
                  <a:lnTo>
                    <a:pt x="13727" y="21"/>
                  </a:lnTo>
                  <a:lnTo>
                    <a:pt x="131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Google Shape;146;p27">
              <a:extLst>
                <a:ext uri="{FF2B5EF4-FFF2-40B4-BE49-F238E27FC236}">
                  <a16:creationId xmlns:a16="http://schemas.microsoft.com/office/drawing/2014/main" id="{8108641C-540D-30BA-4BD9-C208FF446001}"/>
                </a:ext>
              </a:extLst>
            </p:cNvPr>
            <p:cNvSpPr/>
            <p:nvPr/>
          </p:nvSpPr>
          <p:spPr>
            <a:xfrm>
              <a:off x="5646525" y="3931350"/>
              <a:ext cx="487150" cy="486125"/>
            </a:xfrm>
            <a:custGeom>
              <a:avLst/>
              <a:gdLst/>
              <a:ahLst/>
              <a:cxnLst/>
              <a:rect l="l" t="t" r="r" b="b"/>
              <a:pathLst>
                <a:path w="19486" h="19445" extrusionOk="0">
                  <a:moveTo>
                    <a:pt x="9516" y="0"/>
                  </a:moveTo>
                  <a:lnTo>
                    <a:pt x="9042" y="21"/>
                  </a:lnTo>
                  <a:lnTo>
                    <a:pt x="8567" y="62"/>
                  </a:lnTo>
                  <a:lnTo>
                    <a:pt x="8092" y="145"/>
                  </a:lnTo>
                  <a:lnTo>
                    <a:pt x="7597" y="228"/>
                  </a:lnTo>
                  <a:lnTo>
                    <a:pt x="7122" y="351"/>
                  </a:lnTo>
                  <a:lnTo>
                    <a:pt x="6647" y="496"/>
                  </a:lnTo>
                  <a:lnTo>
                    <a:pt x="6193" y="682"/>
                  </a:lnTo>
                  <a:lnTo>
                    <a:pt x="5718" y="867"/>
                  </a:lnTo>
                  <a:lnTo>
                    <a:pt x="5285" y="1094"/>
                  </a:lnTo>
                  <a:lnTo>
                    <a:pt x="4851" y="1321"/>
                  </a:lnTo>
                  <a:lnTo>
                    <a:pt x="4439" y="1569"/>
                  </a:lnTo>
                  <a:lnTo>
                    <a:pt x="4026" y="1858"/>
                  </a:lnTo>
                  <a:lnTo>
                    <a:pt x="3654" y="2147"/>
                  </a:lnTo>
                  <a:lnTo>
                    <a:pt x="3283" y="2457"/>
                  </a:lnTo>
                  <a:lnTo>
                    <a:pt x="2932" y="2766"/>
                  </a:lnTo>
                  <a:lnTo>
                    <a:pt x="2601" y="3117"/>
                  </a:lnTo>
                  <a:lnTo>
                    <a:pt x="2292" y="3468"/>
                  </a:lnTo>
                  <a:lnTo>
                    <a:pt x="2003" y="3840"/>
                  </a:lnTo>
                  <a:lnTo>
                    <a:pt x="1735" y="4211"/>
                  </a:lnTo>
                  <a:lnTo>
                    <a:pt x="1466" y="4603"/>
                  </a:lnTo>
                  <a:lnTo>
                    <a:pt x="1239" y="5016"/>
                  </a:lnTo>
                  <a:lnTo>
                    <a:pt x="1012" y="5429"/>
                  </a:lnTo>
                  <a:lnTo>
                    <a:pt x="826" y="5842"/>
                  </a:lnTo>
                  <a:lnTo>
                    <a:pt x="641" y="6275"/>
                  </a:lnTo>
                  <a:lnTo>
                    <a:pt x="496" y="6709"/>
                  </a:lnTo>
                  <a:lnTo>
                    <a:pt x="352" y="7163"/>
                  </a:lnTo>
                  <a:lnTo>
                    <a:pt x="248" y="7617"/>
                  </a:lnTo>
                  <a:lnTo>
                    <a:pt x="145" y="8071"/>
                  </a:lnTo>
                  <a:lnTo>
                    <a:pt x="83" y="8546"/>
                  </a:lnTo>
                  <a:lnTo>
                    <a:pt x="42" y="9021"/>
                  </a:lnTo>
                  <a:lnTo>
                    <a:pt x="1" y="9475"/>
                  </a:lnTo>
                  <a:lnTo>
                    <a:pt x="1" y="9950"/>
                  </a:lnTo>
                  <a:lnTo>
                    <a:pt x="42" y="10445"/>
                  </a:lnTo>
                  <a:lnTo>
                    <a:pt x="83" y="10920"/>
                  </a:lnTo>
                  <a:lnTo>
                    <a:pt x="145" y="11394"/>
                  </a:lnTo>
                  <a:lnTo>
                    <a:pt x="248" y="11869"/>
                  </a:lnTo>
                  <a:lnTo>
                    <a:pt x="372" y="12344"/>
                  </a:lnTo>
                  <a:lnTo>
                    <a:pt x="517" y="12819"/>
                  </a:lnTo>
                  <a:lnTo>
                    <a:pt x="682" y="13293"/>
                  </a:lnTo>
                  <a:lnTo>
                    <a:pt x="888" y="13748"/>
                  </a:lnTo>
                  <a:lnTo>
                    <a:pt x="1095" y="14181"/>
                  </a:lnTo>
                  <a:lnTo>
                    <a:pt x="1322" y="14614"/>
                  </a:lnTo>
                  <a:lnTo>
                    <a:pt x="1590" y="15027"/>
                  </a:lnTo>
                  <a:lnTo>
                    <a:pt x="1858" y="15440"/>
                  </a:lnTo>
                  <a:lnTo>
                    <a:pt x="2147" y="15812"/>
                  </a:lnTo>
                  <a:lnTo>
                    <a:pt x="2457" y="16183"/>
                  </a:lnTo>
                  <a:lnTo>
                    <a:pt x="2787" y="16513"/>
                  </a:lnTo>
                  <a:lnTo>
                    <a:pt x="3118" y="16844"/>
                  </a:lnTo>
                  <a:lnTo>
                    <a:pt x="3468" y="17153"/>
                  </a:lnTo>
                  <a:lnTo>
                    <a:pt x="3840" y="17463"/>
                  </a:lnTo>
                  <a:lnTo>
                    <a:pt x="4232" y="17731"/>
                  </a:lnTo>
                  <a:lnTo>
                    <a:pt x="4624" y="17979"/>
                  </a:lnTo>
                  <a:lnTo>
                    <a:pt x="5016" y="18227"/>
                  </a:lnTo>
                  <a:lnTo>
                    <a:pt x="5429" y="18433"/>
                  </a:lnTo>
                  <a:lnTo>
                    <a:pt x="5863" y="18640"/>
                  </a:lnTo>
                  <a:lnTo>
                    <a:pt x="6296" y="18805"/>
                  </a:lnTo>
                  <a:lnTo>
                    <a:pt x="6730" y="18970"/>
                  </a:lnTo>
                  <a:lnTo>
                    <a:pt x="7184" y="19094"/>
                  </a:lnTo>
                  <a:lnTo>
                    <a:pt x="7638" y="19217"/>
                  </a:lnTo>
                  <a:lnTo>
                    <a:pt x="8092" y="19300"/>
                  </a:lnTo>
                  <a:lnTo>
                    <a:pt x="8567" y="19362"/>
                  </a:lnTo>
                  <a:lnTo>
                    <a:pt x="9021" y="19403"/>
                  </a:lnTo>
                  <a:lnTo>
                    <a:pt x="9496" y="19445"/>
                  </a:lnTo>
                  <a:lnTo>
                    <a:pt x="9970" y="19445"/>
                  </a:lnTo>
                  <a:lnTo>
                    <a:pt x="10445" y="19403"/>
                  </a:lnTo>
                  <a:lnTo>
                    <a:pt x="10941" y="19362"/>
                  </a:lnTo>
                  <a:lnTo>
                    <a:pt x="11415" y="19300"/>
                  </a:lnTo>
                  <a:lnTo>
                    <a:pt x="11890" y="19197"/>
                  </a:lnTo>
                  <a:lnTo>
                    <a:pt x="12365" y="19073"/>
                  </a:lnTo>
                  <a:lnTo>
                    <a:pt x="12840" y="18928"/>
                  </a:lnTo>
                  <a:lnTo>
                    <a:pt x="13314" y="18763"/>
                  </a:lnTo>
                  <a:lnTo>
                    <a:pt x="13768" y="18557"/>
                  </a:lnTo>
                  <a:lnTo>
                    <a:pt x="14222" y="18351"/>
                  </a:lnTo>
                  <a:lnTo>
                    <a:pt x="14656" y="18103"/>
                  </a:lnTo>
                  <a:lnTo>
                    <a:pt x="15069" y="17855"/>
                  </a:lnTo>
                  <a:lnTo>
                    <a:pt x="15461" y="17587"/>
                  </a:lnTo>
                  <a:lnTo>
                    <a:pt x="15853" y="17277"/>
                  </a:lnTo>
                  <a:lnTo>
                    <a:pt x="16204" y="16988"/>
                  </a:lnTo>
                  <a:lnTo>
                    <a:pt x="16555" y="16658"/>
                  </a:lnTo>
                  <a:lnTo>
                    <a:pt x="16885" y="16307"/>
                  </a:lnTo>
                  <a:lnTo>
                    <a:pt x="17195" y="15956"/>
                  </a:lnTo>
                  <a:lnTo>
                    <a:pt x="17484" y="15605"/>
                  </a:lnTo>
                  <a:lnTo>
                    <a:pt x="17773" y="15213"/>
                  </a:lnTo>
                  <a:lnTo>
                    <a:pt x="18020" y="14821"/>
                  </a:lnTo>
                  <a:lnTo>
                    <a:pt x="18268" y="14429"/>
                  </a:lnTo>
                  <a:lnTo>
                    <a:pt x="18475" y="14016"/>
                  </a:lnTo>
                  <a:lnTo>
                    <a:pt x="18681" y="13582"/>
                  </a:lnTo>
                  <a:lnTo>
                    <a:pt x="18846" y="13149"/>
                  </a:lnTo>
                  <a:lnTo>
                    <a:pt x="19011" y="12715"/>
                  </a:lnTo>
                  <a:lnTo>
                    <a:pt x="19135" y="12261"/>
                  </a:lnTo>
                  <a:lnTo>
                    <a:pt x="19259" y="11807"/>
                  </a:lnTo>
                  <a:lnTo>
                    <a:pt x="19342" y="11353"/>
                  </a:lnTo>
                  <a:lnTo>
                    <a:pt x="19403" y="10878"/>
                  </a:lnTo>
                  <a:lnTo>
                    <a:pt x="19465" y="10424"/>
                  </a:lnTo>
                  <a:lnTo>
                    <a:pt x="19486" y="9950"/>
                  </a:lnTo>
                  <a:lnTo>
                    <a:pt x="19486" y="9475"/>
                  </a:lnTo>
                  <a:lnTo>
                    <a:pt x="19465" y="9000"/>
                  </a:lnTo>
                  <a:lnTo>
                    <a:pt x="19424" y="8525"/>
                  </a:lnTo>
                  <a:lnTo>
                    <a:pt x="19342" y="8030"/>
                  </a:lnTo>
                  <a:lnTo>
                    <a:pt x="19238" y="7555"/>
                  </a:lnTo>
                  <a:lnTo>
                    <a:pt x="19135" y="7080"/>
                  </a:lnTo>
                  <a:lnTo>
                    <a:pt x="18991" y="6606"/>
                  </a:lnTo>
                  <a:lnTo>
                    <a:pt x="18805" y="6152"/>
                  </a:lnTo>
                  <a:lnTo>
                    <a:pt x="18619" y="5677"/>
                  </a:lnTo>
                  <a:lnTo>
                    <a:pt x="18392" y="5243"/>
                  </a:lnTo>
                  <a:lnTo>
                    <a:pt x="18165" y="4810"/>
                  </a:lnTo>
                  <a:lnTo>
                    <a:pt x="17917" y="4397"/>
                  </a:lnTo>
                  <a:lnTo>
                    <a:pt x="17628" y="4005"/>
                  </a:lnTo>
                  <a:lnTo>
                    <a:pt x="17339" y="3613"/>
                  </a:lnTo>
                  <a:lnTo>
                    <a:pt x="17030" y="3262"/>
                  </a:lnTo>
                  <a:lnTo>
                    <a:pt x="16720" y="2911"/>
                  </a:lnTo>
                  <a:lnTo>
                    <a:pt x="16369" y="2581"/>
                  </a:lnTo>
                  <a:lnTo>
                    <a:pt x="16018" y="2271"/>
                  </a:lnTo>
                  <a:lnTo>
                    <a:pt x="15647" y="1982"/>
                  </a:lnTo>
                  <a:lnTo>
                    <a:pt x="15275" y="1693"/>
                  </a:lnTo>
                  <a:lnTo>
                    <a:pt x="14883" y="1445"/>
                  </a:lnTo>
                  <a:lnTo>
                    <a:pt x="14470" y="1218"/>
                  </a:lnTo>
                  <a:lnTo>
                    <a:pt x="14057" y="991"/>
                  </a:lnTo>
                  <a:lnTo>
                    <a:pt x="13645" y="805"/>
                  </a:lnTo>
                  <a:lnTo>
                    <a:pt x="13211" y="620"/>
                  </a:lnTo>
                  <a:lnTo>
                    <a:pt x="12757" y="475"/>
                  </a:lnTo>
                  <a:lnTo>
                    <a:pt x="12323" y="331"/>
                  </a:lnTo>
                  <a:lnTo>
                    <a:pt x="11869" y="228"/>
                  </a:lnTo>
                  <a:lnTo>
                    <a:pt x="11395" y="124"/>
                  </a:lnTo>
                  <a:lnTo>
                    <a:pt x="10941" y="62"/>
                  </a:lnTo>
                  <a:lnTo>
                    <a:pt x="10466" y="21"/>
                  </a:lnTo>
                  <a:lnTo>
                    <a:pt x="99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Google Shape;147;p27">
              <a:extLst>
                <a:ext uri="{FF2B5EF4-FFF2-40B4-BE49-F238E27FC236}">
                  <a16:creationId xmlns:a16="http://schemas.microsoft.com/office/drawing/2014/main" id="{3C0AAF98-7FFE-C326-D846-CD8EA8FBB2AF}"/>
                </a:ext>
              </a:extLst>
            </p:cNvPr>
            <p:cNvSpPr/>
            <p:nvPr/>
          </p:nvSpPr>
          <p:spPr>
            <a:xfrm>
              <a:off x="5640325" y="3922050"/>
              <a:ext cx="473750" cy="348350"/>
            </a:xfrm>
            <a:custGeom>
              <a:avLst/>
              <a:gdLst/>
              <a:ahLst/>
              <a:cxnLst/>
              <a:rect l="l" t="t" r="r" b="b"/>
              <a:pathLst>
                <a:path w="18950" h="13934" extrusionOk="0">
                  <a:moveTo>
                    <a:pt x="9867" y="1"/>
                  </a:moveTo>
                  <a:lnTo>
                    <a:pt x="9475" y="22"/>
                  </a:lnTo>
                  <a:lnTo>
                    <a:pt x="9104" y="42"/>
                  </a:lnTo>
                  <a:lnTo>
                    <a:pt x="8712" y="83"/>
                  </a:lnTo>
                  <a:lnTo>
                    <a:pt x="8319" y="145"/>
                  </a:lnTo>
                  <a:lnTo>
                    <a:pt x="7927" y="207"/>
                  </a:lnTo>
                  <a:lnTo>
                    <a:pt x="7535" y="311"/>
                  </a:lnTo>
                  <a:lnTo>
                    <a:pt x="7163" y="414"/>
                  </a:lnTo>
                  <a:lnTo>
                    <a:pt x="6771" y="538"/>
                  </a:lnTo>
                  <a:lnTo>
                    <a:pt x="6379" y="661"/>
                  </a:lnTo>
                  <a:lnTo>
                    <a:pt x="6008" y="827"/>
                  </a:lnTo>
                  <a:lnTo>
                    <a:pt x="5636" y="992"/>
                  </a:lnTo>
                  <a:lnTo>
                    <a:pt x="5264" y="1177"/>
                  </a:lnTo>
                  <a:lnTo>
                    <a:pt x="4914" y="1363"/>
                  </a:lnTo>
                  <a:lnTo>
                    <a:pt x="4563" y="1570"/>
                  </a:lnTo>
                  <a:lnTo>
                    <a:pt x="4232" y="1797"/>
                  </a:lnTo>
                  <a:lnTo>
                    <a:pt x="3923" y="2024"/>
                  </a:lnTo>
                  <a:lnTo>
                    <a:pt x="3613" y="2271"/>
                  </a:lnTo>
                  <a:lnTo>
                    <a:pt x="3324" y="2540"/>
                  </a:lnTo>
                  <a:lnTo>
                    <a:pt x="3035" y="2787"/>
                  </a:lnTo>
                  <a:lnTo>
                    <a:pt x="2767" y="3056"/>
                  </a:lnTo>
                  <a:lnTo>
                    <a:pt x="2499" y="3345"/>
                  </a:lnTo>
                  <a:lnTo>
                    <a:pt x="2272" y="3634"/>
                  </a:lnTo>
                  <a:lnTo>
                    <a:pt x="2024" y="3923"/>
                  </a:lnTo>
                  <a:lnTo>
                    <a:pt x="1817" y="4212"/>
                  </a:lnTo>
                  <a:lnTo>
                    <a:pt x="1611" y="4501"/>
                  </a:lnTo>
                  <a:lnTo>
                    <a:pt x="1425" y="4810"/>
                  </a:lnTo>
                  <a:lnTo>
                    <a:pt x="1239" y="5120"/>
                  </a:lnTo>
                  <a:lnTo>
                    <a:pt x="1074" y="5430"/>
                  </a:lnTo>
                  <a:lnTo>
                    <a:pt x="785" y="6049"/>
                  </a:lnTo>
                  <a:lnTo>
                    <a:pt x="558" y="6647"/>
                  </a:lnTo>
                  <a:lnTo>
                    <a:pt x="352" y="7267"/>
                  </a:lnTo>
                  <a:lnTo>
                    <a:pt x="207" y="7865"/>
                  </a:lnTo>
                  <a:lnTo>
                    <a:pt x="104" y="8443"/>
                  </a:lnTo>
                  <a:lnTo>
                    <a:pt x="42" y="9021"/>
                  </a:lnTo>
                  <a:lnTo>
                    <a:pt x="1" y="9558"/>
                  </a:lnTo>
                  <a:lnTo>
                    <a:pt x="1" y="10074"/>
                  </a:lnTo>
                  <a:lnTo>
                    <a:pt x="42" y="10569"/>
                  </a:lnTo>
                  <a:lnTo>
                    <a:pt x="84" y="11023"/>
                  </a:lnTo>
                  <a:lnTo>
                    <a:pt x="145" y="11457"/>
                  </a:lnTo>
                  <a:lnTo>
                    <a:pt x="228" y="11870"/>
                  </a:lnTo>
                  <a:lnTo>
                    <a:pt x="311" y="12221"/>
                  </a:lnTo>
                  <a:lnTo>
                    <a:pt x="414" y="12551"/>
                  </a:lnTo>
                  <a:lnTo>
                    <a:pt x="517" y="12840"/>
                  </a:lnTo>
                  <a:lnTo>
                    <a:pt x="703" y="13335"/>
                  </a:lnTo>
                  <a:lnTo>
                    <a:pt x="868" y="13686"/>
                  </a:lnTo>
                  <a:lnTo>
                    <a:pt x="992" y="13872"/>
                  </a:lnTo>
                  <a:lnTo>
                    <a:pt x="1033" y="13934"/>
                  </a:lnTo>
                  <a:lnTo>
                    <a:pt x="1054" y="13934"/>
                  </a:lnTo>
                  <a:lnTo>
                    <a:pt x="1054" y="13913"/>
                  </a:lnTo>
                  <a:lnTo>
                    <a:pt x="1054" y="13851"/>
                  </a:lnTo>
                  <a:lnTo>
                    <a:pt x="1012" y="13624"/>
                  </a:lnTo>
                  <a:lnTo>
                    <a:pt x="785" y="12778"/>
                  </a:lnTo>
                  <a:lnTo>
                    <a:pt x="662" y="12159"/>
                  </a:lnTo>
                  <a:lnTo>
                    <a:pt x="600" y="11787"/>
                  </a:lnTo>
                  <a:lnTo>
                    <a:pt x="558" y="11416"/>
                  </a:lnTo>
                  <a:lnTo>
                    <a:pt x="517" y="10982"/>
                  </a:lnTo>
                  <a:lnTo>
                    <a:pt x="517" y="10549"/>
                  </a:lnTo>
                  <a:lnTo>
                    <a:pt x="517" y="10074"/>
                  </a:lnTo>
                  <a:lnTo>
                    <a:pt x="538" y="9599"/>
                  </a:lnTo>
                  <a:lnTo>
                    <a:pt x="600" y="9083"/>
                  </a:lnTo>
                  <a:lnTo>
                    <a:pt x="682" y="8546"/>
                  </a:lnTo>
                  <a:lnTo>
                    <a:pt x="806" y="7989"/>
                  </a:lnTo>
                  <a:lnTo>
                    <a:pt x="950" y="7432"/>
                  </a:lnTo>
                  <a:lnTo>
                    <a:pt x="1157" y="6874"/>
                  </a:lnTo>
                  <a:lnTo>
                    <a:pt x="1384" y="6296"/>
                  </a:lnTo>
                  <a:lnTo>
                    <a:pt x="1673" y="5739"/>
                  </a:lnTo>
                  <a:lnTo>
                    <a:pt x="2003" y="5161"/>
                  </a:lnTo>
                  <a:lnTo>
                    <a:pt x="2375" y="4625"/>
                  </a:lnTo>
                  <a:lnTo>
                    <a:pt x="2581" y="4336"/>
                  </a:lnTo>
                  <a:lnTo>
                    <a:pt x="2808" y="4088"/>
                  </a:lnTo>
                  <a:lnTo>
                    <a:pt x="3035" y="3820"/>
                  </a:lnTo>
                  <a:lnTo>
                    <a:pt x="3283" y="3572"/>
                  </a:lnTo>
                  <a:lnTo>
                    <a:pt x="3531" y="3324"/>
                  </a:lnTo>
                  <a:lnTo>
                    <a:pt x="3799" y="3076"/>
                  </a:lnTo>
                  <a:lnTo>
                    <a:pt x="4067" y="2849"/>
                  </a:lnTo>
                  <a:lnTo>
                    <a:pt x="4356" y="2622"/>
                  </a:lnTo>
                  <a:lnTo>
                    <a:pt x="4666" y="2416"/>
                  </a:lnTo>
                  <a:lnTo>
                    <a:pt x="4976" y="2210"/>
                  </a:lnTo>
                  <a:lnTo>
                    <a:pt x="5285" y="2003"/>
                  </a:lnTo>
                  <a:lnTo>
                    <a:pt x="5615" y="1838"/>
                  </a:lnTo>
                  <a:lnTo>
                    <a:pt x="5946" y="1652"/>
                  </a:lnTo>
                  <a:lnTo>
                    <a:pt x="6297" y="1508"/>
                  </a:lnTo>
                  <a:lnTo>
                    <a:pt x="6647" y="1363"/>
                  </a:lnTo>
                  <a:lnTo>
                    <a:pt x="6998" y="1239"/>
                  </a:lnTo>
                  <a:lnTo>
                    <a:pt x="7370" y="1116"/>
                  </a:lnTo>
                  <a:lnTo>
                    <a:pt x="7721" y="1012"/>
                  </a:lnTo>
                  <a:lnTo>
                    <a:pt x="8092" y="930"/>
                  </a:lnTo>
                  <a:lnTo>
                    <a:pt x="8443" y="868"/>
                  </a:lnTo>
                  <a:lnTo>
                    <a:pt x="8794" y="806"/>
                  </a:lnTo>
                  <a:lnTo>
                    <a:pt x="9166" y="765"/>
                  </a:lnTo>
                  <a:lnTo>
                    <a:pt x="9517" y="744"/>
                  </a:lnTo>
                  <a:lnTo>
                    <a:pt x="9867" y="723"/>
                  </a:lnTo>
                  <a:lnTo>
                    <a:pt x="10218" y="723"/>
                  </a:lnTo>
                  <a:lnTo>
                    <a:pt x="10569" y="744"/>
                  </a:lnTo>
                  <a:lnTo>
                    <a:pt x="10920" y="765"/>
                  </a:lnTo>
                  <a:lnTo>
                    <a:pt x="11250" y="806"/>
                  </a:lnTo>
                  <a:lnTo>
                    <a:pt x="11911" y="909"/>
                  </a:lnTo>
                  <a:lnTo>
                    <a:pt x="12551" y="1054"/>
                  </a:lnTo>
                  <a:lnTo>
                    <a:pt x="13149" y="1239"/>
                  </a:lnTo>
                  <a:lnTo>
                    <a:pt x="13748" y="1446"/>
                  </a:lnTo>
                  <a:lnTo>
                    <a:pt x="14285" y="1693"/>
                  </a:lnTo>
                  <a:lnTo>
                    <a:pt x="14801" y="1962"/>
                  </a:lnTo>
                  <a:lnTo>
                    <a:pt x="15276" y="2251"/>
                  </a:lnTo>
                  <a:lnTo>
                    <a:pt x="15730" y="2560"/>
                  </a:lnTo>
                  <a:lnTo>
                    <a:pt x="16142" y="2870"/>
                  </a:lnTo>
                  <a:lnTo>
                    <a:pt x="16514" y="3200"/>
                  </a:lnTo>
                  <a:lnTo>
                    <a:pt x="16844" y="3510"/>
                  </a:lnTo>
                  <a:lnTo>
                    <a:pt x="17154" y="3820"/>
                  </a:lnTo>
                  <a:lnTo>
                    <a:pt x="17443" y="4129"/>
                  </a:lnTo>
                  <a:lnTo>
                    <a:pt x="17691" y="4439"/>
                  </a:lnTo>
                  <a:lnTo>
                    <a:pt x="17918" y="4728"/>
                  </a:lnTo>
                  <a:lnTo>
                    <a:pt x="18268" y="5244"/>
                  </a:lnTo>
                  <a:lnTo>
                    <a:pt x="18743" y="5987"/>
                  </a:lnTo>
                  <a:lnTo>
                    <a:pt x="18867" y="6173"/>
                  </a:lnTo>
                  <a:lnTo>
                    <a:pt x="18908" y="6214"/>
                  </a:lnTo>
                  <a:lnTo>
                    <a:pt x="18950" y="6235"/>
                  </a:lnTo>
                  <a:lnTo>
                    <a:pt x="18950" y="6214"/>
                  </a:lnTo>
                  <a:lnTo>
                    <a:pt x="18950" y="6152"/>
                  </a:lnTo>
                  <a:lnTo>
                    <a:pt x="18888" y="5925"/>
                  </a:lnTo>
                  <a:lnTo>
                    <a:pt x="18743" y="5553"/>
                  </a:lnTo>
                  <a:lnTo>
                    <a:pt x="18516" y="5099"/>
                  </a:lnTo>
                  <a:lnTo>
                    <a:pt x="18372" y="4810"/>
                  </a:lnTo>
                  <a:lnTo>
                    <a:pt x="18207" y="4521"/>
                  </a:lnTo>
                  <a:lnTo>
                    <a:pt x="18000" y="4212"/>
                  </a:lnTo>
                  <a:lnTo>
                    <a:pt x="17773" y="3881"/>
                  </a:lnTo>
                  <a:lnTo>
                    <a:pt x="17505" y="3531"/>
                  </a:lnTo>
                  <a:lnTo>
                    <a:pt x="17195" y="3180"/>
                  </a:lnTo>
                  <a:lnTo>
                    <a:pt x="16865" y="2829"/>
                  </a:lnTo>
                  <a:lnTo>
                    <a:pt x="16473" y="2478"/>
                  </a:lnTo>
                  <a:lnTo>
                    <a:pt x="16060" y="2127"/>
                  </a:lnTo>
                  <a:lnTo>
                    <a:pt x="15606" y="1776"/>
                  </a:lnTo>
                  <a:lnTo>
                    <a:pt x="15110" y="1446"/>
                  </a:lnTo>
                  <a:lnTo>
                    <a:pt x="14574" y="1157"/>
                  </a:lnTo>
                  <a:lnTo>
                    <a:pt x="13996" y="868"/>
                  </a:lnTo>
                  <a:lnTo>
                    <a:pt x="13377" y="620"/>
                  </a:lnTo>
                  <a:lnTo>
                    <a:pt x="12737" y="414"/>
                  </a:lnTo>
                  <a:lnTo>
                    <a:pt x="12406" y="311"/>
                  </a:lnTo>
                  <a:lnTo>
                    <a:pt x="12055" y="228"/>
                  </a:lnTo>
                  <a:lnTo>
                    <a:pt x="11705" y="166"/>
                  </a:lnTo>
                  <a:lnTo>
                    <a:pt x="11354" y="104"/>
                  </a:lnTo>
                  <a:lnTo>
                    <a:pt x="10982" y="63"/>
                  </a:lnTo>
                  <a:lnTo>
                    <a:pt x="10611" y="22"/>
                  </a:lnTo>
                  <a:lnTo>
                    <a:pt x="10239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Google Shape;148;p27">
              <a:extLst>
                <a:ext uri="{FF2B5EF4-FFF2-40B4-BE49-F238E27FC236}">
                  <a16:creationId xmlns:a16="http://schemas.microsoft.com/office/drawing/2014/main" id="{C248FC8D-AB1E-40D3-E25A-7F47D92C47A7}"/>
                </a:ext>
              </a:extLst>
            </p:cNvPr>
            <p:cNvSpPr/>
            <p:nvPr/>
          </p:nvSpPr>
          <p:spPr>
            <a:xfrm>
              <a:off x="5773475" y="4009275"/>
              <a:ext cx="252350" cy="343700"/>
            </a:xfrm>
            <a:custGeom>
              <a:avLst/>
              <a:gdLst/>
              <a:ahLst/>
              <a:cxnLst/>
              <a:rect l="l" t="t" r="r" b="b"/>
              <a:pathLst>
                <a:path w="10094" h="13748" extrusionOk="0">
                  <a:moveTo>
                    <a:pt x="3055" y="3984"/>
                  </a:moveTo>
                  <a:lnTo>
                    <a:pt x="3881" y="5986"/>
                  </a:lnTo>
                  <a:lnTo>
                    <a:pt x="3386" y="5986"/>
                  </a:lnTo>
                  <a:lnTo>
                    <a:pt x="3179" y="5966"/>
                  </a:lnTo>
                  <a:lnTo>
                    <a:pt x="2973" y="5924"/>
                  </a:lnTo>
                  <a:lnTo>
                    <a:pt x="2808" y="5842"/>
                  </a:lnTo>
                  <a:lnTo>
                    <a:pt x="2663" y="5759"/>
                  </a:lnTo>
                  <a:lnTo>
                    <a:pt x="2539" y="5615"/>
                  </a:lnTo>
                  <a:lnTo>
                    <a:pt x="2457" y="5450"/>
                  </a:lnTo>
                  <a:lnTo>
                    <a:pt x="2395" y="5284"/>
                  </a:lnTo>
                  <a:lnTo>
                    <a:pt x="2374" y="5099"/>
                  </a:lnTo>
                  <a:lnTo>
                    <a:pt x="2374" y="4913"/>
                  </a:lnTo>
                  <a:lnTo>
                    <a:pt x="2436" y="4727"/>
                  </a:lnTo>
                  <a:lnTo>
                    <a:pt x="2519" y="4541"/>
                  </a:lnTo>
                  <a:lnTo>
                    <a:pt x="2663" y="4356"/>
                  </a:lnTo>
                  <a:lnTo>
                    <a:pt x="2828" y="4170"/>
                  </a:lnTo>
                  <a:lnTo>
                    <a:pt x="3055" y="3984"/>
                  </a:lnTo>
                  <a:close/>
                  <a:moveTo>
                    <a:pt x="6523" y="7803"/>
                  </a:moveTo>
                  <a:lnTo>
                    <a:pt x="6750" y="7823"/>
                  </a:lnTo>
                  <a:lnTo>
                    <a:pt x="6957" y="7844"/>
                  </a:lnTo>
                  <a:lnTo>
                    <a:pt x="7163" y="7885"/>
                  </a:lnTo>
                  <a:lnTo>
                    <a:pt x="7328" y="7968"/>
                  </a:lnTo>
                  <a:lnTo>
                    <a:pt x="7473" y="8071"/>
                  </a:lnTo>
                  <a:lnTo>
                    <a:pt x="7576" y="8195"/>
                  </a:lnTo>
                  <a:lnTo>
                    <a:pt x="7679" y="8360"/>
                  </a:lnTo>
                  <a:lnTo>
                    <a:pt x="7720" y="8546"/>
                  </a:lnTo>
                  <a:lnTo>
                    <a:pt x="7741" y="8711"/>
                  </a:lnTo>
                  <a:lnTo>
                    <a:pt x="7741" y="8876"/>
                  </a:lnTo>
                  <a:lnTo>
                    <a:pt x="7679" y="9062"/>
                  </a:lnTo>
                  <a:lnTo>
                    <a:pt x="7576" y="9227"/>
                  </a:lnTo>
                  <a:lnTo>
                    <a:pt x="7452" y="9413"/>
                  </a:lnTo>
                  <a:lnTo>
                    <a:pt x="7287" y="9578"/>
                  </a:lnTo>
                  <a:lnTo>
                    <a:pt x="7060" y="9743"/>
                  </a:lnTo>
                  <a:lnTo>
                    <a:pt x="6275" y="7823"/>
                  </a:lnTo>
                  <a:lnTo>
                    <a:pt x="6523" y="7803"/>
                  </a:lnTo>
                  <a:close/>
                  <a:moveTo>
                    <a:pt x="3055" y="0"/>
                  </a:moveTo>
                  <a:lnTo>
                    <a:pt x="1652" y="578"/>
                  </a:lnTo>
                  <a:lnTo>
                    <a:pt x="2292" y="2126"/>
                  </a:lnTo>
                  <a:lnTo>
                    <a:pt x="1920" y="2353"/>
                  </a:lnTo>
                  <a:lnTo>
                    <a:pt x="1569" y="2580"/>
                  </a:lnTo>
                  <a:lnTo>
                    <a:pt x="1280" y="2828"/>
                  </a:lnTo>
                  <a:lnTo>
                    <a:pt x="991" y="3096"/>
                  </a:lnTo>
                  <a:lnTo>
                    <a:pt x="764" y="3365"/>
                  </a:lnTo>
                  <a:lnTo>
                    <a:pt x="558" y="3633"/>
                  </a:lnTo>
                  <a:lnTo>
                    <a:pt x="393" y="3901"/>
                  </a:lnTo>
                  <a:lnTo>
                    <a:pt x="248" y="4190"/>
                  </a:lnTo>
                  <a:lnTo>
                    <a:pt x="145" y="4479"/>
                  </a:lnTo>
                  <a:lnTo>
                    <a:pt x="62" y="4768"/>
                  </a:lnTo>
                  <a:lnTo>
                    <a:pt x="21" y="5057"/>
                  </a:lnTo>
                  <a:lnTo>
                    <a:pt x="0" y="5346"/>
                  </a:lnTo>
                  <a:lnTo>
                    <a:pt x="21" y="5635"/>
                  </a:lnTo>
                  <a:lnTo>
                    <a:pt x="62" y="5924"/>
                  </a:lnTo>
                  <a:lnTo>
                    <a:pt x="145" y="6213"/>
                  </a:lnTo>
                  <a:lnTo>
                    <a:pt x="248" y="6502"/>
                  </a:lnTo>
                  <a:lnTo>
                    <a:pt x="413" y="6833"/>
                  </a:lnTo>
                  <a:lnTo>
                    <a:pt x="599" y="7142"/>
                  </a:lnTo>
                  <a:lnTo>
                    <a:pt x="805" y="7410"/>
                  </a:lnTo>
                  <a:lnTo>
                    <a:pt x="1053" y="7617"/>
                  </a:lnTo>
                  <a:lnTo>
                    <a:pt x="1301" y="7782"/>
                  </a:lnTo>
                  <a:lnTo>
                    <a:pt x="1569" y="7927"/>
                  </a:lnTo>
                  <a:lnTo>
                    <a:pt x="1858" y="8030"/>
                  </a:lnTo>
                  <a:lnTo>
                    <a:pt x="2147" y="8112"/>
                  </a:lnTo>
                  <a:lnTo>
                    <a:pt x="2457" y="8174"/>
                  </a:lnTo>
                  <a:lnTo>
                    <a:pt x="2766" y="8195"/>
                  </a:lnTo>
                  <a:lnTo>
                    <a:pt x="3427" y="8195"/>
                  </a:lnTo>
                  <a:lnTo>
                    <a:pt x="4067" y="8133"/>
                  </a:lnTo>
                  <a:lnTo>
                    <a:pt x="4727" y="8050"/>
                  </a:lnTo>
                  <a:lnTo>
                    <a:pt x="5677" y="10383"/>
                  </a:lnTo>
                  <a:lnTo>
                    <a:pt x="5285" y="10486"/>
                  </a:lnTo>
                  <a:lnTo>
                    <a:pt x="4892" y="10569"/>
                  </a:lnTo>
                  <a:lnTo>
                    <a:pt x="4480" y="10610"/>
                  </a:lnTo>
                  <a:lnTo>
                    <a:pt x="4067" y="10651"/>
                  </a:lnTo>
                  <a:lnTo>
                    <a:pt x="3675" y="10651"/>
                  </a:lnTo>
                  <a:lnTo>
                    <a:pt x="3282" y="10631"/>
                  </a:lnTo>
                  <a:lnTo>
                    <a:pt x="2911" y="10569"/>
                  </a:lnTo>
                  <a:lnTo>
                    <a:pt x="2560" y="10507"/>
                  </a:lnTo>
                  <a:lnTo>
                    <a:pt x="2498" y="12530"/>
                  </a:lnTo>
                  <a:lnTo>
                    <a:pt x="2890" y="12612"/>
                  </a:lnTo>
                  <a:lnTo>
                    <a:pt x="3344" y="12674"/>
                  </a:lnTo>
                  <a:lnTo>
                    <a:pt x="3819" y="12674"/>
                  </a:lnTo>
                  <a:lnTo>
                    <a:pt x="4314" y="12653"/>
                  </a:lnTo>
                  <a:lnTo>
                    <a:pt x="4830" y="12612"/>
                  </a:lnTo>
                  <a:lnTo>
                    <a:pt x="5367" y="12509"/>
                  </a:lnTo>
                  <a:lnTo>
                    <a:pt x="5904" y="12385"/>
                  </a:lnTo>
                  <a:lnTo>
                    <a:pt x="6440" y="12220"/>
                  </a:lnTo>
                  <a:lnTo>
                    <a:pt x="7060" y="13747"/>
                  </a:lnTo>
                  <a:lnTo>
                    <a:pt x="8463" y="13169"/>
                  </a:lnTo>
                  <a:lnTo>
                    <a:pt x="7823" y="11601"/>
                  </a:lnTo>
                  <a:lnTo>
                    <a:pt x="8195" y="11374"/>
                  </a:lnTo>
                  <a:lnTo>
                    <a:pt x="8546" y="11147"/>
                  </a:lnTo>
                  <a:lnTo>
                    <a:pt x="8835" y="10899"/>
                  </a:lnTo>
                  <a:lnTo>
                    <a:pt x="9103" y="10631"/>
                  </a:lnTo>
                  <a:lnTo>
                    <a:pt x="9351" y="10362"/>
                  </a:lnTo>
                  <a:lnTo>
                    <a:pt x="9537" y="10094"/>
                  </a:lnTo>
                  <a:lnTo>
                    <a:pt x="9722" y="9826"/>
                  </a:lnTo>
                  <a:lnTo>
                    <a:pt x="9846" y="9537"/>
                  </a:lnTo>
                  <a:lnTo>
                    <a:pt x="9950" y="9268"/>
                  </a:lnTo>
                  <a:lnTo>
                    <a:pt x="10032" y="8979"/>
                  </a:lnTo>
                  <a:lnTo>
                    <a:pt x="10073" y="8690"/>
                  </a:lnTo>
                  <a:lnTo>
                    <a:pt x="10094" y="8401"/>
                  </a:lnTo>
                  <a:lnTo>
                    <a:pt x="10073" y="8112"/>
                  </a:lnTo>
                  <a:lnTo>
                    <a:pt x="10032" y="7823"/>
                  </a:lnTo>
                  <a:lnTo>
                    <a:pt x="9970" y="7555"/>
                  </a:lnTo>
                  <a:lnTo>
                    <a:pt x="9867" y="7266"/>
                  </a:lnTo>
                  <a:lnTo>
                    <a:pt x="9702" y="6936"/>
                  </a:lnTo>
                  <a:lnTo>
                    <a:pt x="9516" y="6626"/>
                  </a:lnTo>
                  <a:lnTo>
                    <a:pt x="9289" y="6378"/>
                  </a:lnTo>
                  <a:lnTo>
                    <a:pt x="9062" y="6172"/>
                  </a:lnTo>
                  <a:lnTo>
                    <a:pt x="8814" y="5986"/>
                  </a:lnTo>
                  <a:lnTo>
                    <a:pt x="8546" y="5862"/>
                  </a:lnTo>
                  <a:lnTo>
                    <a:pt x="8278" y="5739"/>
                  </a:lnTo>
                  <a:lnTo>
                    <a:pt x="7968" y="5677"/>
                  </a:lnTo>
                  <a:lnTo>
                    <a:pt x="7679" y="5615"/>
                  </a:lnTo>
                  <a:lnTo>
                    <a:pt x="7369" y="5594"/>
                  </a:lnTo>
                  <a:lnTo>
                    <a:pt x="6729" y="5594"/>
                  </a:lnTo>
                  <a:lnTo>
                    <a:pt x="6069" y="5656"/>
                  </a:lnTo>
                  <a:lnTo>
                    <a:pt x="5429" y="5759"/>
                  </a:lnTo>
                  <a:lnTo>
                    <a:pt x="4438" y="3365"/>
                  </a:lnTo>
                  <a:lnTo>
                    <a:pt x="4727" y="3303"/>
                  </a:lnTo>
                  <a:lnTo>
                    <a:pt x="5016" y="3241"/>
                  </a:lnTo>
                  <a:lnTo>
                    <a:pt x="5305" y="3200"/>
                  </a:lnTo>
                  <a:lnTo>
                    <a:pt x="5615" y="3179"/>
                  </a:lnTo>
                  <a:lnTo>
                    <a:pt x="5924" y="3158"/>
                  </a:lnTo>
                  <a:lnTo>
                    <a:pt x="6234" y="3179"/>
                  </a:lnTo>
                  <a:lnTo>
                    <a:pt x="6564" y="3179"/>
                  </a:lnTo>
                  <a:lnTo>
                    <a:pt x="6895" y="3220"/>
                  </a:lnTo>
                  <a:lnTo>
                    <a:pt x="6874" y="1218"/>
                  </a:lnTo>
                  <a:lnTo>
                    <a:pt x="6502" y="1156"/>
                  </a:lnTo>
                  <a:lnTo>
                    <a:pt x="6131" y="1136"/>
                  </a:lnTo>
                  <a:lnTo>
                    <a:pt x="5739" y="1136"/>
                  </a:lnTo>
                  <a:lnTo>
                    <a:pt x="5326" y="1177"/>
                  </a:lnTo>
                  <a:lnTo>
                    <a:pt x="4913" y="1218"/>
                  </a:lnTo>
                  <a:lnTo>
                    <a:pt x="4500" y="1301"/>
                  </a:lnTo>
                  <a:lnTo>
                    <a:pt x="4087" y="1404"/>
                  </a:lnTo>
                  <a:lnTo>
                    <a:pt x="3695" y="1528"/>
                  </a:lnTo>
                  <a:lnTo>
                    <a:pt x="3055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Google Shape;149;p27">
              <a:extLst>
                <a:ext uri="{FF2B5EF4-FFF2-40B4-BE49-F238E27FC236}">
                  <a16:creationId xmlns:a16="http://schemas.microsoft.com/office/drawing/2014/main" id="{2B2228E0-08B9-C454-C09C-14A119A24526}"/>
                </a:ext>
              </a:extLst>
            </p:cNvPr>
            <p:cNvSpPr/>
            <p:nvPr/>
          </p:nvSpPr>
          <p:spPr>
            <a:xfrm>
              <a:off x="1144150" y="3488075"/>
              <a:ext cx="638875" cy="637850"/>
            </a:xfrm>
            <a:custGeom>
              <a:avLst/>
              <a:gdLst/>
              <a:ahLst/>
              <a:cxnLst/>
              <a:rect l="l" t="t" r="r" b="b"/>
              <a:pathLst>
                <a:path w="25555" h="25514" extrusionOk="0">
                  <a:moveTo>
                    <a:pt x="12468" y="1"/>
                  </a:moveTo>
                  <a:lnTo>
                    <a:pt x="11849" y="42"/>
                  </a:lnTo>
                  <a:lnTo>
                    <a:pt x="11209" y="104"/>
                  </a:lnTo>
                  <a:lnTo>
                    <a:pt x="10590" y="186"/>
                  </a:lnTo>
                  <a:lnTo>
                    <a:pt x="9971" y="310"/>
                  </a:lnTo>
                  <a:lnTo>
                    <a:pt x="9331" y="475"/>
                  </a:lnTo>
                  <a:lnTo>
                    <a:pt x="8711" y="661"/>
                  </a:lnTo>
                  <a:lnTo>
                    <a:pt x="8092" y="888"/>
                  </a:lnTo>
                  <a:lnTo>
                    <a:pt x="7494" y="1157"/>
                  </a:lnTo>
                  <a:lnTo>
                    <a:pt x="6916" y="1446"/>
                  </a:lnTo>
                  <a:lnTo>
                    <a:pt x="6338" y="1755"/>
                  </a:lnTo>
                  <a:lnTo>
                    <a:pt x="5801" y="2085"/>
                  </a:lnTo>
                  <a:lnTo>
                    <a:pt x="5285" y="2436"/>
                  </a:lnTo>
                  <a:lnTo>
                    <a:pt x="4769" y="2828"/>
                  </a:lnTo>
                  <a:lnTo>
                    <a:pt x="4294" y="3221"/>
                  </a:lnTo>
                  <a:lnTo>
                    <a:pt x="3840" y="3654"/>
                  </a:lnTo>
                  <a:lnTo>
                    <a:pt x="3407" y="4088"/>
                  </a:lnTo>
                  <a:lnTo>
                    <a:pt x="2994" y="4562"/>
                  </a:lnTo>
                  <a:lnTo>
                    <a:pt x="2602" y="5037"/>
                  </a:lnTo>
                  <a:lnTo>
                    <a:pt x="2251" y="5532"/>
                  </a:lnTo>
                  <a:lnTo>
                    <a:pt x="1920" y="6049"/>
                  </a:lnTo>
                  <a:lnTo>
                    <a:pt x="1611" y="6585"/>
                  </a:lnTo>
                  <a:lnTo>
                    <a:pt x="1322" y="7122"/>
                  </a:lnTo>
                  <a:lnTo>
                    <a:pt x="1054" y="7679"/>
                  </a:lnTo>
                  <a:lnTo>
                    <a:pt x="827" y="8257"/>
                  </a:lnTo>
                  <a:lnTo>
                    <a:pt x="620" y="8835"/>
                  </a:lnTo>
                  <a:lnTo>
                    <a:pt x="455" y="9413"/>
                  </a:lnTo>
                  <a:lnTo>
                    <a:pt x="290" y="10012"/>
                  </a:lnTo>
                  <a:lnTo>
                    <a:pt x="187" y="10610"/>
                  </a:lnTo>
                  <a:lnTo>
                    <a:pt x="83" y="11229"/>
                  </a:lnTo>
                  <a:lnTo>
                    <a:pt x="22" y="11849"/>
                  </a:lnTo>
                  <a:lnTo>
                    <a:pt x="1" y="12468"/>
                  </a:lnTo>
                  <a:lnTo>
                    <a:pt x="1" y="13087"/>
                  </a:lnTo>
                  <a:lnTo>
                    <a:pt x="22" y="13706"/>
                  </a:lnTo>
                  <a:lnTo>
                    <a:pt x="83" y="14326"/>
                  </a:lnTo>
                  <a:lnTo>
                    <a:pt x="187" y="14966"/>
                  </a:lnTo>
                  <a:lnTo>
                    <a:pt x="310" y="15585"/>
                  </a:lnTo>
                  <a:lnTo>
                    <a:pt x="476" y="16204"/>
                  </a:lnTo>
                  <a:lnTo>
                    <a:pt x="661" y="16823"/>
                  </a:lnTo>
                  <a:lnTo>
                    <a:pt x="888" y="17442"/>
                  </a:lnTo>
                  <a:lnTo>
                    <a:pt x="1136" y="18041"/>
                  </a:lnTo>
                  <a:lnTo>
                    <a:pt x="1425" y="18640"/>
                  </a:lnTo>
                  <a:lnTo>
                    <a:pt x="1735" y="19197"/>
                  </a:lnTo>
                  <a:lnTo>
                    <a:pt x="2065" y="19734"/>
                  </a:lnTo>
                  <a:lnTo>
                    <a:pt x="2416" y="20270"/>
                  </a:lnTo>
                  <a:lnTo>
                    <a:pt x="2808" y="20766"/>
                  </a:lnTo>
                  <a:lnTo>
                    <a:pt x="3221" y="21240"/>
                  </a:lnTo>
                  <a:lnTo>
                    <a:pt x="3634" y="21695"/>
                  </a:lnTo>
                  <a:lnTo>
                    <a:pt x="4088" y="22128"/>
                  </a:lnTo>
                  <a:lnTo>
                    <a:pt x="4542" y="22541"/>
                  </a:lnTo>
                  <a:lnTo>
                    <a:pt x="5037" y="22912"/>
                  </a:lnTo>
                  <a:lnTo>
                    <a:pt x="5533" y="23284"/>
                  </a:lnTo>
                  <a:lnTo>
                    <a:pt x="6049" y="23614"/>
                  </a:lnTo>
                  <a:lnTo>
                    <a:pt x="6565" y="23924"/>
                  </a:lnTo>
                  <a:lnTo>
                    <a:pt x="7122" y="24213"/>
                  </a:lnTo>
                  <a:lnTo>
                    <a:pt x="7679" y="24461"/>
                  </a:lnTo>
                  <a:lnTo>
                    <a:pt x="8237" y="24688"/>
                  </a:lnTo>
                  <a:lnTo>
                    <a:pt x="8815" y="24894"/>
                  </a:lnTo>
                  <a:lnTo>
                    <a:pt x="9413" y="25080"/>
                  </a:lnTo>
                  <a:lnTo>
                    <a:pt x="9991" y="25224"/>
                  </a:lnTo>
                  <a:lnTo>
                    <a:pt x="10610" y="25327"/>
                  </a:lnTo>
                  <a:lnTo>
                    <a:pt x="11209" y="25431"/>
                  </a:lnTo>
                  <a:lnTo>
                    <a:pt x="11828" y="25493"/>
                  </a:lnTo>
                  <a:lnTo>
                    <a:pt x="12448" y="25513"/>
                  </a:lnTo>
                  <a:lnTo>
                    <a:pt x="13067" y="25513"/>
                  </a:lnTo>
                  <a:lnTo>
                    <a:pt x="13707" y="25493"/>
                  </a:lnTo>
                  <a:lnTo>
                    <a:pt x="14326" y="25431"/>
                  </a:lnTo>
                  <a:lnTo>
                    <a:pt x="14966" y="25327"/>
                  </a:lnTo>
                  <a:lnTo>
                    <a:pt x="15585" y="25204"/>
                  </a:lnTo>
                  <a:lnTo>
                    <a:pt x="16204" y="25038"/>
                  </a:lnTo>
                  <a:lnTo>
                    <a:pt x="16823" y="24853"/>
                  </a:lnTo>
                  <a:lnTo>
                    <a:pt x="17443" y="24626"/>
                  </a:lnTo>
                  <a:lnTo>
                    <a:pt x="18062" y="24378"/>
                  </a:lnTo>
                  <a:lnTo>
                    <a:pt x="18640" y="24089"/>
                  </a:lnTo>
                  <a:lnTo>
                    <a:pt x="19197" y="23779"/>
                  </a:lnTo>
                  <a:lnTo>
                    <a:pt x="19755" y="23449"/>
                  </a:lnTo>
                  <a:lnTo>
                    <a:pt x="20271" y="23078"/>
                  </a:lnTo>
                  <a:lnTo>
                    <a:pt x="20766" y="22706"/>
                  </a:lnTo>
                  <a:lnTo>
                    <a:pt x="21261" y="22293"/>
                  </a:lnTo>
                  <a:lnTo>
                    <a:pt x="21715" y="21860"/>
                  </a:lnTo>
                  <a:lnTo>
                    <a:pt x="22149" y="21426"/>
                  </a:lnTo>
                  <a:lnTo>
                    <a:pt x="22562" y="20951"/>
                  </a:lnTo>
                  <a:lnTo>
                    <a:pt x="22933" y="20477"/>
                  </a:lnTo>
                  <a:lnTo>
                    <a:pt x="23305" y="19981"/>
                  </a:lnTo>
                  <a:lnTo>
                    <a:pt x="23635" y="19465"/>
                  </a:lnTo>
                  <a:lnTo>
                    <a:pt x="23945" y="18929"/>
                  </a:lnTo>
                  <a:lnTo>
                    <a:pt x="24234" y="18392"/>
                  </a:lnTo>
                  <a:lnTo>
                    <a:pt x="24481" y="17835"/>
                  </a:lnTo>
                  <a:lnTo>
                    <a:pt x="24729" y="17277"/>
                  </a:lnTo>
                  <a:lnTo>
                    <a:pt x="24915" y="16699"/>
                  </a:lnTo>
                  <a:lnTo>
                    <a:pt x="25101" y="16101"/>
                  </a:lnTo>
                  <a:lnTo>
                    <a:pt x="25245" y="15502"/>
                  </a:lnTo>
                  <a:lnTo>
                    <a:pt x="25369" y="14904"/>
                  </a:lnTo>
                  <a:lnTo>
                    <a:pt x="25452" y="14305"/>
                  </a:lnTo>
                  <a:lnTo>
                    <a:pt x="25513" y="13686"/>
                  </a:lnTo>
                  <a:lnTo>
                    <a:pt x="25555" y="13067"/>
                  </a:lnTo>
                  <a:lnTo>
                    <a:pt x="25555" y="12447"/>
                  </a:lnTo>
                  <a:lnTo>
                    <a:pt x="25513" y="11807"/>
                  </a:lnTo>
                  <a:lnTo>
                    <a:pt x="25452" y="11188"/>
                  </a:lnTo>
                  <a:lnTo>
                    <a:pt x="25369" y="10569"/>
                  </a:lnTo>
                  <a:lnTo>
                    <a:pt x="25245" y="9929"/>
                  </a:lnTo>
                  <a:lnTo>
                    <a:pt x="25080" y="9310"/>
                  </a:lnTo>
                  <a:lnTo>
                    <a:pt x="24894" y="8691"/>
                  </a:lnTo>
                  <a:lnTo>
                    <a:pt x="24667" y="8071"/>
                  </a:lnTo>
                  <a:lnTo>
                    <a:pt x="24419" y="7473"/>
                  </a:lnTo>
                  <a:lnTo>
                    <a:pt x="24130" y="6895"/>
                  </a:lnTo>
                  <a:lnTo>
                    <a:pt x="23821" y="6317"/>
                  </a:lnTo>
                  <a:lnTo>
                    <a:pt x="23491" y="5780"/>
                  </a:lnTo>
                  <a:lnTo>
                    <a:pt x="23119" y="5264"/>
                  </a:lnTo>
                  <a:lnTo>
                    <a:pt x="22748" y="4748"/>
                  </a:lnTo>
                  <a:lnTo>
                    <a:pt x="22335" y="4273"/>
                  </a:lnTo>
                  <a:lnTo>
                    <a:pt x="21922" y="3819"/>
                  </a:lnTo>
                  <a:lnTo>
                    <a:pt x="21468" y="3386"/>
                  </a:lnTo>
                  <a:lnTo>
                    <a:pt x="20993" y="2994"/>
                  </a:lnTo>
                  <a:lnTo>
                    <a:pt x="20518" y="2601"/>
                  </a:lnTo>
                  <a:lnTo>
                    <a:pt x="20023" y="2251"/>
                  </a:lnTo>
                  <a:lnTo>
                    <a:pt x="19507" y="1900"/>
                  </a:lnTo>
                  <a:lnTo>
                    <a:pt x="18970" y="1590"/>
                  </a:lnTo>
                  <a:lnTo>
                    <a:pt x="18433" y="1322"/>
                  </a:lnTo>
                  <a:lnTo>
                    <a:pt x="17876" y="1053"/>
                  </a:lnTo>
                  <a:lnTo>
                    <a:pt x="17319" y="826"/>
                  </a:lnTo>
                  <a:lnTo>
                    <a:pt x="16741" y="620"/>
                  </a:lnTo>
                  <a:lnTo>
                    <a:pt x="16142" y="455"/>
                  </a:lnTo>
                  <a:lnTo>
                    <a:pt x="15544" y="310"/>
                  </a:lnTo>
                  <a:lnTo>
                    <a:pt x="14945" y="186"/>
                  </a:lnTo>
                  <a:lnTo>
                    <a:pt x="14326" y="104"/>
                  </a:lnTo>
                  <a:lnTo>
                    <a:pt x="13707" y="42"/>
                  </a:lnTo>
                  <a:lnTo>
                    <a:pt x="130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0" name="Google Shape;150;p27">
              <a:extLst>
                <a:ext uri="{FF2B5EF4-FFF2-40B4-BE49-F238E27FC236}">
                  <a16:creationId xmlns:a16="http://schemas.microsoft.com/office/drawing/2014/main" id="{45F13DB5-D0FD-4C52-6F28-577D23739740}"/>
                </a:ext>
              </a:extLst>
            </p:cNvPr>
            <p:cNvSpPr/>
            <p:nvPr/>
          </p:nvSpPr>
          <p:spPr>
            <a:xfrm>
              <a:off x="1220025" y="3563925"/>
              <a:ext cx="487150" cy="486125"/>
            </a:xfrm>
            <a:custGeom>
              <a:avLst/>
              <a:gdLst/>
              <a:ahLst/>
              <a:cxnLst/>
              <a:rect l="l" t="t" r="r" b="b"/>
              <a:pathLst>
                <a:path w="19486" h="19445" extrusionOk="0">
                  <a:moveTo>
                    <a:pt x="9516" y="1"/>
                  </a:moveTo>
                  <a:lnTo>
                    <a:pt x="9041" y="22"/>
                  </a:lnTo>
                  <a:lnTo>
                    <a:pt x="8546" y="83"/>
                  </a:lnTo>
                  <a:lnTo>
                    <a:pt x="8071" y="145"/>
                  </a:lnTo>
                  <a:lnTo>
                    <a:pt x="7596" y="249"/>
                  </a:lnTo>
                  <a:lnTo>
                    <a:pt x="7121" y="372"/>
                  </a:lnTo>
                  <a:lnTo>
                    <a:pt x="6647" y="517"/>
                  </a:lnTo>
                  <a:lnTo>
                    <a:pt x="6172" y="682"/>
                  </a:lnTo>
                  <a:lnTo>
                    <a:pt x="5718" y="888"/>
                  </a:lnTo>
                  <a:lnTo>
                    <a:pt x="5264" y="1095"/>
                  </a:lnTo>
                  <a:lnTo>
                    <a:pt x="4830" y="1343"/>
                  </a:lnTo>
                  <a:lnTo>
                    <a:pt x="4417" y="1590"/>
                  </a:lnTo>
                  <a:lnTo>
                    <a:pt x="4025" y="1859"/>
                  </a:lnTo>
                  <a:lnTo>
                    <a:pt x="3633" y="2148"/>
                  </a:lnTo>
                  <a:lnTo>
                    <a:pt x="3282" y="2457"/>
                  </a:lnTo>
                  <a:lnTo>
                    <a:pt x="2931" y="2787"/>
                  </a:lnTo>
                  <a:lnTo>
                    <a:pt x="2601" y="3118"/>
                  </a:lnTo>
                  <a:lnTo>
                    <a:pt x="2291" y="3469"/>
                  </a:lnTo>
                  <a:lnTo>
                    <a:pt x="2002" y="3840"/>
                  </a:lnTo>
                  <a:lnTo>
                    <a:pt x="1713" y="4232"/>
                  </a:lnTo>
                  <a:lnTo>
                    <a:pt x="1466" y="4625"/>
                  </a:lnTo>
                  <a:lnTo>
                    <a:pt x="1218" y="5017"/>
                  </a:lnTo>
                  <a:lnTo>
                    <a:pt x="1012" y="5430"/>
                  </a:lnTo>
                  <a:lnTo>
                    <a:pt x="805" y="5863"/>
                  </a:lnTo>
                  <a:lnTo>
                    <a:pt x="640" y="6296"/>
                  </a:lnTo>
                  <a:lnTo>
                    <a:pt x="475" y="6730"/>
                  </a:lnTo>
                  <a:lnTo>
                    <a:pt x="351" y="7184"/>
                  </a:lnTo>
                  <a:lnTo>
                    <a:pt x="227" y="7638"/>
                  </a:lnTo>
                  <a:lnTo>
                    <a:pt x="145" y="8092"/>
                  </a:lnTo>
                  <a:lnTo>
                    <a:pt x="83" y="8546"/>
                  </a:lnTo>
                  <a:lnTo>
                    <a:pt x="21" y="9021"/>
                  </a:lnTo>
                  <a:lnTo>
                    <a:pt x="0" y="9496"/>
                  </a:lnTo>
                  <a:lnTo>
                    <a:pt x="0" y="9971"/>
                  </a:lnTo>
                  <a:lnTo>
                    <a:pt x="21" y="10445"/>
                  </a:lnTo>
                  <a:lnTo>
                    <a:pt x="62" y="10920"/>
                  </a:lnTo>
                  <a:lnTo>
                    <a:pt x="145" y="11395"/>
                  </a:lnTo>
                  <a:lnTo>
                    <a:pt x="248" y="11870"/>
                  </a:lnTo>
                  <a:lnTo>
                    <a:pt x="351" y="12344"/>
                  </a:lnTo>
                  <a:lnTo>
                    <a:pt x="496" y="12819"/>
                  </a:lnTo>
                  <a:lnTo>
                    <a:pt x="681" y="13294"/>
                  </a:lnTo>
                  <a:lnTo>
                    <a:pt x="867" y="13748"/>
                  </a:lnTo>
                  <a:lnTo>
                    <a:pt x="1094" y="14202"/>
                  </a:lnTo>
                  <a:lnTo>
                    <a:pt x="1321" y="14636"/>
                  </a:lnTo>
                  <a:lnTo>
                    <a:pt x="1569" y="15048"/>
                  </a:lnTo>
                  <a:lnTo>
                    <a:pt x="1858" y="15441"/>
                  </a:lnTo>
                  <a:lnTo>
                    <a:pt x="2147" y="15833"/>
                  </a:lnTo>
                  <a:lnTo>
                    <a:pt x="2456" y="16184"/>
                  </a:lnTo>
                  <a:lnTo>
                    <a:pt x="2766" y="16535"/>
                  </a:lnTo>
                  <a:lnTo>
                    <a:pt x="3117" y="16865"/>
                  </a:lnTo>
                  <a:lnTo>
                    <a:pt x="3468" y="17174"/>
                  </a:lnTo>
                  <a:lnTo>
                    <a:pt x="3839" y="17463"/>
                  </a:lnTo>
                  <a:lnTo>
                    <a:pt x="4211" y="17732"/>
                  </a:lnTo>
                  <a:lnTo>
                    <a:pt x="4603" y="18000"/>
                  </a:lnTo>
                  <a:lnTo>
                    <a:pt x="5016" y="18227"/>
                  </a:lnTo>
                  <a:lnTo>
                    <a:pt x="5429" y="18454"/>
                  </a:lnTo>
                  <a:lnTo>
                    <a:pt x="5842" y="18640"/>
                  </a:lnTo>
                  <a:lnTo>
                    <a:pt x="6275" y="18826"/>
                  </a:lnTo>
                  <a:lnTo>
                    <a:pt x="6729" y="18970"/>
                  </a:lnTo>
                  <a:lnTo>
                    <a:pt x="7163" y="19115"/>
                  </a:lnTo>
                  <a:lnTo>
                    <a:pt x="7617" y="19218"/>
                  </a:lnTo>
                  <a:lnTo>
                    <a:pt x="8091" y="19300"/>
                  </a:lnTo>
                  <a:lnTo>
                    <a:pt x="8546" y="19383"/>
                  </a:lnTo>
                  <a:lnTo>
                    <a:pt x="9020" y="19424"/>
                  </a:lnTo>
                  <a:lnTo>
                    <a:pt x="9495" y="19445"/>
                  </a:lnTo>
                  <a:lnTo>
                    <a:pt x="9970" y="19445"/>
                  </a:lnTo>
                  <a:lnTo>
                    <a:pt x="10445" y="19424"/>
                  </a:lnTo>
                  <a:lnTo>
                    <a:pt x="10919" y="19383"/>
                  </a:lnTo>
                  <a:lnTo>
                    <a:pt x="11394" y="19300"/>
                  </a:lnTo>
                  <a:lnTo>
                    <a:pt x="11889" y="19197"/>
                  </a:lnTo>
                  <a:lnTo>
                    <a:pt x="12364" y="19094"/>
                  </a:lnTo>
                  <a:lnTo>
                    <a:pt x="12839" y="18950"/>
                  </a:lnTo>
                  <a:lnTo>
                    <a:pt x="13293" y="18764"/>
                  </a:lnTo>
                  <a:lnTo>
                    <a:pt x="13768" y="18578"/>
                  </a:lnTo>
                  <a:lnTo>
                    <a:pt x="14201" y="18351"/>
                  </a:lnTo>
                  <a:lnTo>
                    <a:pt x="14635" y="18124"/>
                  </a:lnTo>
                  <a:lnTo>
                    <a:pt x="15048" y="17856"/>
                  </a:lnTo>
                  <a:lnTo>
                    <a:pt x="15460" y="17587"/>
                  </a:lnTo>
                  <a:lnTo>
                    <a:pt x="15832" y="17298"/>
                  </a:lnTo>
                  <a:lnTo>
                    <a:pt x="16203" y="16989"/>
                  </a:lnTo>
                  <a:lnTo>
                    <a:pt x="16554" y="16658"/>
                  </a:lnTo>
                  <a:lnTo>
                    <a:pt x="16885" y="16328"/>
                  </a:lnTo>
                  <a:lnTo>
                    <a:pt x="17194" y="15977"/>
                  </a:lnTo>
                  <a:lnTo>
                    <a:pt x="17483" y="15606"/>
                  </a:lnTo>
                  <a:lnTo>
                    <a:pt x="17752" y="15234"/>
                  </a:lnTo>
                  <a:lnTo>
                    <a:pt x="18020" y="14842"/>
                  </a:lnTo>
                  <a:lnTo>
                    <a:pt x="18247" y="14429"/>
                  </a:lnTo>
                  <a:lnTo>
                    <a:pt x="18474" y="14016"/>
                  </a:lnTo>
                  <a:lnTo>
                    <a:pt x="18660" y="13603"/>
                  </a:lnTo>
                  <a:lnTo>
                    <a:pt x="18846" y="13170"/>
                  </a:lnTo>
                  <a:lnTo>
                    <a:pt x="18990" y="12716"/>
                  </a:lnTo>
                  <a:lnTo>
                    <a:pt x="19135" y="12282"/>
                  </a:lnTo>
                  <a:lnTo>
                    <a:pt x="19238" y="11828"/>
                  </a:lnTo>
                  <a:lnTo>
                    <a:pt x="19341" y="11354"/>
                  </a:lnTo>
                  <a:lnTo>
                    <a:pt x="19403" y="10899"/>
                  </a:lnTo>
                  <a:lnTo>
                    <a:pt x="19444" y="10425"/>
                  </a:lnTo>
                  <a:lnTo>
                    <a:pt x="19485" y="9950"/>
                  </a:lnTo>
                  <a:lnTo>
                    <a:pt x="19485" y="9475"/>
                  </a:lnTo>
                  <a:lnTo>
                    <a:pt x="19444" y="9000"/>
                  </a:lnTo>
                  <a:lnTo>
                    <a:pt x="19403" y="8526"/>
                  </a:lnTo>
                  <a:lnTo>
                    <a:pt x="19341" y="8051"/>
                  </a:lnTo>
                  <a:lnTo>
                    <a:pt x="19238" y="7576"/>
                  </a:lnTo>
                  <a:lnTo>
                    <a:pt x="19114" y="7101"/>
                  </a:lnTo>
                  <a:lnTo>
                    <a:pt x="18969" y="6627"/>
                  </a:lnTo>
                  <a:lnTo>
                    <a:pt x="18804" y="6152"/>
                  </a:lnTo>
                  <a:lnTo>
                    <a:pt x="18598" y="5698"/>
                  </a:lnTo>
                  <a:lnTo>
                    <a:pt x="18391" y="5244"/>
                  </a:lnTo>
                  <a:lnTo>
                    <a:pt x="18164" y="4831"/>
                  </a:lnTo>
                  <a:lnTo>
                    <a:pt x="17896" y="4397"/>
                  </a:lnTo>
                  <a:lnTo>
                    <a:pt x="17628" y="4005"/>
                  </a:lnTo>
                  <a:lnTo>
                    <a:pt x="17339" y="3634"/>
                  </a:lnTo>
                  <a:lnTo>
                    <a:pt x="17029" y="3262"/>
                  </a:lnTo>
                  <a:lnTo>
                    <a:pt x="16699" y="2911"/>
                  </a:lnTo>
                  <a:lnTo>
                    <a:pt x="16369" y="2581"/>
                  </a:lnTo>
                  <a:lnTo>
                    <a:pt x="16018" y="2271"/>
                  </a:lnTo>
                  <a:lnTo>
                    <a:pt x="15646" y="1982"/>
                  </a:lnTo>
                  <a:lnTo>
                    <a:pt x="15254" y="1714"/>
                  </a:lnTo>
                  <a:lnTo>
                    <a:pt x="14862" y="1466"/>
                  </a:lnTo>
                  <a:lnTo>
                    <a:pt x="14470" y="1219"/>
                  </a:lnTo>
                  <a:lnTo>
                    <a:pt x="14057" y="1012"/>
                  </a:lnTo>
                  <a:lnTo>
                    <a:pt x="13623" y="806"/>
                  </a:lnTo>
                  <a:lnTo>
                    <a:pt x="13190" y="641"/>
                  </a:lnTo>
                  <a:lnTo>
                    <a:pt x="12756" y="476"/>
                  </a:lnTo>
                  <a:lnTo>
                    <a:pt x="12302" y="352"/>
                  </a:lnTo>
                  <a:lnTo>
                    <a:pt x="11848" y="228"/>
                  </a:lnTo>
                  <a:lnTo>
                    <a:pt x="11394" y="145"/>
                  </a:lnTo>
                  <a:lnTo>
                    <a:pt x="10919" y="83"/>
                  </a:lnTo>
                  <a:lnTo>
                    <a:pt x="10465" y="22"/>
                  </a:lnTo>
                  <a:lnTo>
                    <a:pt x="99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Google Shape;151;p27">
              <a:extLst>
                <a:ext uri="{FF2B5EF4-FFF2-40B4-BE49-F238E27FC236}">
                  <a16:creationId xmlns:a16="http://schemas.microsoft.com/office/drawing/2014/main" id="{5A53014D-A917-6463-4C97-EFB434DE6672}"/>
                </a:ext>
              </a:extLst>
            </p:cNvPr>
            <p:cNvSpPr/>
            <p:nvPr/>
          </p:nvSpPr>
          <p:spPr>
            <a:xfrm>
              <a:off x="1213825" y="3555150"/>
              <a:ext cx="473750" cy="348350"/>
            </a:xfrm>
            <a:custGeom>
              <a:avLst/>
              <a:gdLst/>
              <a:ahLst/>
              <a:cxnLst/>
              <a:rect l="l" t="t" r="r" b="b"/>
              <a:pathLst>
                <a:path w="18950" h="13934" extrusionOk="0">
                  <a:moveTo>
                    <a:pt x="9475" y="1"/>
                  </a:moveTo>
                  <a:lnTo>
                    <a:pt x="9083" y="42"/>
                  </a:lnTo>
                  <a:lnTo>
                    <a:pt x="8711" y="84"/>
                  </a:lnTo>
                  <a:lnTo>
                    <a:pt x="8319" y="125"/>
                  </a:lnTo>
                  <a:lnTo>
                    <a:pt x="7927" y="207"/>
                  </a:lnTo>
                  <a:lnTo>
                    <a:pt x="7534" y="290"/>
                  </a:lnTo>
                  <a:lnTo>
                    <a:pt x="7142" y="393"/>
                  </a:lnTo>
                  <a:lnTo>
                    <a:pt x="6771" y="517"/>
                  </a:lnTo>
                  <a:lnTo>
                    <a:pt x="6379" y="662"/>
                  </a:lnTo>
                  <a:lnTo>
                    <a:pt x="6007" y="806"/>
                  </a:lnTo>
                  <a:lnTo>
                    <a:pt x="5635" y="971"/>
                  </a:lnTo>
                  <a:lnTo>
                    <a:pt x="5264" y="1157"/>
                  </a:lnTo>
                  <a:lnTo>
                    <a:pt x="4913" y="1363"/>
                  </a:lnTo>
                  <a:lnTo>
                    <a:pt x="4562" y="1570"/>
                  </a:lnTo>
                  <a:lnTo>
                    <a:pt x="4232" y="1797"/>
                  </a:lnTo>
                  <a:lnTo>
                    <a:pt x="3922" y="2024"/>
                  </a:lnTo>
                  <a:lnTo>
                    <a:pt x="3613" y="2272"/>
                  </a:lnTo>
                  <a:lnTo>
                    <a:pt x="3303" y="2519"/>
                  </a:lnTo>
                  <a:lnTo>
                    <a:pt x="3035" y="2788"/>
                  </a:lnTo>
                  <a:lnTo>
                    <a:pt x="2746" y="3056"/>
                  </a:lnTo>
                  <a:lnTo>
                    <a:pt x="2498" y="3324"/>
                  </a:lnTo>
                  <a:lnTo>
                    <a:pt x="2250" y="3613"/>
                  </a:lnTo>
                  <a:lnTo>
                    <a:pt x="2023" y="3902"/>
                  </a:lnTo>
                  <a:lnTo>
                    <a:pt x="1817" y="4191"/>
                  </a:lnTo>
                  <a:lnTo>
                    <a:pt x="1610" y="4501"/>
                  </a:lnTo>
                  <a:lnTo>
                    <a:pt x="1425" y="4810"/>
                  </a:lnTo>
                  <a:lnTo>
                    <a:pt x="1239" y="5099"/>
                  </a:lnTo>
                  <a:lnTo>
                    <a:pt x="1074" y="5409"/>
                  </a:lnTo>
                  <a:lnTo>
                    <a:pt x="785" y="6028"/>
                  </a:lnTo>
                  <a:lnTo>
                    <a:pt x="537" y="6647"/>
                  </a:lnTo>
                  <a:lnTo>
                    <a:pt x="351" y="7267"/>
                  </a:lnTo>
                  <a:lnTo>
                    <a:pt x="207" y="7865"/>
                  </a:lnTo>
                  <a:lnTo>
                    <a:pt x="104" y="8443"/>
                  </a:lnTo>
                  <a:lnTo>
                    <a:pt x="42" y="9001"/>
                  </a:lnTo>
                  <a:lnTo>
                    <a:pt x="0" y="9558"/>
                  </a:lnTo>
                  <a:lnTo>
                    <a:pt x="0" y="10074"/>
                  </a:lnTo>
                  <a:lnTo>
                    <a:pt x="21" y="10569"/>
                  </a:lnTo>
                  <a:lnTo>
                    <a:pt x="62" y="11023"/>
                  </a:lnTo>
                  <a:lnTo>
                    <a:pt x="145" y="11457"/>
                  </a:lnTo>
                  <a:lnTo>
                    <a:pt x="207" y="11849"/>
                  </a:lnTo>
                  <a:lnTo>
                    <a:pt x="310" y="12221"/>
                  </a:lnTo>
                  <a:lnTo>
                    <a:pt x="393" y="12551"/>
                  </a:lnTo>
                  <a:lnTo>
                    <a:pt x="496" y="12840"/>
                  </a:lnTo>
                  <a:lnTo>
                    <a:pt x="702" y="13335"/>
                  </a:lnTo>
                  <a:lnTo>
                    <a:pt x="867" y="13665"/>
                  </a:lnTo>
                  <a:lnTo>
                    <a:pt x="971" y="13872"/>
                  </a:lnTo>
                  <a:lnTo>
                    <a:pt x="1012" y="13913"/>
                  </a:lnTo>
                  <a:lnTo>
                    <a:pt x="1053" y="13934"/>
                  </a:lnTo>
                  <a:lnTo>
                    <a:pt x="1053" y="13893"/>
                  </a:lnTo>
                  <a:lnTo>
                    <a:pt x="1053" y="13831"/>
                  </a:lnTo>
                  <a:lnTo>
                    <a:pt x="991" y="13604"/>
                  </a:lnTo>
                  <a:lnTo>
                    <a:pt x="785" y="12757"/>
                  </a:lnTo>
                  <a:lnTo>
                    <a:pt x="661" y="12138"/>
                  </a:lnTo>
                  <a:lnTo>
                    <a:pt x="599" y="11787"/>
                  </a:lnTo>
                  <a:lnTo>
                    <a:pt x="558" y="11395"/>
                  </a:lnTo>
                  <a:lnTo>
                    <a:pt x="516" y="10982"/>
                  </a:lnTo>
                  <a:lnTo>
                    <a:pt x="496" y="10549"/>
                  </a:lnTo>
                  <a:lnTo>
                    <a:pt x="496" y="10074"/>
                  </a:lnTo>
                  <a:lnTo>
                    <a:pt x="537" y="9579"/>
                  </a:lnTo>
                  <a:lnTo>
                    <a:pt x="578" y="9062"/>
                  </a:lnTo>
                  <a:lnTo>
                    <a:pt x="661" y="8546"/>
                  </a:lnTo>
                  <a:lnTo>
                    <a:pt x="785" y="7989"/>
                  </a:lnTo>
                  <a:lnTo>
                    <a:pt x="950" y="7432"/>
                  </a:lnTo>
                  <a:lnTo>
                    <a:pt x="1136" y="6875"/>
                  </a:lnTo>
                  <a:lnTo>
                    <a:pt x="1383" y="6297"/>
                  </a:lnTo>
                  <a:lnTo>
                    <a:pt x="1672" y="5719"/>
                  </a:lnTo>
                  <a:lnTo>
                    <a:pt x="2003" y="5161"/>
                  </a:lnTo>
                  <a:lnTo>
                    <a:pt x="2374" y="4604"/>
                  </a:lnTo>
                  <a:lnTo>
                    <a:pt x="2581" y="4336"/>
                  </a:lnTo>
                  <a:lnTo>
                    <a:pt x="2808" y="4067"/>
                  </a:lnTo>
                  <a:lnTo>
                    <a:pt x="3035" y="3820"/>
                  </a:lnTo>
                  <a:lnTo>
                    <a:pt x="3282" y="3551"/>
                  </a:lnTo>
                  <a:lnTo>
                    <a:pt x="3530" y="3304"/>
                  </a:lnTo>
                  <a:lnTo>
                    <a:pt x="3798" y="3077"/>
                  </a:lnTo>
                  <a:lnTo>
                    <a:pt x="4067" y="2829"/>
                  </a:lnTo>
                  <a:lnTo>
                    <a:pt x="4356" y="2622"/>
                  </a:lnTo>
                  <a:lnTo>
                    <a:pt x="4645" y="2395"/>
                  </a:lnTo>
                  <a:lnTo>
                    <a:pt x="4954" y="2189"/>
                  </a:lnTo>
                  <a:lnTo>
                    <a:pt x="5285" y="2003"/>
                  </a:lnTo>
                  <a:lnTo>
                    <a:pt x="5615" y="1817"/>
                  </a:lnTo>
                  <a:lnTo>
                    <a:pt x="5945" y="1652"/>
                  </a:lnTo>
                  <a:lnTo>
                    <a:pt x="6296" y="1487"/>
                  </a:lnTo>
                  <a:lnTo>
                    <a:pt x="6647" y="1343"/>
                  </a:lnTo>
                  <a:lnTo>
                    <a:pt x="6998" y="1219"/>
                  </a:lnTo>
                  <a:lnTo>
                    <a:pt x="7349" y="1116"/>
                  </a:lnTo>
                  <a:lnTo>
                    <a:pt x="7720" y="1012"/>
                  </a:lnTo>
                  <a:lnTo>
                    <a:pt x="8071" y="930"/>
                  </a:lnTo>
                  <a:lnTo>
                    <a:pt x="8443" y="847"/>
                  </a:lnTo>
                  <a:lnTo>
                    <a:pt x="8794" y="806"/>
                  </a:lnTo>
                  <a:lnTo>
                    <a:pt x="9144" y="765"/>
                  </a:lnTo>
                  <a:lnTo>
                    <a:pt x="9516" y="723"/>
                  </a:lnTo>
                  <a:lnTo>
                    <a:pt x="10569" y="723"/>
                  </a:lnTo>
                  <a:lnTo>
                    <a:pt x="10899" y="744"/>
                  </a:lnTo>
                  <a:lnTo>
                    <a:pt x="11250" y="785"/>
                  </a:lnTo>
                  <a:lnTo>
                    <a:pt x="11910" y="889"/>
                  </a:lnTo>
                  <a:lnTo>
                    <a:pt x="12550" y="1033"/>
                  </a:lnTo>
                  <a:lnTo>
                    <a:pt x="13149" y="1219"/>
                  </a:lnTo>
                  <a:lnTo>
                    <a:pt x="13727" y="1446"/>
                  </a:lnTo>
                  <a:lnTo>
                    <a:pt x="14284" y="1694"/>
                  </a:lnTo>
                  <a:lnTo>
                    <a:pt x="14800" y="1962"/>
                  </a:lnTo>
                  <a:lnTo>
                    <a:pt x="15275" y="2251"/>
                  </a:lnTo>
                  <a:lnTo>
                    <a:pt x="15708" y="2560"/>
                  </a:lnTo>
                  <a:lnTo>
                    <a:pt x="16121" y="2870"/>
                  </a:lnTo>
                  <a:lnTo>
                    <a:pt x="16513" y="3180"/>
                  </a:lnTo>
                  <a:lnTo>
                    <a:pt x="16844" y="3510"/>
                  </a:lnTo>
                  <a:lnTo>
                    <a:pt x="17153" y="3820"/>
                  </a:lnTo>
                  <a:lnTo>
                    <a:pt x="17442" y="4129"/>
                  </a:lnTo>
                  <a:lnTo>
                    <a:pt x="17690" y="4418"/>
                  </a:lnTo>
                  <a:lnTo>
                    <a:pt x="17896" y="4707"/>
                  </a:lnTo>
                  <a:lnTo>
                    <a:pt x="18268" y="5223"/>
                  </a:lnTo>
                  <a:lnTo>
                    <a:pt x="18743" y="5966"/>
                  </a:lnTo>
                  <a:lnTo>
                    <a:pt x="18867" y="6173"/>
                  </a:lnTo>
                  <a:lnTo>
                    <a:pt x="18908" y="6214"/>
                  </a:lnTo>
                  <a:lnTo>
                    <a:pt x="18928" y="6235"/>
                  </a:lnTo>
                  <a:lnTo>
                    <a:pt x="18949" y="6193"/>
                  </a:lnTo>
                  <a:lnTo>
                    <a:pt x="18928" y="6131"/>
                  </a:lnTo>
                  <a:lnTo>
                    <a:pt x="18867" y="5904"/>
                  </a:lnTo>
                  <a:lnTo>
                    <a:pt x="18743" y="5553"/>
                  </a:lnTo>
                  <a:lnTo>
                    <a:pt x="18516" y="5079"/>
                  </a:lnTo>
                  <a:lnTo>
                    <a:pt x="18371" y="4810"/>
                  </a:lnTo>
                  <a:lnTo>
                    <a:pt x="18206" y="4521"/>
                  </a:lnTo>
                  <a:lnTo>
                    <a:pt x="18000" y="4191"/>
                  </a:lnTo>
                  <a:lnTo>
                    <a:pt x="17752" y="3861"/>
                  </a:lnTo>
                  <a:lnTo>
                    <a:pt x="17484" y="3531"/>
                  </a:lnTo>
                  <a:lnTo>
                    <a:pt x="17195" y="3180"/>
                  </a:lnTo>
                  <a:lnTo>
                    <a:pt x="16844" y="2808"/>
                  </a:lnTo>
                  <a:lnTo>
                    <a:pt x="16472" y="2457"/>
                  </a:lnTo>
                  <a:lnTo>
                    <a:pt x="16059" y="2106"/>
                  </a:lnTo>
                  <a:lnTo>
                    <a:pt x="15585" y="1776"/>
                  </a:lnTo>
                  <a:lnTo>
                    <a:pt x="15089" y="1446"/>
                  </a:lnTo>
                  <a:lnTo>
                    <a:pt x="14553" y="1136"/>
                  </a:lnTo>
                  <a:lnTo>
                    <a:pt x="13975" y="868"/>
                  </a:lnTo>
                  <a:lnTo>
                    <a:pt x="13376" y="620"/>
                  </a:lnTo>
                  <a:lnTo>
                    <a:pt x="12715" y="393"/>
                  </a:lnTo>
                  <a:lnTo>
                    <a:pt x="12385" y="311"/>
                  </a:lnTo>
                  <a:lnTo>
                    <a:pt x="12055" y="228"/>
                  </a:lnTo>
                  <a:lnTo>
                    <a:pt x="11704" y="145"/>
                  </a:lnTo>
                  <a:lnTo>
                    <a:pt x="11332" y="104"/>
                  </a:lnTo>
                  <a:lnTo>
                    <a:pt x="10982" y="42"/>
                  </a:lnTo>
                  <a:lnTo>
                    <a:pt x="10610" y="22"/>
                  </a:lnTo>
                  <a:lnTo>
                    <a:pt x="10238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Google Shape;152;p27">
              <a:extLst>
                <a:ext uri="{FF2B5EF4-FFF2-40B4-BE49-F238E27FC236}">
                  <a16:creationId xmlns:a16="http://schemas.microsoft.com/office/drawing/2014/main" id="{C07DA361-4E83-809B-ABD9-CD96A433765D}"/>
                </a:ext>
              </a:extLst>
            </p:cNvPr>
            <p:cNvSpPr/>
            <p:nvPr/>
          </p:nvSpPr>
          <p:spPr>
            <a:xfrm>
              <a:off x="1346950" y="3641850"/>
              <a:ext cx="251850" cy="343700"/>
            </a:xfrm>
            <a:custGeom>
              <a:avLst/>
              <a:gdLst/>
              <a:ahLst/>
              <a:cxnLst/>
              <a:rect l="l" t="t" r="r" b="b"/>
              <a:pathLst>
                <a:path w="10074" h="13748" extrusionOk="0">
                  <a:moveTo>
                    <a:pt x="3056" y="4005"/>
                  </a:moveTo>
                  <a:lnTo>
                    <a:pt x="3881" y="5987"/>
                  </a:lnTo>
                  <a:lnTo>
                    <a:pt x="3613" y="6007"/>
                  </a:lnTo>
                  <a:lnTo>
                    <a:pt x="3386" y="6007"/>
                  </a:lnTo>
                  <a:lnTo>
                    <a:pt x="3159" y="5987"/>
                  </a:lnTo>
                  <a:lnTo>
                    <a:pt x="2973" y="5925"/>
                  </a:lnTo>
                  <a:lnTo>
                    <a:pt x="2808" y="5863"/>
                  </a:lnTo>
                  <a:lnTo>
                    <a:pt x="2664" y="5760"/>
                  </a:lnTo>
                  <a:lnTo>
                    <a:pt x="2540" y="5636"/>
                  </a:lnTo>
                  <a:lnTo>
                    <a:pt x="2437" y="5471"/>
                  </a:lnTo>
                  <a:lnTo>
                    <a:pt x="2395" y="5285"/>
                  </a:lnTo>
                  <a:lnTo>
                    <a:pt x="2354" y="5099"/>
                  </a:lnTo>
                  <a:lnTo>
                    <a:pt x="2375" y="4934"/>
                  </a:lnTo>
                  <a:lnTo>
                    <a:pt x="2416" y="4748"/>
                  </a:lnTo>
                  <a:lnTo>
                    <a:pt x="2519" y="4542"/>
                  </a:lnTo>
                  <a:lnTo>
                    <a:pt x="2643" y="4356"/>
                  </a:lnTo>
                  <a:lnTo>
                    <a:pt x="2829" y="4191"/>
                  </a:lnTo>
                  <a:lnTo>
                    <a:pt x="3056" y="4005"/>
                  </a:lnTo>
                  <a:close/>
                  <a:moveTo>
                    <a:pt x="6751" y="7824"/>
                  </a:moveTo>
                  <a:lnTo>
                    <a:pt x="6957" y="7865"/>
                  </a:lnTo>
                  <a:lnTo>
                    <a:pt x="7143" y="7906"/>
                  </a:lnTo>
                  <a:lnTo>
                    <a:pt x="7308" y="7989"/>
                  </a:lnTo>
                  <a:lnTo>
                    <a:pt x="7452" y="8071"/>
                  </a:lnTo>
                  <a:lnTo>
                    <a:pt x="7576" y="8216"/>
                  </a:lnTo>
                  <a:lnTo>
                    <a:pt x="7659" y="8381"/>
                  </a:lnTo>
                  <a:lnTo>
                    <a:pt x="7721" y="8546"/>
                  </a:lnTo>
                  <a:lnTo>
                    <a:pt x="7741" y="8732"/>
                  </a:lnTo>
                  <a:lnTo>
                    <a:pt x="7721" y="8897"/>
                  </a:lnTo>
                  <a:lnTo>
                    <a:pt x="7679" y="9083"/>
                  </a:lnTo>
                  <a:lnTo>
                    <a:pt x="7576" y="9248"/>
                  </a:lnTo>
                  <a:lnTo>
                    <a:pt x="7452" y="9413"/>
                  </a:lnTo>
                  <a:lnTo>
                    <a:pt x="7267" y="9599"/>
                  </a:lnTo>
                  <a:lnTo>
                    <a:pt x="7060" y="9764"/>
                  </a:lnTo>
                  <a:lnTo>
                    <a:pt x="6255" y="7824"/>
                  </a:lnTo>
                  <a:close/>
                  <a:moveTo>
                    <a:pt x="3056" y="1"/>
                  </a:moveTo>
                  <a:lnTo>
                    <a:pt x="1652" y="579"/>
                  </a:lnTo>
                  <a:lnTo>
                    <a:pt x="2292" y="2147"/>
                  </a:lnTo>
                  <a:lnTo>
                    <a:pt x="1921" y="2354"/>
                  </a:lnTo>
                  <a:lnTo>
                    <a:pt x="1570" y="2602"/>
                  </a:lnTo>
                  <a:lnTo>
                    <a:pt x="1260" y="2849"/>
                  </a:lnTo>
                  <a:lnTo>
                    <a:pt x="992" y="3097"/>
                  </a:lnTo>
                  <a:lnTo>
                    <a:pt x="744" y="3365"/>
                  </a:lnTo>
                  <a:lnTo>
                    <a:pt x="558" y="3634"/>
                  </a:lnTo>
                  <a:lnTo>
                    <a:pt x="372" y="3923"/>
                  </a:lnTo>
                  <a:lnTo>
                    <a:pt x="249" y="4191"/>
                  </a:lnTo>
                  <a:lnTo>
                    <a:pt x="125" y="4480"/>
                  </a:lnTo>
                  <a:lnTo>
                    <a:pt x="63" y="4769"/>
                  </a:lnTo>
                  <a:lnTo>
                    <a:pt x="22" y="5058"/>
                  </a:lnTo>
                  <a:lnTo>
                    <a:pt x="1" y="5367"/>
                  </a:lnTo>
                  <a:lnTo>
                    <a:pt x="22" y="5656"/>
                  </a:lnTo>
                  <a:lnTo>
                    <a:pt x="63" y="5945"/>
                  </a:lnTo>
                  <a:lnTo>
                    <a:pt x="125" y="6214"/>
                  </a:lnTo>
                  <a:lnTo>
                    <a:pt x="228" y="6503"/>
                  </a:lnTo>
                  <a:lnTo>
                    <a:pt x="393" y="6854"/>
                  </a:lnTo>
                  <a:lnTo>
                    <a:pt x="599" y="7163"/>
                  </a:lnTo>
                  <a:lnTo>
                    <a:pt x="806" y="7411"/>
                  </a:lnTo>
                  <a:lnTo>
                    <a:pt x="1033" y="7638"/>
                  </a:lnTo>
                  <a:lnTo>
                    <a:pt x="1301" y="7803"/>
                  </a:lnTo>
                  <a:lnTo>
                    <a:pt x="1570" y="7948"/>
                  </a:lnTo>
                  <a:lnTo>
                    <a:pt x="1838" y="8051"/>
                  </a:lnTo>
                  <a:lnTo>
                    <a:pt x="2148" y="8133"/>
                  </a:lnTo>
                  <a:lnTo>
                    <a:pt x="2457" y="8175"/>
                  </a:lnTo>
                  <a:lnTo>
                    <a:pt x="2767" y="8216"/>
                  </a:lnTo>
                  <a:lnTo>
                    <a:pt x="3076" y="8216"/>
                  </a:lnTo>
                  <a:lnTo>
                    <a:pt x="3407" y="8195"/>
                  </a:lnTo>
                  <a:lnTo>
                    <a:pt x="4067" y="8133"/>
                  </a:lnTo>
                  <a:lnTo>
                    <a:pt x="4728" y="8051"/>
                  </a:lnTo>
                  <a:lnTo>
                    <a:pt x="5677" y="10383"/>
                  </a:lnTo>
                  <a:lnTo>
                    <a:pt x="5285" y="10507"/>
                  </a:lnTo>
                  <a:lnTo>
                    <a:pt x="4872" y="10569"/>
                  </a:lnTo>
                  <a:lnTo>
                    <a:pt x="4459" y="10631"/>
                  </a:lnTo>
                  <a:lnTo>
                    <a:pt x="4067" y="10652"/>
                  </a:lnTo>
                  <a:lnTo>
                    <a:pt x="3675" y="10652"/>
                  </a:lnTo>
                  <a:lnTo>
                    <a:pt x="3283" y="10631"/>
                  </a:lnTo>
                  <a:lnTo>
                    <a:pt x="2911" y="10590"/>
                  </a:lnTo>
                  <a:lnTo>
                    <a:pt x="2560" y="10507"/>
                  </a:lnTo>
                  <a:lnTo>
                    <a:pt x="2478" y="12551"/>
                  </a:lnTo>
                  <a:lnTo>
                    <a:pt x="2891" y="12633"/>
                  </a:lnTo>
                  <a:lnTo>
                    <a:pt x="3324" y="12674"/>
                  </a:lnTo>
                  <a:lnTo>
                    <a:pt x="3799" y="12695"/>
                  </a:lnTo>
                  <a:lnTo>
                    <a:pt x="4315" y="12674"/>
                  </a:lnTo>
                  <a:lnTo>
                    <a:pt x="4831" y="12613"/>
                  </a:lnTo>
                  <a:lnTo>
                    <a:pt x="5368" y="12530"/>
                  </a:lnTo>
                  <a:lnTo>
                    <a:pt x="5904" y="12385"/>
                  </a:lnTo>
                  <a:lnTo>
                    <a:pt x="6441" y="12220"/>
                  </a:lnTo>
                  <a:lnTo>
                    <a:pt x="7060" y="13748"/>
                  </a:lnTo>
                  <a:lnTo>
                    <a:pt x="8464" y="13190"/>
                  </a:lnTo>
                  <a:lnTo>
                    <a:pt x="7824" y="11601"/>
                  </a:lnTo>
                  <a:lnTo>
                    <a:pt x="8195" y="11395"/>
                  </a:lnTo>
                  <a:lnTo>
                    <a:pt x="8526" y="11147"/>
                  </a:lnTo>
                  <a:lnTo>
                    <a:pt x="8835" y="10899"/>
                  </a:lnTo>
                  <a:lnTo>
                    <a:pt x="9104" y="10652"/>
                  </a:lnTo>
                  <a:lnTo>
                    <a:pt x="9331" y="10383"/>
                  </a:lnTo>
                  <a:lnTo>
                    <a:pt x="9537" y="10115"/>
                  </a:lnTo>
                  <a:lnTo>
                    <a:pt x="9702" y="9847"/>
                  </a:lnTo>
                  <a:lnTo>
                    <a:pt x="9847" y="9558"/>
                  </a:lnTo>
                  <a:lnTo>
                    <a:pt x="9950" y="9269"/>
                  </a:lnTo>
                  <a:lnTo>
                    <a:pt x="10033" y="8980"/>
                  </a:lnTo>
                  <a:lnTo>
                    <a:pt x="10074" y="8691"/>
                  </a:lnTo>
                  <a:lnTo>
                    <a:pt x="10074" y="8402"/>
                  </a:lnTo>
                  <a:lnTo>
                    <a:pt x="10074" y="8133"/>
                  </a:lnTo>
                  <a:lnTo>
                    <a:pt x="10033" y="7844"/>
                  </a:lnTo>
                  <a:lnTo>
                    <a:pt x="9950" y="7555"/>
                  </a:lnTo>
                  <a:lnTo>
                    <a:pt x="9847" y="7287"/>
                  </a:lnTo>
                  <a:lnTo>
                    <a:pt x="9682" y="6936"/>
                  </a:lnTo>
                  <a:lnTo>
                    <a:pt x="9496" y="6647"/>
                  </a:lnTo>
                  <a:lnTo>
                    <a:pt x="9289" y="6379"/>
                  </a:lnTo>
                  <a:lnTo>
                    <a:pt x="9062" y="6172"/>
                  </a:lnTo>
                  <a:lnTo>
                    <a:pt x="8815" y="6007"/>
                  </a:lnTo>
                  <a:lnTo>
                    <a:pt x="8546" y="5863"/>
                  </a:lnTo>
                  <a:lnTo>
                    <a:pt x="8257" y="5760"/>
                  </a:lnTo>
                  <a:lnTo>
                    <a:pt x="7968" y="5677"/>
                  </a:lnTo>
                  <a:lnTo>
                    <a:pt x="7659" y="5636"/>
                  </a:lnTo>
                  <a:lnTo>
                    <a:pt x="7349" y="5615"/>
                  </a:lnTo>
                  <a:lnTo>
                    <a:pt x="7040" y="5594"/>
                  </a:lnTo>
                  <a:lnTo>
                    <a:pt x="6709" y="5615"/>
                  </a:lnTo>
                  <a:lnTo>
                    <a:pt x="6069" y="5677"/>
                  </a:lnTo>
                  <a:lnTo>
                    <a:pt x="5409" y="5760"/>
                  </a:lnTo>
                  <a:lnTo>
                    <a:pt x="4439" y="3386"/>
                  </a:lnTo>
                  <a:lnTo>
                    <a:pt x="4728" y="3324"/>
                  </a:lnTo>
                  <a:lnTo>
                    <a:pt x="4996" y="3262"/>
                  </a:lnTo>
                  <a:lnTo>
                    <a:pt x="5306" y="3221"/>
                  </a:lnTo>
                  <a:lnTo>
                    <a:pt x="5615" y="3200"/>
                  </a:lnTo>
                  <a:lnTo>
                    <a:pt x="5925" y="3179"/>
                  </a:lnTo>
                  <a:lnTo>
                    <a:pt x="6235" y="3179"/>
                  </a:lnTo>
                  <a:lnTo>
                    <a:pt x="6544" y="3200"/>
                  </a:lnTo>
                  <a:lnTo>
                    <a:pt x="6874" y="3241"/>
                  </a:lnTo>
                  <a:lnTo>
                    <a:pt x="6874" y="1219"/>
                  </a:lnTo>
                  <a:lnTo>
                    <a:pt x="6503" y="1177"/>
                  </a:lnTo>
                  <a:lnTo>
                    <a:pt x="6111" y="1157"/>
                  </a:lnTo>
                  <a:lnTo>
                    <a:pt x="5718" y="1157"/>
                  </a:lnTo>
                  <a:lnTo>
                    <a:pt x="5326" y="1177"/>
                  </a:lnTo>
                  <a:lnTo>
                    <a:pt x="4913" y="1239"/>
                  </a:lnTo>
                  <a:lnTo>
                    <a:pt x="4501" y="1322"/>
                  </a:lnTo>
                  <a:lnTo>
                    <a:pt x="4088" y="1425"/>
                  </a:lnTo>
                  <a:lnTo>
                    <a:pt x="3675" y="1528"/>
                  </a:lnTo>
                  <a:lnTo>
                    <a:pt x="3056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Google Shape;153;p27">
              <a:extLst>
                <a:ext uri="{FF2B5EF4-FFF2-40B4-BE49-F238E27FC236}">
                  <a16:creationId xmlns:a16="http://schemas.microsoft.com/office/drawing/2014/main" id="{503AADF8-3482-2C56-E60D-AB329E4A1C72}"/>
                </a:ext>
              </a:extLst>
            </p:cNvPr>
            <p:cNvSpPr/>
            <p:nvPr/>
          </p:nvSpPr>
          <p:spPr>
            <a:xfrm>
              <a:off x="1989425" y="253600"/>
              <a:ext cx="686350" cy="454125"/>
            </a:xfrm>
            <a:custGeom>
              <a:avLst/>
              <a:gdLst/>
              <a:ahLst/>
              <a:cxnLst/>
              <a:rect l="l" t="t" r="r" b="b"/>
              <a:pathLst>
                <a:path w="27454" h="18165" extrusionOk="0">
                  <a:moveTo>
                    <a:pt x="5037" y="0"/>
                  </a:moveTo>
                  <a:lnTo>
                    <a:pt x="4644" y="21"/>
                  </a:lnTo>
                  <a:lnTo>
                    <a:pt x="4294" y="62"/>
                  </a:lnTo>
                  <a:lnTo>
                    <a:pt x="3943" y="145"/>
                  </a:lnTo>
                  <a:lnTo>
                    <a:pt x="3633" y="248"/>
                  </a:lnTo>
                  <a:lnTo>
                    <a:pt x="3344" y="392"/>
                  </a:lnTo>
                  <a:lnTo>
                    <a:pt x="3076" y="558"/>
                  </a:lnTo>
                  <a:lnTo>
                    <a:pt x="2849" y="764"/>
                  </a:lnTo>
                  <a:lnTo>
                    <a:pt x="0" y="10094"/>
                  </a:lnTo>
                  <a:lnTo>
                    <a:pt x="248" y="10135"/>
                  </a:lnTo>
                  <a:lnTo>
                    <a:pt x="970" y="10300"/>
                  </a:lnTo>
                  <a:lnTo>
                    <a:pt x="1486" y="10445"/>
                  </a:lnTo>
                  <a:lnTo>
                    <a:pt x="2085" y="10610"/>
                  </a:lnTo>
                  <a:lnTo>
                    <a:pt x="2745" y="10816"/>
                  </a:lnTo>
                  <a:lnTo>
                    <a:pt x="3468" y="11064"/>
                  </a:lnTo>
                  <a:lnTo>
                    <a:pt x="4273" y="11353"/>
                  </a:lnTo>
                  <a:lnTo>
                    <a:pt x="5099" y="11683"/>
                  </a:lnTo>
                  <a:lnTo>
                    <a:pt x="5966" y="12075"/>
                  </a:lnTo>
                  <a:lnTo>
                    <a:pt x="6853" y="12509"/>
                  </a:lnTo>
                  <a:lnTo>
                    <a:pt x="7761" y="12984"/>
                  </a:lnTo>
                  <a:lnTo>
                    <a:pt x="8215" y="13252"/>
                  </a:lnTo>
                  <a:lnTo>
                    <a:pt x="8690" y="13520"/>
                  </a:lnTo>
                  <a:lnTo>
                    <a:pt x="9144" y="13830"/>
                  </a:lnTo>
                  <a:lnTo>
                    <a:pt x="9598" y="14119"/>
                  </a:lnTo>
                  <a:lnTo>
                    <a:pt x="10032" y="14449"/>
                  </a:lnTo>
                  <a:lnTo>
                    <a:pt x="10486" y="14779"/>
                  </a:lnTo>
                  <a:lnTo>
                    <a:pt x="10919" y="15110"/>
                  </a:lnTo>
                  <a:lnTo>
                    <a:pt x="11394" y="15419"/>
                  </a:lnTo>
                  <a:lnTo>
                    <a:pt x="11890" y="15708"/>
                  </a:lnTo>
                  <a:lnTo>
                    <a:pt x="12406" y="15977"/>
                  </a:lnTo>
                  <a:lnTo>
                    <a:pt x="12922" y="16224"/>
                  </a:lnTo>
                  <a:lnTo>
                    <a:pt x="13458" y="16431"/>
                  </a:lnTo>
                  <a:lnTo>
                    <a:pt x="14016" y="16658"/>
                  </a:lnTo>
                  <a:lnTo>
                    <a:pt x="14594" y="16844"/>
                  </a:lnTo>
                  <a:lnTo>
                    <a:pt x="15151" y="17009"/>
                  </a:lnTo>
                  <a:lnTo>
                    <a:pt x="15729" y="17174"/>
                  </a:lnTo>
                  <a:lnTo>
                    <a:pt x="16307" y="17318"/>
                  </a:lnTo>
                  <a:lnTo>
                    <a:pt x="16864" y="17442"/>
                  </a:lnTo>
                  <a:lnTo>
                    <a:pt x="17999" y="17649"/>
                  </a:lnTo>
                  <a:lnTo>
                    <a:pt x="19114" y="17834"/>
                  </a:lnTo>
                  <a:lnTo>
                    <a:pt x="20146" y="17958"/>
                  </a:lnTo>
                  <a:lnTo>
                    <a:pt x="21116" y="18041"/>
                  </a:lnTo>
                  <a:lnTo>
                    <a:pt x="22004" y="18103"/>
                  </a:lnTo>
                  <a:lnTo>
                    <a:pt x="22767" y="18144"/>
                  </a:lnTo>
                  <a:lnTo>
                    <a:pt x="23861" y="18165"/>
                  </a:lnTo>
                  <a:lnTo>
                    <a:pt x="24274" y="18144"/>
                  </a:lnTo>
                  <a:lnTo>
                    <a:pt x="27453" y="6193"/>
                  </a:lnTo>
                  <a:lnTo>
                    <a:pt x="27205" y="6296"/>
                  </a:lnTo>
                  <a:lnTo>
                    <a:pt x="26916" y="6420"/>
                  </a:lnTo>
                  <a:lnTo>
                    <a:pt x="26545" y="6544"/>
                  </a:lnTo>
                  <a:lnTo>
                    <a:pt x="26049" y="6709"/>
                  </a:lnTo>
                  <a:lnTo>
                    <a:pt x="25492" y="6853"/>
                  </a:lnTo>
                  <a:lnTo>
                    <a:pt x="24832" y="6956"/>
                  </a:lnTo>
                  <a:lnTo>
                    <a:pt x="24481" y="7018"/>
                  </a:lnTo>
                  <a:lnTo>
                    <a:pt x="24109" y="7060"/>
                  </a:lnTo>
                  <a:lnTo>
                    <a:pt x="23717" y="7080"/>
                  </a:lnTo>
                  <a:lnTo>
                    <a:pt x="23304" y="7101"/>
                  </a:lnTo>
                  <a:lnTo>
                    <a:pt x="22891" y="7101"/>
                  </a:lnTo>
                  <a:lnTo>
                    <a:pt x="22458" y="7080"/>
                  </a:lnTo>
                  <a:lnTo>
                    <a:pt x="22004" y="7039"/>
                  </a:lnTo>
                  <a:lnTo>
                    <a:pt x="21550" y="6977"/>
                  </a:lnTo>
                  <a:lnTo>
                    <a:pt x="21075" y="6894"/>
                  </a:lnTo>
                  <a:lnTo>
                    <a:pt x="20580" y="6791"/>
                  </a:lnTo>
                  <a:lnTo>
                    <a:pt x="20084" y="6647"/>
                  </a:lnTo>
                  <a:lnTo>
                    <a:pt x="19589" y="6482"/>
                  </a:lnTo>
                  <a:lnTo>
                    <a:pt x="19073" y="6296"/>
                  </a:lnTo>
                  <a:lnTo>
                    <a:pt x="18557" y="6069"/>
                  </a:lnTo>
                  <a:lnTo>
                    <a:pt x="18020" y="5821"/>
                  </a:lnTo>
                  <a:lnTo>
                    <a:pt x="17483" y="5532"/>
                  </a:lnTo>
                  <a:lnTo>
                    <a:pt x="16947" y="5202"/>
                  </a:lnTo>
                  <a:lnTo>
                    <a:pt x="16410" y="4830"/>
                  </a:lnTo>
                  <a:lnTo>
                    <a:pt x="15688" y="4335"/>
                  </a:lnTo>
                  <a:lnTo>
                    <a:pt x="14883" y="3819"/>
                  </a:lnTo>
                  <a:lnTo>
                    <a:pt x="14016" y="3303"/>
                  </a:lnTo>
                  <a:lnTo>
                    <a:pt x="13107" y="2766"/>
                  </a:lnTo>
                  <a:lnTo>
                    <a:pt x="12137" y="2271"/>
                  </a:lnTo>
                  <a:lnTo>
                    <a:pt x="11146" y="1775"/>
                  </a:lnTo>
                  <a:lnTo>
                    <a:pt x="10156" y="1321"/>
                  </a:lnTo>
                  <a:lnTo>
                    <a:pt x="9144" y="929"/>
                  </a:lnTo>
                  <a:lnTo>
                    <a:pt x="8649" y="743"/>
                  </a:lnTo>
                  <a:lnTo>
                    <a:pt x="8174" y="578"/>
                  </a:lnTo>
                  <a:lnTo>
                    <a:pt x="7679" y="434"/>
                  </a:lnTo>
                  <a:lnTo>
                    <a:pt x="7204" y="310"/>
                  </a:lnTo>
                  <a:lnTo>
                    <a:pt x="6750" y="207"/>
                  </a:lnTo>
                  <a:lnTo>
                    <a:pt x="6296" y="124"/>
                  </a:lnTo>
                  <a:lnTo>
                    <a:pt x="5862" y="62"/>
                  </a:lnTo>
                  <a:lnTo>
                    <a:pt x="5449" y="21"/>
                  </a:lnTo>
                  <a:lnTo>
                    <a:pt x="50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4" name="Google Shape;154;p27">
              <a:extLst>
                <a:ext uri="{FF2B5EF4-FFF2-40B4-BE49-F238E27FC236}">
                  <a16:creationId xmlns:a16="http://schemas.microsoft.com/office/drawing/2014/main" id="{9C02F290-8CB7-E5BF-3C67-FD2FA5B99A83}"/>
                </a:ext>
              </a:extLst>
            </p:cNvPr>
            <p:cNvSpPr/>
            <p:nvPr/>
          </p:nvSpPr>
          <p:spPr>
            <a:xfrm>
              <a:off x="1989425" y="253600"/>
              <a:ext cx="686350" cy="454125"/>
            </a:xfrm>
            <a:custGeom>
              <a:avLst/>
              <a:gdLst/>
              <a:ahLst/>
              <a:cxnLst/>
              <a:rect l="l" t="t" r="r" b="b"/>
              <a:pathLst>
                <a:path w="27454" h="18165" fill="none" extrusionOk="0">
                  <a:moveTo>
                    <a:pt x="27453" y="6193"/>
                  </a:moveTo>
                  <a:lnTo>
                    <a:pt x="27453" y="6193"/>
                  </a:lnTo>
                  <a:lnTo>
                    <a:pt x="27205" y="6296"/>
                  </a:lnTo>
                  <a:lnTo>
                    <a:pt x="26916" y="6420"/>
                  </a:lnTo>
                  <a:lnTo>
                    <a:pt x="26545" y="6544"/>
                  </a:lnTo>
                  <a:lnTo>
                    <a:pt x="26049" y="6709"/>
                  </a:lnTo>
                  <a:lnTo>
                    <a:pt x="25492" y="6853"/>
                  </a:lnTo>
                  <a:lnTo>
                    <a:pt x="24832" y="6956"/>
                  </a:lnTo>
                  <a:lnTo>
                    <a:pt x="24481" y="7018"/>
                  </a:lnTo>
                  <a:lnTo>
                    <a:pt x="24109" y="7060"/>
                  </a:lnTo>
                  <a:lnTo>
                    <a:pt x="23717" y="7080"/>
                  </a:lnTo>
                  <a:lnTo>
                    <a:pt x="23304" y="7101"/>
                  </a:lnTo>
                  <a:lnTo>
                    <a:pt x="22891" y="7101"/>
                  </a:lnTo>
                  <a:lnTo>
                    <a:pt x="22458" y="7080"/>
                  </a:lnTo>
                  <a:lnTo>
                    <a:pt x="22004" y="7039"/>
                  </a:lnTo>
                  <a:lnTo>
                    <a:pt x="21550" y="6977"/>
                  </a:lnTo>
                  <a:lnTo>
                    <a:pt x="21075" y="6894"/>
                  </a:lnTo>
                  <a:lnTo>
                    <a:pt x="20580" y="6791"/>
                  </a:lnTo>
                  <a:lnTo>
                    <a:pt x="20084" y="6647"/>
                  </a:lnTo>
                  <a:lnTo>
                    <a:pt x="19589" y="6482"/>
                  </a:lnTo>
                  <a:lnTo>
                    <a:pt x="19073" y="6296"/>
                  </a:lnTo>
                  <a:lnTo>
                    <a:pt x="18557" y="6069"/>
                  </a:lnTo>
                  <a:lnTo>
                    <a:pt x="18020" y="5821"/>
                  </a:lnTo>
                  <a:lnTo>
                    <a:pt x="17483" y="5532"/>
                  </a:lnTo>
                  <a:lnTo>
                    <a:pt x="16947" y="5202"/>
                  </a:lnTo>
                  <a:lnTo>
                    <a:pt x="16410" y="4830"/>
                  </a:lnTo>
                  <a:lnTo>
                    <a:pt x="16410" y="4830"/>
                  </a:lnTo>
                  <a:lnTo>
                    <a:pt x="15688" y="4335"/>
                  </a:lnTo>
                  <a:lnTo>
                    <a:pt x="14883" y="3819"/>
                  </a:lnTo>
                  <a:lnTo>
                    <a:pt x="14016" y="3303"/>
                  </a:lnTo>
                  <a:lnTo>
                    <a:pt x="13107" y="2766"/>
                  </a:lnTo>
                  <a:lnTo>
                    <a:pt x="12137" y="2271"/>
                  </a:lnTo>
                  <a:lnTo>
                    <a:pt x="11146" y="1775"/>
                  </a:lnTo>
                  <a:lnTo>
                    <a:pt x="10156" y="1321"/>
                  </a:lnTo>
                  <a:lnTo>
                    <a:pt x="9144" y="929"/>
                  </a:lnTo>
                  <a:lnTo>
                    <a:pt x="8649" y="743"/>
                  </a:lnTo>
                  <a:lnTo>
                    <a:pt x="8174" y="578"/>
                  </a:lnTo>
                  <a:lnTo>
                    <a:pt x="7679" y="434"/>
                  </a:lnTo>
                  <a:lnTo>
                    <a:pt x="7204" y="310"/>
                  </a:lnTo>
                  <a:lnTo>
                    <a:pt x="6750" y="207"/>
                  </a:lnTo>
                  <a:lnTo>
                    <a:pt x="6296" y="124"/>
                  </a:lnTo>
                  <a:lnTo>
                    <a:pt x="5862" y="62"/>
                  </a:lnTo>
                  <a:lnTo>
                    <a:pt x="5449" y="21"/>
                  </a:lnTo>
                  <a:lnTo>
                    <a:pt x="5037" y="0"/>
                  </a:lnTo>
                  <a:lnTo>
                    <a:pt x="4644" y="21"/>
                  </a:lnTo>
                  <a:lnTo>
                    <a:pt x="4294" y="62"/>
                  </a:lnTo>
                  <a:lnTo>
                    <a:pt x="3943" y="145"/>
                  </a:lnTo>
                  <a:lnTo>
                    <a:pt x="3633" y="248"/>
                  </a:lnTo>
                  <a:lnTo>
                    <a:pt x="3344" y="392"/>
                  </a:lnTo>
                  <a:lnTo>
                    <a:pt x="3076" y="558"/>
                  </a:lnTo>
                  <a:lnTo>
                    <a:pt x="2849" y="764"/>
                  </a:lnTo>
                  <a:lnTo>
                    <a:pt x="0" y="10094"/>
                  </a:lnTo>
                  <a:lnTo>
                    <a:pt x="0" y="10094"/>
                  </a:lnTo>
                  <a:lnTo>
                    <a:pt x="248" y="10135"/>
                  </a:lnTo>
                  <a:lnTo>
                    <a:pt x="970" y="10300"/>
                  </a:lnTo>
                  <a:lnTo>
                    <a:pt x="1486" y="10445"/>
                  </a:lnTo>
                  <a:lnTo>
                    <a:pt x="2085" y="10610"/>
                  </a:lnTo>
                  <a:lnTo>
                    <a:pt x="2745" y="10816"/>
                  </a:lnTo>
                  <a:lnTo>
                    <a:pt x="3468" y="11064"/>
                  </a:lnTo>
                  <a:lnTo>
                    <a:pt x="4273" y="11353"/>
                  </a:lnTo>
                  <a:lnTo>
                    <a:pt x="5099" y="11683"/>
                  </a:lnTo>
                  <a:lnTo>
                    <a:pt x="5966" y="12075"/>
                  </a:lnTo>
                  <a:lnTo>
                    <a:pt x="6853" y="12509"/>
                  </a:lnTo>
                  <a:lnTo>
                    <a:pt x="7761" y="12984"/>
                  </a:lnTo>
                  <a:lnTo>
                    <a:pt x="8215" y="13252"/>
                  </a:lnTo>
                  <a:lnTo>
                    <a:pt x="8690" y="13520"/>
                  </a:lnTo>
                  <a:lnTo>
                    <a:pt x="9144" y="13830"/>
                  </a:lnTo>
                  <a:lnTo>
                    <a:pt x="9598" y="14119"/>
                  </a:lnTo>
                  <a:lnTo>
                    <a:pt x="10032" y="14449"/>
                  </a:lnTo>
                  <a:lnTo>
                    <a:pt x="10486" y="14779"/>
                  </a:lnTo>
                  <a:lnTo>
                    <a:pt x="10486" y="14779"/>
                  </a:lnTo>
                  <a:lnTo>
                    <a:pt x="10919" y="15110"/>
                  </a:lnTo>
                  <a:lnTo>
                    <a:pt x="11394" y="15419"/>
                  </a:lnTo>
                  <a:lnTo>
                    <a:pt x="11890" y="15708"/>
                  </a:lnTo>
                  <a:lnTo>
                    <a:pt x="12406" y="15977"/>
                  </a:lnTo>
                  <a:lnTo>
                    <a:pt x="12922" y="16224"/>
                  </a:lnTo>
                  <a:lnTo>
                    <a:pt x="13458" y="16431"/>
                  </a:lnTo>
                  <a:lnTo>
                    <a:pt x="14016" y="16658"/>
                  </a:lnTo>
                  <a:lnTo>
                    <a:pt x="14594" y="16844"/>
                  </a:lnTo>
                  <a:lnTo>
                    <a:pt x="15151" y="17009"/>
                  </a:lnTo>
                  <a:lnTo>
                    <a:pt x="15729" y="17174"/>
                  </a:lnTo>
                  <a:lnTo>
                    <a:pt x="16307" y="17318"/>
                  </a:lnTo>
                  <a:lnTo>
                    <a:pt x="16864" y="17442"/>
                  </a:lnTo>
                  <a:lnTo>
                    <a:pt x="17999" y="17649"/>
                  </a:lnTo>
                  <a:lnTo>
                    <a:pt x="19114" y="17834"/>
                  </a:lnTo>
                  <a:lnTo>
                    <a:pt x="20146" y="17958"/>
                  </a:lnTo>
                  <a:lnTo>
                    <a:pt x="21116" y="18041"/>
                  </a:lnTo>
                  <a:lnTo>
                    <a:pt x="22004" y="18103"/>
                  </a:lnTo>
                  <a:lnTo>
                    <a:pt x="22767" y="18144"/>
                  </a:lnTo>
                  <a:lnTo>
                    <a:pt x="23861" y="18165"/>
                  </a:lnTo>
                  <a:lnTo>
                    <a:pt x="24274" y="18144"/>
                  </a:lnTo>
                  <a:lnTo>
                    <a:pt x="27453" y="61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5" name="Google Shape;155;p27">
              <a:extLst>
                <a:ext uri="{FF2B5EF4-FFF2-40B4-BE49-F238E27FC236}">
                  <a16:creationId xmlns:a16="http://schemas.microsoft.com/office/drawing/2014/main" id="{34B1B154-23C5-9709-2820-1FC254D34148}"/>
                </a:ext>
              </a:extLst>
            </p:cNvPr>
            <p:cNvSpPr/>
            <p:nvPr/>
          </p:nvSpPr>
          <p:spPr>
            <a:xfrm>
              <a:off x="2218525" y="391900"/>
              <a:ext cx="240000" cy="225000"/>
            </a:xfrm>
            <a:custGeom>
              <a:avLst/>
              <a:gdLst/>
              <a:ahLst/>
              <a:cxnLst/>
              <a:rect l="l" t="t" r="r" b="b"/>
              <a:pathLst>
                <a:path w="9600" h="9000" extrusionOk="0">
                  <a:moveTo>
                    <a:pt x="4026" y="0"/>
                  </a:moveTo>
                  <a:lnTo>
                    <a:pt x="3572" y="21"/>
                  </a:lnTo>
                  <a:lnTo>
                    <a:pt x="3138" y="62"/>
                  </a:lnTo>
                  <a:lnTo>
                    <a:pt x="2705" y="165"/>
                  </a:lnTo>
                  <a:lnTo>
                    <a:pt x="2313" y="289"/>
                  </a:lnTo>
                  <a:lnTo>
                    <a:pt x="1941" y="454"/>
                  </a:lnTo>
                  <a:lnTo>
                    <a:pt x="1755" y="557"/>
                  </a:lnTo>
                  <a:lnTo>
                    <a:pt x="1590" y="661"/>
                  </a:lnTo>
                  <a:lnTo>
                    <a:pt x="1425" y="784"/>
                  </a:lnTo>
                  <a:lnTo>
                    <a:pt x="1260" y="908"/>
                  </a:lnTo>
                  <a:lnTo>
                    <a:pt x="1116" y="1053"/>
                  </a:lnTo>
                  <a:lnTo>
                    <a:pt x="971" y="1218"/>
                  </a:lnTo>
                  <a:lnTo>
                    <a:pt x="827" y="1383"/>
                  </a:lnTo>
                  <a:lnTo>
                    <a:pt x="703" y="1569"/>
                  </a:lnTo>
                  <a:lnTo>
                    <a:pt x="579" y="1775"/>
                  </a:lnTo>
                  <a:lnTo>
                    <a:pt x="476" y="1982"/>
                  </a:lnTo>
                  <a:lnTo>
                    <a:pt x="372" y="2188"/>
                  </a:lnTo>
                  <a:lnTo>
                    <a:pt x="290" y="2394"/>
                  </a:lnTo>
                  <a:lnTo>
                    <a:pt x="145" y="2849"/>
                  </a:lnTo>
                  <a:lnTo>
                    <a:pt x="42" y="3323"/>
                  </a:lnTo>
                  <a:lnTo>
                    <a:pt x="1" y="3798"/>
                  </a:lnTo>
                  <a:lnTo>
                    <a:pt x="1" y="4273"/>
                  </a:lnTo>
                  <a:lnTo>
                    <a:pt x="22" y="4521"/>
                  </a:lnTo>
                  <a:lnTo>
                    <a:pt x="63" y="4768"/>
                  </a:lnTo>
                  <a:lnTo>
                    <a:pt x="104" y="5016"/>
                  </a:lnTo>
                  <a:lnTo>
                    <a:pt x="145" y="5243"/>
                  </a:lnTo>
                  <a:lnTo>
                    <a:pt x="228" y="5491"/>
                  </a:lnTo>
                  <a:lnTo>
                    <a:pt x="311" y="5718"/>
                  </a:lnTo>
                  <a:lnTo>
                    <a:pt x="393" y="5965"/>
                  </a:lnTo>
                  <a:lnTo>
                    <a:pt x="517" y="6192"/>
                  </a:lnTo>
                  <a:lnTo>
                    <a:pt x="641" y="6420"/>
                  </a:lnTo>
                  <a:lnTo>
                    <a:pt x="765" y="6626"/>
                  </a:lnTo>
                  <a:lnTo>
                    <a:pt x="909" y="6853"/>
                  </a:lnTo>
                  <a:lnTo>
                    <a:pt x="1074" y="7059"/>
                  </a:lnTo>
                  <a:lnTo>
                    <a:pt x="1260" y="7245"/>
                  </a:lnTo>
                  <a:lnTo>
                    <a:pt x="1446" y="7452"/>
                  </a:lnTo>
                  <a:lnTo>
                    <a:pt x="1652" y="7617"/>
                  </a:lnTo>
                  <a:lnTo>
                    <a:pt x="1879" y="7802"/>
                  </a:lnTo>
                  <a:lnTo>
                    <a:pt x="2127" y="7968"/>
                  </a:lnTo>
                  <a:lnTo>
                    <a:pt x="2375" y="8112"/>
                  </a:lnTo>
                  <a:lnTo>
                    <a:pt x="2746" y="8319"/>
                  </a:lnTo>
                  <a:lnTo>
                    <a:pt x="3118" y="8484"/>
                  </a:lnTo>
                  <a:lnTo>
                    <a:pt x="3489" y="8649"/>
                  </a:lnTo>
                  <a:lnTo>
                    <a:pt x="3881" y="8773"/>
                  </a:lnTo>
                  <a:lnTo>
                    <a:pt x="4274" y="8876"/>
                  </a:lnTo>
                  <a:lnTo>
                    <a:pt x="4666" y="8938"/>
                  </a:lnTo>
                  <a:lnTo>
                    <a:pt x="5058" y="9000"/>
                  </a:lnTo>
                  <a:lnTo>
                    <a:pt x="5430" y="9000"/>
                  </a:lnTo>
                  <a:lnTo>
                    <a:pt x="5863" y="8979"/>
                  </a:lnTo>
                  <a:lnTo>
                    <a:pt x="6297" y="8917"/>
                  </a:lnTo>
                  <a:lnTo>
                    <a:pt x="6730" y="8814"/>
                  </a:lnTo>
                  <a:lnTo>
                    <a:pt x="7122" y="8669"/>
                  </a:lnTo>
                  <a:lnTo>
                    <a:pt x="7329" y="8566"/>
                  </a:lnTo>
                  <a:lnTo>
                    <a:pt x="7514" y="8463"/>
                  </a:lnTo>
                  <a:lnTo>
                    <a:pt x="7700" y="8339"/>
                  </a:lnTo>
                  <a:lnTo>
                    <a:pt x="7886" y="8215"/>
                  </a:lnTo>
                  <a:lnTo>
                    <a:pt x="8072" y="8071"/>
                  </a:lnTo>
                  <a:lnTo>
                    <a:pt x="8237" y="7926"/>
                  </a:lnTo>
                  <a:lnTo>
                    <a:pt x="8402" y="7761"/>
                  </a:lnTo>
                  <a:lnTo>
                    <a:pt x="8567" y="7575"/>
                  </a:lnTo>
                  <a:lnTo>
                    <a:pt x="8835" y="7225"/>
                  </a:lnTo>
                  <a:lnTo>
                    <a:pt x="9062" y="6832"/>
                  </a:lnTo>
                  <a:lnTo>
                    <a:pt x="9248" y="6440"/>
                  </a:lnTo>
                  <a:lnTo>
                    <a:pt x="9393" y="6048"/>
                  </a:lnTo>
                  <a:lnTo>
                    <a:pt x="9496" y="5635"/>
                  </a:lnTo>
                  <a:lnTo>
                    <a:pt x="9558" y="5202"/>
                  </a:lnTo>
                  <a:lnTo>
                    <a:pt x="9599" y="4789"/>
                  </a:lnTo>
                  <a:lnTo>
                    <a:pt x="9578" y="4355"/>
                  </a:lnTo>
                  <a:lnTo>
                    <a:pt x="9517" y="3943"/>
                  </a:lnTo>
                  <a:lnTo>
                    <a:pt x="9413" y="3530"/>
                  </a:lnTo>
                  <a:lnTo>
                    <a:pt x="9289" y="3138"/>
                  </a:lnTo>
                  <a:lnTo>
                    <a:pt x="9104" y="2745"/>
                  </a:lnTo>
                  <a:lnTo>
                    <a:pt x="8897" y="2374"/>
                  </a:lnTo>
                  <a:lnTo>
                    <a:pt x="8650" y="2023"/>
                  </a:lnTo>
                  <a:lnTo>
                    <a:pt x="8340" y="1693"/>
                  </a:lnTo>
                  <a:lnTo>
                    <a:pt x="8010" y="1383"/>
                  </a:lnTo>
                  <a:lnTo>
                    <a:pt x="7824" y="1218"/>
                  </a:lnTo>
                  <a:lnTo>
                    <a:pt x="7618" y="1073"/>
                  </a:lnTo>
                  <a:lnTo>
                    <a:pt x="7163" y="805"/>
                  </a:lnTo>
                  <a:lnTo>
                    <a:pt x="6689" y="578"/>
                  </a:lnTo>
                  <a:lnTo>
                    <a:pt x="6173" y="372"/>
                  </a:lnTo>
                  <a:lnTo>
                    <a:pt x="5657" y="207"/>
                  </a:lnTo>
                  <a:lnTo>
                    <a:pt x="5120" y="103"/>
                  </a:lnTo>
                  <a:lnTo>
                    <a:pt x="4563" y="21"/>
                  </a:lnTo>
                  <a:lnTo>
                    <a:pt x="4026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Google Shape;156;p27">
              <a:extLst>
                <a:ext uri="{FF2B5EF4-FFF2-40B4-BE49-F238E27FC236}">
                  <a16:creationId xmlns:a16="http://schemas.microsoft.com/office/drawing/2014/main" id="{ECD086A0-CCA9-B19D-44F5-0CAA8E981B99}"/>
                </a:ext>
              </a:extLst>
            </p:cNvPr>
            <p:cNvSpPr/>
            <p:nvPr/>
          </p:nvSpPr>
          <p:spPr>
            <a:xfrm>
              <a:off x="2218525" y="391900"/>
              <a:ext cx="240000" cy="225000"/>
            </a:xfrm>
            <a:custGeom>
              <a:avLst/>
              <a:gdLst/>
              <a:ahLst/>
              <a:cxnLst/>
              <a:rect l="l" t="t" r="r" b="b"/>
              <a:pathLst>
                <a:path w="9600" h="9000" fill="none" extrusionOk="0">
                  <a:moveTo>
                    <a:pt x="4026" y="0"/>
                  </a:moveTo>
                  <a:lnTo>
                    <a:pt x="4026" y="0"/>
                  </a:lnTo>
                  <a:lnTo>
                    <a:pt x="3572" y="21"/>
                  </a:lnTo>
                  <a:lnTo>
                    <a:pt x="3138" y="62"/>
                  </a:lnTo>
                  <a:lnTo>
                    <a:pt x="2705" y="165"/>
                  </a:lnTo>
                  <a:lnTo>
                    <a:pt x="2313" y="289"/>
                  </a:lnTo>
                  <a:lnTo>
                    <a:pt x="1941" y="454"/>
                  </a:lnTo>
                  <a:lnTo>
                    <a:pt x="1755" y="557"/>
                  </a:lnTo>
                  <a:lnTo>
                    <a:pt x="1590" y="661"/>
                  </a:lnTo>
                  <a:lnTo>
                    <a:pt x="1425" y="784"/>
                  </a:lnTo>
                  <a:lnTo>
                    <a:pt x="1260" y="908"/>
                  </a:lnTo>
                  <a:lnTo>
                    <a:pt x="1116" y="1053"/>
                  </a:lnTo>
                  <a:lnTo>
                    <a:pt x="971" y="1218"/>
                  </a:lnTo>
                  <a:lnTo>
                    <a:pt x="971" y="1218"/>
                  </a:lnTo>
                  <a:lnTo>
                    <a:pt x="827" y="1383"/>
                  </a:lnTo>
                  <a:lnTo>
                    <a:pt x="703" y="1569"/>
                  </a:lnTo>
                  <a:lnTo>
                    <a:pt x="579" y="1775"/>
                  </a:lnTo>
                  <a:lnTo>
                    <a:pt x="476" y="1982"/>
                  </a:lnTo>
                  <a:lnTo>
                    <a:pt x="372" y="2188"/>
                  </a:lnTo>
                  <a:lnTo>
                    <a:pt x="290" y="2394"/>
                  </a:lnTo>
                  <a:lnTo>
                    <a:pt x="145" y="2849"/>
                  </a:lnTo>
                  <a:lnTo>
                    <a:pt x="42" y="3323"/>
                  </a:lnTo>
                  <a:lnTo>
                    <a:pt x="1" y="3798"/>
                  </a:lnTo>
                  <a:lnTo>
                    <a:pt x="1" y="4273"/>
                  </a:lnTo>
                  <a:lnTo>
                    <a:pt x="22" y="4521"/>
                  </a:lnTo>
                  <a:lnTo>
                    <a:pt x="63" y="4768"/>
                  </a:lnTo>
                  <a:lnTo>
                    <a:pt x="104" y="5016"/>
                  </a:lnTo>
                  <a:lnTo>
                    <a:pt x="145" y="5243"/>
                  </a:lnTo>
                  <a:lnTo>
                    <a:pt x="228" y="5491"/>
                  </a:lnTo>
                  <a:lnTo>
                    <a:pt x="311" y="5718"/>
                  </a:lnTo>
                  <a:lnTo>
                    <a:pt x="393" y="5965"/>
                  </a:lnTo>
                  <a:lnTo>
                    <a:pt x="517" y="6192"/>
                  </a:lnTo>
                  <a:lnTo>
                    <a:pt x="641" y="6420"/>
                  </a:lnTo>
                  <a:lnTo>
                    <a:pt x="765" y="6626"/>
                  </a:lnTo>
                  <a:lnTo>
                    <a:pt x="909" y="6853"/>
                  </a:lnTo>
                  <a:lnTo>
                    <a:pt x="1074" y="7059"/>
                  </a:lnTo>
                  <a:lnTo>
                    <a:pt x="1260" y="7245"/>
                  </a:lnTo>
                  <a:lnTo>
                    <a:pt x="1446" y="7452"/>
                  </a:lnTo>
                  <a:lnTo>
                    <a:pt x="1652" y="7617"/>
                  </a:lnTo>
                  <a:lnTo>
                    <a:pt x="1879" y="7802"/>
                  </a:lnTo>
                  <a:lnTo>
                    <a:pt x="2127" y="7968"/>
                  </a:lnTo>
                  <a:lnTo>
                    <a:pt x="2375" y="8112"/>
                  </a:lnTo>
                  <a:lnTo>
                    <a:pt x="2375" y="8112"/>
                  </a:lnTo>
                  <a:lnTo>
                    <a:pt x="2746" y="8319"/>
                  </a:lnTo>
                  <a:lnTo>
                    <a:pt x="3118" y="8484"/>
                  </a:lnTo>
                  <a:lnTo>
                    <a:pt x="3489" y="8649"/>
                  </a:lnTo>
                  <a:lnTo>
                    <a:pt x="3881" y="8773"/>
                  </a:lnTo>
                  <a:lnTo>
                    <a:pt x="4274" y="8876"/>
                  </a:lnTo>
                  <a:lnTo>
                    <a:pt x="4666" y="8938"/>
                  </a:lnTo>
                  <a:lnTo>
                    <a:pt x="5058" y="9000"/>
                  </a:lnTo>
                  <a:lnTo>
                    <a:pt x="5430" y="9000"/>
                  </a:lnTo>
                  <a:lnTo>
                    <a:pt x="5430" y="9000"/>
                  </a:lnTo>
                  <a:lnTo>
                    <a:pt x="5863" y="8979"/>
                  </a:lnTo>
                  <a:lnTo>
                    <a:pt x="6297" y="8917"/>
                  </a:lnTo>
                  <a:lnTo>
                    <a:pt x="6730" y="8814"/>
                  </a:lnTo>
                  <a:lnTo>
                    <a:pt x="7122" y="8669"/>
                  </a:lnTo>
                  <a:lnTo>
                    <a:pt x="7329" y="8566"/>
                  </a:lnTo>
                  <a:lnTo>
                    <a:pt x="7514" y="8463"/>
                  </a:lnTo>
                  <a:lnTo>
                    <a:pt x="7700" y="8339"/>
                  </a:lnTo>
                  <a:lnTo>
                    <a:pt x="7886" y="8215"/>
                  </a:lnTo>
                  <a:lnTo>
                    <a:pt x="8072" y="8071"/>
                  </a:lnTo>
                  <a:lnTo>
                    <a:pt x="8237" y="7926"/>
                  </a:lnTo>
                  <a:lnTo>
                    <a:pt x="8402" y="7761"/>
                  </a:lnTo>
                  <a:lnTo>
                    <a:pt x="8567" y="7575"/>
                  </a:lnTo>
                  <a:lnTo>
                    <a:pt x="8567" y="7575"/>
                  </a:lnTo>
                  <a:lnTo>
                    <a:pt x="8835" y="7225"/>
                  </a:lnTo>
                  <a:lnTo>
                    <a:pt x="9062" y="6832"/>
                  </a:lnTo>
                  <a:lnTo>
                    <a:pt x="9248" y="6440"/>
                  </a:lnTo>
                  <a:lnTo>
                    <a:pt x="9393" y="6048"/>
                  </a:lnTo>
                  <a:lnTo>
                    <a:pt x="9496" y="5635"/>
                  </a:lnTo>
                  <a:lnTo>
                    <a:pt x="9558" y="5202"/>
                  </a:lnTo>
                  <a:lnTo>
                    <a:pt x="9599" y="4789"/>
                  </a:lnTo>
                  <a:lnTo>
                    <a:pt x="9578" y="4355"/>
                  </a:lnTo>
                  <a:lnTo>
                    <a:pt x="9517" y="3943"/>
                  </a:lnTo>
                  <a:lnTo>
                    <a:pt x="9413" y="3530"/>
                  </a:lnTo>
                  <a:lnTo>
                    <a:pt x="9289" y="3138"/>
                  </a:lnTo>
                  <a:lnTo>
                    <a:pt x="9104" y="2745"/>
                  </a:lnTo>
                  <a:lnTo>
                    <a:pt x="8897" y="2374"/>
                  </a:lnTo>
                  <a:lnTo>
                    <a:pt x="8650" y="2023"/>
                  </a:lnTo>
                  <a:lnTo>
                    <a:pt x="8340" y="1693"/>
                  </a:lnTo>
                  <a:lnTo>
                    <a:pt x="8010" y="1383"/>
                  </a:lnTo>
                  <a:lnTo>
                    <a:pt x="8010" y="1383"/>
                  </a:lnTo>
                  <a:lnTo>
                    <a:pt x="7824" y="1218"/>
                  </a:lnTo>
                  <a:lnTo>
                    <a:pt x="7618" y="1073"/>
                  </a:lnTo>
                  <a:lnTo>
                    <a:pt x="7163" y="805"/>
                  </a:lnTo>
                  <a:lnTo>
                    <a:pt x="6689" y="578"/>
                  </a:lnTo>
                  <a:lnTo>
                    <a:pt x="6173" y="372"/>
                  </a:lnTo>
                  <a:lnTo>
                    <a:pt x="5657" y="207"/>
                  </a:lnTo>
                  <a:lnTo>
                    <a:pt x="5120" y="103"/>
                  </a:lnTo>
                  <a:lnTo>
                    <a:pt x="4563" y="21"/>
                  </a:lnTo>
                  <a:lnTo>
                    <a:pt x="402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Google Shape;157;p27">
              <a:extLst>
                <a:ext uri="{FF2B5EF4-FFF2-40B4-BE49-F238E27FC236}">
                  <a16:creationId xmlns:a16="http://schemas.microsoft.com/office/drawing/2014/main" id="{CF176999-0E39-9F52-8AA9-8984198F8204}"/>
                </a:ext>
              </a:extLst>
            </p:cNvPr>
            <p:cNvSpPr/>
            <p:nvPr/>
          </p:nvSpPr>
          <p:spPr>
            <a:xfrm>
              <a:off x="2267050" y="428000"/>
              <a:ext cx="130050" cy="152775"/>
            </a:xfrm>
            <a:custGeom>
              <a:avLst/>
              <a:gdLst/>
              <a:ahLst/>
              <a:cxnLst/>
              <a:rect l="l" t="t" r="r" b="b"/>
              <a:pathLst>
                <a:path w="5202" h="6111" extrusionOk="0">
                  <a:moveTo>
                    <a:pt x="2973" y="1487"/>
                  </a:moveTo>
                  <a:lnTo>
                    <a:pt x="3096" y="1508"/>
                  </a:lnTo>
                  <a:lnTo>
                    <a:pt x="2663" y="2395"/>
                  </a:lnTo>
                  <a:lnTo>
                    <a:pt x="2498" y="2230"/>
                  </a:lnTo>
                  <a:lnTo>
                    <a:pt x="2415" y="2065"/>
                  </a:lnTo>
                  <a:lnTo>
                    <a:pt x="2374" y="1983"/>
                  </a:lnTo>
                  <a:lnTo>
                    <a:pt x="2374" y="1900"/>
                  </a:lnTo>
                  <a:lnTo>
                    <a:pt x="2374" y="1817"/>
                  </a:lnTo>
                  <a:lnTo>
                    <a:pt x="2415" y="1735"/>
                  </a:lnTo>
                  <a:lnTo>
                    <a:pt x="2457" y="1673"/>
                  </a:lnTo>
                  <a:lnTo>
                    <a:pt x="2518" y="1611"/>
                  </a:lnTo>
                  <a:lnTo>
                    <a:pt x="2580" y="1549"/>
                  </a:lnTo>
                  <a:lnTo>
                    <a:pt x="2663" y="1508"/>
                  </a:lnTo>
                  <a:lnTo>
                    <a:pt x="2745" y="1487"/>
                  </a:lnTo>
                  <a:close/>
                  <a:moveTo>
                    <a:pt x="2745" y="3758"/>
                  </a:moveTo>
                  <a:lnTo>
                    <a:pt x="2890" y="3923"/>
                  </a:lnTo>
                  <a:lnTo>
                    <a:pt x="2973" y="4088"/>
                  </a:lnTo>
                  <a:lnTo>
                    <a:pt x="3014" y="4171"/>
                  </a:lnTo>
                  <a:lnTo>
                    <a:pt x="3014" y="4253"/>
                  </a:lnTo>
                  <a:lnTo>
                    <a:pt x="3014" y="4336"/>
                  </a:lnTo>
                  <a:lnTo>
                    <a:pt x="2973" y="4398"/>
                  </a:lnTo>
                  <a:lnTo>
                    <a:pt x="2931" y="4480"/>
                  </a:lnTo>
                  <a:lnTo>
                    <a:pt x="2869" y="4542"/>
                  </a:lnTo>
                  <a:lnTo>
                    <a:pt x="2807" y="4583"/>
                  </a:lnTo>
                  <a:lnTo>
                    <a:pt x="2745" y="4625"/>
                  </a:lnTo>
                  <a:lnTo>
                    <a:pt x="2642" y="4645"/>
                  </a:lnTo>
                  <a:lnTo>
                    <a:pt x="2539" y="4645"/>
                  </a:lnTo>
                  <a:lnTo>
                    <a:pt x="2436" y="4625"/>
                  </a:lnTo>
                  <a:lnTo>
                    <a:pt x="2312" y="4604"/>
                  </a:lnTo>
                  <a:lnTo>
                    <a:pt x="2745" y="3758"/>
                  </a:lnTo>
                  <a:close/>
                  <a:moveTo>
                    <a:pt x="3860" y="1"/>
                  </a:moveTo>
                  <a:lnTo>
                    <a:pt x="3509" y="682"/>
                  </a:lnTo>
                  <a:lnTo>
                    <a:pt x="3323" y="620"/>
                  </a:lnTo>
                  <a:lnTo>
                    <a:pt x="3138" y="579"/>
                  </a:lnTo>
                  <a:lnTo>
                    <a:pt x="2952" y="538"/>
                  </a:lnTo>
                  <a:lnTo>
                    <a:pt x="2477" y="538"/>
                  </a:lnTo>
                  <a:lnTo>
                    <a:pt x="2333" y="558"/>
                  </a:lnTo>
                  <a:lnTo>
                    <a:pt x="2188" y="600"/>
                  </a:lnTo>
                  <a:lnTo>
                    <a:pt x="2064" y="641"/>
                  </a:lnTo>
                  <a:lnTo>
                    <a:pt x="1940" y="703"/>
                  </a:lnTo>
                  <a:lnTo>
                    <a:pt x="1817" y="785"/>
                  </a:lnTo>
                  <a:lnTo>
                    <a:pt x="1713" y="868"/>
                  </a:lnTo>
                  <a:lnTo>
                    <a:pt x="1631" y="950"/>
                  </a:lnTo>
                  <a:lnTo>
                    <a:pt x="1528" y="1054"/>
                  </a:lnTo>
                  <a:lnTo>
                    <a:pt x="1466" y="1178"/>
                  </a:lnTo>
                  <a:lnTo>
                    <a:pt x="1383" y="1281"/>
                  </a:lnTo>
                  <a:lnTo>
                    <a:pt x="1321" y="1446"/>
                  </a:lnTo>
                  <a:lnTo>
                    <a:pt x="1280" y="1611"/>
                  </a:lnTo>
                  <a:lnTo>
                    <a:pt x="1259" y="1755"/>
                  </a:lnTo>
                  <a:lnTo>
                    <a:pt x="1239" y="1900"/>
                  </a:lnTo>
                  <a:lnTo>
                    <a:pt x="1259" y="2044"/>
                  </a:lnTo>
                  <a:lnTo>
                    <a:pt x="1301" y="2168"/>
                  </a:lnTo>
                  <a:lnTo>
                    <a:pt x="1342" y="2313"/>
                  </a:lnTo>
                  <a:lnTo>
                    <a:pt x="1404" y="2437"/>
                  </a:lnTo>
                  <a:lnTo>
                    <a:pt x="1569" y="2664"/>
                  </a:lnTo>
                  <a:lnTo>
                    <a:pt x="1755" y="2891"/>
                  </a:lnTo>
                  <a:lnTo>
                    <a:pt x="1982" y="3097"/>
                  </a:lnTo>
                  <a:lnTo>
                    <a:pt x="2209" y="3304"/>
                  </a:lnTo>
                  <a:lnTo>
                    <a:pt x="1693" y="4315"/>
                  </a:lnTo>
                  <a:lnTo>
                    <a:pt x="1528" y="4212"/>
                  </a:lnTo>
                  <a:lnTo>
                    <a:pt x="1383" y="4109"/>
                  </a:lnTo>
                  <a:lnTo>
                    <a:pt x="1115" y="3840"/>
                  </a:lnTo>
                  <a:lnTo>
                    <a:pt x="888" y="3572"/>
                  </a:lnTo>
                  <a:lnTo>
                    <a:pt x="785" y="3427"/>
                  </a:lnTo>
                  <a:lnTo>
                    <a:pt x="702" y="3283"/>
                  </a:lnTo>
                  <a:lnTo>
                    <a:pt x="0" y="3861"/>
                  </a:lnTo>
                  <a:lnTo>
                    <a:pt x="83" y="4026"/>
                  </a:lnTo>
                  <a:lnTo>
                    <a:pt x="186" y="4212"/>
                  </a:lnTo>
                  <a:lnTo>
                    <a:pt x="330" y="4377"/>
                  </a:lnTo>
                  <a:lnTo>
                    <a:pt x="496" y="4542"/>
                  </a:lnTo>
                  <a:lnTo>
                    <a:pt x="661" y="4707"/>
                  </a:lnTo>
                  <a:lnTo>
                    <a:pt x="867" y="4852"/>
                  </a:lnTo>
                  <a:lnTo>
                    <a:pt x="1074" y="4996"/>
                  </a:lnTo>
                  <a:lnTo>
                    <a:pt x="1280" y="5141"/>
                  </a:lnTo>
                  <a:lnTo>
                    <a:pt x="950" y="5801"/>
                  </a:lnTo>
                  <a:lnTo>
                    <a:pt x="1569" y="6111"/>
                  </a:lnTo>
                  <a:lnTo>
                    <a:pt x="1899" y="5430"/>
                  </a:lnTo>
                  <a:lnTo>
                    <a:pt x="2106" y="5492"/>
                  </a:lnTo>
                  <a:lnTo>
                    <a:pt x="2271" y="5533"/>
                  </a:lnTo>
                  <a:lnTo>
                    <a:pt x="2457" y="5553"/>
                  </a:lnTo>
                  <a:lnTo>
                    <a:pt x="2622" y="5574"/>
                  </a:lnTo>
                  <a:lnTo>
                    <a:pt x="2931" y="5574"/>
                  </a:lnTo>
                  <a:lnTo>
                    <a:pt x="3076" y="5553"/>
                  </a:lnTo>
                  <a:lnTo>
                    <a:pt x="3220" y="5512"/>
                  </a:lnTo>
                  <a:lnTo>
                    <a:pt x="3344" y="5450"/>
                  </a:lnTo>
                  <a:lnTo>
                    <a:pt x="3468" y="5388"/>
                  </a:lnTo>
                  <a:lnTo>
                    <a:pt x="3592" y="5326"/>
                  </a:lnTo>
                  <a:lnTo>
                    <a:pt x="3695" y="5244"/>
                  </a:lnTo>
                  <a:lnTo>
                    <a:pt x="3778" y="5161"/>
                  </a:lnTo>
                  <a:lnTo>
                    <a:pt x="3860" y="5058"/>
                  </a:lnTo>
                  <a:lnTo>
                    <a:pt x="3943" y="4955"/>
                  </a:lnTo>
                  <a:lnTo>
                    <a:pt x="4005" y="4831"/>
                  </a:lnTo>
                  <a:lnTo>
                    <a:pt x="4067" y="4666"/>
                  </a:lnTo>
                  <a:lnTo>
                    <a:pt x="4128" y="4521"/>
                  </a:lnTo>
                  <a:lnTo>
                    <a:pt x="4149" y="4377"/>
                  </a:lnTo>
                  <a:lnTo>
                    <a:pt x="4149" y="4232"/>
                  </a:lnTo>
                  <a:lnTo>
                    <a:pt x="4128" y="4088"/>
                  </a:lnTo>
                  <a:lnTo>
                    <a:pt x="4108" y="3964"/>
                  </a:lnTo>
                  <a:lnTo>
                    <a:pt x="4046" y="3820"/>
                  </a:lnTo>
                  <a:lnTo>
                    <a:pt x="3984" y="3696"/>
                  </a:lnTo>
                  <a:lnTo>
                    <a:pt x="3839" y="3469"/>
                  </a:lnTo>
                  <a:lnTo>
                    <a:pt x="3633" y="3242"/>
                  </a:lnTo>
                  <a:lnTo>
                    <a:pt x="3427" y="3035"/>
                  </a:lnTo>
                  <a:lnTo>
                    <a:pt x="3200" y="2849"/>
                  </a:lnTo>
                  <a:lnTo>
                    <a:pt x="3716" y="1797"/>
                  </a:lnTo>
                  <a:lnTo>
                    <a:pt x="3943" y="1962"/>
                  </a:lnTo>
                  <a:lnTo>
                    <a:pt x="4149" y="2148"/>
                  </a:lnTo>
                  <a:lnTo>
                    <a:pt x="4335" y="2354"/>
                  </a:lnTo>
                  <a:lnTo>
                    <a:pt x="4500" y="2602"/>
                  </a:lnTo>
                  <a:lnTo>
                    <a:pt x="5202" y="1983"/>
                  </a:lnTo>
                  <a:lnTo>
                    <a:pt x="5099" y="1838"/>
                  </a:lnTo>
                  <a:lnTo>
                    <a:pt x="4995" y="1714"/>
                  </a:lnTo>
                  <a:lnTo>
                    <a:pt x="4748" y="1446"/>
                  </a:lnTo>
                  <a:lnTo>
                    <a:pt x="4459" y="1198"/>
                  </a:lnTo>
                  <a:lnTo>
                    <a:pt x="4128" y="992"/>
                  </a:lnTo>
                  <a:lnTo>
                    <a:pt x="4479" y="311"/>
                  </a:lnTo>
                  <a:lnTo>
                    <a:pt x="38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Google Shape;158;p27">
              <a:extLst>
                <a:ext uri="{FF2B5EF4-FFF2-40B4-BE49-F238E27FC236}">
                  <a16:creationId xmlns:a16="http://schemas.microsoft.com/office/drawing/2014/main" id="{FFC8EBEC-1EB4-BFD0-99A5-2F367AAD6A21}"/>
                </a:ext>
              </a:extLst>
            </p:cNvPr>
            <p:cNvSpPr/>
            <p:nvPr/>
          </p:nvSpPr>
          <p:spPr>
            <a:xfrm>
              <a:off x="2018325" y="275275"/>
              <a:ext cx="629050" cy="403025"/>
            </a:xfrm>
            <a:custGeom>
              <a:avLst/>
              <a:gdLst/>
              <a:ahLst/>
              <a:cxnLst/>
              <a:rect l="l" t="t" r="r" b="b"/>
              <a:pathLst>
                <a:path w="25162" h="16121" extrusionOk="0">
                  <a:moveTo>
                    <a:pt x="4046" y="310"/>
                  </a:moveTo>
                  <a:lnTo>
                    <a:pt x="4417" y="330"/>
                  </a:lnTo>
                  <a:lnTo>
                    <a:pt x="4768" y="351"/>
                  </a:lnTo>
                  <a:lnTo>
                    <a:pt x="5140" y="392"/>
                  </a:lnTo>
                  <a:lnTo>
                    <a:pt x="5511" y="454"/>
                  </a:lnTo>
                  <a:lnTo>
                    <a:pt x="5883" y="516"/>
                  </a:lnTo>
                  <a:lnTo>
                    <a:pt x="6254" y="619"/>
                  </a:lnTo>
                  <a:lnTo>
                    <a:pt x="7018" y="826"/>
                  </a:lnTo>
                  <a:lnTo>
                    <a:pt x="7782" y="1094"/>
                  </a:lnTo>
                  <a:lnTo>
                    <a:pt x="8546" y="1404"/>
                  </a:lnTo>
                  <a:lnTo>
                    <a:pt x="9289" y="1734"/>
                  </a:lnTo>
                  <a:lnTo>
                    <a:pt x="10052" y="2106"/>
                  </a:lnTo>
                  <a:lnTo>
                    <a:pt x="10795" y="2518"/>
                  </a:lnTo>
                  <a:lnTo>
                    <a:pt x="11518" y="2931"/>
                  </a:lnTo>
                  <a:lnTo>
                    <a:pt x="12240" y="3365"/>
                  </a:lnTo>
                  <a:lnTo>
                    <a:pt x="12942" y="3798"/>
                  </a:lnTo>
                  <a:lnTo>
                    <a:pt x="14284" y="4665"/>
                  </a:lnTo>
                  <a:lnTo>
                    <a:pt x="15522" y="5491"/>
                  </a:lnTo>
                  <a:lnTo>
                    <a:pt x="16389" y="6089"/>
                  </a:lnTo>
                  <a:lnTo>
                    <a:pt x="17194" y="6605"/>
                  </a:lnTo>
                  <a:lnTo>
                    <a:pt x="17463" y="6771"/>
                  </a:lnTo>
                  <a:lnTo>
                    <a:pt x="17710" y="6915"/>
                  </a:lnTo>
                  <a:lnTo>
                    <a:pt x="18247" y="7163"/>
                  </a:lnTo>
                  <a:lnTo>
                    <a:pt x="18763" y="7348"/>
                  </a:lnTo>
                  <a:lnTo>
                    <a:pt x="19279" y="7514"/>
                  </a:lnTo>
                  <a:lnTo>
                    <a:pt x="19795" y="7617"/>
                  </a:lnTo>
                  <a:lnTo>
                    <a:pt x="20311" y="7699"/>
                  </a:lnTo>
                  <a:lnTo>
                    <a:pt x="20786" y="7741"/>
                  </a:lnTo>
                  <a:lnTo>
                    <a:pt x="21715" y="7741"/>
                  </a:lnTo>
                  <a:lnTo>
                    <a:pt x="22128" y="7699"/>
                  </a:lnTo>
                  <a:lnTo>
                    <a:pt x="22520" y="7658"/>
                  </a:lnTo>
                  <a:lnTo>
                    <a:pt x="22891" y="7596"/>
                  </a:lnTo>
                  <a:lnTo>
                    <a:pt x="23490" y="7472"/>
                  </a:lnTo>
                  <a:lnTo>
                    <a:pt x="23923" y="7348"/>
                  </a:lnTo>
                  <a:lnTo>
                    <a:pt x="24254" y="7245"/>
                  </a:lnTo>
                  <a:lnTo>
                    <a:pt x="24501" y="7163"/>
                  </a:lnTo>
                  <a:lnTo>
                    <a:pt x="24728" y="7039"/>
                  </a:lnTo>
                  <a:lnTo>
                    <a:pt x="22231" y="15626"/>
                  </a:lnTo>
                  <a:lnTo>
                    <a:pt x="21611" y="15708"/>
                  </a:lnTo>
                  <a:lnTo>
                    <a:pt x="21013" y="15770"/>
                  </a:lnTo>
                  <a:lnTo>
                    <a:pt x="20414" y="15791"/>
                  </a:lnTo>
                  <a:lnTo>
                    <a:pt x="19816" y="15811"/>
                  </a:lnTo>
                  <a:lnTo>
                    <a:pt x="18928" y="15791"/>
                  </a:lnTo>
                  <a:lnTo>
                    <a:pt x="18041" y="15708"/>
                  </a:lnTo>
                  <a:lnTo>
                    <a:pt x="17194" y="15605"/>
                  </a:lnTo>
                  <a:lnTo>
                    <a:pt x="16348" y="15460"/>
                  </a:lnTo>
                  <a:lnTo>
                    <a:pt x="15543" y="15254"/>
                  </a:lnTo>
                  <a:lnTo>
                    <a:pt x="14738" y="15048"/>
                  </a:lnTo>
                  <a:lnTo>
                    <a:pt x="13974" y="14800"/>
                  </a:lnTo>
                  <a:lnTo>
                    <a:pt x="13231" y="14511"/>
                  </a:lnTo>
                  <a:lnTo>
                    <a:pt x="12529" y="14201"/>
                  </a:lnTo>
                  <a:lnTo>
                    <a:pt x="11828" y="13892"/>
                  </a:lnTo>
                  <a:lnTo>
                    <a:pt x="11188" y="13541"/>
                  </a:lnTo>
                  <a:lnTo>
                    <a:pt x="10568" y="13190"/>
                  </a:lnTo>
                  <a:lnTo>
                    <a:pt x="9990" y="12818"/>
                  </a:lnTo>
                  <a:lnTo>
                    <a:pt x="9454" y="12447"/>
                  </a:lnTo>
                  <a:lnTo>
                    <a:pt x="8938" y="12075"/>
                  </a:lnTo>
                  <a:lnTo>
                    <a:pt x="8484" y="11683"/>
                  </a:lnTo>
                  <a:lnTo>
                    <a:pt x="8236" y="11497"/>
                  </a:lnTo>
                  <a:lnTo>
                    <a:pt x="7988" y="11312"/>
                  </a:lnTo>
                  <a:lnTo>
                    <a:pt x="7472" y="10961"/>
                  </a:lnTo>
                  <a:lnTo>
                    <a:pt x="6915" y="10610"/>
                  </a:lnTo>
                  <a:lnTo>
                    <a:pt x="6316" y="10300"/>
                  </a:lnTo>
                  <a:lnTo>
                    <a:pt x="5718" y="10032"/>
                  </a:lnTo>
                  <a:lnTo>
                    <a:pt x="5099" y="9763"/>
                  </a:lnTo>
                  <a:lnTo>
                    <a:pt x="4500" y="9536"/>
                  </a:lnTo>
                  <a:lnTo>
                    <a:pt x="3881" y="9309"/>
                  </a:lnTo>
                  <a:lnTo>
                    <a:pt x="3303" y="9124"/>
                  </a:lnTo>
                  <a:lnTo>
                    <a:pt x="2745" y="8958"/>
                  </a:lnTo>
                  <a:lnTo>
                    <a:pt x="1734" y="8690"/>
                  </a:lnTo>
                  <a:lnTo>
                    <a:pt x="929" y="8504"/>
                  </a:lnTo>
                  <a:lnTo>
                    <a:pt x="413" y="8381"/>
                  </a:lnTo>
                  <a:lnTo>
                    <a:pt x="2869" y="413"/>
                  </a:lnTo>
                  <a:lnTo>
                    <a:pt x="3158" y="372"/>
                  </a:lnTo>
                  <a:lnTo>
                    <a:pt x="3447" y="330"/>
                  </a:lnTo>
                  <a:lnTo>
                    <a:pt x="3757" y="310"/>
                  </a:lnTo>
                  <a:close/>
                  <a:moveTo>
                    <a:pt x="4046" y="0"/>
                  </a:moveTo>
                  <a:lnTo>
                    <a:pt x="3716" y="21"/>
                  </a:lnTo>
                  <a:lnTo>
                    <a:pt x="3385" y="41"/>
                  </a:lnTo>
                  <a:lnTo>
                    <a:pt x="3055" y="83"/>
                  </a:lnTo>
                  <a:lnTo>
                    <a:pt x="2725" y="145"/>
                  </a:lnTo>
                  <a:lnTo>
                    <a:pt x="2622" y="145"/>
                  </a:lnTo>
                  <a:lnTo>
                    <a:pt x="0" y="8628"/>
                  </a:lnTo>
                  <a:lnTo>
                    <a:pt x="186" y="8649"/>
                  </a:lnTo>
                  <a:lnTo>
                    <a:pt x="434" y="8711"/>
                  </a:lnTo>
                  <a:lnTo>
                    <a:pt x="1094" y="8855"/>
                  </a:lnTo>
                  <a:lnTo>
                    <a:pt x="2085" y="9103"/>
                  </a:lnTo>
                  <a:lnTo>
                    <a:pt x="2642" y="9268"/>
                  </a:lnTo>
                  <a:lnTo>
                    <a:pt x="3261" y="9454"/>
                  </a:lnTo>
                  <a:lnTo>
                    <a:pt x="3922" y="9660"/>
                  </a:lnTo>
                  <a:lnTo>
                    <a:pt x="4582" y="9908"/>
                  </a:lnTo>
                  <a:lnTo>
                    <a:pt x="5243" y="10176"/>
                  </a:lnTo>
                  <a:lnTo>
                    <a:pt x="5904" y="10465"/>
                  </a:lnTo>
                  <a:lnTo>
                    <a:pt x="6564" y="10796"/>
                  </a:lnTo>
                  <a:lnTo>
                    <a:pt x="7183" y="11146"/>
                  </a:lnTo>
                  <a:lnTo>
                    <a:pt x="7472" y="11332"/>
                  </a:lnTo>
                  <a:lnTo>
                    <a:pt x="7761" y="11518"/>
                  </a:lnTo>
                  <a:lnTo>
                    <a:pt x="8030" y="11724"/>
                  </a:lnTo>
                  <a:lnTo>
                    <a:pt x="8277" y="11931"/>
                  </a:lnTo>
                  <a:lnTo>
                    <a:pt x="8752" y="12323"/>
                  </a:lnTo>
                  <a:lnTo>
                    <a:pt x="9268" y="12695"/>
                  </a:lnTo>
                  <a:lnTo>
                    <a:pt x="9805" y="13087"/>
                  </a:lnTo>
                  <a:lnTo>
                    <a:pt x="10403" y="13458"/>
                  </a:lnTo>
                  <a:lnTo>
                    <a:pt x="11043" y="13809"/>
                  </a:lnTo>
                  <a:lnTo>
                    <a:pt x="11704" y="14160"/>
                  </a:lnTo>
                  <a:lnTo>
                    <a:pt x="12385" y="14490"/>
                  </a:lnTo>
                  <a:lnTo>
                    <a:pt x="13107" y="14800"/>
                  </a:lnTo>
                  <a:lnTo>
                    <a:pt x="13871" y="15089"/>
                  </a:lnTo>
                  <a:lnTo>
                    <a:pt x="14655" y="15337"/>
                  </a:lnTo>
                  <a:lnTo>
                    <a:pt x="15460" y="15564"/>
                  </a:lnTo>
                  <a:lnTo>
                    <a:pt x="16286" y="15749"/>
                  </a:lnTo>
                  <a:lnTo>
                    <a:pt x="17153" y="15915"/>
                  </a:lnTo>
                  <a:lnTo>
                    <a:pt x="18020" y="16018"/>
                  </a:lnTo>
                  <a:lnTo>
                    <a:pt x="18907" y="16100"/>
                  </a:lnTo>
                  <a:lnTo>
                    <a:pt x="19816" y="16121"/>
                  </a:lnTo>
                  <a:lnTo>
                    <a:pt x="20456" y="16100"/>
                  </a:lnTo>
                  <a:lnTo>
                    <a:pt x="21095" y="16080"/>
                  </a:lnTo>
                  <a:lnTo>
                    <a:pt x="21735" y="16018"/>
                  </a:lnTo>
                  <a:lnTo>
                    <a:pt x="22375" y="15915"/>
                  </a:lnTo>
                  <a:lnTo>
                    <a:pt x="22478" y="15894"/>
                  </a:lnTo>
                  <a:lnTo>
                    <a:pt x="25162" y="6709"/>
                  </a:lnTo>
                  <a:lnTo>
                    <a:pt x="24873" y="6605"/>
                  </a:lnTo>
                  <a:lnTo>
                    <a:pt x="24749" y="6688"/>
                  </a:lnTo>
                  <a:lnTo>
                    <a:pt x="24522" y="6812"/>
                  </a:lnTo>
                  <a:lnTo>
                    <a:pt x="24171" y="6956"/>
                  </a:lnTo>
                  <a:lnTo>
                    <a:pt x="23738" y="7101"/>
                  </a:lnTo>
                  <a:lnTo>
                    <a:pt x="23222" y="7225"/>
                  </a:lnTo>
                  <a:lnTo>
                    <a:pt x="22623" y="7348"/>
                  </a:lnTo>
                  <a:lnTo>
                    <a:pt x="22313" y="7390"/>
                  </a:lnTo>
                  <a:lnTo>
                    <a:pt x="21983" y="7410"/>
                  </a:lnTo>
                  <a:lnTo>
                    <a:pt x="21632" y="7431"/>
                  </a:lnTo>
                  <a:lnTo>
                    <a:pt x="21261" y="7452"/>
                  </a:lnTo>
                  <a:lnTo>
                    <a:pt x="20806" y="7431"/>
                  </a:lnTo>
                  <a:lnTo>
                    <a:pt x="20332" y="7390"/>
                  </a:lnTo>
                  <a:lnTo>
                    <a:pt x="19836" y="7328"/>
                  </a:lnTo>
                  <a:lnTo>
                    <a:pt x="19341" y="7204"/>
                  </a:lnTo>
                  <a:lnTo>
                    <a:pt x="18846" y="7059"/>
                  </a:lnTo>
                  <a:lnTo>
                    <a:pt x="18350" y="6874"/>
                  </a:lnTo>
                  <a:lnTo>
                    <a:pt x="17855" y="6626"/>
                  </a:lnTo>
                  <a:lnTo>
                    <a:pt x="17359" y="6358"/>
                  </a:lnTo>
                  <a:lnTo>
                    <a:pt x="16575" y="5821"/>
                  </a:lnTo>
                  <a:lnTo>
                    <a:pt x="15687" y="5243"/>
                  </a:lnTo>
                  <a:lnTo>
                    <a:pt x="14449" y="4397"/>
                  </a:lnTo>
                  <a:lnTo>
                    <a:pt x="13087" y="3530"/>
                  </a:lnTo>
                  <a:lnTo>
                    <a:pt x="12385" y="3076"/>
                  </a:lnTo>
                  <a:lnTo>
                    <a:pt x="11662" y="2642"/>
                  </a:lnTo>
                  <a:lnTo>
                    <a:pt x="10919" y="2229"/>
                  </a:lnTo>
                  <a:lnTo>
                    <a:pt x="10156" y="1817"/>
                  </a:lnTo>
                  <a:lnTo>
                    <a:pt x="9392" y="1445"/>
                  </a:lnTo>
                  <a:lnTo>
                    <a:pt x="8628" y="1094"/>
                  </a:lnTo>
                  <a:lnTo>
                    <a:pt x="7844" y="785"/>
                  </a:lnTo>
                  <a:lnTo>
                    <a:pt x="7080" y="516"/>
                  </a:lnTo>
                  <a:lnTo>
                    <a:pt x="6316" y="310"/>
                  </a:lnTo>
                  <a:lnTo>
                    <a:pt x="5924" y="207"/>
                  </a:lnTo>
                  <a:lnTo>
                    <a:pt x="5553" y="145"/>
                  </a:lnTo>
                  <a:lnTo>
                    <a:pt x="5160" y="83"/>
                  </a:lnTo>
                  <a:lnTo>
                    <a:pt x="4789" y="41"/>
                  </a:lnTo>
                  <a:lnTo>
                    <a:pt x="4417" y="21"/>
                  </a:lnTo>
                  <a:lnTo>
                    <a:pt x="4046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9" name="Google Shape;159;p27">
              <a:extLst>
                <a:ext uri="{FF2B5EF4-FFF2-40B4-BE49-F238E27FC236}">
                  <a16:creationId xmlns:a16="http://schemas.microsoft.com/office/drawing/2014/main" id="{CD06A042-26C0-4E14-16CD-2BBD47C08087}"/>
                </a:ext>
              </a:extLst>
            </p:cNvPr>
            <p:cNvSpPr/>
            <p:nvPr/>
          </p:nvSpPr>
          <p:spPr>
            <a:xfrm>
              <a:off x="4159325" y="1310950"/>
              <a:ext cx="654350" cy="633175"/>
            </a:xfrm>
            <a:custGeom>
              <a:avLst/>
              <a:gdLst/>
              <a:ahLst/>
              <a:cxnLst/>
              <a:rect l="l" t="t" r="r" b="b"/>
              <a:pathLst>
                <a:path w="26174" h="25327" extrusionOk="0">
                  <a:moveTo>
                    <a:pt x="17731" y="0"/>
                  </a:moveTo>
                  <a:lnTo>
                    <a:pt x="17690" y="269"/>
                  </a:lnTo>
                  <a:lnTo>
                    <a:pt x="17649" y="557"/>
                  </a:lnTo>
                  <a:lnTo>
                    <a:pt x="17546" y="970"/>
                  </a:lnTo>
                  <a:lnTo>
                    <a:pt x="17422" y="1445"/>
                  </a:lnTo>
                  <a:lnTo>
                    <a:pt x="17236" y="2002"/>
                  </a:lnTo>
                  <a:lnTo>
                    <a:pt x="16988" y="2622"/>
                  </a:lnTo>
                  <a:lnTo>
                    <a:pt x="16844" y="2952"/>
                  </a:lnTo>
                  <a:lnTo>
                    <a:pt x="16679" y="3282"/>
                  </a:lnTo>
                  <a:lnTo>
                    <a:pt x="16493" y="3633"/>
                  </a:lnTo>
                  <a:lnTo>
                    <a:pt x="16287" y="3984"/>
                  </a:lnTo>
                  <a:lnTo>
                    <a:pt x="16080" y="4335"/>
                  </a:lnTo>
                  <a:lnTo>
                    <a:pt x="15832" y="4706"/>
                  </a:lnTo>
                  <a:lnTo>
                    <a:pt x="15543" y="5057"/>
                  </a:lnTo>
                  <a:lnTo>
                    <a:pt x="15255" y="5408"/>
                  </a:lnTo>
                  <a:lnTo>
                    <a:pt x="14924" y="5780"/>
                  </a:lnTo>
                  <a:lnTo>
                    <a:pt x="14573" y="6131"/>
                  </a:lnTo>
                  <a:lnTo>
                    <a:pt x="14202" y="6482"/>
                  </a:lnTo>
                  <a:lnTo>
                    <a:pt x="13810" y="6812"/>
                  </a:lnTo>
                  <a:lnTo>
                    <a:pt x="13376" y="7142"/>
                  </a:lnTo>
                  <a:lnTo>
                    <a:pt x="12901" y="7472"/>
                  </a:lnTo>
                  <a:lnTo>
                    <a:pt x="12406" y="7782"/>
                  </a:lnTo>
                  <a:lnTo>
                    <a:pt x="11869" y="8071"/>
                  </a:lnTo>
                  <a:lnTo>
                    <a:pt x="11312" y="8360"/>
                  </a:lnTo>
                  <a:lnTo>
                    <a:pt x="10713" y="8628"/>
                  </a:lnTo>
                  <a:lnTo>
                    <a:pt x="9908" y="8979"/>
                  </a:lnTo>
                  <a:lnTo>
                    <a:pt x="9041" y="9371"/>
                  </a:lnTo>
                  <a:lnTo>
                    <a:pt x="8133" y="9825"/>
                  </a:lnTo>
                  <a:lnTo>
                    <a:pt x="7204" y="10341"/>
                  </a:lnTo>
                  <a:lnTo>
                    <a:pt x="6276" y="10878"/>
                  </a:lnTo>
                  <a:lnTo>
                    <a:pt x="5326" y="11456"/>
                  </a:lnTo>
                  <a:lnTo>
                    <a:pt x="4418" y="12075"/>
                  </a:lnTo>
                  <a:lnTo>
                    <a:pt x="3551" y="12695"/>
                  </a:lnTo>
                  <a:lnTo>
                    <a:pt x="3138" y="13025"/>
                  </a:lnTo>
                  <a:lnTo>
                    <a:pt x="2725" y="13355"/>
                  </a:lnTo>
                  <a:lnTo>
                    <a:pt x="2354" y="13685"/>
                  </a:lnTo>
                  <a:lnTo>
                    <a:pt x="1982" y="14016"/>
                  </a:lnTo>
                  <a:lnTo>
                    <a:pt x="1652" y="14346"/>
                  </a:lnTo>
                  <a:lnTo>
                    <a:pt x="1342" y="14676"/>
                  </a:lnTo>
                  <a:lnTo>
                    <a:pt x="1053" y="15027"/>
                  </a:lnTo>
                  <a:lnTo>
                    <a:pt x="806" y="15357"/>
                  </a:lnTo>
                  <a:lnTo>
                    <a:pt x="579" y="15688"/>
                  </a:lnTo>
                  <a:lnTo>
                    <a:pt x="372" y="16018"/>
                  </a:lnTo>
                  <a:lnTo>
                    <a:pt x="228" y="16348"/>
                  </a:lnTo>
                  <a:lnTo>
                    <a:pt x="104" y="16678"/>
                  </a:lnTo>
                  <a:lnTo>
                    <a:pt x="21" y="17009"/>
                  </a:lnTo>
                  <a:lnTo>
                    <a:pt x="1" y="17339"/>
                  </a:lnTo>
                  <a:lnTo>
                    <a:pt x="1" y="17648"/>
                  </a:lnTo>
                  <a:lnTo>
                    <a:pt x="42" y="17958"/>
                  </a:lnTo>
                  <a:lnTo>
                    <a:pt x="6441" y="25327"/>
                  </a:lnTo>
                  <a:lnTo>
                    <a:pt x="6606" y="25141"/>
                  </a:lnTo>
                  <a:lnTo>
                    <a:pt x="7142" y="24605"/>
                  </a:lnTo>
                  <a:lnTo>
                    <a:pt x="7514" y="24254"/>
                  </a:lnTo>
                  <a:lnTo>
                    <a:pt x="7968" y="23841"/>
                  </a:lnTo>
                  <a:lnTo>
                    <a:pt x="8505" y="23387"/>
                  </a:lnTo>
                  <a:lnTo>
                    <a:pt x="9103" y="22891"/>
                  </a:lnTo>
                  <a:lnTo>
                    <a:pt x="9764" y="22375"/>
                  </a:lnTo>
                  <a:lnTo>
                    <a:pt x="10507" y="21859"/>
                  </a:lnTo>
                  <a:lnTo>
                    <a:pt x="11291" y="21323"/>
                  </a:lnTo>
                  <a:lnTo>
                    <a:pt x="12117" y="20786"/>
                  </a:lnTo>
                  <a:lnTo>
                    <a:pt x="13025" y="20291"/>
                  </a:lnTo>
                  <a:lnTo>
                    <a:pt x="13479" y="20043"/>
                  </a:lnTo>
                  <a:lnTo>
                    <a:pt x="13975" y="19795"/>
                  </a:lnTo>
                  <a:lnTo>
                    <a:pt x="14449" y="19568"/>
                  </a:lnTo>
                  <a:lnTo>
                    <a:pt x="14945" y="19341"/>
                  </a:lnTo>
                  <a:lnTo>
                    <a:pt x="15461" y="19135"/>
                  </a:lnTo>
                  <a:lnTo>
                    <a:pt x="15977" y="18949"/>
                  </a:lnTo>
                  <a:lnTo>
                    <a:pt x="16493" y="18742"/>
                  </a:lnTo>
                  <a:lnTo>
                    <a:pt x="17009" y="18495"/>
                  </a:lnTo>
                  <a:lnTo>
                    <a:pt x="17504" y="18247"/>
                  </a:lnTo>
                  <a:lnTo>
                    <a:pt x="18000" y="17937"/>
                  </a:lnTo>
                  <a:lnTo>
                    <a:pt x="18495" y="17628"/>
                  </a:lnTo>
                  <a:lnTo>
                    <a:pt x="18970" y="17298"/>
                  </a:lnTo>
                  <a:lnTo>
                    <a:pt x="19445" y="16926"/>
                  </a:lnTo>
                  <a:lnTo>
                    <a:pt x="19899" y="16554"/>
                  </a:lnTo>
                  <a:lnTo>
                    <a:pt x="20353" y="16162"/>
                  </a:lnTo>
                  <a:lnTo>
                    <a:pt x="20786" y="15770"/>
                  </a:lnTo>
                  <a:lnTo>
                    <a:pt x="21220" y="15357"/>
                  </a:lnTo>
                  <a:lnTo>
                    <a:pt x="21633" y="14944"/>
                  </a:lnTo>
                  <a:lnTo>
                    <a:pt x="22417" y="14098"/>
                  </a:lnTo>
                  <a:lnTo>
                    <a:pt x="23139" y="13252"/>
                  </a:lnTo>
                  <a:lnTo>
                    <a:pt x="23821" y="12426"/>
                  </a:lnTo>
                  <a:lnTo>
                    <a:pt x="24399" y="11662"/>
                  </a:lnTo>
                  <a:lnTo>
                    <a:pt x="24915" y="10940"/>
                  </a:lnTo>
                  <a:lnTo>
                    <a:pt x="25348" y="10321"/>
                  </a:lnTo>
                  <a:lnTo>
                    <a:pt x="25967" y="9392"/>
                  </a:lnTo>
                  <a:lnTo>
                    <a:pt x="26174" y="9062"/>
                  </a:lnTo>
                  <a:lnTo>
                    <a:pt x="177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0" name="Google Shape;160;p27">
              <a:extLst>
                <a:ext uri="{FF2B5EF4-FFF2-40B4-BE49-F238E27FC236}">
                  <a16:creationId xmlns:a16="http://schemas.microsoft.com/office/drawing/2014/main" id="{42F29ECE-E3E7-65ED-F69C-65E19DF8E711}"/>
                </a:ext>
              </a:extLst>
            </p:cNvPr>
            <p:cNvSpPr/>
            <p:nvPr/>
          </p:nvSpPr>
          <p:spPr>
            <a:xfrm>
              <a:off x="4380700" y="1532325"/>
              <a:ext cx="244125" cy="229125"/>
            </a:xfrm>
            <a:custGeom>
              <a:avLst/>
              <a:gdLst/>
              <a:ahLst/>
              <a:cxnLst/>
              <a:rect l="l" t="t" r="r" b="b"/>
              <a:pathLst>
                <a:path w="9765" h="9165" extrusionOk="0">
                  <a:moveTo>
                    <a:pt x="5388" y="0"/>
                  </a:moveTo>
                  <a:lnTo>
                    <a:pt x="5037" y="21"/>
                  </a:lnTo>
                  <a:lnTo>
                    <a:pt x="4707" y="62"/>
                  </a:lnTo>
                  <a:lnTo>
                    <a:pt x="4356" y="124"/>
                  </a:lnTo>
                  <a:lnTo>
                    <a:pt x="4026" y="227"/>
                  </a:lnTo>
                  <a:lnTo>
                    <a:pt x="3592" y="392"/>
                  </a:lnTo>
                  <a:lnTo>
                    <a:pt x="3159" y="599"/>
                  </a:lnTo>
                  <a:lnTo>
                    <a:pt x="2746" y="847"/>
                  </a:lnTo>
                  <a:lnTo>
                    <a:pt x="2333" y="1136"/>
                  </a:lnTo>
                  <a:lnTo>
                    <a:pt x="1962" y="1445"/>
                  </a:lnTo>
                  <a:lnTo>
                    <a:pt x="1590" y="1796"/>
                  </a:lnTo>
                  <a:lnTo>
                    <a:pt x="1239" y="2168"/>
                  </a:lnTo>
                  <a:lnTo>
                    <a:pt x="930" y="2580"/>
                  </a:lnTo>
                  <a:lnTo>
                    <a:pt x="661" y="2993"/>
                  </a:lnTo>
                  <a:lnTo>
                    <a:pt x="434" y="3427"/>
                  </a:lnTo>
                  <a:lnTo>
                    <a:pt x="248" y="3860"/>
                  </a:lnTo>
                  <a:lnTo>
                    <a:pt x="166" y="4087"/>
                  </a:lnTo>
                  <a:lnTo>
                    <a:pt x="104" y="4314"/>
                  </a:lnTo>
                  <a:lnTo>
                    <a:pt x="63" y="4541"/>
                  </a:lnTo>
                  <a:lnTo>
                    <a:pt x="21" y="4768"/>
                  </a:lnTo>
                  <a:lnTo>
                    <a:pt x="1" y="4995"/>
                  </a:lnTo>
                  <a:lnTo>
                    <a:pt x="1" y="5223"/>
                  </a:lnTo>
                  <a:lnTo>
                    <a:pt x="1" y="5429"/>
                  </a:lnTo>
                  <a:lnTo>
                    <a:pt x="42" y="5656"/>
                  </a:lnTo>
                  <a:lnTo>
                    <a:pt x="83" y="5883"/>
                  </a:lnTo>
                  <a:lnTo>
                    <a:pt x="145" y="6089"/>
                  </a:lnTo>
                  <a:lnTo>
                    <a:pt x="248" y="6420"/>
                  </a:lnTo>
                  <a:lnTo>
                    <a:pt x="393" y="6729"/>
                  </a:lnTo>
                  <a:lnTo>
                    <a:pt x="579" y="7018"/>
                  </a:lnTo>
                  <a:lnTo>
                    <a:pt x="764" y="7287"/>
                  </a:lnTo>
                  <a:lnTo>
                    <a:pt x="991" y="7555"/>
                  </a:lnTo>
                  <a:lnTo>
                    <a:pt x="1219" y="7823"/>
                  </a:lnTo>
                  <a:lnTo>
                    <a:pt x="1487" y="8050"/>
                  </a:lnTo>
                  <a:lnTo>
                    <a:pt x="1776" y="8257"/>
                  </a:lnTo>
                  <a:lnTo>
                    <a:pt x="2065" y="8463"/>
                  </a:lnTo>
                  <a:lnTo>
                    <a:pt x="2374" y="8649"/>
                  </a:lnTo>
                  <a:lnTo>
                    <a:pt x="2705" y="8793"/>
                  </a:lnTo>
                  <a:lnTo>
                    <a:pt x="3056" y="8917"/>
                  </a:lnTo>
                  <a:lnTo>
                    <a:pt x="3407" y="9020"/>
                  </a:lnTo>
                  <a:lnTo>
                    <a:pt x="3757" y="9103"/>
                  </a:lnTo>
                  <a:lnTo>
                    <a:pt x="4129" y="9144"/>
                  </a:lnTo>
                  <a:lnTo>
                    <a:pt x="4501" y="9165"/>
                  </a:lnTo>
                  <a:lnTo>
                    <a:pt x="4789" y="9144"/>
                  </a:lnTo>
                  <a:lnTo>
                    <a:pt x="5058" y="9124"/>
                  </a:lnTo>
                  <a:lnTo>
                    <a:pt x="5326" y="9082"/>
                  </a:lnTo>
                  <a:lnTo>
                    <a:pt x="5615" y="9020"/>
                  </a:lnTo>
                  <a:lnTo>
                    <a:pt x="5883" y="8938"/>
                  </a:lnTo>
                  <a:lnTo>
                    <a:pt x="6172" y="8855"/>
                  </a:lnTo>
                  <a:lnTo>
                    <a:pt x="6441" y="8732"/>
                  </a:lnTo>
                  <a:lnTo>
                    <a:pt x="6730" y="8587"/>
                  </a:lnTo>
                  <a:lnTo>
                    <a:pt x="7122" y="8360"/>
                  </a:lnTo>
                  <a:lnTo>
                    <a:pt x="7493" y="8133"/>
                  </a:lnTo>
                  <a:lnTo>
                    <a:pt x="7844" y="7865"/>
                  </a:lnTo>
                  <a:lnTo>
                    <a:pt x="8175" y="7576"/>
                  </a:lnTo>
                  <a:lnTo>
                    <a:pt x="8484" y="7266"/>
                  </a:lnTo>
                  <a:lnTo>
                    <a:pt x="8773" y="6956"/>
                  </a:lnTo>
                  <a:lnTo>
                    <a:pt x="9021" y="6626"/>
                  </a:lnTo>
                  <a:lnTo>
                    <a:pt x="9227" y="6275"/>
                  </a:lnTo>
                  <a:lnTo>
                    <a:pt x="9413" y="5904"/>
                  </a:lnTo>
                  <a:lnTo>
                    <a:pt x="9558" y="5532"/>
                  </a:lnTo>
                  <a:lnTo>
                    <a:pt x="9661" y="5140"/>
                  </a:lnTo>
                  <a:lnTo>
                    <a:pt x="9743" y="4748"/>
                  </a:lnTo>
                  <a:lnTo>
                    <a:pt x="9764" y="4335"/>
                  </a:lnTo>
                  <a:lnTo>
                    <a:pt x="9743" y="3922"/>
                  </a:lnTo>
                  <a:lnTo>
                    <a:pt x="9681" y="3489"/>
                  </a:lnTo>
                  <a:lnTo>
                    <a:pt x="9558" y="3055"/>
                  </a:lnTo>
                  <a:lnTo>
                    <a:pt x="9434" y="2725"/>
                  </a:lnTo>
                  <a:lnTo>
                    <a:pt x="9289" y="2395"/>
                  </a:lnTo>
                  <a:lnTo>
                    <a:pt x="9104" y="2085"/>
                  </a:lnTo>
                  <a:lnTo>
                    <a:pt x="8918" y="1796"/>
                  </a:lnTo>
                  <a:lnTo>
                    <a:pt x="8691" y="1528"/>
                  </a:lnTo>
                  <a:lnTo>
                    <a:pt x="8464" y="1280"/>
                  </a:lnTo>
                  <a:lnTo>
                    <a:pt x="8216" y="1053"/>
                  </a:lnTo>
                  <a:lnTo>
                    <a:pt x="7948" y="826"/>
                  </a:lnTo>
                  <a:lnTo>
                    <a:pt x="7659" y="640"/>
                  </a:lnTo>
                  <a:lnTo>
                    <a:pt x="7370" y="475"/>
                  </a:lnTo>
                  <a:lnTo>
                    <a:pt x="7060" y="351"/>
                  </a:lnTo>
                  <a:lnTo>
                    <a:pt x="6730" y="227"/>
                  </a:lnTo>
                  <a:lnTo>
                    <a:pt x="6400" y="124"/>
                  </a:lnTo>
                  <a:lnTo>
                    <a:pt x="6069" y="62"/>
                  </a:lnTo>
                  <a:lnTo>
                    <a:pt x="5718" y="21"/>
                  </a:lnTo>
                  <a:lnTo>
                    <a:pt x="5388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1" name="Google Shape;161;p27">
              <a:extLst>
                <a:ext uri="{FF2B5EF4-FFF2-40B4-BE49-F238E27FC236}">
                  <a16:creationId xmlns:a16="http://schemas.microsoft.com/office/drawing/2014/main" id="{C2B9A786-4D9A-4298-CFE8-3C0531A8C2FC}"/>
                </a:ext>
              </a:extLst>
            </p:cNvPr>
            <p:cNvSpPr/>
            <p:nvPr/>
          </p:nvSpPr>
          <p:spPr>
            <a:xfrm>
              <a:off x="4380700" y="1532325"/>
              <a:ext cx="244125" cy="229125"/>
            </a:xfrm>
            <a:custGeom>
              <a:avLst/>
              <a:gdLst/>
              <a:ahLst/>
              <a:cxnLst/>
              <a:rect l="l" t="t" r="r" b="b"/>
              <a:pathLst>
                <a:path w="9765" h="9165" fill="none" extrusionOk="0">
                  <a:moveTo>
                    <a:pt x="5388" y="0"/>
                  </a:moveTo>
                  <a:lnTo>
                    <a:pt x="5388" y="0"/>
                  </a:lnTo>
                  <a:lnTo>
                    <a:pt x="5037" y="21"/>
                  </a:lnTo>
                  <a:lnTo>
                    <a:pt x="4707" y="62"/>
                  </a:lnTo>
                  <a:lnTo>
                    <a:pt x="4356" y="124"/>
                  </a:lnTo>
                  <a:lnTo>
                    <a:pt x="4026" y="227"/>
                  </a:lnTo>
                  <a:lnTo>
                    <a:pt x="4026" y="227"/>
                  </a:lnTo>
                  <a:lnTo>
                    <a:pt x="3592" y="392"/>
                  </a:lnTo>
                  <a:lnTo>
                    <a:pt x="3159" y="599"/>
                  </a:lnTo>
                  <a:lnTo>
                    <a:pt x="2746" y="847"/>
                  </a:lnTo>
                  <a:lnTo>
                    <a:pt x="2333" y="1136"/>
                  </a:lnTo>
                  <a:lnTo>
                    <a:pt x="1962" y="1445"/>
                  </a:lnTo>
                  <a:lnTo>
                    <a:pt x="1590" y="1796"/>
                  </a:lnTo>
                  <a:lnTo>
                    <a:pt x="1239" y="2168"/>
                  </a:lnTo>
                  <a:lnTo>
                    <a:pt x="930" y="2580"/>
                  </a:lnTo>
                  <a:lnTo>
                    <a:pt x="661" y="2993"/>
                  </a:lnTo>
                  <a:lnTo>
                    <a:pt x="434" y="3427"/>
                  </a:lnTo>
                  <a:lnTo>
                    <a:pt x="248" y="3860"/>
                  </a:lnTo>
                  <a:lnTo>
                    <a:pt x="166" y="4087"/>
                  </a:lnTo>
                  <a:lnTo>
                    <a:pt x="104" y="4314"/>
                  </a:lnTo>
                  <a:lnTo>
                    <a:pt x="63" y="4541"/>
                  </a:lnTo>
                  <a:lnTo>
                    <a:pt x="21" y="4768"/>
                  </a:lnTo>
                  <a:lnTo>
                    <a:pt x="1" y="4995"/>
                  </a:lnTo>
                  <a:lnTo>
                    <a:pt x="1" y="5223"/>
                  </a:lnTo>
                  <a:lnTo>
                    <a:pt x="1" y="5429"/>
                  </a:lnTo>
                  <a:lnTo>
                    <a:pt x="42" y="5656"/>
                  </a:lnTo>
                  <a:lnTo>
                    <a:pt x="83" y="5883"/>
                  </a:lnTo>
                  <a:lnTo>
                    <a:pt x="145" y="6089"/>
                  </a:lnTo>
                  <a:lnTo>
                    <a:pt x="145" y="6089"/>
                  </a:lnTo>
                  <a:lnTo>
                    <a:pt x="248" y="6420"/>
                  </a:lnTo>
                  <a:lnTo>
                    <a:pt x="393" y="6729"/>
                  </a:lnTo>
                  <a:lnTo>
                    <a:pt x="579" y="7018"/>
                  </a:lnTo>
                  <a:lnTo>
                    <a:pt x="764" y="7287"/>
                  </a:lnTo>
                  <a:lnTo>
                    <a:pt x="991" y="7555"/>
                  </a:lnTo>
                  <a:lnTo>
                    <a:pt x="1219" y="7823"/>
                  </a:lnTo>
                  <a:lnTo>
                    <a:pt x="1487" y="8050"/>
                  </a:lnTo>
                  <a:lnTo>
                    <a:pt x="1776" y="8257"/>
                  </a:lnTo>
                  <a:lnTo>
                    <a:pt x="2065" y="8463"/>
                  </a:lnTo>
                  <a:lnTo>
                    <a:pt x="2374" y="8649"/>
                  </a:lnTo>
                  <a:lnTo>
                    <a:pt x="2705" y="8793"/>
                  </a:lnTo>
                  <a:lnTo>
                    <a:pt x="3056" y="8917"/>
                  </a:lnTo>
                  <a:lnTo>
                    <a:pt x="3407" y="9020"/>
                  </a:lnTo>
                  <a:lnTo>
                    <a:pt x="3757" y="9103"/>
                  </a:lnTo>
                  <a:lnTo>
                    <a:pt x="4129" y="9144"/>
                  </a:lnTo>
                  <a:lnTo>
                    <a:pt x="4501" y="9165"/>
                  </a:lnTo>
                  <a:lnTo>
                    <a:pt x="4501" y="9165"/>
                  </a:lnTo>
                  <a:lnTo>
                    <a:pt x="4789" y="9144"/>
                  </a:lnTo>
                  <a:lnTo>
                    <a:pt x="5058" y="9124"/>
                  </a:lnTo>
                  <a:lnTo>
                    <a:pt x="5326" y="9082"/>
                  </a:lnTo>
                  <a:lnTo>
                    <a:pt x="5615" y="9020"/>
                  </a:lnTo>
                  <a:lnTo>
                    <a:pt x="5883" y="8938"/>
                  </a:lnTo>
                  <a:lnTo>
                    <a:pt x="6172" y="8855"/>
                  </a:lnTo>
                  <a:lnTo>
                    <a:pt x="6441" y="8732"/>
                  </a:lnTo>
                  <a:lnTo>
                    <a:pt x="6730" y="8587"/>
                  </a:lnTo>
                  <a:lnTo>
                    <a:pt x="6730" y="8587"/>
                  </a:lnTo>
                  <a:lnTo>
                    <a:pt x="7122" y="8360"/>
                  </a:lnTo>
                  <a:lnTo>
                    <a:pt x="7493" y="8133"/>
                  </a:lnTo>
                  <a:lnTo>
                    <a:pt x="7844" y="7865"/>
                  </a:lnTo>
                  <a:lnTo>
                    <a:pt x="8175" y="7576"/>
                  </a:lnTo>
                  <a:lnTo>
                    <a:pt x="8484" y="7266"/>
                  </a:lnTo>
                  <a:lnTo>
                    <a:pt x="8773" y="6956"/>
                  </a:lnTo>
                  <a:lnTo>
                    <a:pt x="9021" y="6626"/>
                  </a:lnTo>
                  <a:lnTo>
                    <a:pt x="9227" y="6275"/>
                  </a:lnTo>
                  <a:lnTo>
                    <a:pt x="9413" y="5904"/>
                  </a:lnTo>
                  <a:lnTo>
                    <a:pt x="9558" y="5532"/>
                  </a:lnTo>
                  <a:lnTo>
                    <a:pt x="9661" y="5140"/>
                  </a:lnTo>
                  <a:lnTo>
                    <a:pt x="9743" y="4748"/>
                  </a:lnTo>
                  <a:lnTo>
                    <a:pt x="9764" y="4335"/>
                  </a:lnTo>
                  <a:lnTo>
                    <a:pt x="9743" y="3922"/>
                  </a:lnTo>
                  <a:lnTo>
                    <a:pt x="9681" y="3489"/>
                  </a:lnTo>
                  <a:lnTo>
                    <a:pt x="9558" y="3055"/>
                  </a:lnTo>
                  <a:lnTo>
                    <a:pt x="9558" y="3055"/>
                  </a:lnTo>
                  <a:lnTo>
                    <a:pt x="9434" y="2725"/>
                  </a:lnTo>
                  <a:lnTo>
                    <a:pt x="9289" y="2395"/>
                  </a:lnTo>
                  <a:lnTo>
                    <a:pt x="9104" y="2085"/>
                  </a:lnTo>
                  <a:lnTo>
                    <a:pt x="8918" y="1796"/>
                  </a:lnTo>
                  <a:lnTo>
                    <a:pt x="8691" y="1528"/>
                  </a:lnTo>
                  <a:lnTo>
                    <a:pt x="8464" y="1280"/>
                  </a:lnTo>
                  <a:lnTo>
                    <a:pt x="8216" y="1053"/>
                  </a:lnTo>
                  <a:lnTo>
                    <a:pt x="7948" y="826"/>
                  </a:lnTo>
                  <a:lnTo>
                    <a:pt x="7659" y="640"/>
                  </a:lnTo>
                  <a:lnTo>
                    <a:pt x="7370" y="475"/>
                  </a:lnTo>
                  <a:lnTo>
                    <a:pt x="7060" y="351"/>
                  </a:lnTo>
                  <a:lnTo>
                    <a:pt x="6730" y="227"/>
                  </a:lnTo>
                  <a:lnTo>
                    <a:pt x="6400" y="124"/>
                  </a:lnTo>
                  <a:lnTo>
                    <a:pt x="6069" y="62"/>
                  </a:lnTo>
                  <a:lnTo>
                    <a:pt x="5718" y="21"/>
                  </a:lnTo>
                  <a:lnTo>
                    <a:pt x="538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Google Shape;162;p27">
              <a:extLst>
                <a:ext uri="{FF2B5EF4-FFF2-40B4-BE49-F238E27FC236}">
                  <a16:creationId xmlns:a16="http://schemas.microsoft.com/office/drawing/2014/main" id="{2B016E20-9B5C-A160-0918-4D0E5E757E8E}"/>
                </a:ext>
              </a:extLst>
            </p:cNvPr>
            <p:cNvSpPr/>
            <p:nvPr/>
          </p:nvSpPr>
          <p:spPr>
            <a:xfrm>
              <a:off x="4442625" y="1577225"/>
              <a:ext cx="119750" cy="147600"/>
            </a:xfrm>
            <a:custGeom>
              <a:avLst/>
              <a:gdLst/>
              <a:ahLst/>
              <a:cxnLst/>
              <a:rect l="l" t="t" r="r" b="b"/>
              <a:pathLst>
                <a:path w="4790" h="5904" extrusionOk="0">
                  <a:moveTo>
                    <a:pt x="1301" y="1796"/>
                  </a:moveTo>
                  <a:lnTo>
                    <a:pt x="1796" y="2621"/>
                  </a:lnTo>
                  <a:lnTo>
                    <a:pt x="1590" y="2663"/>
                  </a:lnTo>
                  <a:lnTo>
                    <a:pt x="1404" y="2663"/>
                  </a:lnTo>
                  <a:lnTo>
                    <a:pt x="1322" y="2642"/>
                  </a:lnTo>
                  <a:lnTo>
                    <a:pt x="1239" y="2601"/>
                  </a:lnTo>
                  <a:lnTo>
                    <a:pt x="1177" y="2560"/>
                  </a:lnTo>
                  <a:lnTo>
                    <a:pt x="1115" y="2498"/>
                  </a:lnTo>
                  <a:lnTo>
                    <a:pt x="1095" y="2415"/>
                  </a:lnTo>
                  <a:lnTo>
                    <a:pt x="1074" y="2333"/>
                  </a:lnTo>
                  <a:lnTo>
                    <a:pt x="1053" y="2250"/>
                  </a:lnTo>
                  <a:lnTo>
                    <a:pt x="1074" y="2167"/>
                  </a:lnTo>
                  <a:lnTo>
                    <a:pt x="1095" y="2064"/>
                  </a:lnTo>
                  <a:lnTo>
                    <a:pt x="1136" y="1982"/>
                  </a:lnTo>
                  <a:lnTo>
                    <a:pt x="1198" y="1878"/>
                  </a:lnTo>
                  <a:lnTo>
                    <a:pt x="1301" y="1796"/>
                  </a:lnTo>
                  <a:close/>
                  <a:moveTo>
                    <a:pt x="3427" y="3261"/>
                  </a:moveTo>
                  <a:lnTo>
                    <a:pt x="3489" y="3282"/>
                  </a:lnTo>
                  <a:lnTo>
                    <a:pt x="3572" y="3323"/>
                  </a:lnTo>
                  <a:lnTo>
                    <a:pt x="3634" y="3365"/>
                  </a:lnTo>
                  <a:lnTo>
                    <a:pt x="3695" y="3427"/>
                  </a:lnTo>
                  <a:lnTo>
                    <a:pt x="3716" y="3509"/>
                  </a:lnTo>
                  <a:lnTo>
                    <a:pt x="3737" y="3592"/>
                  </a:lnTo>
                  <a:lnTo>
                    <a:pt x="3757" y="3654"/>
                  </a:lnTo>
                  <a:lnTo>
                    <a:pt x="3737" y="3736"/>
                  </a:lnTo>
                  <a:lnTo>
                    <a:pt x="3716" y="3839"/>
                  </a:lnTo>
                  <a:lnTo>
                    <a:pt x="3654" y="3922"/>
                  </a:lnTo>
                  <a:lnTo>
                    <a:pt x="3592" y="4004"/>
                  </a:lnTo>
                  <a:lnTo>
                    <a:pt x="3510" y="4108"/>
                  </a:lnTo>
                  <a:lnTo>
                    <a:pt x="3014" y="3282"/>
                  </a:lnTo>
                  <a:lnTo>
                    <a:pt x="3221" y="3261"/>
                  </a:lnTo>
                  <a:close/>
                  <a:moveTo>
                    <a:pt x="1012" y="0"/>
                  </a:moveTo>
                  <a:lnTo>
                    <a:pt x="413" y="351"/>
                  </a:lnTo>
                  <a:lnTo>
                    <a:pt x="826" y="1011"/>
                  </a:lnTo>
                  <a:lnTo>
                    <a:pt x="661" y="1135"/>
                  </a:lnTo>
                  <a:lnTo>
                    <a:pt x="537" y="1259"/>
                  </a:lnTo>
                  <a:lnTo>
                    <a:pt x="413" y="1404"/>
                  </a:lnTo>
                  <a:lnTo>
                    <a:pt x="310" y="1528"/>
                  </a:lnTo>
                  <a:lnTo>
                    <a:pt x="207" y="1672"/>
                  </a:lnTo>
                  <a:lnTo>
                    <a:pt x="145" y="1796"/>
                  </a:lnTo>
                  <a:lnTo>
                    <a:pt x="83" y="1940"/>
                  </a:lnTo>
                  <a:lnTo>
                    <a:pt x="42" y="2085"/>
                  </a:lnTo>
                  <a:lnTo>
                    <a:pt x="21" y="2209"/>
                  </a:lnTo>
                  <a:lnTo>
                    <a:pt x="1" y="2353"/>
                  </a:lnTo>
                  <a:lnTo>
                    <a:pt x="1" y="2477"/>
                  </a:lnTo>
                  <a:lnTo>
                    <a:pt x="21" y="2621"/>
                  </a:lnTo>
                  <a:lnTo>
                    <a:pt x="42" y="2745"/>
                  </a:lnTo>
                  <a:lnTo>
                    <a:pt x="83" y="2869"/>
                  </a:lnTo>
                  <a:lnTo>
                    <a:pt x="145" y="2993"/>
                  </a:lnTo>
                  <a:lnTo>
                    <a:pt x="207" y="3117"/>
                  </a:lnTo>
                  <a:lnTo>
                    <a:pt x="310" y="3261"/>
                  </a:lnTo>
                  <a:lnTo>
                    <a:pt x="413" y="3385"/>
                  </a:lnTo>
                  <a:lnTo>
                    <a:pt x="517" y="3488"/>
                  </a:lnTo>
                  <a:lnTo>
                    <a:pt x="641" y="3571"/>
                  </a:lnTo>
                  <a:lnTo>
                    <a:pt x="764" y="3633"/>
                  </a:lnTo>
                  <a:lnTo>
                    <a:pt x="909" y="3674"/>
                  </a:lnTo>
                  <a:lnTo>
                    <a:pt x="1033" y="3695"/>
                  </a:lnTo>
                  <a:lnTo>
                    <a:pt x="1177" y="3715"/>
                  </a:lnTo>
                  <a:lnTo>
                    <a:pt x="1466" y="3695"/>
                  </a:lnTo>
                  <a:lnTo>
                    <a:pt x="1755" y="3654"/>
                  </a:lnTo>
                  <a:lnTo>
                    <a:pt x="2044" y="3592"/>
                  </a:lnTo>
                  <a:lnTo>
                    <a:pt x="2333" y="3488"/>
                  </a:lnTo>
                  <a:lnTo>
                    <a:pt x="2932" y="4479"/>
                  </a:lnTo>
                  <a:lnTo>
                    <a:pt x="2767" y="4562"/>
                  </a:lnTo>
                  <a:lnTo>
                    <a:pt x="2581" y="4624"/>
                  </a:lnTo>
                  <a:lnTo>
                    <a:pt x="2230" y="4706"/>
                  </a:lnTo>
                  <a:lnTo>
                    <a:pt x="1858" y="4768"/>
                  </a:lnTo>
                  <a:lnTo>
                    <a:pt x="1693" y="4768"/>
                  </a:lnTo>
                  <a:lnTo>
                    <a:pt x="1528" y="4748"/>
                  </a:lnTo>
                  <a:lnTo>
                    <a:pt x="1652" y="5676"/>
                  </a:lnTo>
                  <a:lnTo>
                    <a:pt x="2044" y="5676"/>
                  </a:lnTo>
                  <a:lnTo>
                    <a:pt x="2251" y="5656"/>
                  </a:lnTo>
                  <a:lnTo>
                    <a:pt x="2478" y="5614"/>
                  </a:lnTo>
                  <a:lnTo>
                    <a:pt x="2705" y="5553"/>
                  </a:lnTo>
                  <a:lnTo>
                    <a:pt x="2932" y="5470"/>
                  </a:lnTo>
                  <a:lnTo>
                    <a:pt x="3179" y="5367"/>
                  </a:lnTo>
                  <a:lnTo>
                    <a:pt x="3406" y="5264"/>
                  </a:lnTo>
                  <a:lnTo>
                    <a:pt x="3799" y="5903"/>
                  </a:lnTo>
                  <a:lnTo>
                    <a:pt x="4377" y="5532"/>
                  </a:lnTo>
                  <a:lnTo>
                    <a:pt x="3984" y="4871"/>
                  </a:lnTo>
                  <a:lnTo>
                    <a:pt x="4129" y="4748"/>
                  </a:lnTo>
                  <a:lnTo>
                    <a:pt x="4273" y="4624"/>
                  </a:lnTo>
                  <a:lnTo>
                    <a:pt x="4397" y="4479"/>
                  </a:lnTo>
                  <a:lnTo>
                    <a:pt x="4500" y="4355"/>
                  </a:lnTo>
                  <a:lnTo>
                    <a:pt x="4583" y="4211"/>
                  </a:lnTo>
                  <a:lnTo>
                    <a:pt x="4645" y="4087"/>
                  </a:lnTo>
                  <a:lnTo>
                    <a:pt x="4707" y="3943"/>
                  </a:lnTo>
                  <a:lnTo>
                    <a:pt x="4748" y="3819"/>
                  </a:lnTo>
                  <a:lnTo>
                    <a:pt x="4769" y="3674"/>
                  </a:lnTo>
                  <a:lnTo>
                    <a:pt x="4789" y="3550"/>
                  </a:lnTo>
                  <a:lnTo>
                    <a:pt x="4789" y="3406"/>
                  </a:lnTo>
                  <a:lnTo>
                    <a:pt x="4769" y="3282"/>
                  </a:lnTo>
                  <a:lnTo>
                    <a:pt x="4748" y="3158"/>
                  </a:lnTo>
                  <a:lnTo>
                    <a:pt x="4707" y="3034"/>
                  </a:lnTo>
                  <a:lnTo>
                    <a:pt x="4666" y="2910"/>
                  </a:lnTo>
                  <a:lnTo>
                    <a:pt x="4583" y="2787"/>
                  </a:lnTo>
                  <a:lnTo>
                    <a:pt x="4500" y="2642"/>
                  </a:lnTo>
                  <a:lnTo>
                    <a:pt x="4397" y="2518"/>
                  </a:lnTo>
                  <a:lnTo>
                    <a:pt x="4273" y="2415"/>
                  </a:lnTo>
                  <a:lnTo>
                    <a:pt x="4150" y="2333"/>
                  </a:lnTo>
                  <a:lnTo>
                    <a:pt x="4026" y="2291"/>
                  </a:lnTo>
                  <a:lnTo>
                    <a:pt x="3902" y="2229"/>
                  </a:lnTo>
                  <a:lnTo>
                    <a:pt x="3778" y="2209"/>
                  </a:lnTo>
                  <a:lnTo>
                    <a:pt x="3634" y="2188"/>
                  </a:lnTo>
                  <a:lnTo>
                    <a:pt x="3345" y="2209"/>
                  </a:lnTo>
                  <a:lnTo>
                    <a:pt x="3056" y="2250"/>
                  </a:lnTo>
                  <a:lnTo>
                    <a:pt x="2767" y="2333"/>
                  </a:lnTo>
                  <a:lnTo>
                    <a:pt x="2478" y="2415"/>
                  </a:lnTo>
                  <a:lnTo>
                    <a:pt x="1879" y="1404"/>
                  </a:lnTo>
                  <a:lnTo>
                    <a:pt x="2127" y="1321"/>
                  </a:lnTo>
                  <a:lnTo>
                    <a:pt x="2395" y="1239"/>
                  </a:lnTo>
                  <a:lnTo>
                    <a:pt x="2663" y="1197"/>
                  </a:lnTo>
                  <a:lnTo>
                    <a:pt x="2973" y="1177"/>
                  </a:lnTo>
                  <a:lnTo>
                    <a:pt x="2829" y="268"/>
                  </a:lnTo>
                  <a:lnTo>
                    <a:pt x="2643" y="268"/>
                  </a:lnTo>
                  <a:lnTo>
                    <a:pt x="2478" y="289"/>
                  </a:lnTo>
                  <a:lnTo>
                    <a:pt x="2127" y="351"/>
                  </a:lnTo>
                  <a:lnTo>
                    <a:pt x="1755" y="475"/>
                  </a:lnTo>
                  <a:lnTo>
                    <a:pt x="1404" y="640"/>
                  </a:lnTo>
                  <a:lnTo>
                    <a:pt x="101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" name="Google Shape;163;p27">
              <a:extLst>
                <a:ext uri="{FF2B5EF4-FFF2-40B4-BE49-F238E27FC236}">
                  <a16:creationId xmlns:a16="http://schemas.microsoft.com/office/drawing/2014/main" id="{4A80771A-D947-9D1D-AF41-51938A9AF810}"/>
                </a:ext>
              </a:extLst>
            </p:cNvPr>
            <p:cNvSpPr/>
            <p:nvPr/>
          </p:nvSpPr>
          <p:spPr>
            <a:xfrm>
              <a:off x="4178425" y="1353775"/>
              <a:ext cx="597575" cy="557325"/>
            </a:xfrm>
            <a:custGeom>
              <a:avLst/>
              <a:gdLst/>
              <a:ahLst/>
              <a:cxnLst/>
              <a:rect l="l" t="t" r="r" b="b"/>
              <a:pathLst>
                <a:path w="23903" h="22293" extrusionOk="0">
                  <a:moveTo>
                    <a:pt x="17607" y="516"/>
                  </a:moveTo>
                  <a:lnTo>
                    <a:pt x="23531" y="7204"/>
                  </a:lnTo>
                  <a:lnTo>
                    <a:pt x="23304" y="7700"/>
                  </a:lnTo>
                  <a:lnTo>
                    <a:pt x="23077" y="8174"/>
                  </a:lnTo>
                  <a:lnTo>
                    <a:pt x="22809" y="8649"/>
                  </a:lnTo>
                  <a:lnTo>
                    <a:pt x="22541" y="9103"/>
                  </a:lnTo>
                  <a:lnTo>
                    <a:pt x="22272" y="9557"/>
                  </a:lnTo>
                  <a:lnTo>
                    <a:pt x="21983" y="9991"/>
                  </a:lnTo>
                  <a:lnTo>
                    <a:pt x="21694" y="10404"/>
                  </a:lnTo>
                  <a:lnTo>
                    <a:pt x="21385" y="10796"/>
                  </a:lnTo>
                  <a:lnTo>
                    <a:pt x="21054" y="11188"/>
                  </a:lnTo>
                  <a:lnTo>
                    <a:pt x="20724" y="11580"/>
                  </a:lnTo>
                  <a:lnTo>
                    <a:pt x="20394" y="11952"/>
                  </a:lnTo>
                  <a:lnTo>
                    <a:pt x="20064" y="12303"/>
                  </a:lnTo>
                  <a:lnTo>
                    <a:pt x="19713" y="12633"/>
                  </a:lnTo>
                  <a:lnTo>
                    <a:pt x="19362" y="12963"/>
                  </a:lnTo>
                  <a:lnTo>
                    <a:pt x="18639" y="13582"/>
                  </a:lnTo>
                  <a:lnTo>
                    <a:pt x="17896" y="14160"/>
                  </a:lnTo>
                  <a:lnTo>
                    <a:pt x="17174" y="14676"/>
                  </a:lnTo>
                  <a:lnTo>
                    <a:pt x="16431" y="15151"/>
                  </a:lnTo>
                  <a:lnTo>
                    <a:pt x="15688" y="15564"/>
                  </a:lnTo>
                  <a:lnTo>
                    <a:pt x="14965" y="15935"/>
                  </a:lnTo>
                  <a:lnTo>
                    <a:pt x="14243" y="16266"/>
                  </a:lnTo>
                  <a:lnTo>
                    <a:pt x="13562" y="16534"/>
                  </a:lnTo>
                  <a:lnTo>
                    <a:pt x="12880" y="16761"/>
                  </a:lnTo>
                  <a:lnTo>
                    <a:pt x="12592" y="16864"/>
                  </a:lnTo>
                  <a:lnTo>
                    <a:pt x="12303" y="16968"/>
                  </a:lnTo>
                  <a:lnTo>
                    <a:pt x="11725" y="17215"/>
                  </a:lnTo>
                  <a:lnTo>
                    <a:pt x="11147" y="17525"/>
                  </a:lnTo>
                  <a:lnTo>
                    <a:pt x="10569" y="17855"/>
                  </a:lnTo>
                  <a:lnTo>
                    <a:pt x="10011" y="18206"/>
                  </a:lnTo>
                  <a:lnTo>
                    <a:pt x="9454" y="18598"/>
                  </a:lnTo>
                  <a:lnTo>
                    <a:pt x="8938" y="18990"/>
                  </a:lnTo>
                  <a:lnTo>
                    <a:pt x="8443" y="19383"/>
                  </a:lnTo>
                  <a:lnTo>
                    <a:pt x="7968" y="19775"/>
                  </a:lnTo>
                  <a:lnTo>
                    <a:pt x="7514" y="20167"/>
                  </a:lnTo>
                  <a:lnTo>
                    <a:pt x="6750" y="20869"/>
                  </a:lnTo>
                  <a:lnTo>
                    <a:pt x="6172" y="21447"/>
                  </a:lnTo>
                  <a:lnTo>
                    <a:pt x="5801" y="21839"/>
                  </a:lnTo>
                  <a:lnTo>
                    <a:pt x="351" y="15523"/>
                  </a:lnTo>
                  <a:lnTo>
                    <a:pt x="516" y="15172"/>
                  </a:lnTo>
                  <a:lnTo>
                    <a:pt x="682" y="14821"/>
                  </a:lnTo>
                  <a:lnTo>
                    <a:pt x="888" y="14470"/>
                  </a:lnTo>
                  <a:lnTo>
                    <a:pt x="1094" y="14140"/>
                  </a:lnTo>
                  <a:lnTo>
                    <a:pt x="1342" y="13830"/>
                  </a:lnTo>
                  <a:lnTo>
                    <a:pt x="1610" y="13500"/>
                  </a:lnTo>
                  <a:lnTo>
                    <a:pt x="1879" y="13190"/>
                  </a:lnTo>
                  <a:lnTo>
                    <a:pt x="2168" y="12901"/>
                  </a:lnTo>
                  <a:lnTo>
                    <a:pt x="2477" y="12592"/>
                  </a:lnTo>
                  <a:lnTo>
                    <a:pt x="2808" y="12303"/>
                  </a:lnTo>
                  <a:lnTo>
                    <a:pt x="3138" y="12014"/>
                  </a:lnTo>
                  <a:lnTo>
                    <a:pt x="3489" y="11745"/>
                  </a:lnTo>
                  <a:lnTo>
                    <a:pt x="4232" y="11209"/>
                  </a:lnTo>
                  <a:lnTo>
                    <a:pt x="4996" y="10713"/>
                  </a:lnTo>
                  <a:lnTo>
                    <a:pt x="5801" y="10218"/>
                  </a:lnTo>
                  <a:lnTo>
                    <a:pt x="6606" y="9764"/>
                  </a:lnTo>
                  <a:lnTo>
                    <a:pt x="7431" y="9330"/>
                  </a:lnTo>
                  <a:lnTo>
                    <a:pt x="8257" y="8917"/>
                  </a:lnTo>
                  <a:lnTo>
                    <a:pt x="9082" y="8546"/>
                  </a:lnTo>
                  <a:lnTo>
                    <a:pt x="9867" y="8174"/>
                  </a:lnTo>
                  <a:lnTo>
                    <a:pt x="11374" y="7514"/>
                  </a:lnTo>
                  <a:lnTo>
                    <a:pt x="12344" y="7080"/>
                  </a:lnTo>
                  <a:lnTo>
                    <a:pt x="13231" y="6668"/>
                  </a:lnTo>
                  <a:lnTo>
                    <a:pt x="13500" y="6544"/>
                  </a:lnTo>
                  <a:lnTo>
                    <a:pt x="13747" y="6399"/>
                  </a:lnTo>
                  <a:lnTo>
                    <a:pt x="14243" y="6090"/>
                  </a:lnTo>
                  <a:lnTo>
                    <a:pt x="14676" y="5739"/>
                  </a:lnTo>
                  <a:lnTo>
                    <a:pt x="15089" y="5388"/>
                  </a:lnTo>
                  <a:lnTo>
                    <a:pt x="15461" y="5016"/>
                  </a:lnTo>
                  <a:lnTo>
                    <a:pt x="15791" y="4624"/>
                  </a:lnTo>
                  <a:lnTo>
                    <a:pt x="16080" y="4232"/>
                  </a:lnTo>
                  <a:lnTo>
                    <a:pt x="16348" y="3840"/>
                  </a:lnTo>
                  <a:lnTo>
                    <a:pt x="16575" y="3447"/>
                  </a:lnTo>
                  <a:lnTo>
                    <a:pt x="16761" y="3076"/>
                  </a:lnTo>
                  <a:lnTo>
                    <a:pt x="16947" y="2725"/>
                  </a:lnTo>
                  <a:lnTo>
                    <a:pt x="17091" y="2395"/>
                  </a:lnTo>
                  <a:lnTo>
                    <a:pt x="17298" y="1796"/>
                  </a:lnTo>
                  <a:lnTo>
                    <a:pt x="17422" y="1383"/>
                  </a:lnTo>
                  <a:lnTo>
                    <a:pt x="17504" y="1032"/>
                  </a:lnTo>
                  <a:lnTo>
                    <a:pt x="17566" y="785"/>
                  </a:lnTo>
                  <a:lnTo>
                    <a:pt x="17607" y="516"/>
                  </a:lnTo>
                  <a:close/>
                  <a:moveTo>
                    <a:pt x="17545" y="0"/>
                  </a:moveTo>
                  <a:lnTo>
                    <a:pt x="17298" y="166"/>
                  </a:lnTo>
                  <a:lnTo>
                    <a:pt x="17298" y="289"/>
                  </a:lnTo>
                  <a:lnTo>
                    <a:pt x="17298" y="475"/>
                  </a:lnTo>
                  <a:lnTo>
                    <a:pt x="17256" y="723"/>
                  </a:lnTo>
                  <a:lnTo>
                    <a:pt x="17195" y="1053"/>
                  </a:lnTo>
                  <a:lnTo>
                    <a:pt x="17091" y="1425"/>
                  </a:lnTo>
                  <a:lnTo>
                    <a:pt x="16967" y="1837"/>
                  </a:lnTo>
                  <a:lnTo>
                    <a:pt x="16802" y="2292"/>
                  </a:lnTo>
                  <a:lnTo>
                    <a:pt x="16575" y="2787"/>
                  </a:lnTo>
                  <a:lnTo>
                    <a:pt x="16328" y="3262"/>
                  </a:lnTo>
                  <a:lnTo>
                    <a:pt x="16039" y="3778"/>
                  </a:lnTo>
                  <a:lnTo>
                    <a:pt x="15688" y="4273"/>
                  </a:lnTo>
                  <a:lnTo>
                    <a:pt x="15481" y="4521"/>
                  </a:lnTo>
                  <a:lnTo>
                    <a:pt x="15275" y="4748"/>
                  </a:lnTo>
                  <a:lnTo>
                    <a:pt x="15048" y="4996"/>
                  </a:lnTo>
                  <a:lnTo>
                    <a:pt x="14821" y="5223"/>
                  </a:lnTo>
                  <a:lnTo>
                    <a:pt x="14573" y="5450"/>
                  </a:lnTo>
                  <a:lnTo>
                    <a:pt x="14305" y="5656"/>
                  </a:lnTo>
                  <a:lnTo>
                    <a:pt x="14016" y="5863"/>
                  </a:lnTo>
                  <a:lnTo>
                    <a:pt x="13727" y="6048"/>
                  </a:lnTo>
                  <a:lnTo>
                    <a:pt x="13417" y="6234"/>
                  </a:lnTo>
                  <a:lnTo>
                    <a:pt x="13087" y="6399"/>
                  </a:lnTo>
                  <a:lnTo>
                    <a:pt x="12220" y="6791"/>
                  </a:lnTo>
                  <a:lnTo>
                    <a:pt x="11250" y="7225"/>
                  </a:lnTo>
                  <a:lnTo>
                    <a:pt x="9722" y="7906"/>
                  </a:lnTo>
                  <a:lnTo>
                    <a:pt x="8897" y="8278"/>
                  </a:lnTo>
                  <a:lnTo>
                    <a:pt x="8071" y="8670"/>
                  </a:lnTo>
                  <a:lnTo>
                    <a:pt x="7225" y="9103"/>
                  </a:lnTo>
                  <a:lnTo>
                    <a:pt x="6399" y="9537"/>
                  </a:lnTo>
                  <a:lnTo>
                    <a:pt x="5553" y="10011"/>
                  </a:lnTo>
                  <a:lnTo>
                    <a:pt x="4748" y="10507"/>
                  </a:lnTo>
                  <a:lnTo>
                    <a:pt x="3963" y="11023"/>
                  </a:lnTo>
                  <a:lnTo>
                    <a:pt x="3220" y="11580"/>
                  </a:lnTo>
                  <a:lnTo>
                    <a:pt x="2849" y="11869"/>
                  </a:lnTo>
                  <a:lnTo>
                    <a:pt x="2519" y="12158"/>
                  </a:lnTo>
                  <a:lnTo>
                    <a:pt x="2188" y="12447"/>
                  </a:lnTo>
                  <a:lnTo>
                    <a:pt x="1858" y="12757"/>
                  </a:lnTo>
                  <a:lnTo>
                    <a:pt x="1569" y="13066"/>
                  </a:lnTo>
                  <a:lnTo>
                    <a:pt x="1280" y="13397"/>
                  </a:lnTo>
                  <a:lnTo>
                    <a:pt x="1032" y="13727"/>
                  </a:lnTo>
                  <a:lnTo>
                    <a:pt x="785" y="14057"/>
                  </a:lnTo>
                  <a:lnTo>
                    <a:pt x="558" y="14408"/>
                  </a:lnTo>
                  <a:lnTo>
                    <a:pt x="372" y="14759"/>
                  </a:lnTo>
                  <a:lnTo>
                    <a:pt x="186" y="15130"/>
                  </a:lnTo>
                  <a:lnTo>
                    <a:pt x="42" y="15502"/>
                  </a:lnTo>
                  <a:lnTo>
                    <a:pt x="0" y="15585"/>
                  </a:lnTo>
                  <a:lnTo>
                    <a:pt x="5780" y="22293"/>
                  </a:lnTo>
                  <a:lnTo>
                    <a:pt x="5904" y="22169"/>
                  </a:lnTo>
                  <a:lnTo>
                    <a:pt x="6090" y="21983"/>
                  </a:lnTo>
                  <a:lnTo>
                    <a:pt x="6564" y="21509"/>
                  </a:lnTo>
                  <a:lnTo>
                    <a:pt x="7287" y="20807"/>
                  </a:lnTo>
                  <a:lnTo>
                    <a:pt x="7720" y="20415"/>
                  </a:lnTo>
                  <a:lnTo>
                    <a:pt x="8216" y="19981"/>
                  </a:lnTo>
                  <a:lnTo>
                    <a:pt x="8732" y="19548"/>
                  </a:lnTo>
                  <a:lnTo>
                    <a:pt x="9289" y="19114"/>
                  </a:lnTo>
                  <a:lnTo>
                    <a:pt x="9888" y="18681"/>
                  </a:lnTo>
                  <a:lnTo>
                    <a:pt x="10486" y="18289"/>
                  </a:lnTo>
                  <a:lnTo>
                    <a:pt x="11105" y="17896"/>
                  </a:lnTo>
                  <a:lnTo>
                    <a:pt x="11725" y="17566"/>
                  </a:lnTo>
                  <a:lnTo>
                    <a:pt x="12034" y="17422"/>
                  </a:lnTo>
                  <a:lnTo>
                    <a:pt x="12344" y="17277"/>
                  </a:lnTo>
                  <a:lnTo>
                    <a:pt x="12674" y="17153"/>
                  </a:lnTo>
                  <a:lnTo>
                    <a:pt x="12984" y="17050"/>
                  </a:lnTo>
                  <a:lnTo>
                    <a:pt x="13665" y="16823"/>
                  </a:lnTo>
                  <a:lnTo>
                    <a:pt x="14367" y="16555"/>
                  </a:lnTo>
                  <a:lnTo>
                    <a:pt x="15089" y="16224"/>
                  </a:lnTo>
                  <a:lnTo>
                    <a:pt x="15853" y="15832"/>
                  </a:lnTo>
                  <a:lnTo>
                    <a:pt x="16596" y="15399"/>
                  </a:lnTo>
                  <a:lnTo>
                    <a:pt x="17360" y="14924"/>
                  </a:lnTo>
                  <a:lnTo>
                    <a:pt x="18123" y="14387"/>
                  </a:lnTo>
                  <a:lnTo>
                    <a:pt x="18866" y="13809"/>
                  </a:lnTo>
                  <a:lnTo>
                    <a:pt x="19238" y="13479"/>
                  </a:lnTo>
                  <a:lnTo>
                    <a:pt x="19610" y="13170"/>
                  </a:lnTo>
                  <a:lnTo>
                    <a:pt x="19960" y="12819"/>
                  </a:lnTo>
                  <a:lnTo>
                    <a:pt x="20311" y="12468"/>
                  </a:lnTo>
                  <a:lnTo>
                    <a:pt x="20662" y="12117"/>
                  </a:lnTo>
                  <a:lnTo>
                    <a:pt x="21013" y="11725"/>
                  </a:lnTo>
                  <a:lnTo>
                    <a:pt x="21343" y="11332"/>
                  </a:lnTo>
                  <a:lnTo>
                    <a:pt x="21674" y="10940"/>
                  </a:lnTo>
                  <a:lnTo>
                    <a:pt x="21983" y="10527"/>
                  </a:lnTo>
                  <a:lnTo>
                    <a:pt x="22293" y="10094"/>
                  </a:lnTo>
                  <a:lnTo>
                    <a:pt x="22582" y="9640"/>
                  </a:lnTo>
                  <a:lnTo>
                    <a:pt x="22871" y="9186"/>
                  </a:lnTo>
                  <a:lnTo>
                    <a:pt x="23139" y="8732"/>
                  </a:lnTo>
                  <a:lnTo>
                    <a:pt x="23387" y="8236"/>
                  </a:lnTo>
                  <a:lnTo>
                    <a:pt x="23635" y="7741"/>
                  </a:lnTo>
                  <a:lnTo>
                    <a:pt x="23862" y="7245"/>
                  </a:lnTo>
                  <a:lnTo>
                    <a:pt x="23903" y="7142"/>
                  </a:lnTo>
                  <a:lnTo>
                    <a:pt x="17545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Google Shape;164;p27">
              <a:extLst>
                <a:ext uri="{FF2B5EF4-FFF2-40B4-BE49-F238E27FC236}">
                  <a16:creationId xmlns:a16="http://schemas.microsoft.com/office/drawing/2014/main" id="{E0190B73-599F-F61A-A7F0-16C43CB5A001}"/>
                </a:ext>
              </a:extLst>
            </p:cNvPr>
            <p:cNvSpPr/>
            <p:nvPr/>
          </p:nvSpPr>
          <p:spPr>
            <a:xfrm>
              <a:off x="5670775" y="418200"/>
              <a:ext cx="589350" cy="519675"/>
            </a:xfrm>
            <a:custGeom>
              <a:avLst/>
              <a:gdLst/>
              <a:ahLst/>
              <a:cxnLst/>
              <a:rect l="l" t="t" r="r" b="b"/>
              <a:pathLst>
                <a:path w="23574" h="20787" extrusionOk="0">
                  <a:moveTo>
                    <a:pt x="5904" y="1"/>
                  </a:moveTo>
                  <a:lnTo>
                    <a:pt x="5615" y="42"/>
                  </a:lnTo>
                  <a:lnTo>
                    <a:pt x="5347" y="104"/>
                  </a:lnTo>
                  <a:lnTo>
                    <a:pt x="5099" y="207"/>
                  </a:lnTo>
                  <a:lnTo>
                    <a:pt x="1" y="6957"/>
                  </a:lnTo>
                  <a:lnTo>
                    <a:pt x="187" y="7081"/>
                  </a:lnTo>
                  <a:lnTo>
                    <a:pt x="723" y="7432"/>
                  </a:lnTo>
                  <a:lnTo>
                    <a:pt x="1528" y="8010"/>
                  </a:lnTo>
                  <a:lnTo>
                    <a:pt x="2024" y="8381"/>
                  </a:lnTo>
                  <a:lnTo>
                    <a:pt x="2540" y="8794"/>
                  </a:lnTo>
                  <a:lnTo>
                    <a:pt x="3097" y="9269"/>
                  </a:lnTo>
                  <a:lnTo>
                    <a:pt x="3675" y="9785"/>
                  </a:lnTo>
                  <a:lnTo>
                    <a:pt x="4274" y="10363"/>
                  </a:lnTo>
                  <a:lnTo>
                    <a:pt x="4872" y="10982"/>
                  </a:lnTo>
                  <a:lnTo>
                    <a:pt x="5471" y="11642"/>
                  </a:lnTo>
                  <a:lnTo>
                    <a:pt x="6049" y="12365"/>
                  </a:lnTo>
                  <a:lnTo>
                    <a:pt x="6627" y="13129"/>
                  </a:lnTo>
                  <a:lnTo>
                    <a:pt x="6895" y="13521"/>
                  </a:lnTo>
                  <a:lnTo>
                    <a:pt x="7143" y="13934"/>
                  </a:lnTo>
                  <a:lnTo>
                    <a:pt x="7411" y="14326"/>
                  </a:lnTo>
                  <a:lnTo>
                    <a:pt x="7700" y="14718"/>
                  </a:lnTo>
                  <a:lnTo>
                    <a:pt x="8030" y="15090"/>
                  </a:lnTo>
                  <a:lnTo>
                    <a:pt x="8361" y="15461"/>
                  </a:lnTo>
                  <a:lnTo>
                    <a:pt x="8711" y="15833"/>
                  </a:lnTo>
                  <a:lnTo>
                    <a:pt x="9104" y="16163"/>
                  </a:lnTo>
                  <a:lnTo>
                    <a:pt x="9475" y="16514"/>
                  </a:lnTo>
                  <a:lnTo>
                    <a:pt x="9888" y="16823"/>
                  </a:lnTo>
                  <a:lnTo>
                    <a:pt x="10301" y="17133"/>
                  </a:lnTo>
                  <a:lnTo>
                    <a:pt x="10714" y="17443"/>
                  </a:lnTo>
                  <a:lnTo>
                    <a:pt x="11581" y="18000"/>
                  </a:lnTo>
                  <a:lnTo>
                    <a:pt x="12427" y="18516"/>
                  </a:lnTo>
                  <a:lnTo>
                    <a:pt x="13273" y="18991"/>
                  </a:lnTo>
                  <a:lnTo>
                    <a:pt x="14099" y="19404"/>
                  </a:lnTo>
                  <a:lnTo>
                    <a:pt x="14863" y="19754"/>
                  </a:lnTo>
                  <a:lnTo>
                    <a:pt x="15564" y="20085"/>
                  </a:lnTo>
                  <a:lnTo>
                    <a:pt x="16163" y="20332"/>
                  </a:lnTo>
                  <a:lnTo>
                    <a:pt x="17071" y="20683"/>
                  </a:lnTo>
                  <a:lnTo>
                    <a:pt x="17401" y="20787"/>
                  </a:lnTo>
                  <a:lnTo>
                    <a:pt x="23573" y="11973"/>
                  </a:lnTo>
                  <a:lnTo>
                    <a:pt x="23346" y="11993"/>
                  </a:lnTo>
                  <a:lnTo>
                    <a:pt x="23078" y="12014"/>
                  </a:lnTo>
                  <a:lnTo>
                    <a:pt x="22727" y="12014"/>
                  </a:lnTo>
                  <a:lnTo>
                    <a:pt x="22273" y="11973"/>
                  </a:lnTo>
                  <a:lnTo>
                    <a:pt x="21777" y="11931"/>
                  </a:lnTo>
                  <a:lnTo>
                    <a:pt x="21199" y="11828"/>
                  </a:lnTo>
                  <a:lnTo>
                    <a:pt x="20580" y="11684"/>
                  </a:lnTo>
                  <a:lnTo>
                    <a:pt x="20250" y="11601"/>
                  </a:lnTo>
                  <a:lnTo>
                    <a:pt x="19920" y="11477"/>
                  </a:lnTo>
                  <a:lnTo>
                    <a:pt x="19569" y="11353"/>
                  </a:lnTo>
                  <a:lnTo>
                    <a:pt x="19238" y="11209"/>
                  </a:lnTo>
                  <a:lnTo>
                    <a:pt x="18867" y="11044"/>
                  </a:lnTo>
                  <a:lnTo>
                    <a:pt x="18516" y="10858"/>
                  </a:lnTo>
                  <a:lnTo>
                    <a:pt x="18144" y="10652"/>
                  </a:lnTo>
                  <a:lnTo>
                    <a:pt x="17794" y="10425"/>
                  </a:lnTo>
                  <a:lnTo>
                    <a:pt x="17422" y="10156"/>
                  </a:lnTo>
                  <a:lnTo>
                    <a:pt x="17071" y="9867"/>
                  </a:lnTo>
                  <a:lnTo>
                    <a:pt x="16700" y="9558"/>
                  </a:lnTo>
                  <a:lnTo>
                    <a:pt x="16349" y="9227"/>
                  </a:lnTo>
                  <a:lnTo>
                    <a:pt x="15977" y="8856"/>
                  </a:lnTo>
                  <a:lnTo>
                    <a:pt x="15647" y="8464"/>
                  </a:lnTo>
                  <a:lnTo>
                    <a:pt x="15296" y="8030"/>
                  </a:lnTo>
                  <a:lnTo>
                    <a:pt x="14966" y="7576"/>
                  </a:lnTo>
                  <a:lnTo>
                    <a:pt x="14532" y="6957"/>
                  </a:lnTo>
                  <a:lnTo>
                    <a:pt x="14016" y="6296"/>
                  </a:lnTo>
                  <a:lnTo>
                    <a:pt x="13480" y="5615"/>
                  </a:lnTo>
                  <a:lnTo>
                    <a:pt x="12881" y="4913"/>
                  </a:lnTo>
                  <a:lnTo>
                    <a:pt x="12241" y="4212"/>
                  </a:lnTo>
                  <a:lnTo>
                    <a:pt x="11581" y="3510"/>
                  </a:lnTo>
                  <a:lnTo>
                    <a:pt x="10899" y="2849"/>
                  </a:lnTo>
                  <a:lnTo>
                    <a:pt x="10198" y="2209"/>
                  </a:lnTo>
                  <a:lnTo>
                    <a:pt x="9496" y="1652"/>
                  </a:lnTo>
                  <a:lnTo>
                    <a:pt x="9145" y="1384"/>
                  </a:lnTo>
                  <a:lnTo>
                    <a:pt x="8815" y="1136"/>
                  </a:lnTo>
                  <a:lnTo>
                    <a:pt x="8464" y="909"/>
                  </a:lnTo>
                  <a:lnTo>
                    <a:pt x="8113" y="703"/>
                  </a:lnTo>
                  <a:lnTo>
                    <a:pt x="7783" y="517"/>
                  </a:lnTo>
                  <a:lnTo>
                    <a:pt x="7452" y="372"/>
                  </a:lnTo>
                  <a:lnTo>
                    <a:pt x="7122" y="228"/>
                  </a:lnTo>
                  <a:lnTo>
                    <a:pt x="6812" y="125"/>
                  </a:lnTo>
                  <a:lnTo>
                    <a:pt x="6503" y="63"/>
                  </a:lnTo>
                  <a:lnTo>
                    <a:pt x="6193" y="21"/>
                  </a:lnTo>
                  <a:lnTo>
                    <a:pt x="590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Google Shape;165;p27">
              <a:extLst>
                <a:ext uri="{FF2B5EF4-FFF2-40B4-BE49-F238E27FC236}">
                  <a16:creationId xmlns:a16="http://schemas.microsoft.com/office/drawing/2014/main" id="{AABC97C9-EA67-EA22-9155-0F1D854B4C06}"/>
                </a:ext>
              </a:extLst>
            </p:cNvPr>
            <p:cNvSpPr/>
            <p:nvPr/>
          </p:nvSpPr>
          <p:spPr>
            <a:xfrm>
              <a:off x="5670775" y="418200"/>
              <a:ext cx="589350" cy="519675"/>
            </a:xfrm>
            <a:custGeom>
              <a:avLst/>
              <a:gdLst/>
              <a:ahLst/>
              <a:cxnLst/>
              <a:rect l="l" t="t" r="r" b="b"/>
              <a:pathLst>
                <a:path w="23574" h="20787" fill="none" extrusionOk="0">
                  <a:moveTo>
                    <a:pt x="23573" y="11973"/>
                  </a:moveTo>
                  <a:lnTo>
                    <a:pt x="23573" y="11973"/>
                  </a:lnTo>
                  <a:lnTo>
                    <a:pt x="23346" y="11993"/>
                  </a:lnTo>
                  <a:lnTo>
                    <a:pt x="23078" y="12014"/>
                  </a:lnTo>
                  <a:lnTo>
                    <a:pt x="22727" y="12014"/>
                  </a:lnTo>
                  <a:lnTo>
                    <a:pt x="22273" y="11973"/>
                  </a:lnTo>
                  <a:lnTo>
                    <a:pt x="21777" y="11931"/>
                  </a:lnTo>
                  <a:lnTo>
                    <a:pt x="21199" y="11828"/>
                  </a:lnTo>
                  <a:lnTo>
                    <a:pt x="20580" y="11684"/>
                  </a:lnTo>
                  <a:lnTo>
                    <a:pt x="20250" y="11601"/>
                  </a:lnTo>
                  <a:lnTo>
                    <a:pt x="19920" y="11477"/>
                  </a:lnTo>
                  <a:lnTo>
                    <a:pt x="19569" y="11353"/>
                  </a:lnTo>
                  <a:lnTo>
                    <a:pt x="19238" y="11209"/>
                  </a:lnTo>
                  <a:lnTo>
                    <a:pt x="18867" y="11044"/>
                  </a:lnTo>
                  <a:lnTo>
                    <a:pt x="18516" y="10858"/>
                  </a:lnTo>
                  <a:lnTo>
                    <a:pt x="18144" y="10652"/>
                  </a:lnTo>
                  <a:lnTo>
                    <a:pt x="17794" y="10425"/>
                  </a:lnTo>
                  <a:lnTo>
                    <a:pt x="17422" y="10156"/>
                  </a:lnTo>
                  <a:lnTo>
                    <a:pt x="17071" y="9867"/>
                  </a:lnTo>
                  <a:lnTo>
                    <a:pt x="16700" y="9558"/>
                  </a:lnTo>
                  <a:lnTo>
                    <a:pt x="16349" y="9227"/>
                  </a:lnTo>
                  <a:lnTo>
                    <a:pt x="15977" y="8856"/>
                  </a:lnTo>
                  <a:lnTo>
                    <a:pt x="15647" y="8464"/>
                  </a:lnTo>
                  <a:lnTo>
                    <a:pt x="15296" y="8030"/>
                  </a:lnTo>
                  <a:lnTo>
                    <a:pt x="14966" y="7576"/>
                  </a:lnTo>
                  <a:lnTo>
                    <a:pt x="14966" y="7576"/>
                  </a:lnTo>
                  <a:lnTo>
                    <a:pt x="14532" y="6957"/>
                  </a:lnTo>
                  <a:lnTo>
                    <a:pt x="14016" y="6296"/>
                  </a:lnTo>
                  <a:lnTo>
                    <a:pt x="13480" y="5615"/>
                  </a:lnTo>
                  <a:lnTo>
                    <a:pt x="12881" y="4913"/>
                  </a:lnTo>
                  <a:lnTo>
                    <a:pt x="12241" y="4212"/>
                  </a:lnTo>
                  <a:lnTo>
                    <a:pt x="11581" y="3510"/>
                  </a:lnTo>
                  <a:lnTo>
                    <a:pt x="10899" y="2849"/>
                  </a:lnTo>
                  <a:lnTo>
                    <a:pt x="10198" y="2209"/>
                  </a:lnTo>
                  <a:lnTo>
                    <a:pt x="9496" y="1652"/>
                  </a:lnTo>
                  <a:lnTo>
                    <a:pt x="9145" y="1384"/>
                  </a:lnTo>
                  <a:lnTo>
                    <a:pt x="8815" y="1136"/>
                  </a:lnTo>
                  <a:lnTo>
                    <a:pt x="8464" y="909"/>
                  </a:lnTo>
                  <a:lnTo>
                    <a:pt x="8113" y="703"/>
                  </a:lnTo>
                  <a:lnTo>
                    <a:pt x="7783" y="517"/>
                  </a:lnTo>
                  <a:lnTo>
                    <a:pt x="7452" y="372"/>
                  </a:lnTo>
                  <a:lnTo>
                    <a:pt x="7122" y="228"/>
                  </a:lnTo>
                  <a:lnTo>
                    <a:pt x="6812" y="125"/>
                  </a:lnTo>
                  <a:lnTo>
                    <a:pt x="6503" y="63"/>
                  </a:lnTo>
                  <a:lnTo>
                    <a:pt x="6193" y="21"/>
                  </a:lnTo>
                  <a:lnTo>
                    <a:pt x="5904" y="1"/>
                  </a:lnTo>
                  <a:lnTo>
                    <a:pt x="5615" y="42"/>
                  </a:lnTo>
                  <a:lnTo>
                    <a:pt x="5347" y="104"/>
                  </a:lnTo>
                  <a:lnTo>
                    <a:pt x="5099" y="207"/>
                  </a:lnTo>
                  <a:lnTo>
                    <a:pt x="1" y="6957"/>
                  </a:lnTo>
                  <a:lnTo>
                    <a:pt x="1" y="6957"/>
                  </a:lnTo>
                  <a:lnTo>
                    <a:pt x="187" y="7081"/>
                  </a:lnTo>
                  <a:lnTo>
                    <a:pt x="723" y="7432"/>
                  </a:lnTo>
                  <a:lnTo>
                    <a:pt x="1528" y="8010"/>
                  </a:lnTo>
                  <a:lnTo>
                    <a:pt x="2024" y="8381"/>
                  </a:lnTo>
                  <a:lnTo>
                    <a:pt x="2540" y="8794"/>
                  </a:lnTo>
                  <a:lnTo>
                    <a:pt x="3097" y="9269"/>
                  </a:lnTo>
                  <a:lnTo>
                    <a:pt x="3675" y="9785"/>
                  </a:lnTo>
                  <a:lnTo>
                    <a:pt x="4274" y="10363"/>
                  </a:lnTo>
                  <a:lnTo>
                    <a:pt x="4872" y="10982"/>
                  </a:lnTo>
                  <a:lnTo>
                    <a:pt x="5471" y="11642"/>
                  </a:lnTo>
                  <a:lnTo>
                    <a:pt x="6049" y="12365"/>
                  </a:lnTo>
                  <a:lnTo>
                    <a:pt x="6627" y="13129"/>
                  </a:lnTo>
                  <a:lnTo>
                    <a:pt x="6895" y="13521"/>
                  </a:lnTo>
                  <a:lnTo>
                    <a:pt x="7143" y="13934"/>
                  </a:lnTo>
                  <a:lnTo>
                    <a:pt x="7143" y="13934"/>
                  </a:lnTo>
                  <a:lnTo>
                    <a:pt x="7411" y="14326"/>
                  </a:lnTo>
                  <a:lnTo>
                    <a:pt x="7700" y="14718"/>
                  </a:lnTo>
                  <a:lnTo>
                    <a:pt x="8030" y="15090"/>
                  </a:lnTo>
                  <a:lnTo>
                    <a:pt x="8361" y="15461"/>
                  </a:lnTo>
                  <a:lnTo>
                    <a:pt x="8711" y="15833"/>
                  </a:lnTo>
                  <a:lnTo>
                    <a:pt x="9104" y="16163"/>
                  </a:lnTo>
                  <a:lnTo>
                    <a:pt x="9475" y="16514"/>
                  </a:lnTo>
                  <a:lnTo>
                    <a:pt x="9888" y="16823"/>
                  </a:lnTo>
                  <a:lnTo>
                    <a:pt x="10301" y="17133"/>
                  </a:lnTo>
                  <a:lnTo>
                    <a:pt x="10714" y="17443"/>
                  </a:lnTo>
                  <a:lnTo>
                    <a:pt x="11581" y="18000"/>
                  </a:lnTo>
                  <a:lnTo>
                    <a:pt x="12427" y="18516"/>
                  </a:lnTo>
                  <a:lnTo>
                    <a:pt x="13273" y="18991"/>
                  </a:lnTo>
                  <a:lnTo>
                    <a:pt x="14099" y="19404"/>
                  </a:lnTo>
                  <a:lnTo>
                    <a:pt x="14863" y="19754"/>
                  </a:lnTo>
                  <a:lnTo>
                    <a:pt x="15564" y="20085"/>
                  </a:lnTo>
                  <a:lnTo>
                    <a:pt x="16163" y="20332"/>
                  </a:lnTo>
                  <a:lnTo>
                    <a:pt x="17071" y="20683"/>
                  </a:lnTo>
                  <a:lnTo>
                    <a:pt x="17401" y="20787"/>
                  </a:lnTo>
                  <a:lnTo>
                    <a:pt x="23573" y="1197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6" name="Google Shape;166;p27">
              <a:extLst>
                <a:ext uri="{FF2B5EF4-FFF2-40B4-BE49-F238E27FC236}">
                  <a16:creationId xmlns:a16="http://schemas.microsoft.com/office/drawing/2014/main" id="{7D5F7A48-48C9-0AAE-DF81-A9E8A356AF6D}"/>
                </a:ext>
              </a:extLst>
            </p:cNvPr>
            <p:cNvSpPr/>
            <p:nvPr/>
          </p:nvSpPr>
          <p:spPr>
            <a:xfrm>
              <a:off x="5855000" y="591075"/>
              <a:ext cx="202825" cy="206950"/>
            </a:xfrm>
            <a:custGeom>
              <a:avLst/>
              <a:gdLst/>
              <a:ahLst/>
              <a:cxnLst/>
              <a:rect l="l" t="t" r="r" b="b"/>
              <a:pathLst>
                <a:path w="8113" h="8278" extrusionOk="0">
                  <a:moveTo>
                    <a:pt x="3303" y="1"/>
                  </a:moveTo>
                  <a:lnTo>
                    <a:pt x="2932" y="21"/>
                  </a:lnTo>
                  <a:lnTo>
                    <a:pt x="2581" y="83"/>
                  </a:lnTo>
                  <a:lnTo>
                    <a:pt x="2395" y="124"/>
                  </a:lnTo>
                  <a:lnTo>
                    <a:pt x="2230" y="186"/>
                  </a:lnTo>
                  <a:lnTo>
                    <a:pt x="2065" y="269"/>
                  </a:lnTo>
                  <a:lnTo>
                    <a:pt x="1900" y="352"/>
                  </a:lnTo>
                  <a:lnTo>
                    <a:pt x="1569" y="558"/>
                  </a:lnTo>
                  <a:lnTo>
                    <a:pt x="1260" y="826"/>
                  </a:lnTo>
                  <a:lnTo>
                    <a:pt x="992" y="1115"/>
                  </a:lnTo>
                  <a:lnTo>
                    <a:pt x="744" y="1446"/>
                  </a:lnTo>
                  <a:lnTo>
                    <a:pt x="517" y="1796"/>
                  </a:lnTo>
                  <a:lnTo>
                    <a:pt x="331" y="2168"/>
                  </a:lnTo>
                  <a:lnTo>
                    <a:pt x="187" y="2560"/>
                  </a:lnTo>
                  <a:lnTo>
                    <a:pt x="83" y="2973"/>
                  </a:lnTo>
                  <a:lnTo>
                    <a:pt x="21" y="3406"/>
                  </a:lnTo>
                  <a:lnTo>
                    <a:pt x="1" y="3840"/>
                  </a:lnTo>
                  <a:lnTo>
                    <a:pt x="42" y="4273"/>
                  </a:lnTo>
                  <a:lnTo>
                    <a:pt x="63" y="4480"/>
                  </a:lnTo>
                  <a:lnTo>
                    <a:pt x="125" y="4707"/>
                  </a:lnTo>
                  <a:lnTo>
                    <a:pt x="166" y="4934"/>
                  </a:lnTo>
                  <a:lnTo>
                    <a:pt x="248" y="5140"/>
                  </a:lnTo>
                  <a:lnTo>
                    <a:pt x="331" y="5367"/>
                  </a:lnTo>
                  <a:lnTo>
                    <a:pt x="434" y="5574"/>
                  </a:lnTo>
                  <a:lnTo>
                    <a:pt x="537" y="5780"/>
                  </a:lnTo>
                  <a:lnTo>
                    <a:pt x="682" y="5987"/>
                  </a:lnTo>
                  <a:lnTo>
                    <a:pt x="826" y="6193"/>
                  </a:lnTo>
                  <a:lnTo>
                    <a:pt x="971" y="6399"/>
                  </a:lnTo>
                  <a:lnTo>
                    <a:pt x="1342" y="6792"/>
                  </a:lnTo>
                  <a:lnTo>
                    <a:pt x="1735" y="7163"/>
                  </a:lnTo>
                  <a:lnTo>
                    <a:pt x="1941" y="7328"/>
                  </a:lnTo>
                  <a:lnTo>
                    <a:pt x="2168" y="7493"/>
                  </a:lnTo>
                  <a:lnTo>
                    <a:pt x="2374" y="7638"/>
                  </a:lnTo>
                  <a:lnTo>
                    <a:pt x="2602" y="7762"/>
                  </a:lnTo>
                  <a:lnTo>
                    <a:pt x="2829" y="7865"/>
                  </a:lnTo>
                  <a:lnTo>
                    <a:pt x="3056" y="7968"/>
                  </a:lnTo>
                  <a:lnTo>
                    <a:pt x="3283" y="8071"/>
                  </a:lnTo>
                  <a:lnTo>
                    <a:pt x="3530" y="8133"/>
                  </a:lnTo>
                  <a:lnTo>
                    <a:pt x="3757" y="8195"/>
                  </a:lnTo>
                  <a:lnTo>
                    <a:pt x="4005" y="8236"/>
                  </a:lnTo>
                  <a:lnTo>
                    <a:pt x="4253" y="8257"/>
                  </a:lnTo>
                  <a:lnTo>
                    <a:pt x="4480" y="8278"/>
                  </a:lnTo>
                  <a:lnTo>
                    <a:pt x="4707" y="8257"/>
                  </a:lnTo>
                  <a:lnTo>
                    <a:pt x="4913" y="8236"/>
                  </a:lnTo>
                  <a:lnTo>
                    <a:pt x="5140" y="8216"/>
                  </a:lnTo>
                  <a:lnTo>
                    <a:pt x="5347" y="8154"/>
                  </a:lnTo>
                  <a:lnTo>
                    <a:pt x="5553" y="8092"/>
                  </a:lnTo>
                  <a:lnTo>
                    <a:pt x="5780" y="8009"/>
                  </a:lnTo>
                  <a:lnTo>
                    <a:pt x="5987" y="7927"/>
                  </a:lnTo>
                  <a:lnTo>
                    <a:pt x="6193" y="7803"/>
                  </a:lnTo>
                  <a:lnTo>
                    <a:pt x="6523" y="7597"/>
                  </a:lnTo>
                  <a:lnTo>
                    <a:pt x="6833" y="7349"/>
                  </a:lnTo>
                  <a:lnTo>
                    <a:pt x="7101" y="7101"/>
                  </a:lnTo>
                  <a:lnTo>
                    <a:pt x="7328" y="6812"/>
                  </a:lnTo>
                  <a:lnTo>
                    <a:pt x="7555" y="6503"/>
                  </a:lnTo>
                  <a:lnTo>
                    <a:pt x="7721" y="6172"/>
                  </a:lnTo>
                  <a:lnTo>
                    <a:pt x="7865" y="5842"/>
                  </a:lnTo>
                  <a:lnTo>
                    <a:pt x="7989" y="5491"/>
                  </a:lnTo>
                  <a:lnTo>
                    <a:pt x="8051" y="5140"/>
                  </a:lnTo>
                  <a:lnTo>
                    <a:pt x="8113" y="4769"/>
                  </a:lnTo>
                  <a:lnTo>
                    <a:pt x="8113" y="4397"/>
                  </a:lnTo>
                  <a:lnTo>
                    <a:pt x="8092" y="4026"/>
                  </a:lnTo>
                  <a:lnTo>
                    <a:pt x="8030" y="3654"/>
                  </a:lnTo>
                  <a:lnTo>
                    <a:pt x="7927" y="3303"/>
                  </a:lnTo>
                  <a:lnTo>
                    <a:pt x="7782" y="2932"/>
                  </a:lnTo>
                  <a:lnTo>
                    <a:pt x="7597" y="2581"/>
                  </a:lnTo>
                  <a:lnTo>
                    <a:pt x="7432" y="2333"/>
                  </a:lnTo>
                  <a:lnTo>
                    <a:pt x="7246" y="2065"/>
                  </a:lnTo>
                  <a:lnTo>
                    <a:pt x="7039" y="1817"/>
                  </a:lnTo>
                  <a:lnTo>
                    <a:pt x="6833" y="1590"/>
                  </a:lnTo>
                  <a:lnTo>
                    <a:pt x="6585" y="1363"/>
                  </a:lnTo>
                  <a:lnTo>
                    <a:pt x="6317" y="1157"/>
                  </a:lnTo>
                  <a:lnTo>
                    <a:pt x="6049" y="950"/>
                  </a:lnTo>
                  <a:lnTo>
                    <a:pt x="5760" y="764"/>
                  </a:lnTo>
                  <a:lnTo>
                    <a:pt x="5471" y="599"/>
                  </a:lnTo>
                  <a:lnTo>
                    <a:pt x="5182" y="434"/>
                  </a:lnTo>
                  <a:lnTo>
                    <a:pt x="4872" y="310"/>
                  </a:lnTo>
                  <a:lnTo>
                    <a:pt x="4562" y="207"/>
                  </a:lnTo>
                  <a:lnTo>
                    <a:pt x="4232" y="104"/>
                  </a:lnTo>
                  <a:lnTo>
                    <a:pt x="3923" y="42"/>
                  </a:lnTo>
                  <a:lnTo>
                    <a:pt x="3613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7" name="Google Shape;167;p27">
              <a:extLst>
                <a:ext uri="{FF2B5EF4-FFF2-40B4-BE49-F238E27FC236}">
                  <a16:creationId xmlns:a16="http://schemas.microsoft.com/office/drawing/2014/main" id="{C0D773C6-A74A-542C-3225-FDE41B26D0EB}"/>
                </a:ext>
              </a:extLst>
            </p:cNvPr>
            <p:cNvSpPr/>
            <p:nvPr/>
          </p:nvSpPr>
          <p:spPr>
            <a:xfrm>
              <a:off x="5855000" y="591075"/>
              <a:ext cx="202825" cy="206950"/>
            </a:xfrm>
            <a:custGeom>
              <a:avLst/>
              <a:gdLst/>
              <a:ahLst/>
              <a:cxnLst/>
              <a:rect l="l" t="t" r="r" b="b"/>
              <a:pathLst>
                <a:path w="8113" h="8278" fill="none" extrusionOk="0">
                  <a:moveTo>
                    <a:pt x="3303" y="1"/>
                  </a:moveTo>
                  <a:lnTo>
                    <a:pt x="3303" y="1"/>
                  </a:lnTo>
                  <a:lnTo>
                    <a:pt x="2932" y="21"/>
                  </a:lnTo>
                  <a:lnTo>
                    <a:pt x="2581" y="83"/>
                  </a:lnTo>
                  <a:lnTo>
                    <a:pt x="2395" y="124"/>
                  </a:lnTo>
                  <a:lnTo>
                    <a:pt x="2230" y="186"/>
                  </a:lnTo>
                  <a:lnTo>
                    <a:pt x="2065" y="269"/>
                  </a:lnTo>
                  <a:lnTo>
                    <a:pt x="1900" y="352"/>
                  </a:lnTo>
                  <a:lnTo>
                    <a:pt x="1900" y="352"/>
                  </a:lnTo>
                  <a:lnTo>
                    <a:pt x="1569" y="558"/>
                  </a:lnTo>
                  <a:lnTo>
                    <a:pt x="1260" y="826"/>
                  </a:lnTo>
                  <a:lnTo>
                    <a:pt x="992" y="1115"/>
                  </a:lnTo>
                  <a:lnTo>
                    <a:pt x="744" y="1446"/>
                  </a:lnTo>
                  <a:lnTo>
                    <a:pt x="517" y="1796"/>
                  </a:lnTo>
                  <a:lnTo>
                    <a:pt x="331" y="2168"/>
                  </a:lnTo>
                  <a:lnTo>
                    <a:pt x="187" y="2560"/>
                  </a:lnTo>
                  <a:lnTo>
                    <a:pt x="83" y="2973"/>
                  </a:lnTo>
                  <a:lnTo>
                    <a:pt x="21" y="3406"/>
                  </a:lnTo>
                  <a:lnTo>
                    <a:pt x="1" y="3840"/>
                  </a:lnTo>
                  <a:lnTo>
                    <a:pt x="42" y="4273"/>
                  </a:lnTo>
                  <a:lnTo>
                    <a:pt x="63" y="4480"/>
                  </a:lnTo>
                  <a:lnTo>
                    <a:pt x="125" y="4707"/>
                  </a:lnTo>
                  <a:lnTo>
                    <a:pt x="166" y="4934"/>
                  </a:lnTo>
                  <a:lnTo>
                    <a:pt x="248" y="5140"/>
                  </a:lnTo>
                  <a:lnTo>
                    <a:pt x="331" y="5367"/>
                  </a:lnTo>
                  <a:lnTo>
                    <a:pt x="434" y="5574"/>
                  </a:lnTo>
                  <a:lnTo>
                    <a:pt x="537" y="5780"/>
                  </a:lnTo>
                  <a:lnTo>
                    <a:pt x="682" y="5987"/>
                  </a:lnTo>
                  <a:lnTo>
                    <a:pt x="826" y="6193"/>
                  </a:lnTo>
                  <a:lnTo>
                    <a:pt x="971" y="6399"/>
                  </a:lnTo>
                  <a:lnTo>
                    <a:pt x="971" y="6399"/>
                  </a:lnTo>
                  <a:lnTo>
                    <a:pt x="1342" y="6792"/>
                  </a:lnTo>
                  <a:lnTo>
                    <a:pt x="1735" y="7163"/>
                  </a:lnTo>
                  <a:lnTo>
                    <a:pt x="1941" y="7328"/>
                  </a:lnTo>
                  <a:lnTo>
                    <a:pt x="2168" y="7493"/>
                  </a:lnTo>
                  <a:lnTo>
                    <a:pt x="2374" y="7638"/>
                  </a:lnTo>
                  <a:lnTo>
                    <a:pt x="2602" y="7762"/>
                  </a:lnTo>
                  <a:lnTo>
                    <a:pt x="2829" y="7865"/>
                  </a:lnTo>
                  <a:lnTo>
                    <a:pt x="3056" y="7968"/>
                  </a:lnTo>
                  <a:lnTo>
                    <a:pt x="3283" y="8071"/>
                  </a:lnTo>
                  <a:lnTo>
                    <a:pt x="3530" y="8133"/>
                  </a:lnTo>
                  <a:lnTo>
                    <a:pt x="3757" y="8195"/>
                  </a:lnTo>
                  <a:lnTo>
                    <a:pt x="4005" y="8236"/>
                  </a:lnTo>
                  <a:lnTo>
                    <a:pt x="4253" y="8257"/>
                  </a:lnTo>
                  <a:lnTo>
                    <a:pt x="4480" y="8278"/>
                  </a:lnTo>
                  <a:lnTo>
                    <a:pt x="4480" y="8278"/>
                  </a:lnTo>
                  <a:lnTo>
                    <a:pt x="4707" y="8257"/>
                  </a:lnTo>
                  <a:lnTo>
                    <a:pt x="4913" y="8236"/>
                  </a:lnTo>
                  <a:lnTo>
                    <a:pt x="5140" y="8216"/>
                  </a:lnTo>
                  <a:lnTo>
                    <a:pt x="5347" y="8154"/>
                  </a:lnTo>
                  <a:lnTo>
                    <a:pt x="5553" y="8092"/>
                  </a:lnTo>
                  <a:lnTo>
                    <a:pt x="5780" y="8009"/>
                  </a:lnTo>
                  <a:lnTo>
                    <a:pt x="5987" y="7927"/>
                  </a:lnTo>
                  <a:lnTo>
                    <a:pt x="6193" y="7803"/>
                  </a:lnTo>
                  <a:lnTo>
                    <a:pt x="6193" y="7803"/>
                  </a:lnTo>
                  <a:lnTo>
                    <a:pt x="6523" y="7597"/>
                  </a:lnTo>
                  <a:lnTo>
                    <a:pt x="6833" y="7349"/>
                  </a:lnTo>
                  <a:lnTo>
                    <a:pt x="7101" y="7101"/>
                  </a:lnTo>
                  <a:lnTo>
                    <a:pt x="7328" y="6812"/>
                  </a:lnTo>
                  <a:lnTo>
                    <a:pt x="7555" y="6503"/>
                  </a:lnTo>
                  <a:lnTo>
                    <a:pt x="7721" y="6172"/>
                  </a:lnTo>
                  <a:lnTo>
                    <a:pt x="7865" y="5842"/>
                  </a:lnTo>
                  <a:lnTo>
                    <a:pt x="7989" y="5491"/>
                  </a:lnTo>
                  <a:lnTo>
                    <a:pt x="8051" y="5140"/>
                  </a:lnTo>
                  <a:lnTo>
                    <a:pt x="8113" y="4769"/>
                  </a:lnTo>
                  <a:lnTo>
                    <a:pt x="8113" y="4397"/>
                  </a:lnTo>
                  <a:lnTo>
                    <a:pt x="8092" y="4026"/>
                  </a:lnTo>
                  <a:lnTo>
                    <a:pt x="8030" y="3654"/>
                  </a:lnTo>
                  <a:lnTo>
                    <a:pt x="7927" y="3303"/>
                  </a:lnTo>
                  <a:lnTo>
                    <a:pt x="7782" y="2932"/>
                  </a:lnTo>
                  <a:lnTo>
                    <a:pt x="7597" y="2581"/>
                  </a:lnTo>
                  <a:lnTo>
                    <a:pt x="7597" y="2581"/>
                  </a:lnTo>
                  <a:lnTo>
                    <a:pt x="7432" y="2333"/>
                  </a:lnTo>
                  <a:lnTo>
                    <a:pt x="7246" y="2065"/>
                  </a:lnTo>
                  <a:lnTo>
                    <a:pt x="7039" y="1817"/>
                  </a:lnTo>
                  <a:lnTo>
                    <a:pt x="6833" y="1590"/>
                  </a:lnTo>
                  <a:lnTo>
                    <a:pt x="6585" y="1363"/>
                  </a:lnTo>
                  <a:lnTo>
                    <a:pt x="6317" y="1157"/>
                  </a:lnTo>
                  <a:lnTo>
                    <a:pt x="6049" y="950"/>
                  </a:lnTo>
                  <a:lnTo>
                    <a:pt x="5760" y="764"/>
                  </a:lnTo>
                  <a:lnTo>
                    <a:pt x="5471" y="599"/>
                  </a:lnTo>
                  <a:lnTo>
                    <a:pt x="5182" y="434"/>
                  </a:lnTo>
                  <a:lnTo>
                    <a:pt x="4872" y="310"/>
                  </a:lnTo>
                  <a:lnTo>
                    <a:pt x="4562" y="207"/>
                  </a:lnTo>
                  <a:lnTo>
                    <a:pt x="4232" y="104"/>
                  </a:lnTo>
                  <a:lnTo>
                    <a:pt x="3923" y="42"/>
                  </a:lnTo>
                  <a:lnTo>
                    <a:pt x="3613" y="1"/>
                  </a:lnTo>
                  <a:lnTo>
                    <a:pt x="330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Google Shape;168;p27">
              <a:extLst>
                <a:ext uri="{FF2B5EF4-FFF2-40B4-BE49-F238E27FC236}">
                  <a16:creationId xmlns:a16="http://schemas.microsoft.com/office/drawing/2014/main" id="{4CB0C8AE-B72C-798E-35C0-667F0507A398}"/>
                </a:ext>
              </a:extLst>
            </p:cNvPr>
            <p:cNvSpPr/>
            <p:nvPr/>
          </p:nvSpPr>
          <p:spPr>
            <a:xfrm>
              <a:off x="5891650" y="640100"/>
              <a:ext cx="120250" cy="107875"/>
            </a:xfrm>
            <a:custGeom>
              <a:avLst/>
              <a:gdLst/>
              <a:ahLst/>
              <a:cxnLst/>
              <a:rect l="l" t="t" r="r" b="b"/>
              <a:pathLst>
                <a:path w="4810" h="4315" extrusionOk="0">
                  <a:moveTo>
                    <a:pt x="2952" y="888"/>
                  </a:moveTo>
                  <a:lnTo>
                    <a:pt x="3035" y="929"/>
                  </a:lnTo>
                  <a:lnTo>
                    <a:pt x="3138" y="971"/>
                  </a:lnTo>
                  <a:lnTo>
                    <a:pt x="3241" y="1012"/>
                  </a:lnTo>
                  <a:lnTo>
                    <a:pt x="2622" y="1611"/>
                  </a:lnTo>
                  <a:lnTo>
                    <a:pt x="2539" y="1425"/>
                  </a:lnTo>
                  <a:lnTo>
                    <a:pt x="2498" y="1260"/>
                  </a:lnTo>
                  <a:lnTo>
                    <a:pt x="2518" y="1198"/>
                  </a:lnTo>
                  <a:lnTo>
                    <a:pt x="2518" y="1115"/>
                  </a:lnTo>
                  <a:lnTo>
                    <a:pt x="2560" y="1053"/>
                  </a:lnTo>
                  <a:lnTo>
                    <a:pt x="2601" y="991"/>
                  </a:lnTo>
                  <a:lnTo>
                    <a:pt x="2663" y="950"/>
                  </a:lnTo>
                  <a:lnTo>
                    <a:pt x="2725" y="929"/>
                  </a:lnTo>
                  <a:lnTo>
                    <a:pt x="2787" y="909"/>
                  </a:lnTo>
                  <a:lnTo>
                    <a:pt x="2869" y="888"/>
                  </a:lnTo>
                  <a:close/>
                  <a:moveTo>
                    <a:pt x="2271" y="2746"/>
                  </a:moveTo>
                  <a:lnTo>
                    <a:pt x="2333" y="2932"/>
                  </a:lnTo>
                  <a:lnTo>
                    <a:pt x="2374" y="3097"/>
                  </a:lnTo>
                  <a:lnTo>
                    <a:pt x="2374" y="3159"/>
                  </a:lnTo>
                  <a:lnTo>
                    <a:pt x="2353" y="3221"/>
                  </a:lnTo>
                  <a:lnTo>
                    <a:pt x="2312" y="3282"/>
                  </a:lnTo>
                  <a:lnTo>
                    <a:pt x="2271" y="3344"/>
                  </a:lnTo>
                  <a:lnTo>
                    <a:pt x="2209" y="3386"/>
                  </a:lnTo>
                  <a:lnTo>
                    <a:pt x="2147" y="3427"/>
                  </a:lnTo>
                  <a:lnTo>
                    <a:pt x="2085" y="3448"/>
                  </a:lnTo>
                  <a:lnTo>
                    <a:pt x="1941" y="3448"/>
                  </a:lnTo>
                  <a:lnTo>
                    <a:pt x="1858" y="3406"/>
                  </a:lnTo>
                  <a:lnTo>
                    <a:pt x="1755" y="3365"/>
                  </a:lnTo>
                  <a:lnTo>
                    <a:pt x="1672" y="3324"/>
                  </a:lnTo>
                  <a:lnTo>
                    <a:pt x="2271" y="2746"/>
                  </a:lnTo>
                  <a:close/>
                  <a:moveTo>
                    <a:pt x="2766" y="1"/>
                  </a:moveTo>
                  <a:lnTo>
                    <a:pt x="2518" y="21"/>
                  </a:lnTo>
                  <a:lnTo>
                    <a:pt x="2291" y="83"/>
                  </a:lnTo>
                  <a:lnTo>
                    <a:pt x="2085" y="186"/>
                  </a:lnTo>
                  <a:lnTo>
                    <a:pt x="1899" y="331"/>
                  </a:lnTo>
                  <a:lnTo>
                    <a:pt x="1796" y="434"/>
                  </a:lnTo>
                  <a:lnTo>
                    <a:pt x="1713" y="558"/>
                  </a:lnTo>
                  <a:lnTo>
                    <a:pt x="1652" y="661"/>
                  </a:lnTo>
                  <a:lnTo>
                    <a:pt x="1610" y="785"/>
                  </a:lnTo>
                  <a:lnTo>
                    <a:pt x="1569" y="909"/>
                  </a:lnTo>
                  <a:lnTo>
                    <a:pt x="1569" y="1033"/>
                  </a:lnTo>
                  <a:lnTo>
                    <a:pt x="1569" y="1136"/>
                  </a:lnTo>
                  <a:lnTo>
                    <a:pt x="1569" y="1260"/>
                  </a:lnTo>
                  <a:lnTo>
                    <a:pt x="1631" y="1507"/>
                  </a:lnTo>
                  <a:lnTo>
                    <a:pt x="1734" y="1755"/>
                  </a:lnTo>
                  <a:lnTo>
                    <a:pt x="1837" y="1982"/>
                  </a:lnTo>
                  <a:lnTo>
                    <a:pt x="1961" y="2209"/>
                  </a:lnTo>
                  <a:lnTo>
                    <a:pt x="1239" y="2890"/>
                  </a:lnTo>
                  <a:lnTo>
                    <a:pt x="1053" y="2622"/>
                  </a:lnTo>
                  <a:lnTo>
                    <a:pt x="908" y="2333"/>
                  </a:lnTo>
                  <a:lnTo>
                    <a:pt x="805" y="2044"/>
                  </a:lnTo>
                  <a:lnTo>
                    <a:pt x="743" y="1755"/>
                  </a:lnTo>
                  <a:lnTo>
                    <a:pt x="0" y="2023"/>
                  </a:lnTo>
                  <a:lnTo>
                    <a:pt x="21" y="2189"/>
                  </a:lnTo>
                  <a:lnTo>
                    <a:pt x="62" y="2354"/>
                  </a:lnTo>
                  <a:lnTo>
                    <a:pt x="124" y="2519"/>
                  </a:lnTo>
                  <a:lnTo>
                    <a:pt x="207" y="2705"/>
                  </a:lnTo>
                  <a:lnTo>
                    <a:pt x="289" y="2890"/>
                  </a:lnTo>
                  <a:lnTo>
                    <a:pt x="413" y="3076"/>
                  </a:lnTo>
                  <a:lnTo>
                    <a:pt x="537" y="3262"/>
                  </a:lnTo>
                  <a:lnTo>
                    <a:pt x="661" y="3427"/>
                  </a:lnTo>
                  <a:lnTo>
                    <a:pt x="186" y="3881"/>
                  </a:lnTo>
                  <a:lnTo>
                    <a:pt x="599" y="4315"/>
                  </a:lnTo>
                  <a:lnTo>
                    <a:pt x="1094" y="3860"/>
                  </a:lnTo>
                  <a:lnTo>
                    <a:pt x="1363" y="4067"/>
                  </a:lnTo>
                  <a:lnTo>
                    <a:pt x="1631" y="4191"/>
                  </a:lnTo>
                  <a:lnTo>
                    <a:pt x="1899" y="4294"/>
                  </a:lnTo>
                  <a:lnTo>
                    <a:pt x="2147" y="4315"/>
                  </a:lnTo>
                  <a:lnTo>
                    <a:pt x="2374" y="4315"/>
                  </a:lnTo>
                  <a:lnTo>
                    <a:pt x="2601" y="4253"/>
                  </a:lnTo>
                  <a:lnTo>
                    <a:pt x="2807" y="4149"/>
                  </a:lnTo>
                  <a:lnTo>
                    <a:pt x="2993" y="4005"/>
                  </a:lnTo>
                  <a:lnTo>
                    <a:pt x="3096" y="3902"/>
                  </a:lnTo>
                  <a:lnTo>
                    <a:pt x="3179" y="3778"/>
                  </a:lnTo>
                  <a:lnTo>
                    <a:pt x="3241" y="3675"/>
                  </a:lnTo>
                  <a:lnTo>
                    <a:pt x="3282" y="3551"/>
                  </a:lnTo>
                  <a:lnTo>
                    <a:pt x="3303" y="3427"/>
                  </a:lnTo>
                  <a:lnTo>
                    <a:pt x="3324" y="3324"/>
                  </a:lnTo>
                  <a:lnTo>
                    <a:pt x="3324" y="3200"/>
                  </a:lnTo>
                  <a:lnTo>
                    <a:pt x="3303" y="3076"/>
                  </a:lnTo>
                  <a:lnTo>
                    <a:pt x="3241" y="2849"/>
                  </a:lnTo>
                  <a:lnTo>
                    <a:pt x="3158" y="2601"/>
                  </a:lnTo>
                  <a:lnTo>
                    <a:pt x="3035" y="2374"/>
                  </a:lnTo>
                  <a:lnTo>
                    <a:pt x="2911" y="2147"/>
                  </a:lnTo>
                  <a:lnTo>
                    <a:pt x="3654" y="1445"/>
                  </a:lnTo>
                  <a:lnTo>
                    <a:pt x="3778" y="1631"/>
                  </a:lnTo>
                  <a:lnTo>
                    <a:pt x="3901" y="1858"/>
                  </a:lnTo>
                  <a:lnTo>
                    <a:pt x="3984" y="2085"/>
                  </a:lnTo>
                  <a:lnTo>
                    <a:pt x="4067" y="2333"/>
                  </a:lnTo>
                  <a:lnTo>
                    <a:pt x="4810" y="2044"/>
                  </a:lnTo>
                  <a:lnTo>
                    <a:pt x="4727" y="1755"/>
                  </a:lnTo>
                  <a:lnTo>
                    <a:pt x="4603" y="1466"/>
                  </a:lnTo>
                  <a:lnTo>
                    <a:pt x="4438" y="1177"/>
                  </a:lnTo>
                  <a:lnTo>
                    <a:pt x="4232" y="909"/>
                  </a:lnTo>
                  <a:lnTo>
                    <a:pt x="4706" y="455"/>
                  </a:lnTo>
                  <a:lnTo>
                    <a:pt x="4294" y="21"/>
                  </a:lnTo>
                  <a:lnTo>
                    <a:pt x="3819" y="475"/>
                  </a:lnTo>
                  <a:lnTo>
                    <a:pt x="3551" y="269"/>
                  </a:lnTo>
                  <a:lnTo>
                    <a:pt x="3282" y="124"/>
                  </a:lnTo>
                  <a:lnTo>
                    <a:pt x="3014" y="42"/>
                  </a:lnTo>
                  <a:lnTo>
                    <a:pt x="2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" name="Google Shape;169;p27">
              <a:extLst>
                <a:ext uri="{FF2B5EF4-FFF2-40B4-BE49-F238E27FC236}">
                  <a16:creationId xmlns:a16="http://schemas.microsoft.com/office/drawing/2014/main" id="{8A7808B4-72E3-096B-D8DC-D1D59E30B41E}"/>
                </a:ext>
              </a:extLst>
            </p:cNvPr>
            <p:cNvSpPr/>
            <p:nvPr/>
          </p:nvSpPr>
          <p:spPr>
            <a:xfrm>
              <a:off x="5699175" y="435225"/>
              <a:ext cx="527400" cy="470150"/>
            </a:xfrm>
            <a:custGeom>
              <a:avLst/>
              <a:gdLst/>
              <a:ahLst/>
              <a:cxnLst/>
              <a:rect l="l" t="t" r="r" b="b"/>
              <a:pathLst>
                <a:path w="21096" h="18806" extrusionOk="0">
                  <a:moveTo>
                    <a:pt x="4789" y="290"/>
                  </a:moveTo>
                  <a:lnTo>
                    <a:pt x="5098" y="373"/>
                  </a:lnTo>
                  <a:lnTo>
                    <a:pt x="5429" y="455"/>
                  </a:lnTo>
                  <a:lnTo>
                    <a:pt x="5759" y="558"/>
                  </a:lnTo>
                  <a:lnTo>
                    <a:pt x="6069" y="682"/>
                  </a:lnTo>
                  <a:lnTo>
                    <a:pt x="6399" y="827"/>
                  </a:lnTo>
                  <a:lnTo>
                    <a:pt x="6708" y="992"/>
                  </a:lnTo>
                  <a:lnTo>
                    <a:pt x="7018" y="1178"/>
                  </a:lnTo>
                  <a:lnTo>
                    <a:pt x="7348" y="1363"/>
                  </a:lnTo>
                  <a:lnTo>
                    <a:pt x="7637" y="1570"/>
                  </a:lnTo>
                  <a:lnTo>
                    <a:pt x="7947" y="1797"/>
                  </a:lnTo>
                  <a:lnTo>
                    <a:pt x="8546" y="2292"/>
                  </a:lnTo>
                  <a:lnTo>
                    <a:pt x="9144" y="2808"/>
                  </a:lnTo>
                  <a:lnTo>
                    <a:pt x="9701" y="3365"/>
                  </a:lnTo>
                  <a:lnTo>
                    <a:pt x="10259" y="3964"/>
                  </a:lnTo>
                  <a:lnTo>
                    <a:pt x="10795" y="4583"/>
                  </a:lnTo>
                  <a:lnTo>
                    <a:pt x="11311" y="5203"/>
                  </a:lnTo>
                  <a:lnTo>
                    <a:pt x="11807" y="5822"/>
                  </a:lnTo>
                  <a:lnTo>
                    <a:pt x="12736" y="7060"/>
                  </a:lnTo>
                  <a:lnTo>
                    <a:pt x="13582" y="8216"/>
                  </a:lnTo>
                  <a:lnTo>
                    <a:pt x="14119" y="8959"/>
                  </a:lnTo>
                  <a:lnTo>
                    <a:pt x="14614" y="9640"/>
                  </a:lnTo>
                  <a:lnTo>
                    <a:pt x="14965" y="10033"/>
                  </a:lnTo>
                  <a:lnTo>
                    <a:pt x="15316" y="10384"/>
                  </a:lnTo>
                  <a:lnTo>
                    <a:pt x="15687" y="10714"/>
                  </a:lnTo>
                  <a:lnTo>
                    <a:pt x="16059" y="10982"/>
                  </a:lnTo>
                  <a:lnTo>
                    <a:pt x="16451" y="11230"/>
                  </a:lnTo>
                  <a:lnTo>
                    <a:pt x="16843" y="11436"/>
                  </a:lnTo>
                  <a:lnTo>
                    <a:pt x="17215" y="11622"/>
                  </a:lnTo>
                  <a:lnTo>
                    <a:pt x="17607" y="11766"/>
                  </a:lnTo>
                  <a:lnTo>
                    <a:pt x="17979" y="11890"/>
                  </a:lnTo>
                  <a:lnTo>
                    <a:pt x="18330" y="11994"/>
                  </a:lnTo>
                  <a:lnTo>
                    <a:pt x="18660" y="12076"/>
                  </a:lnTo>
                  <a:lnTo>
                    <a:pt x="18969" y="12138"/>
                  </a:lnTo>
                  <a:lnTo>
                    <a:pt x="19506" y="12221"/>
                  </a:lnTo>
                  <a:lnTo>
                    <a:pt x="19898" y="12262"/>
                  </a:lnTo>
                  <a:lnTo>
                    <a:pt x="20228" y="12262"/>
                  </a:lnTo>
                  <a:lnTo>
                    <a:pt x="20641" y="12241"/>
                  </a:lnTo>
                  <a:lnTo>
                    <a:pt x="20641" y="12241"/>
                  </a:lnTo>
                  <a:lnTo>
                    <a:pt x="16038" y="18496"/>
                  </a:lnTo>
                  <a:lnTo>
                    <a:pt x="15584" y="18392"/>
                  </a:lnTo>
                  <a:lnTo>
                    <a:pt x="15130" y="18289"/>
                  </a:lnTo>
                  <a:lnTo>
                    <a:pt x="14676" y="18145"/>
                  </a:lnTo>
                  <a:lnTo>
                    <a:pt x="14243" y="18000"/>
                  </a:lnTo>
                  <a:lnTo>
                    <a:pt x="13809" y="17856"/>
                  </a:lnTo>
                  <a:lnTo>
                    <a:pt x="13396" y="17691"/>
                  </a:lnTo>
                  <a:lnTo>
                    <a:pt x="12983" y="17505"/>
                  </a:lnTo>
                  <a:lnTo>
                    <a:pt x="12591" y="17319"/>
                  </a:lnTo>
                  <a:lnTo>
                    <a:pt x="12199" y="17113"/>
                  </a:lnTo>
                  <a:lnTo>
                    <a:pt x="11807" y="16906"/>
                  </a:lnTo>
                  <a:lnTo>
                    <a:pt x="11084" y="16473"/>
                  </a:lnTo>
                  <a:lnTo>
                    <a:pt x="10383" y="15998"/>
                  </a:lnTo>
                  <a:lnTo>
                    <a:pt x="9722" y="15482"/>
                  </a:lnTo>
                  <a:lnTo>
                    <a:pt x="9103" y="14966"/>
                  </a:lnTo>
                  <a:lnTo>
                    <a:pt x="8525" y="14429"/>
                  </a:lnTo>
                  <a:lnTo>
                    <a:pt x="7988" y="13893"/>
                  </a:lnTo>
                  <a:lnTo>
                    <a:pt x="7513" y="13335"/>
                  </a:lnTo>
                  <a:lnTo>
                    <a:pt x="7059" y="12778"/>
                  </a:lnTo>
                  <a:lnTo>
                    <a:pt x="6647" y="12241"/>
                  </a:lnTo>
                  <a:lnTo>
                    <a:pt x="6296" y="11705"/>
                  </a:lnTo>
                  <a:lnTo>
                    <a:pt x="5986" y="11168"/>
                  </a:lnTo>
                  <a:lnTo>
                    <a:pt x="5697" y="10714"/>
                  </a:lnTo>
                  <a:lnTo>
                    <a:pt x="5387" y="10260"/>
                  </a:lnTo>
                  <a:lnTo>
                    <a:pt x="5016" y="9826"/>
                  </a:lnTo>
                  <a:lnTo>
                    <a:pt x="4644" y="9393"/>
                  </a:lnTo>
                  <a:lnTo>
                    <a:pt x="4232" y="8980"/>
                  </a:lnTo>
                  <a:lnTo>
                    <a:pt x="3798" y="8588"/>
                  </a:lnTo>
                  <a:lnTo>
                    <a:pt x="3385" y="8216"/>
                  </a:lnTo>
                  <a:lnTo>
                    <a:pt x="2952" y="7865"/>
                  </a:lnTo>
                  <a:lnTo>
                    <a:pt x="2539" y="7535"/>
                  </a:lnTo>
                  <a:lnTo>
                    <a:pt x="2126" y="7225"/>
                  </a:lnTo>
                  <a:lnTo>
                    <a:pt x="1383" y="6709"/>
                  </a:lnTo>
                  <a:lnTo>
                    <a:pt x="784" y="6317"/>
                  </a:lnTo>
                  <a:lnTo>
                    <a:pt x="392" y="6069"/>
                  </a:lnTo>
                  <a:lnTo>
                    <a:pt x="4789" y="290"/>
                  </a:lnTo>
                  <a:close/>
                  <a:moveTo>
                    <a:pt x="4665" y="1"/>
                  </a:moveTo>
                  <a:lnTo>
                    <a:pt x="0" y="6131"/>
                  </a:lnTo>
                  <a:lnTo>
                    <a:pt x="124" y="6214"/>
                  </a:lnTo>
                  <a:lnTo>
                    <a:pt x="310" y="6338"/>
                  </a:lnTo>
                  <a:lnTo>
                    <a:pt x="805" y="6647"/>
                  </a:lnTo>
                  <a:lnTo>
                    <a:pt x="1528" y="7143"/>
                  </a:lnTo>
                  <a:lnTo>
                    <a:pt x="1961" y="7452"/>
                  </a:lnTo>
                  <a:lnTo>
                    <a:pt x="2394" y="7783"/>
                  </a:lnTo>
                  <a:lnTo>
                    <a:pt x="2869" y="8154"/>
                  </a:lnTo>
                  <a:lnTo>
                    <a:pt x="3344" y="8546"/>
                  </a:lnTo>
                  <a:lnTo>
                    <a:pt x="3798" y="8959"/>
                  </a:lnTo>
                  <a:lnTo>
                    <a:pt x="4252" y="9413"/>
                  </a:lnTo>
                  <a:lnTo>
                    <a:pt x="4686" y="9867"/>
                  </a:lnTo>
                  <a:lnTo>
                    <a:pt x="5098" y="10342"/>
                  </a:lnTo>
                  <a:lnTo>
                    <a:pt x="5449" y="10817"/>
                  </a:lnTo>
                  <a:lnTo>
                    <a:pt x="5615" y="11065"/>
                  </a:lnTo>
                  <a:lnTo>
                    <a:pt x="5759" y="11312"/>
                  </a:lnTo>
                  <a:lnTo>
                    <a:pt x="6069" y="11849"/>
                  </a:lnTo>
                  <a:lnTo>
                    <a:pt x="6440" y="12406"/>
                  </a:lnTo>
                  <a:lnTo>
                    <a:pt x="6853" y="12964"/>
                  </a:lnTo>
                  <a:lnTo>
                    <a:pt x="7307" y="13521"/>
                  </a:lnTo>
                  <a:lnTo>
                    <a:pt x="7823" y="14078"/>
                  </a:lnTo>
                  <a:lnTo>
                    <a:pt x="8360" y="14636"/>
                  </a:lnTo>
                  <a:lnTo>
                    <a:pt x="8958" y="15193"/>
                  </a:lnTo>
                  <a:lnTo>
                    <a:pt x="9578" y="15730"/>
                  </a:lnTo>
                  <a:lnTo>
                    <a:pt x="10259" y="16225"/>
                  </a:lnTo>
                  <a:lnTo>
                    <a:pt x="10981" y="16720"/>
                  </a:lnTo>
                  <a:lnTo>
                    <a:pt x="11353" y="16947"/>
                  </a:lnTo>
                  <a:lnTo>
                    <a:pt x="11724" y="17174"/>
                  </a:lnTo>
                  <a:lnTo>
                    <a:pt x="12116" y="17381"/>
                  </a:lnTo>
                  <a:lnTo>
                    <a:pt x="12529" y="17587"/>
                  </a:lnTo>
                  <a:lnTo>
                    <a:pt x="12942" y="17773"/>
                  </a:lnTo>
                  <a:lnTo>
                    <a:pt x="13355" y="17959"/>
                  </a:lnTo>
                  <a:lnTo>
                    <a:pt x="13788" y="18124"/>
                  </a:lnTo>
                  <a:lnTo>
                    <a:pt x="14222" y="18289"/>
                  </a:lnTo>
                  <a:lnTo>
                    <a:pt x="14676" y="18434"/>
                  </a:lnTo>
                  <a:lnTo>
                    <a:pt x="15130" y="18557"/>
                  </a:lnTo>
                  <a:lnTo>
                    <a:pt x="15605" y="18681"/>
                  </a:lnTo>
                  <a:lnTo>
                    <a:pt x="16080" y="18785"/>
                  </a:lnTo>
                  <a:lnTo>
                    <a:pt x="16162" y="18805"/>
                  </a:lnTo>
                  <a:lnTo>
                    <a:pt x="21095" y="12097"/>
                  </a:lnTo>
                  <a:lnTo>
                    <a:pt x="20889" y="11911"/>
                  </a:lnTo>
                  <a:lnTo>
                    <a:pt x="20806" y="11952"/>
                  </a:lnTo>
                  <a:lnTo>
                    <a:pt x="20662" y="11973"/>
                  </a:lnTo>
                  <a:lnTo>
                    <a:pt x="20476" y="11994"/>
                  </a:lnTo>
                  <a:lnTo>
                    <a:pt x="20208" y="11994"/>
                  </a:lnTo>
                  <a:lnTo>
                    <a:pt x="19712" y="11973"/>
                  </a:lnTo>
                  <a:lnTo>
                    <a:pt x="19403" y="11952"/>
                  </a:lnTo>
                  <a:lnTo>
                    <a:pt x="19093" y="11890"/>
                  </a:lnTo>
                  <a:lnTo>
                    <a:pt x="18763" y="11828"/>
                  </a:lnTo>
                  <a:lnTo>
                    <a:pt x="18412" y="11746"/>
                  </a:lnTo>
                  <a:lnTo>
                    <a:pt x="18041" y="11643"/>
                  </a:lnTo>
                  <a:lnTo>
                    <a:pt x="17669" y="11519"/>
                  </a:lnTo>
                  <a:lnTo>
                    <a:pt x="17297" y="11374"/>
                  </a:lnTo>
                  <a:lnTo>
                    <a:pt x="16926" y="11189"/>
                  </a:lnTo>
                  <a:lnTo>
                    <a:pt x="16554" y="10982"/>
                  </a:lnTo>
                  <a:lnTo>
                    <a:pt x="16183" y="10755"/>
                  </a:lnTo>
                  <a:lnTo>
                    <a:pt x="15832" y="10487"/>
                  </a:lnTo>
                  <a:lnTo>
                    <a:pt x="15481" y="10177"/>
                  </a:lnTo>
                  <a:lnTo>
                    <a:pt x="15151" y="9847"/>
                  </a:lnTo>
                  <a:lnTo>
                    <a:pt x="14841" y="9475"/>
                  </a:lnTo>
                  <a:lnTo>
                    <a:pt x="14346" y="8815"/>
                  </a:lnTo>
                  <a:lnTo>
                    <a:pt x="13809" y="8051"/>
                  </a:lnTo>
                  <a:lnTo>
                    <a:pt x="12942" y="6874"/>
                  </a:lnTo>
                  <a:lnTo>
                    <a:pt x="12488" y="6255"/>
                  </a:lnTo>
                  <a:lnTo>
                    <a:pt x="11993" y="5615"/>
                  </a:lnTo>
                  <a:lnTo>
                    <a:pt x="11477" y="4976"/>
                  </a:lnTo>
                  <a:lnTo>
                    <a:pt x="10961" y="4336"/>
                  </a:lnTo>
                  <a:lnTo>
                    <a:pt x="10403" y="3716"/>
                  </a:lnTo>
                  <a:lnTo>
                    <a:pt x="9825" y="3118"/>
                  </a:lnTo>
                  <a:lnTo>
                    <a:pt x="9247" y="2540"/>
                  </a:lnTo>
                  <a:lnTo>
                    <a:pt x="8649" y="2003"/>
                  </a:lnTo>
                  <a:lnTo>
                    <a:pt x="8030" y="1528"/>
                  </a:lnTo>
                  <a:lnTo>
                    <a:pt x="7720" y="1301"/>
                  </a:lnTo>
                  <a:lnTo>
                    <a:pt x="7390" y="1074"/>
                  </a:lnTo>
                  <a:lnTo>
                    <a:pt x="7080" y="889"/>
                  </a:lnTo>
                  <a:lnTo>
                    <a:pt x="6750" y="703"/>
                  </a:lnTo>
                  <a:lnTo>
                    <a:pt x="6420" y="538"/>
                  </a:lnTo>
                  <a:lnTo>
                    <a:pt x="6089" y="393"/>
                  </a:lnTo>
                  <a:lnTo>
                    <a:pt x="5759" y="269"/>
                  </a:lnTo>
                  <a:lnTo>
                    <a:pt x="5429" y="166"/>
                  </a:lnTo>
                  <a:lnTo>
                    <a:pt x="5078" y="84"/>
                  </a:lnTo>
                  <a:lnTo>
                    <a:pt x="4748" y="22"/>
                  </a:lnTo>
                  <a:lnTo>
                    <a:pt x="4665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Google Shape;170;p27">
              <a:extLst>
                <a:ext uri="{FF2B5EF4-FFF2-40B4-BE49-F238E27FC236}">
                  <a16:creationId xmlns:a16="http://schemas.microsoft.com/office/drawing/2014/main" id="{10F2135A-E5A3-2DD5-6605-42A8ACCCD58B}"/>
                </a:ext>
              </a:extLst>
            </p:cNvPr>
            <p:cNvSpPr/>
            <p:nvPr/>
          </p:nvSpPr>
          <p:spPr>
            <a:xfrm>
              <a:off x="1053350" y="5457250"/>
              <a:ext cx="5513275" cy="6225"/>
            </a:xfrm>
            <a:custGeom>
              <a:avLst/>
              <a:gdLst/>
              <a:ahLst/>
              <a:cxnLst/>
              <a:rect l="l" t="t" r="r" b="b"/>
              <a:pathLst>
                <a:path w="220531" h="249" extrusionOk="0">
                  <a:moveTo>
                    <a:pt x="110266" y="1"/>
                  </a:moveTo>
                  <a:lnTo>
                    <a:pt x="67352" y="21"/>
                  </a:lnTo>
                  <a:lnTo>
                    <a:pt x="32304" y="42"/>
                  </a:lnTo>
                  <a:lnTo>
                    <a:pt x="8669" y="83"/>
                  </a:lnTo>
                  <a:lnTo>
                    <a:pt x="2250" y="104"/>
                  </a:lnTo>
                  <a:lnTo>
                    <a:pt x="578" y="124"/>
                  </a:lnTo>
                  <a:lnTo>
                    <a:pt x="0" y="124"/>
                  </a:lnTo>
                  <a:lnTo>
                    <a:pt x="578" y="145"/>
                  </a:lnTo>
                  <a:lnTo>
                    <a:pt x="2250" y="145"/>
                  </a:lnTo>
                  <a:lnTo>
                    <a:pt x="8669" y="186"/>
                  </a:lnTo>
                  <a:lnTo>
                    <a:pt x="32304" y="207"/>
                  </a:lnTo>
                  <a:lnTo>
                    <a:pt x="67352" y="248"/>
                  </a:lnTo>
                  <a:lnTo>
                    <a:pt x="153199" y="248"/>
                  </a:lnTo>
                  <a:lnTo>
                    <a:pt x="188248" y="207"/>
                  </a:lnTo>
                  <a:lnTo>
                    <a:pt x="211882" y="186"/>
                  </a:lnTo>
                  <a:lnTo>
                    <a:pt x="218302" y="145"/>
                  </a:lnTo>
                  <a:lnTo>
                    <a:pt x="219974" y="145"/>
                  </a:lnTo>
                  <a:lnTo>
                    <a:pt x="220531" y="124"/>
                  </a:lnTo>
                  <a:lnTo>
                    <a:pt x="219974" y="124"/>
                  </a:lnTo>
                  <a:lnTo>
                    <a:pt x="218302" y="104"/>
                  </a:lnTo>
                  <a:lnTo>
                    <a:pt x="211882" y="83"/>
                  </a:lnTo>
                  <a:lnTo>
                    <a:pt x="188248" y="42"/>
                  </a:lnTo>
                  <a:lnTo>
                    <a:pt x="153199" y="21"/>
                  </a:lnTo>
                  <a:lnTo>
                    <a:pt x="110266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" name="Google Shape;171;p27">
              <a:extLst>
                <a:ext uri="{FF2B5EF4-FFF2-40B4-BE49-F238E27FC236}">
                  <a16:creationId xmlns:a16="http://schemas.microsoft.com/office/drawing/2014/main" id="{C8EE417D-83C4-97F4-0635-949F38D584CD}"/>
                </a:ext>
              </a:extLst>
            </p:cNvPr>
            <p:cNvSpPr/>
            <p:nvPr/>
          </p:nvSpPr>
          <p:spPr>
            <a:xfrm>
              <a:off x="1053350" y="5457250"/>
              <a:ext cx="5513275" cy="6225"/>
            </a:xfrm>
            <a:custGeom>
              <a:avLst/>
              <a:gdLst/>
              <a:ahLst/>
              <a:cxnLst/>
              <a:rect l="l" t="t" r="r" b="b"/>
              <a:pathLst>
                <a:path w="220531" h="249" fill="none" extrusionOk="0">
                  <a:moveTo>
                    <a:pt x="220531" y="124"/>
                  </a:moveTo>
                  <a:lnTo>
                    <a:pt x="220531" y="124"/>
                  </a:lnTo>
                  <a:lnTo>
                    <a:pt x="219974" y="145"/>
                  </a:lnTo>
                  <a:lnTo>
                    <a:pt x="218302" y="145"/>
                  </a:lnTo>
                  <a:lnTo>
                    <a:pt x="211882" y="186"/>
                  </a:lnTo>
                  <a:lnTo>
                    <a:pt x="188248" y="207"/>
                  </a:lnTo>
                  <a:lnTo>
                    <a:pt x="153199" y="248"/>
                  </a:lnTo>
                  <a:lnTo>
                    <a:pt x="110266" y="248"/>
                  </a:lnTo>
                  <a:lnTo>
                    <a:pt x="110266" y="248"/>
                  </a:lnTo>
                  <a:lnTo>
                    <a:pt x="67352" y="248"/>
                  </a:lnTo>
                  <a:lnTo>
                    <a:pt x="32304" y="207"/>
                  </a:lnTo>
                  <a:lnTo>
                    <a:pt x="8669" y="186"/>
                  </a:lnTo>
                  <a:lnTo>
                    <a:pt x="2250" y="145"/>
                  </a:lnTo>
                  <a:lnTo>
                    <a:pt x="578" y="145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578" y="124"/>
                  </a:lnTo>
                  <a:lnTo>
                    <a:pt x="2250" y="104"/>
                  </a:lnTo>
                  <a:lnTo>
                    <a:pt x="8669" y="83"/>
                  </a:lnTo>
                  <a:lnTo>
                    <a:pt x="32304" y="42"/>
                  </a:lnTo>
                  <a:lnTo>
                    <a:pt x="67352" y="21"/>
                  </a:lnTo>
                  <a:lnTo>
                    <a:pt x="110266" y="1"/>
                  </a:lnTo>
                  <a:lnTo>
                    <a:pt x="110266" y="1"/>
                  </a:lnTo>
                  <a:lnTo>
                    <a:pt x="153199" y="21"/>
                  </a:lnTo>
                  <a:lnTo>
                    <a:pt x="188248" y="42"/>
                  </a:lnTo>
                  <a:lnTo>
                    <a:pt x="211882" y="83"/>
                  </a:lnTo>
                  <a:lnTo>
                    <a:pt x="218302" y="104"/>
                  </a:lnTo>
                  <a:lnTo>
                    <a:pt x="219974" y="124"/>
                  </a:lnTo>
                  <a:lnTo>
                    <a:pt x="220531" y="1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" name="Google Shape;172;p27">
              <a:extLst>
                <a:ext uri="{FF2B5EF4-FFF2-40B4-BE49-F238E27FC236}">
                  <a16:creationId xmlns:a16="http://schemas.microsoft.com/office/drawing/2014/main" id="{C808C89E-C18C-B910-E9C2-1E70DFE3BBF9}"/>
                </a:ext>
              </a:extLst>
            </p:cNvPr>
            <p:cNvSpPr/>
            <p:nvPr/>
          </p:nvSpPr>
          <p:spPr>
            <a:xfrm>
              <a:off x="1540975" y="5051125"/>
              <a:ext cx="749825" cy="136275"/>
            </a:xfrm>
            <a:custGeom>
              <a:avLst/>
              <a:gdLst/>
              <a:ahLst/>
              <a:cxnLst/>
              <a:rect l="l" t="t" r="r" b="b"/>
              <a:pathLst>
                <a:path w="29993" h="5451" extrusionOk="0">
                  <a:moveTo>
                    <a:pt x="1" y="1"/>
                  </a:moveTo>
                  <a:lnTo>
                    <a:pt x="1" y="5450"/>
                  </a:lnTo>
                  <a:lnTo>
                    <a:pt x="29993" y="5450"/>
                  </a:lnTo>
                  <a:lnTo>
                    <a:pt x="299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" name="Google Shape;173;p27">
              <a:extLst>
                <a:ext uri="{FF2B5EF4-FFF2-40B4-BE49-F238E27FC236}">
                  <a16:creationId xmlns:a16="http://schemas.microsoft.com/office/drawing/2014/main" id="{C2FD24CF-A782-CA7C-0383-E25F45DC7945}"/>
                </a:ext>
              </a:extLst>
            </p:cNvPr>
            <p:cNvSpPr/>
            <p:nvPr/>
          </p:nvSpPr>
          <p:spPr>
            <a:xfrm>
              <a:off x="1540975" y="5051125"/>
              <a:ext cx="749825" cy="136275"/>
            </a:xfrm>
            <a:custGeom>
              <a:avLst/>
              <a:gdLst/>
              <a:ahLst/>
              <a:cxnLst/>
              <a:rect l="l" t="t" r="r" b="b"/>
              <a:pathLst>
                <a:path w="29993" h="5451" fill="none" extrusionOk="0">
                  <a:moveTo>
                    <a:pt x="29993" y="5450"/>
                  </a:moveTo>
                  <a:lnTo>
                    <a:pt x="1" y="5450"/>
                  </a:lnTo>
                  <a:lnTo>
                    <a:pt x="1" y="1"/>
                  </a:lnTo>
                  <a:lnTo>
                    <a:pt x="29993" y="1"/>
                  </a:lnTo>
                  <a:lnTo>
                    <a:pt x="29993" y="545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" name="Google Shape;174;p27">
              <a:extLst>
                <a:ext uri="{FF2B5EF4-FFF2-40B4-BE49-F238E27FC236}">
                  <a16:creationId xmlns:a16="http://schemas.microsoft.com/office/drawing/2014/main" id="{0EF1000C-820A-FD80-C7CE-00222CA3D570}"/>
                </a:ext>
              </a:extLst>
            </p:cNvPr>
            <p:cNvSpPr/>
            <p:nvPr/>
          </p:nvSpPr>
          <p:spPr>
            <a:xfrm>
              <a:off x="1611175" y="5053200"/>
              <a:ext cx="6725" cy="135225"/>
            </a:xfrm>
            <a:custGeom>
              <a:avLst/>
              <a:gdLst/>
              <a:ahLst/>
              <a:cxnLst/>
              <a:rect l="l" t="t" r="r" b="b"/>
              <a:pathLst>
                <a:path w="269" h="5409" extrusionOk="0">
                  <a:moveTo>
                    <a:pt x="145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1" y="806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1" y="4624"/>
                  </a:lnTo>
                  <a:lnTo>
                    <a:pt x="83" y="5202"/>
                  </a:lnTo>
                  <a:lnTo>
                    <a:pt x="103" y="5347"/>
                  </a:lnTo>
                  <a:lnTo>
                    <a:pt x="145" y="5409"/>
                  </a:lnTo>
                  <a:lnTo>
                    <a:pt x="165" y="5347"/>
                  </a:lnTo>
                  <a:lnTo>
                    <a:pt x="186" y="5202"/>
                  </a:lnTo>
                  <a:lnTo>
                    <a:pt x="227" y="4624"/>
                  </a:lnTo>
                  <a:lnTo>
                    <a:pt x="248" y="3757"/>
                  </a:lnTo>
                  <a:lnTo>
                    <a:pt x="269" y="2705"/>
                  </a:lnTo>
                  <a:lnTo>
                    <a:pt x="248" y="1652"/>
                  </a:lnTo>
                  <a:lnTo>
                    <a:pt x="227" y="806"/>
                  </a:lnTo>
                  <a:lnTo>
                    <a:pt x="186" y="207"/>
                  </a:lnTo>
                  <a:lnTo>
                    <a:pt x="165" y="62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Google Shape;175;p27">
              <a:extLst>
                <a:ext uri="{FF2B5EF4-FFF2-40B4-BE49-F238E27FC236}">
                  <a16:creationId xmlns:a16="http://schemas.microsoft.com/office/drawing/2014/main" id="{9EF2D5CC-80C0-7B1F-D7B2-BDF3E30132AB}"/>
                </a:ext>
              </a:extLst>
            </p:cNvPr>
            <p:cNvSpPr/>
            <p:nvPr/>
          </p:nvSpPr>
          <p:spPr>
            <a:xfrm>
              <a:off x="1611175" y="5053200"/>
              <a:ext cx="6725" cy="135225"/>
            </a:xfrm>
            <a:custGeom>
              <a:avLst/>
              <a:gdLst/>
              <a:ahLst/>
              <a:cxnLst/>
              <a:rect l="l" t="t" r="r" b="b"/>
              <a:pathLst>
                <a:path w="269" h="5409" fill="none" extrusionOk="0">
                  <a:moveTo>
                    <a:pt x="145" y="5409"/>
                  </a:moveTo>
                  <a:lnTo>
                    <a:pt x="145" y="5409"/>
                  </a:lnTo>
                  <a:lnTo>
                    <a:pt x="103" y="5347"/>
                  </a:lnTo>
                  <a:lnTo>
                    <a:pt x="83" y="5202"/>
                  </a:lnTo>
                  <a:lnTo>
                    <a:pt x="41" y="462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1" y="806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65" y="62"/>
                  </a:lnTo>
                  <a:lnTo>
                    <a:pt x="186" y="207"/>
                  </a:lnTo>
                  <a:lnTo>
                    <a:pt x="227" y="806"/>
                  </a:lnTo>
                  <a:lnTo>
                    <a:pt x="248" y="1652"/>
                  </a:lnTo>
                  <a:lnTo>
                    <a:pt x="269" y="2705"/>
                  </a:lnTo>
                  <a:lnTo>
                    <a:pt x="269" y="2705"/>
                  </a:lnTo>
                  <a:lnTo>
                    <a:pt x="248" y="3757"/>
                  </a:lnTo>
                  <a:lnTo>
                    <a:pt x="227" y="4624"/>
                  </a:lnTo>
                  <a:lnTo>
                    <a:pt x="186" y="5202"/>
                  </a:lnTo>
                  <a:lnTo>
                    <a:pt x="165" y="5347"/>
                  </a:lnTo>
                  <a:lnTo>
                    <a:pt x="14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Google Shape;176;p27">
              <a:extLst>
                <a:ext uri="{FF2B5EF4-FFF2-40B4-BE49-F238E27FC236}">
                  <a16:creationId xmlns:a16="http://schemas.microsoft.com/office/drawing/2014/main" id="{CD776EC9-9A3E-1BB0-3CF8-7CE5621865A5}"/>
                </a:ext>
              </a:extLst>
            </p:cNvPr>
            <p:cNvSpPr/>
            <p:nvPr/>
          </p:nvSpPr>
          <p:spPr>
            <a:xfrm>
              <a:off x="15704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806"/>
                  </a:lnTo>
                  <a:lnTo>
                    <a:pt x="1" y="1652"/>
                  </a:lnTo>
                  <a:lnTo>
                    <a:pt x="1" y="2705"/>
                  </a:lnTo>
                  <a:lnTo>
                    <a:pt x="1" y="3757"/>
                  </a:lnTo>
                  <a:lnTo>
                    <a:pt x="42" y="4624"/>
                  </a:lnTo>
                  <a:lnTo>
                    <a:pt x="83" y="520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6" y="5202"/>
                  </a:lnTo>
                  <a:lnTo>
                    <a:pt x="207" y="462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07" y="806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Google Shape;177;p27">
              <a:extLst>
                <a:ext uri="{FF2B5EF4-FFF2-40B4-BE49-F238E27FC236}">
                  <a16:creationId xmlns:a16="http://schemas.microsoft.com/office/drawing/2014/main" id="{CCFD64AD-8A39-049F-7423-7BE53F7E99A0}"/>
                </a:ext>
              </a:extLst>
            </p:cNvPr>
            <p:cNvSpPr/>
            <p:nvPr/>
          </p:nvSpPr>
          <p:spPr>
            <a:xfrm>
              <a:off x="15704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83" y="5202"/>
                  </a:lnTo>
                  <a:lnTo>
                    <a:pt x="42" y="4624"/>
                  </a:lnTo>
                  <a:lnTo>
                    <a:pt x="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1" y="1652"/>
                  </a:lnTo>
                  <a:lnTo>
                    <a:pt x="42" y="806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806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07" y="4624"/>
                  </a:lnTo>
                  <a:lnTo>
                    <a:pt x="166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Google Shape;178;p27">
              <a:extLst>
                <a:ext uri="{FF2B5EF4-FFF2-40B4-BE49-F238E27FC236}">
                  <a16:creationId xmlns:a16="http://schemas.microsoft.com/office/drawing/2014/main" id="{2AB8A3F0-66A3-8FA1-5847-21B239482CDD}"/>
                </a:ext>
              </a:extLst>
            </p:cNvPr>
            <p:cNvSpPr/>
            <p:nvPr/>
          </p:nvSpPr>
          <p:spPr>
            <a:xfrm>
              <a:off x="1701475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806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42" y="4624"/>
                  </a:lnTo>
                  <a:lnTo>
                    <a:pt x="83" y="520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6" y="5202"/>
                  </a:lnTo>
                  <a:lnTo>
                    <a:pt x="207" y="462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07" y="806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Google Shape;179;p27">
              <a:extLst>
                <a:ext uri="{FF2B5EF4-FFF2-40B4-BE49-F238E27FC236}">
                  <a16:creationId xmlns:a16="http://schemas.microsoft.com/office/drawing/2014/main" id="{E3D4BCEA-6F94-0789-0DDA-0B9CB1DA5B86}"/>
                </a:ext>
              </a:extLst>
            </p:cNvPr>
            <p:cNvSpPr/>
            <p:nvPr/>
          </p:nvSpPr>
          <p:spPr>
            <a:xfrm>
              <a:off x="1701475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83" y="5202"/>
                  </a:lnTo>
                  <a:lnTo>
                    <a:pt x="42" y="462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42" y="806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806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07" y="4624"/>
                  </a:lnTo>
                  <a:lnTo>
                    <a:pt x="166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Google Shape;180;p27">
              <a:extLst>
                <a:ext uri="{FF2B5EF4-FFF2-40B4-BE49-F238E27FC236}">
                  <a16:creationId xmlns:a16="http://schemas.microsoft.com/office/drawing/2014/main" id="{0E7F00F5-6CBA-EF3C-1E2F-ECFCD20D37A1}"/>
                </a:ext>
              </a:extLst>
            </p:cNvPr>
            <p:cNvSpPr/>
            <p:nvPr/>
          </p:nvSpPr>
          <p:spPr>
            <a:xfrm>
              <a:off x="16607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5" y="1"/>
                  </a:moveTo>
                  <a:lnTo>
                    <a:pt x="83" y="62"/>
                  </a:lnTo>
                  <a:lnTo>
                    <a:pt x="63" y="207"/>
                  </a:lnTo>
                  <a:lnTo>
                    <a:pt x="21" y="806"/>
                  </a:lnTo>
                  <a:lnTo>
                    <a:pt x="1" y="1652"/>
                  </a:lnTo>
                  <a:lnTo>
                    <a:pt x="1" y="2705"/>
                  </a:lnTo>
                  <a:lnTo>
                    <a:pt x="1" y="3757"/>
                  </a:lnTo>
                  <a:lnTo>
                    <a:pt x="21" y="4624"/>
                  </a:lnTo>
                  <a:lnTo>
                    <a:pt x="63" y="5202"/>
                  </a:lnTo>
                  <a:lnTo>
                    <a:pt x="83" y="5347"/>
                  </a:lnTo>
                  <a:lnTo>
                    <a:pt x="125" y="5409"/>
                  </a:lnTo>
                  <a:lnTo>
                    <a:pt x="145" y="5347"/>
                  </a:lnTo>
                  <a:lnTo>
                    <a:pt x="166" y="5202"/>
                  </a:lnTo>
                  <a:lnTo>
                    <a:pt x="207" y="4624"/>
                  </a:lnTo>
                  <a:lnTo>
                    <a:pt x="228" y="3757"/>
                  </a:lnTo>
                  <a:lnTo>
                    <a:pt x="248" y="2705"/>
                  </a:lnTo>
                  <a:lnTo>
                    <a:pt x="228" y="1652"/>
                  </a:lnTo>
                  <a:lnTo>
                    <a:pt x="207" y="806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Google Shape;181;p27">
              <a:extLst>
                <a:ext uri="{FF2B5EF4-FFF2-40B4-BE49-F238E27FC236}">
                  <a16:creationId xmlns:a16="http://schemas.microsoft.com/office/drawing/2014/main" id="{74C398EA-0B83-8C66-7E98-19BA831A759D}"/>
                </a:ext>
              </a:extLst>
            </p:cNvPr>
            <p:cNvSpPr/>
            <p:nvPr/>
          </p:nvSpPr>
          <p:spPr>
            <a:xfrm>
              <a:off x="16607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5" y="5409"/>
                  </a:moveTo>
                  <a:lnTo>
                    <a:pt x="125" y="5409"/>
                  </a:lnTo>
                  <a:lnTo>
                    <a:pt x="83" y="5347"/>
                  </a:lnTo>
                  <a:lnTo>
                    <a:pt x="63" y="5202"/>
                  </a:lnTo>
                  <a:lnTo>
                    <a:pt x="21" y="4624"/>
                  </a:lnTo>
                  <a:lnTo>
                    <a:pt x="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1" y="1652"/>
                  </a:lnTo>
                  <a:lnTo>
                    <a:pt x="21" y="806"/>
                  </a:lnTo>
                  <a:lnTo>
                    <a:pt x="63" y="207"/>
                  </a:lnTo>
                  <a:lnTo>
                    <a:pt x="83" y="62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806"/>
                  </a:lnTo>
                  <a:lnTo>
                    <a:pt x="22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8" y="3757"/>
                  </a:lnTo>
                  <a:lnTo>
                    <a:pt x="207" y="4624"/>
                  </a:lnTo>
                  <a:lnTo>
                    <a:pt x="166" y="5202"/>
                  </a:lnTo>
                  <a:lnTo>
                    <a:pt x="145" y="5347"/>
                  </a:lnTo>
                  <a:lnTo>
                    <a:pt x="12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Google Shape;182;p27">
              <a:extLst>
                <a:ext uri="{FF2B5EF4-FFF2-40B4-BE49-F238E27FC236}">
                  <a16:creationId xmlns:a16="http://schemas.microsoft.com/office/drawing/2014/main" id="{8E1A772B-4DA8-6BC7-49F8-5B977E026AB8}"/>
                </a:ext>
              </a:extLst>
            </p:cNvPr>
            <p:cNvSpPr/>
            <p:nvPr/>
          </p:nvSpPr>
          <p:spPr>
            <a:xfrm>
              <a:off x="1791775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83" y="62"/>
                  </a:lnTo>
                  <a:lnTo>
                    <a:pt x="63" y="207"/>
                  </a:lnTo>
                  <a:lnTo>
                    <a:pt x="21" y="806"/>
                  </a:lnTo>
                  <a:lnTo>
                    <a:pt x="1" y="1652"/>
                  </a:lnTo>
                  <a:lnTo>
                    <a:pt x="1" y="2705"/>
                  </a:lnTo>
                  <a:lnTo>
                    <a:pt x="1" y="3757"/>
                  </a:lnTo>
                  <a:lnTo>
                    <a:pt x="21" y="4624"/>
                  </a:lnTo>
                  <a:lnTo>
                    <a:pt x="63" y="5202"/>
                  </a:lnTo>
                  <a:lnTo>
                    <a:pt x="8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6" y="5202"/>
                  </a:lnTo>
                  <a:lnTo>
                    <a:pt x="207" y="4624"/>
                  </a:lnTo>
                  <a:lnTo>
                    <a:pt x="228" y="3757"/>
                  </a:lnTo>
                  <a:lnTo>
                    <a:pt x="248" y="2705"/>
                  </a:lnTo>
                  <a:lnTo>
                    <a:pt x="228" y="1652"/>
                  </a:lnTo>
                  <a:lnTo>
                    <a:pt x="207" y="806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Google Shape;183;p27">
              <a:extLst>
                <a:ext uri="{FF2B5EF4-FFF2-40B4-BE49-F238E27FC236}">
                  <a16:creationId xmlns:a16="http://schemas.microsoft.com/office/drawing/2014/main" id="{C83FEC3C-1402-D1F3-FAD6-95301661CB75}"/>
                </a:ext>
              </a:extLst>
            </p:cNvPr>
            <p:cNvSpPr/>
            <p:nvPr/>
          </p:nvSpPr>
          <p:spPr>
            <a:xfrm>
              <a:off x="1791775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83" y="5347"/>
                  </a:lnTo>
                  <a:lnTo>
                    <a:pt x="63" y="5202"/>
                  </a:lnTo>
                  <a:lnTo>
                    <a:pt x="21" y="4624"/>
                  </a:lnTo>
                  <a:lnTo>
                    <a:pt x="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1" y="1652"/>
                  </a:lnTo>
                  <a:lnTo>
                    <a:pt x="21" y="806"/>
                  </a:lnTo>
                  <a:lnTo>
                    <a:pt x="63" y="207"/>
                  </a:lnTo>
                  <a:lnTo>
                    <a:pt x="8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806"/>
                  </a:lnTo>
                  <a:lnTo>
                    <a:pt x="22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8" y="3757"/>
                  </a:lnTo>
                  <a:lnTo>
                    <a:pt x="207" y="4624"/>
                  </a:lnTo>
                  <a:lnTo>
                    <a:pt x="166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Google Shape;184;p27">
              <a:extLst>
                <a:ext uri="{FF2B5EF4-FFF2-40B4-BE49-F238E27FC236}">
                  <a16:creationId xmlns:a16="http://schemas.microsoft.com/office/drawing/2014/main" id="{B42B7930-78E6-1FC1-0D5E-E087FC767187}"/>
                </a:ext>
              </a:extLst>
            </p:cNvPr>
            <p:cNvSpPr/>
            <p:nvPr/>
          </p:nvSpPr>
          <p:spPr>
            <a:xfrm>
              <a:off x="17505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806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2" y="4624"/>
                  </a:lnTo>
                  <a:lnTo>
                    <a:pt x="83" y="520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202"/>
                  </a:lnTo>
                  <a:lnTo>
                    <a:pt x="207" y="462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07" y="806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5" name="Google Shape;185;p27">
              <a:extLst>
                <a:ext uri="{FF2B5EF4-FFF2-40B4-BE49-F238E27FC236}">
                  <a16:creationId xmlns:a16="http://schemas.microsoft.com/office/drawing/2014/main" id="{26FCE5CB-146C-2557-C8C3-496653DA4977}"/>
                </a:ext>
              </a:extLst>
            </p:cNvPr>
            <p:cNvSpPr/>
            <p:nvPr/>
          </p:nvSpPr>
          <p:spPr>
            <a:xfrm>
              <a:off x="17505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83" y="5202"/>
                  </a:lnTo>
                  <a:lnTo>
                    <a:pt x="42" y="462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2" y="806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7" y="806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07" y="4624"/>
                  </a:lnTo>
                  <a:lnTo>
                    <a:pt x="165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Google Shape;186;p27">
              <a:extLst>
                <a:ext uri="{FF2B5EF4-FFF2-40B4-BE49-F238E27FC236}">
                  <a16:creationId xmlns:a16="http://schemas.microsoft.com/office/drawing/2014/main" id="{7AF6D6B9-F77D-6B88-32D0-E886846C97E8}"/>
                </a:ext>
              </a:extLst>
            </p:cNvPr>
            <p:cNvSpPr/>
            <p:nvPr/>
          </p:nvSpPr>
          <p:spPr>
            <a:xfrm>
              <a:off x="1881575" y="50532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1" y="806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1" y="4624"/>
                  </a:lnTo>
                  <a:lnTo>
                    <a:pt x="83" y="520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202"/>
                  </a:lnTo>
                  <a:lnTo>
                    <a:pt x="207" y="462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07" y="806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Google Shape;187;p27">
              <a:extLst>
                <a:ext uri="{FF2B5EF4-FFF2-40B4-BE49-F238E27FC236}">
                  <a16:creationId xmlns:a16="http://schemas.microsoft.com/office/drawing/2014/main" id="{7E425BFD-AB0A-EDA0-F9AF-FC8EA29FDF92}"/>
                </a:ext>
              </a:extLst>
            </p:cNvPr>
            <p:cNvSpPr/>
            <p:nvPr/>
          </p:nvSpPr>
          <p:spPr>
            <a:xfrm>
              <a:off x="1881575" y="50532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83" y="5202"/>
                  </a:lnTo>
                  <a:lnTo>
                    <a:pt x="41" y="462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1" y="806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7" y="806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07" y="4624"/>
                  </a:lnTo>
                  <a:lnTo>
                    <a:pt x="165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Google Shape;188;p27">
              <a:extLst>
                <a:ext uri="{FF2B5EF4-FFF2-40B4-BE49-F238E27FC236}">
                  <a16:creationId xmlns:a16="http://schemas.microsoft.com/office/drawing/2014/main" id="{3635B3FA-CBC5-6C77-839A-41A977466653}"/>
                </a:ext>
              </a:extLst>
            </p:cNvPr>
            <p:cNvSpPr/>
            <p:nvPr/>
          </p:nvSpPr>
          <p:spPr>
            <a:xfrm>
              <a:off x="18408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83" y="62"/>
                  </a:lnTo>
                  <a:lnTo>
                    <a:pt x="62" y="207"/>
                  </a:lnTo>
                  <a:lnTo>
                    <a:pt x="21" y="806"/>
                  </a:lnTo>
                  <a:lnTo>
                    <a:pt x="1" y="1652"/>
                  </a:lnTo>
                  <a:lnTo>
                    <a:pt x="1" y="2705"/>
                  </a:lnTo>
                  <a:lnTo>
                    <a:pt x="1" y="3757"/>
                  </a:lnTo>
                  <a:lnTo>
                    <a:pt x="21" y="4624"/>
                  </a:lnTo>
                  <a:lnTo>
                    <a:pt x="62" y="5202"/>
                  </a:lnTo>
                  <a:lnTo>
                    <a:pt x="8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6" y="5202"/>
                  </a:lnTo>
                  <a:lnTo>
                    <a:pt x="207" y="4624"/>
                  </a:lnTo>
                  <a:lnTo>
                    <a:pt x="228" y="3757"/>
                  </a:lnTo>
                  <a:lnTo>
                    <a:pt x="248" y="2705"/>
                  </a:lnTo>
                  <a:lnTo>
                    <a:pt x="228" y="1652"/>
                  </a:lnTo>
                  <a:lnTo>
                    <a:pt x="207" y="806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9" name="Google Shape;189;p27">
              <a:extLst>
                <a:ext uri="{FF2B5EF4-FFF2-40B4-BE49-F238E27FC236}">
                  <a16:creationId xmlns:a16="http://schemas.microsoft.com/office/drawing/2014/main" id="{02E87AF7-8BD8-CABC-093E-43BBE483417A}"/>
                </a:ext>
              </a:extLst>
            </p:cNvPr>
            <p:cNvSpPr/>
            <p:nvPr/>
          </p:nvSpPr>
          <p:spPr>
            <a:xfrm>
              <a:off x="18408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83" y="5347"/>
                  </a:lnTo>
                  <a:lnTo>
                    <a:pt x="62" y="5202"/>
                  </a:lnTo>
                  <a:lnTo>
                    <a:pt x="21" y="4624"/>
                  </a:lnTo>
                  <a:lnTo>
                    <a:pt x="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1" y="1652"/>
                  </a:lnTo>
                  <a:lnTo>
                    <a:pt x="21" y="806"/>
                  </a:lnTo>
                  <a:lnTo>
                    <a:pt x="62" y="207"/>
                  </a:lnTo>
                  <a:lnTo>
                    <a:pt x="8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806"/>
                  </a:lnTo>
                  <a:lnTo>
                    <a:pt x="22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8" y="3757"/>
                  </a:lnTo>
                  <a:lnTo>
                    <a:pt x="207" y="4624"/>
                  </a:lnTo>
                  <a:lnTo>
                    <a:pt x="166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0" name="Google Shape;190;p27">
              <a:extLst>
                <a:ext uri="{FF2B5EF4-FFF2-40B4-BE49-F238E27FC236}">
                  <a16:creationId xmlns:a16="http://schemas.microsoft.com/office/drawing/2014/main" id="{23BB97EF-2B45-008A-F5FA-9A0318F1B53B}"/>
                </a:ext>
              </a:extLst>
            </p:cNvPr>
            <p:cNvSpPr/>
            <p:nvPr/>
          </p:nvSpPr>
          <p:spPr>
            <a:xfrm>
              <a:off x="1971875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83" y="62"/>
                  </a:lnTo>
                  <a:lnTo>
                    <a:pt x="62" y="207"/>
                  </a:lnTo>
                  <a:lnTo>
                    <a:pt x="21" y="806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21" y="4624"/>
                  </a:lnTo>
                  <a:lnTo>
                    <a:pt x="62" y="5202"/>
                  </a:lnTo>
                  <a:lnTo>
                    <a:pt x="8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6" y="5202"/>
                  </a:lnTo>
                  <a:lnTo>
                    <a:pt x="207" y="4624"/>
                  </a:lnTo>
                  <a:lnTo>
                    <a:pt x="227" y="3757"/>
                  </a:lnTo>
                  <a:lnTo>
                    <a:pt x="248" y="2705"/>
                  </a:lnTo>
                  <a:lnTo>
                    <a:pt x="227" y="1652"/>
                  </a:lnTo>
                  <a:lnTo>
                    <a:pt x="207" y="806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1" name="Google Shape;191;p27">
              <a:extLst>
                <a:ext uri="{FF2B5EF4-FFF2-40B4-BE49-F238E27FC236}">
                  <a16:creationId xmlns:a16="http://schemas.microsoft.com/office/drawing/2014/main" id="{A2FD6272-0EDF-9363-E2AB-8DBD34307983}"/>
                </a:ext>
              </a:extLst>
            </p:cNvPr>
            <p:cNvSpPr/>
            <p:nvPr/>
          </p:nvSpPr>
          <p:spPr>
            <a:xfrm>
              <a:off x="1971875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83" y="5347"/>
                  </a:lnTo>
                  <a:lnTo>
                    <a:pt x="62" y="5202"/>
                  </a:lnTo>
                  <a:lnTo>
                    <a:pt x="21" y="462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21" y="806"/>
                  </a:lnTo>
                  <a:lnTo>
                    <a:pt x="62" y="207"/>
                  </a:lnTo>
                  <a:lnTo>
                    <a:pt x="8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806"/>
                  </a:lnTo>
                  <a:lnTo>
                    <a:pt x="227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7" y="3757"/>
                  </a:lnTo>
                  <a:lnTo>
                    <a:pt x="207" y="4624"/>
                  </a:lnTo>
                  <a:lnTo>
                    <a:pt x="166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2" name="Google Shape;192;p27">
              <a:extLst>
                <a:ext uri="{FF2B5EF4-FFF2-40B4-BE49-F238E27FC236}">
                  <a16:creationId xmlns:a16="http://schemas.microsoft.com/office/drawing/2014/main" id="{99D57181-55DA-80B5-8F5C-A19AFD0E8137}"/>
                </a:ext>
              </a:extLst>
            </p:cNvPr>
            <p:cNvSpPr/>
            <p:nvPr/>
          </p:nvSpPr>
          <p:spPr>
            <a:xfrm>
              <a:off x="1930600" y="50532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1" y="806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1" y="4624"/>
                  </a:lnTo>
                  <a:lnTo>
                    <a:pt x="83" y="520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86" y="5202"/>
                  </a:lnTo>
                  <a:lnTo>
                    <a:pt x="207" y="462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07" y="806"/>
                  </a:lnTo>
                  <a:lnTo>
                    <a:pt x="18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Google Shape;193;p27">
              <a:extLst>
                <a:ext uri="{FF2B5EF4-FFF2-40B4-BE49-F238E27FC236}">
                  <a16:creationId xmlns:a16="http://schemas.microsoft.com/office/drawing/2014/main" id="{A0D32FDE-96F1-D83B-5D04-6FD167B60B3A}"/>
                </a:ext>
              </a:extLst>
            </p:cNvPr>
            <p:cNvSpPr/>
            <p:nvPr/>
          </p:nvSpPr>
          <p:spPr>
            <a:xfrm>
              <a:off x="1930600" y="50532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83" y="5202"/>
                  </a:lnTo>
                  <a:lnTo>
                    <a:pt x="41" y="462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1" y="806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86" y="207"/>
                  </a:lnTo>
                  <a:lnTo>
                    <a:pt x="207" y="806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07" y="4624"/>
                  </a:lnTo>
                  <a:lnTo>
                    <a:pt x="186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4" name="Google Shape;194;p27">
              <a:extLst>
                <a:ext uri="{FF2B5EF4-FFF2-40B4-BE49-F238E27FC236}">
                  <a16:creationId xmlns:a16="http://schemas.microsoft.com/office/drawing/2014/main" id="{C1554865-E3EF-05AF-7BBD-32EBDD2178C9}"/>
                </a:ext>
              </a:extLst>
            </p:cNvPr>
            <p:cNvSpPr/>
            <p:nvPr/>
          </p:nvSpPr>
          <p:spPr>
            <a:xfrm>
              <a:off x="206165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5" y="1"/>
                  </a:moveTo>
                  <a:lnTo>
                    <a:pt x="104" y="62"/>
                  </a:lnTo>
                  <a:lnTo>
                    <a:pt x="84" y="207"/>
                  </a:lnTo>
                  <a:lnTo>
                    <a:pt x="42" y="806"/>
                  </a:lnTo>
                  <a:lnTo>
                    <a:pt x="22" y="1652"/>
                  </a:lnTo>
                  <a:lnTo>
                    <a:pt x="1" y="2705"/>
                  </a:lnTo>
                  <a:lnTo>
                    <a:pt x="22" y="3757"/>
                  </a:lnTo>
                  <a:lnTo>
                    <a:pt x="42" y="4624"/>
                  </a:lnTo>
                  <a:lnTo>
                    <a:pt x="84" y="5202"/>
                  </a:lnTo>
                  <a:lnTo>
                    <a:pt x="104" y="5347"/>
                  </a:lnTo>
                  <a:lnTo>
                    <a:pt x="125" y="5409"/>
                  </a:lnTo>
                  <a:lnTo>
                    <a:pt x="145" y="5347"/>
                  </a:lnTo>
                  <a:lnTo>
                    <a:pt x="187" y="5202"/>
                  </a:lnTo>
                  <a:lnTo>
                    <a:pt x="207" y="4624"/>
                  </a:lnTo>
                  <a:lnTo>
                    <a:pt x="249" y="3757"/>
                  </a:lnTo>
                  <a:lnTo>
                    <a:pt x="249" y="2705"/>
                  </a:lnTo>
                  <a:lnTo>
                    <a:pt x="249" y="1652"/>
                  </a:lnTo>
                  <a:lnTo>
                    <a:pt x="207" y="806"/>
                  </a:lnTo>
                  <a:lnTo>
                    <a:pt x="187" y="207"/>
                  </a:lnTo>
                  <a:lnTo>
                    <a:pt x="145" y="6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5" name="Google Shape;195;p27">
              <a:extLst>
                <a:ext uri="{FF2B5EF4-FFF2-40B4-BE49-F238E27FC236}">
                  <a16:creationId xmlns:a16="http://schemas.microsoft.com/office/drawing/2014/main" id="{FBDB1F89-C652-40B0-CD3C-35D0CEB8D868}"/>
                </a:ext>
              </a:extLst>
            </p:cNvPr>
            <p:cNvSpPr/>
            <p:nvPr/>
          </p:nvSpPr>
          <p:spPr>
            <a:xfrm>
              <a:off x="206165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5" y="5409"/>
                  </a:moveTo>
                  <a:lnTo>
                    <a:pt x="125" y="5409"/>
                  </a:lnTo>
                  <a:lnTo>
                    <a:pt x="104" y="5347"/>
                  </a:lnTo>
                  <a:lnTo>
                    <a:pt x="84" y="5202"/>
                  </a:lnTo>
                  <a:lnTo>
                    <a:pt x="42" y="4624"/>
                  </a:lnTo>
                  <a:lnTo>
                    <a:pt x="22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22" y="1652"/>
                  </a:lnTo>
                  <a:lnTo>
                    <a:pt x="42" y="806"/>
                  </a:lnTo>
                  <a:lnTo>
                    <a:pt x="84" y="207"/>
                  </a:lnTo>
                  <a:lnTo>
                    <a:pt x="104" y="62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62"/>
                  </a:lnTo>
                  <a:lnTo>
                    <a:pt x="187" y="207"/>
                  </a:lnTo>
                  <a:lnTo>
                    <a:pt x="207" y="806"/>
                  </a:lnTo>
                  <a:lnTo>
                    <a:pt x="249" y="1652"/>
                  </a:lnTo>
                  <a:lnTo>
                    <a:pt x="249" y="2705"/>
                  </a:lnTo>
                  <a:lnTo>
                    <a:pt x="249" y="2705"/>
                  </a:lnTo>
                  <a:lnTo>
                    <a:pt x="249" y="3757"/>
                  </a:lnTo>
                  <a:lnTo>
                    <a:pt x="207" y="4624"/>
                  </a:lnTo>
                  <a:lnTo>
                    <a:pt x="187" y="5202"/>
                  </a:lnTo>
                  <a:lnTo>
                    <a:pt x="145" y="5347"/>
                  </a:lnTo>
                  <a:lnTo>
                    <a:pt x="12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6" name="Google Shape;196;p27">
              <a:extLst>
                <a:ext uri="{FF2B5EF4-FFF2-40B4-BE49-F238E27FC236}">
                  <a16:creationId xmlns:a16="http://schemas.microsoft.com/office/drawing/2014/main" id="{D74190C3-722B-2D9D-81B9-8C1C9D239B59}"/>
                </a:ext>
              </a:extLst>
            </p:cNvPr>
            <p:cNvSpPr/>
            <p:nvPr/>
          </p:nvSpPr>
          <p:spPr>
            <a:xfrm>
              <a:off x="20209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62" y="207"/>
                  </a:lnTo>
                  <a:lnTo>
                    <a:pt x="21" y="806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21" y="4624"/>
                  </a:lnTo>
                  <a:lnTo>
                    <a:pt x="62" y="520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202"/>
                  </a:lnTo>
                  <a:lnTo>
                    <a:pt x="207" y="4624"/>
                  </a:lnTo>
                  <a:lnTo>
                    <a:pt x="227" y="3757"/>
                  </a:lnTo>
                  <a:lnTo>
                    <a:pt x="248" y="2705"/>
                  </a:lnTo>
                  <a:lnTo>
                    <a:pt x="227" y="1652"/>
                  </a:lnTo>
                  <a:lnTo>
                    <a:pt x="207" y="806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Google Shape;197;p27">
              <a:extLst>
                <a:ext uri="{FF2B5EF4-FFF2-40B4-BE49-F238E27FC236}">
                  <a16:creationId xmlns:a16="http://schemas.microsoft.com/office/drawing/2014/main" id="{77384190-32B7-DA8F-0828-1273E6BA6DAD}"/>
                </a:ext>
              </a:extLst>
            </p:cNvPr>
            <p:cNvSpPr/>
            <p:nvPr/>
          </p:nvSpPr>
          <p:spPr>
            <a:xfrm>
              <a:off x="202090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62" y="5202"/>
                  </a:lnTo>
                  <a:lnTo>
                    <a:pt x="21" y="462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21" y="806"/>
                  </a:lnTo>
                  <a:lnTo>
                    <a:pt x="62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7" y="806"/>
                  </a:lnTo>
                  <a:lnTo>
                    <a:pt x="227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7" y="3757"/>
                  </a:lnTo>
                  <a:lnTo>
                    <a:pt x="207" y="4624"/>
                  </a:lnTo>
                  <a:lnTo>
                    <a:pt x="165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Google Shape;198;p27">
              <a:extLst>
                <a:ext uri="{FF2B5EF4-FFF2-40B4-BE49-F238E27FC236}">
                  <a16:creationId xmlns:a16="http://schemas.microsoft.com/office/drawing/2014/main" id="{023661A9-168E-5DA5-8B4C-1579709CB902}"/>
                </a:ext>
              </a:extLst>
            </p:cNvPr>
            <p:cNvSpPr/>
            <p:nvPr/>
          </p:nvSpPr>
          <p:spPr>
            <a:xfrm>
              <a:off x="2151975" y="50532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62" y="207"/>
                  </a:lnTo>
                  <a:lnTo>
                    <a:pt x="21" y="806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21" y="4624"/>
                  </a:lnTo>
                  <a:lnTo>
                    <a:pt x="62" y="520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202"/>
                  </a:lnTo>
                  <a:lnTo>
                    <a:pt x="207" y="4624"/>
                  </a:lnTo>
                  <a:lnTo>
                    <a:pt x="227" y="3757"/>
                  </a:lnTo>
                  <a:lnTo>
                    <a:pt x="248" y="2705"/>
                  </a:lnTo>
                  <a:lnTo>
                    <a:pt x="227" y="1652"/>
                  </a:lnTo>
                  <a:lnTo>
                    <a:pt x="207" y="806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9" name="Google Shape;199;p27">
              <a:extLst>
                <a:ext uri="{FF2B5EF4-FFF2-40B4-BE49-F238E27FC236}">
                  <a16:creationId xmlns:a16="http://schemas.microsoft.com/office/drawing/2014/main" id="{9499617A-E66F-41C4-B511-BA90D5766ACA}"/>
                </a:ext>
              </a:extLst>
            </p:cNvPr>
            <p:cNvSpPr/>
            <p:nvPr/>
          </p:nvSpPr>
          <p:spPr>
            <a:xfrm>
              <a:off x="2151975" y="50532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62" y="5202"/>
                  </a:lnTo>
                  <a:lnTo>
                    <a:pt x="21" y="462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21" y="806"/>
                  </a:lnTo>
                  <a:lnTo>
                    <a:pt x="62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7" y="806"/>
                  </a:lnTo>
                  <a:lnTo>
                    <a:pt x="227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7" y="3757"/>
                  </a:lnTo>
                  <a:lnTo>
                    <a:pt x="207" y="4624"/>
                  </a:lnTo>
                  <a:lnTo>
                    <a:pt x="165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0" name="Google Shape;200;p27">
              <a:extLst>
                <a:ext uri="{FF2B5EF4-FFF2-40B4-BE49-F238E27FC236}">
                  <a16:creationId xmlns:a16="http://schemas.microsoft.com/office/drawing/2014/main" id="{D0185A72-8FEA-97E0-EC07-2727DFEAADDA}"/>
                </a:ext>
              </a:extLst>
            </p:cNvPr>
            <p:cNvSpPr/>
            <p:nvPr/>
          </p:nvSpPr>
          <p:spPr>
            <a:xfrm>
              <a:off x="2110675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5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806"/>
                  </a:lnTo>
                  <a:lnTo>
                    <a:pt x="22" y="1652"/>
                  </a:lnTo>
                  <a:lnTo>
                    <a:pt x="1" y="2705"/>
                  </a:lnTo>
                  <a:lnTo>
                    <a:pt x="22" y="3757"/>
                  </a:lnTo>
                  <a:lnTo>
                    <a:pt x="42" y="4624"/>
                  </a:lnTo>
                  <a:lnTo>
                    <a:pt x="83" y="5202"/>
                  </a:lnTo>
                  <a:lnTo>
                    <a:pt x="104" y="5347"/>
                  </a:lnTo>
                  <a:lnTo>
                    <a:pt x="125" y="5409"/>
                  </a:lnTo>
                  <a:lnTo>
                    <a:pt x="145" y="5347"/>
                  </a:lnTo>
                  <a:lnTo>
                    <a:pt x="187" y="5202"/>
                  </a:lnTo>
                  <a:lnTo>
                    <a:pt x="228" y="4624"/>
                  </a:lnTo>
                  <a:lnTo>
                    <a:pt x="249" y="3757"/>
                  </a:lnTo>
                  <a:lnTo>
                    <a:pt x="249" y="2705"/>
                  </a:lnTo>
                  <a:lnTo>
                    <a:pt x="249" y="1652"/>
                  </a:lnTo>
                  <a:lnTo>
                    <a:pt x="228" y="806"/>
                  </a:lnTo>
                  <a:lnTo>
                    <a:pt x="187" y="207"/>
                  </a:lnTo>
                  <a:lnTo>
                    <a:pt x="145" y="6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1" name="Google Shape;201;p27">
              <a:extLst>
                <a:ext uri="{FF2B5EF4-FFF2-40B4-BE49-F238E27FC236}">
                  <a16:creationId xmlns:a16="http://schemas.microsoft.com/office/drawing/2014/main" id="{18DECD62-7F42-3DB5-8C44-6B8FCBEF7A11}"/>
                </a:ext>
              </a:extLst>
            </p:cNvPr>
            <p:cNvSpPr/>
            <p:nvPr/>
          </p:nvSpPr>
          <p:spPr>
            <a:xfrm>
              <a:off x="2110675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5" y="5409"/>
                  </a:moveTo>
                  <a:lnTo>
                    <a:pt x="125" y="5409"/>
                  </a:lnTo>
                  <a:lnTo>
                    <a:pt x="104" y="5347"/>
                  </a:lnTo>
                  <a:lnTo>
                    <a:pt x="83" y="5202"/>
                  </a:lnTo>
                  <a:lnTo>
                    <a:pt x="42" y="4624"/>
                  </a:lnTo>
                  <a:lnTo>
                    <a:pt x="22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22" y="1652"/>
                  </a:lnTo>
                  <a:lnTo>
                    <a:pt x="42" y="806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62"/>
                  </a:lnTo>
                  <a:lnTo>
                    <a:pt x="187" y="207"/>
                  </a:lnTo>
                  <a:lnTo>
                    <a:pt x="228" y="806"/>
                  </a:lnTo>
                  <a:lnTo>
                    <a:pt x="249" y="1652"/>
                  </a:lnTo>
                  <a:lnTo>
                    <a:pt x="249" y="2705"/>
                  </a:lnTo>
                  <a:lnTo>
                    <a:pt x="249" y="2705"/>
                  </a:lnTo>
                  <a:lnTo>
                    <a:pt x="249" y="3757"/>
                  </a:lnTo>
                  <a:lnTo>
                    <a:pt x="228" y="4624"/>
                  </a:lnTo>
                  <a:lnTo>
                    <a:pt x="187" y="5202"/>
                  </a:lnTo>
                  <a:lnTo>
                    <a:pt x="145" y="5347"/>
                  </a:lnTo>
                  <a:lnTo>
                    <a:pt x="12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" name="Google Shape;202;p27">
              <a:extLst>
                <a:ext uri="{FF2B5EF4-FFF2-40B4-BE49-F238E27FC236}">
                  <a16:creationId xmlns:a16="http://schemas.microsoft.com/office/drawing/2014/main" id="{8740EEC6-5190-5495-2169-953422ADD4DB}"/>
                </a:ext>
              </a:extLst>
            </p:cNvPr>
            <p:cNvSpPr/>
            <p:nvPr/>
          </p:nvSpPr>
          <p:spPr>
            <a:xfrm>
              <a:off x="224175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5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806"/>
                  </a:lnTo>
                  <a:lnTo>
                    <a:pt x="21" y="1652"/>
                  </a:lnTo>
                  <a:lnTo>
                    <a:pt x="1" y="2705"/>
                  </a:lnTo>
                  <a:lnTo>
                    <a:pt x="21" y="3757"/>
                  </a:lnTo>
                  <a:lnTo>
                    <a:pt x="42" y="4624"/>
                  </a:lnTo>
                  <a:lnTo>
                    <a:pt x="83" y="5202"/>
                  </a:lnTo>
                  <a:lnTo>
                    <a:pt x="104" y="5347"/>
                  </a:lnTo>
                  <a:lnTo>
                    <a:pt x="125" y="5409"/>
                  </a:lnTo>
                  <a:lnTo>
                    <a:pt x="145" y="5347"/>
                  </a:lnTo>
                  <a:lnTo>
                    <a:pt x="187" y="5202"/>
                  </a:lnTo>
                  <a:lnTo>
                    <a:pt x="228" y="462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28" y="806"/>
                  </a:lnTo>
                  <a:lnTo>
                    <a:pt x="187" y="207"/>
                  </a:lnTo>
                  <a:lnTo>
                    <a:pt x="145" y="6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3" name="Google Shape;203;p27">
              <a:extLst>
                <a:ext uri="{FF2B5EF4-FFF2-40B4-BE49-F238E27FC236}">
                  <a16:creationId xmlns:a16="http://schemas.microsoft.com/office/drawing/2014/main" id="{67B15F3E-8488-AF48-549F-5C30ACD071EF}"/>
                </a:ext>
              </a:extLst>
            </p:cNvPr>
            <p:cNvSpPr/>
            <p:nvPr/>
          </p:nvSpPr>
          <p:spPr>
            <a:xfrm>
              <a:off x="2241750" y="50532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5" y="5409"/>
                  </a:moveTo>
                  <a:lnTo>
                    <a:pt x="125" y="5409"/>
                  </a:lnTo>
                  <a:lnTo>
                    <a:pt x="104" y="5347"/>
                  </a:lnTo>
                  <a:lnTo>
                    <a:pt x="83" y="5202"/>
                  </a:lnTo>
                  <a:lnTo>
                    <a:pt x="42" y="4624"/>
                  </a:lnTo>
                  <a:lnTo>
                    <a:pt x="2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21" y="1652"/>
                  </a:lnTo>
                  <a:lnTo>
                    <a:pt x="42" y="806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62"/>
                  </a:lnTo>
                  <a:lnTo>
                    <a:pt x="187" y="207"/>
                  </a:lnTo>
                  <a:lnTo>
                    <a:pt x="228" y="806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28" y="4624"/>
                  </a:lnTo>
                  <a:lnTo>
                    <a:pt x="187" y="5202"/>
                  </a:lnTo>
                  <a:lnTo>
                    <a:pt x="145" y="5347"/>
                  </a:lnTo>
                  <a:lnTo>
                    <a:pt x="12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4" name="Google Shape;204;p27">
              <a:extLst>
                <a:ext uri="{FF2B5EF4-FFF2-40B4-BE49-F238E27FC236}">
                  <a16:creationId xmlns:a16="http://schemas.microsoft.com/office/drawing/2014/main" id="{A0ED7902-562C-A1BF-0011-5502A7C4ACA2}"/>
                </a:ext>
              </a:extLst>
            </p:cNvPr>
            <p:cNvSpPr/>
            <p:nvPr/>
          </p:nvSpPr>
          <p:spPr>
            <a:xfrm>
              <a:off x="2201000" y="50532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62" y="207"/>
                  </a:lnTo>
                  <a:lnTo>
                    <a:pt x="41" y="806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41" y="4624"/>
                  </a:lnTo>
                  <a:lnTo>
                    <a:pt x="62" y="520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202"/>
                  </a:lnTo>
                  <a:lnTo>
                    <a:pt x="207" y="4624"/>
                  </a:lnTo>
                  <a:lnTo>
                    <a:pt x="227" y="3757"/>
                  </a:lnTo>
                  <a:lnTo>
                    <a:pt x="248" y="2705"/>
                  </a:lnTo>
                  <a:lnTo>
                    <a:pt x="227" y="1652"/>
                  </a:lnTo>
                  <a:lnTo>
                    <a:pt x="207" y="806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Google Shape;205;p27">
              <a:extLst>
                <a:ext uri="{FF2B5EF4-FFF2-40B4-BE49-F238E27FC236}">
                  <a16:creationId xmlns:a16="http://schemas.microsoft.com/office/drawing/2014/main" id="{2E50D523-0E6B-1CD9-75FF-F706B283F5B0}"/>
                </a:ext>
              </a:extLst>
            </p:cNvPr>
            <p:cNvSpPr/>
            <p:nvPr/>
          </p:nvSpPr>
          <p:spPr>
            <a:xfrm>
              <a:off x="2201000" y="50532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62" y="5202"/>
                  </a:lnTo>
                  <a:lnTo>
                    <a:pt x="41" y="462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41" y="806"/>
                  </a:lnTo>
                  <a:lnTo>
                    <a:pt x="62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7" y="806"/>
                  </a:lnTo>
                  <a:lnTo>
                    <a:pt x="227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7" y="3757"/>
                  </a:lnTo>
                  <a:lnTo>
                    <a:pt x="207" y="4624"/>
                  </a:lnTo>
                  <a:lnTo>
                    <a:pt x="165" y="520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6" name="Google Shape;206;p27">
              <a:extLst>
                <a:ext uri="{FF2B5EF4-FFF2-40B4-BE49-F238E27FC236}">
                  <a16:creationId xmlns:a16="http://schemas.microsoft.com/office/drawing/2014/main" id="{8BD27A82-89D6-46F4-364F-45B88BDF7316}"/>
                </a:ext>
              </a:extLst>
            </p:cNvPr>
            <p:cNvSpPr/>
            <p:nvPr/>
          </p:nvSpPr>
          <p:spPr>
            <a:xfrm>
              <a:off x="1535825" y="5048050"/>
              <a:ext cx="754975" cy="6200"/>
            </a:xfrm>
            <a:custGeom>
              <a:avLst/>
              <a:gdLst/>
              <a:ahLst/>
              <a:cxnLst/>
              <a:rect l="l" t="t" r="r" b="b"/>
              <a:pathLst>
                <a:path w="30199" h="248" extrusionOk="0">
                  <a:moveTo>
                    <a:pt x="15089" y="0"/>
                  </a:moveTo>
                  <a:lnTo>
                    <a:pt x="9227" y="21"/>
                  </a:lnTo>
                  <a:lnTo>
                    <a:pt x="4418" y="41"/>
                  </a:lnTo>
                  <a:lnTo>
                    <a:pt x="1177" y="83"/>
                  </a:lnTo>
                  <a:lnTo>
                    <a:pt x="310" y="103"/>
                  </a:lnTo>
                  <a:lnTo>
                    <a:pt x="83" y="124"/>
                  </a:lnTo>
                  <a:lnTo>
                    <a:pt x="1" y="124"/>
                  </a:lnTo>
                  <a:lnTo>
                    <a:pt x="83" y="145"/>
                  </a:lnTo>
                  <a:lnTo>
                    <a:pt x="310" y="165"/>
                  </a:lnTo>
                  <a:lnTo>
                    <a:pt x="1177" y="186"/>
                  </a:lnTo>
                  <a:lnTo>
                    <a:pt x="4418" y="227"/>
                  </a:lnTo>
                  <a:lnTo>
                    <a:pt x="9227" y="248"/>
                  </a:lnTo>
                  <a:lnTo>
                    <a:pt x="20972" y="248"/>
                  </a:lnTo>
                  <a:lnTo>
                    <a:pt x="25781" y="227"/>
                  </a:lnTo>
                  <a:lnTo>
                    <a:pt x="29002" y="186"/>
                  </a:lnTo>
                  <a:lnTo>
                    <a:pt x="29889" y="165"/>
                  </a:lnTo>
                  <a:lnTo>
                    <a:pt x="30116" y="145"/>
                  </a:lnTo>
                  <a:lnTo>
                    <a:pt x="30199" y="124"/>
                  </a:lnTo>
                  <a:lnTo>
                    <a:pt x="30116" y="124"/>
                  </a:lnTo>
                  <a:lnTo>
                    <a:pt x="29889" y="103"/>
                  </a:lnTo>
                  <a:lnTo>
                    <a:pt x="29002" y="83"/>
                  </a:lnTo>
                  <a:lnTo>
                    <a:pt x="25781" y="41"/>
                  </a:lnTo>
                  <a:lnTo>
                    <a:pt x="20972" y="21"/>
                  </a:lnTo>
                  <a:lnTo>
                    <a:pt x="15089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7" name="Google Shape;207;p27">
              <a:extLst>
                <a:ext uri="{FF2B5EF4-FFF2-40B4-BE49-F238E27FC236}">
                  <a16:creationId xmlns:a16="http://schemas.microsoft.com/office/drawing/2014/main" id="{4AD0AD88-B803-47A8-EE1E-0745A1CB1A12}"/>
                </a:ext>
              </a:extLst>
            </p:cNvPr>
            <p:cNvSpPr/>
            <p:nvPr/>
          </p:nvSpPr>
          <p:spPr>
            <a:xfrm>
              <a:off x="1535825" y="5048050"/>
              <a:ext cx="754975" cy="6200"/>
            </a:xfrm>
            <a:custGeom>
              <a:avLst/>
              <a:gdLst/>
              <a:ahLst/>
              <a:cxnLst/>
              <a:rect l="l" t="t" r="r" b="b"/>
              <a:pathLst>
                <a:path w="30199" h="248" fill="none" extrusionOk="0">
                  <a:moveTo>
                    <a:pt x="30199" y="124"/>
                  </a:moveTo>
                  <a:lnTo>
                    <a:pt x="30199" y="124"/>
                  </a:lnTo>
                  <a:lnTo>
                    <a:pt x="30116" y="145"/>
                  </a:lnTo>
                  <a:lnTo>
                    <a:pt x="29889" y="165"/>
                  </a:lnTo>
                  <a:lnTo>
                    <a:pt x="29002" y="186"/>
                  </a:lnTo>
                  <a:lnTo>
                    <a:pt x="25781" y="227"/>
                  </a:lnTo>
                  <a:lnTo>
                    <a:pt x="20972" y="248"/>
                  </a:lnTo>
                  <a:lnTo>
                    <a:pt x="15089" y="248"/>
                  </a:lnTo>
                  <a:lnTo>
                    <a:pt x="15089" y="248"/>
                  </a:lnTo>
                  <a:lnTo>
                    <a:pt x="9227" y="248"/>
                  </a:lnTo>
                  <a:lnTo>
                    <a:pt x="4418" y="227"/>
                  </a:lnTo>
                  <a:lnTo>
                    <a:pt x="1177" y="186"/>
                  </a:lnTo>
                  <a:lnTo>
                    <a:pt x="310" y="165"/>
                  </a:lnTo>
                  <a:lnTo>
                    <a:pt x="83" y="145"/>
                  </a:lnTo>
                  <a:lnTo>
                    <a:pt x="1" y="124"/>
                  </a:lnTo>
                  <a:lnTo>
                    <a:pt x="1" y="124"/>
                  </a:lnTo>
                  <a:lnTo>
                    <a:pt x="83" y="124"/>
                  </a:lnTo>
                  <a:lnTo>
                    <a:pt x="310" y="103"/>
                  </a:lnTo>
                  <a:lnTo>
                    <a:pt x="1177" y="83"/>
                  </a:lnTo>
                  <a:lnTo>
                    <a:pt x="4418" y="41"/>
                  </a:lnTo>
                  <a:lnTo>
                    <a:pt x="9227" y="21"/>
                  </a:lnTo>
                  <a:lnTo>
                    <a:pt x="15089" y="0"/>
                  </a:lnTo>
                  <a:lnTo>
                    <a:pt x="15089" y="0"/>
                  </a:lnTo>
                  <a:lnTo>
                    <a:pt x="20972" y="21"/>
                  </a:lnTo>
                  <a:lnTo>
                    <a:pt x="25781" y="41"/>
                  </a:lnTo>
                  <a:lnTo>
                    <a:pt x="29002" y="83"/>
                  </a:lnTo>
                  <a:lnTo>
                    <a:pt x="29889" y="103"/>
                  </a:lnTo>
                  <a:lnTo>
                    <a:pt x="30116" y="124"/>
                  </a:lnTo>
                  <a:lnTo>
                    <a:pt x="30199" y="1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8" name="Google Shape;208;p27">
              <a:extLst>
                <a:ext uri="{FF2B5EF4-FFF2-40B4-BE49-F238E27FC236}">
                  <a16:creationId xmlns:a16="http://schemas.microsoft.com/office/drawing/2014/main" id="{A65EFC84-7EDC-A62A-3747-B74B70C14D3E}"/>
                </a:ext>
              </a:extLst>
            </p:cNvPr>
            <p:cNvSpPr/>
            <p:nvPr/>
          </p:nvSpPr>
          <p:spPr>
            <a:xfrm>
              <a:off x="1482150" y="5186325"/>
              <a:ext cx="749825" cy="136275"/>
            </a:xfrm>
            <a:custGeom>
              <a:avLst/>
              <a:gdLst/>
              <a:ahLst/>
              <a:cxnLst/>
              <a:rect l="l" t="t" r="r" b="b"/>
              <a:pathLst>
                <a:path w="29993" h="5451" extrusionOk="0">
                  <a:moveTo>
                    <a:pt x="1" y="1"/>
                  </a:moveTo>
                  <a:lnTo>
                    <a:pt x="1" y="5450"/>
                  </a:lnTo>
                  <a:lnTo>
                    <a:pt x="29993" y="5450"/>
                  </a:lnTo>
                  <a:lnTo>
                    <a:pt x="299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Google Shape;209;p27">
              <a:extLst>
                <a:ext uri="{FF2B5EF4-FFF2-40B4-BE49-F238E27FC236}">
                  <a16:creationId xmlns:a16="http://schemas.microsoft.com/office/drawing/2014/main" id="{DB41E0AD-373E-D3D4-998A-39606DBE6F67}"/>
                </a:ext>
              </a:extLst>
            </p:cNvPr>
            <p:cNvSpPr/>
            <p:nvPr/>
          </p:nvSpPr>
          <p:spPr>
            <a:xfrm>
              <a:off x="1482150" y="5186325"/>
              <a:ext cx="749825" cy="136275"/>
            </a:xfrm>
            <a:custGeom>
              <a:avLst/>
              <a:gdLst/>
              <a:ahLst/>
              <a:cxnLst/>
              <a:rect l="l" t="t" r="r" b="b"/>
              <a:pathLst>
                <a:path w="29993" h="5451" fill="none" extrusionOk="0">
                  <a:moveTo>
                    <a:pt x="29993" y="5450"/>
                  </a:moveTo>
                  <a:lnTo>
                    <a:pt x="1" y="5450"/>
                  </a:lnTo>
                  <a:lnTo>
                    <a:pt x="1" y="1"/>
                  </a:lnTo>
                  <a:lnTo>
                    <a:pt x="29993" y="1"/>
                  </a:lnTo>
                  <a:lnTo>
                    <a:pt x="29993" y="545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0" name="Google Shape;210;p27">
              <a:extLst>
                <a:ext uri="{FF2B5EF4-FFF2-40B4-BE49-F238E27FC236}">
                  <a16:creationId xmlns:a16="http://schemas.microsoft.com/office/drawing/2014/main" id="{41692A09-93E6-BBD8-2707-E60EA02DF04F}"/>
                </a:ext>
              </a:extLst>
            </p:cNvPr>
            <p:cNvSpPr/>
            <p:nvPr/>
          </p:nvSpPr>
          <p:spPr>
            <a:xfrm>
              <a:off x="1552850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5" y="1"/>
                  </a:moveTo>
                  <a:lnTo>
                    <a:pt x="83" y="62"/>
                  </a:lnTo>
                  <a:lnTo>
                    <a:pt x="63" y="207"/>
                  </a:lnTo>
                  <a:lnTo>
                    <a:pt x="21" y="785"/>
                  </a:lnTo>
                  <a:lnTo>
                    <a:pt x="1" y="1652"/>
                  </a:lnTo>
                  <a:lnTo>
                    <a:pt x="1" y="2705"/>
                  </a:lnTo>
                  <a:lnTo>
                    <a:pt x="1" y="3757"/>
                  </a:lnTo>
                  <a:lnTo>
                    <a:pt x="21" y="4604"/>
                  </a:lnTo>
                  <a:lnTo>
                    <a:pt x="63" y="5182"/>
                  </a:lnTo>
                  <a:lnTo>
                    <a:pt x="83" y="5347"/>
                  </a:lnTo>
                  <a:lnTo>
                    <a:pt x="125" y="5409"/>
                  </a:lnTo>
                  <a:lnTo>
                    <a:pt x="145" y="5347"/>
                  </a:lnTo>
                  <a:lnTo>
                    <a:pt x="166" y="5182"/>
                  </a:lnTo>
                  <a:lnTo>
                    <a:pt x="207" y="4604"/>
                  </a:lnTo>
                  <a:lnTo>
                    <a:pt x="228" y="3757"/>
                  </a:lnTo>
                  <a:lnTo>
                    <a:pt x="248" y="2705"/>
                  </a:lnTo>
                  <a:lnTo>
                    <a:pt x="228" y="1652"/>
                  </a:lnTo>
                  <a:lnTo>
                    <a:pt x="207" y="785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1" name="Google Shape;211;p27">
              <a:extLst>
                <a:ext uri="{FF2B5EF4-FFF2-40B4-BE49-F238E27FC236}">
                  <a16:creationId xmlns:a16="http://schemas.microsoft.com/office/drawing/2014/main" id="{77C8273B-FAFE-A8EF-A237-D0372A1E8A1C}"/>
                </a:ext>
              </a:extLst>
            </p:cNvPr>
            <p:cNvSpPr/>
            <p:nvPr/>
          </p:nvSpPr>
          <p:spPr>
            <a:xfrm>
              <a:off x="1552850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5" y="5409"/>
                  </a:moveTo>
                  <a:lnTo>
                    <a:pt x="125" y="5409"/>
                  </a:lnTo>
                  <a:lnTo>
                    <a:pt x="83" y="5347"/>
                  </a:lnTo>
                  <a:lnTo>
                    <a:pt x="63" y="5182"/>
                  </a:lnTo>
                  <a:lnTo>
                    <a:pt x="21" y="4604"/>
                  </a:lnTo>
                  <a:lnTo>
                    <a:pt x="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1" y="1652"/>
                  </a:lnTo>
                  <a:lnTo>
                    <a:pt x="21" y="785"/>
                  </a:lnTo>
                  <a:lnTo>
                    <a:pt x="63" y="207"/>
                  </a:lnTo>
                  <a:lnTo>
                    <a:pt x="83" y="62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785"/>
                  </a:lnTo>
                  <a:lnTo>
                    <a:pt x="22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8" y="3757"/>
                  </a:lnTo>
                  <a:lnTo>
                    <a:pt x="207" y="4604"/>
                  </a:lnTo>
                  <a:lnTo>
                    <a:pt x="166" y="5182"/>
                  </a:lnTo>
                  <a:lnTo>
                    <a:pt x="145" y="5347"/>
                  </a:lnTo>
                  <a:lnTo>
                    <a:pt x="12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Google Shape;212;p27">
              <a:extLst>
                <a:ext uri="{FF2B5EF4-FFF2-40B4-BE49-F238E27FC236}">
                  <a16:creationId xmlns:a16="http://schemas.microsoft.com/office/drawing/2014/main" id="{2F6073B4-9AA3-0821-0A11-9F4B8A156DAD}"/>
                </a:ext>
              </a:extLst>
            </p:cNvPr>
            <p:cNvSpPr/>
            <p:nvPr/>
          </p:nvSpPr>
          <p:spPr>
            <a:xfrm>
              <a:off x="151157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785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2" y="4604"/>
                  </a:lnTo>
                  <a:lnTo>
                    <a:pt x="83" y="518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86" y="5182"/>
                  </a:lnTo>
                  <a:lnTo>
                    <a:pt x="207" y="460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07" y="785"/>
                  </a:lnTo>
                  <a:lnTo>
                    <a:pt x="18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3" name="Google Shape;213;p27">
              <a:extLst>
                <a:ext uri="{FF2B5EF4-FFF2-40B4-BE49-F238E27FC236}">
                  <a16:creationId xmlns:a16="http://schemas.microsoft.com/office/drawing/2014/main" id="{0DC07D51-0EFD-3B4F-B9D8-2CDFFA58F7A5}"/>
                </a:ext>
              </a:extLst>
            </p:cNvPr>
            <p:cNvSpPr/>
            <p:nvPr/>
          </p:nvSpPr>
          <p:spPr>
            <a:xfrm>
              <a:off x="151157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83" y="5182"/>
                  </a:lnTo>
                  <a:lnTo>
                    <a:pt x="42" y="460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2" y="785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86" y="207"/>
                  </a:lnTo>
                  <a:lnTo>
                    <a:pt x="207" y="785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07" y="4604"/>
                  </a:lnTo>
                  <a:lnTo>
                    <a:pt x="186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4" name="Google Shape;214;p27">
              <a:extLst>
                <a:ext uri="{FF2B5EF4-FFF2-40B4-BE49-F238E27FC236}">
                  <a16:creationId xmlns:a16="http://schemas.microsoft.com/office/drawing/2014/main" id="{86929E91-4D99-CE25-CDA5-29B4A8AE286F}"/>
                </a:ext>
              </a:extLst>
            </p:cNvPr>
            <p:cNvSpPr/>
            <p:nvPr/>
          </p:nvSpPr>
          <p:spPr>
            <a:xfrm>
              <a:off x="1642650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785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2" y="4604"/>
                  </a:lnTo>
                  <a:lnTo>
                    <a:pt x="83" y="518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86" y="5182"/>
                  </a:lnTo>
                  <a:lnTo>
                    <a:pt x="207" y="460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07" y="785"/>
                  </a:lnTo>
                  <a:lnTo>
                    <a:pt x="18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" name="Google Shape;215;p27">
              <a:extLst>
                <a:ext uri="{FF2B5EF4-FFF2-40B4-BE49-F238E27FC236}">
                  <a16:creationId xmlns:a16="http://schemas.microsoft.com/office/drawing/2014/main" id="{A25D590F-550D-7A75-EB94-012E7C70A1BC}"/>
                </a:ext>
              </a:extLst>
            </p:cNvPr>
            <p:cNvSpPr/>
            <p:nvPr/>
          </p:nvSpPr>
          <p:spPr>
            <a:xfrm>
              <a:off x="1642650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83" y="5182"/>
                  </a:lnTo>
                  <a:lnTo>
                    <a:pt x="42" y="460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2" y="785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86" y="207"/>
                  </a:lnTo>
                  <a:lnTo>
                    <a:pt x="207" y="785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07" y="4604"/>
                  </a:lnTo>
                  <a:lnTo>
                    <a:pt x="186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6" name="Google Shape;216;p27">
              <a:extLst>
                <a:ext uri="{FF2B5EF4-FFF2-40B4-BE49-F238E27FC236}">
                  <a16:creationId xmlns:a16="http://schemas.microsoft.com/office/drawing/2014/main" id="{787F0E48-6558-3BD6-7CEE-7DD3EFB0EEF3}"/>
                </a:ext>
              </a:extLst>
            </p:cNvPr>
            <p:cNvSpPr/>
            <p:nvPr/>
          </p:nvSpPr>
          <p:spPr>
            <a:xfrm>
              <a:off x="160187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63" y="207"/>
                  </a:lnTo>
                  <a:lnTo>
                    <a:pt x="21" y="785"/>
                  </a:lnTo>
                  <a:lnTo>
                    <a:pt x="1" y="1652"/>
                  </a:lnTo>
                  <a:lnTo>
                    <a:pt x="1" y="2705"/>
                  </a:lnTo>
                  <a:lnTo>
                    <a:pt x="1" y="3757"/>
                  </a:lnTo>
                  <a:lnTo>
                    <a:pt x="21" y="4604"/>
                  </a:lnTo>
                  <a:lnTo>
                    <a:pt x="63" y="518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6" y="5182"/>
                  </a:lnTo>
                  <a:lnTo>
                    <a:pt x="207" y="4604"/>
                  </a:lnTo>
                  <a:lnTo>
                    <a:pt x="228" y="3757"/>
                  </a:lnTo>
                  <a:lnTo>
                    <a:pt x="248" y="2705"/>
                  </a:lnTo>
                  <a:lnTo>
                    <a:pt x="228" y="1652"/>
                  </a:lnTo>
                  <a:lnTo>
                    <a:pt x="207" y="785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7" name="Google Shape;217;p27">
              <a:extLst>
                <a:ext uri="{FF2B5EF4-FFF2-40B4-BE49-F238E27FC236}">
                  <a16:creationId xmlns:a16="http://schemas.microsoft.com/office/drawing/2014/main" id="{3F536387-AA34-CABD-BB33-476D9E9F15FB}"/>
                </a:ext>
              </a:extLst>
            </p:cNvPr>
            <p:cNvSpPr/>
            <p:nvPr/>
          </p:nvSpPr>
          <p:spPr>
            <a:xfrm>
              <a:off x="160187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63" y="5182"/>
                  </a:lnTo>
                  <a:lnTo>
                    <a:pt x="21" y="4604"/>
                  </a:lnTo>
                  <a:lnTo>
                    <a:pt x="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1" y="1652"/>
                  </a:lnTo>
                  <a:lnTo>
                    <a:pt x="21" y="785"/>
                  </a:lnTo>
                  <a:lnTo>
                    <a:pt x="63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785"/>
                  </a:lnTo>
                  <a:lnTo>
                    <a:pt x="22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8" y="3757"/>
                  </a:lnTo>
                  <a:lnTo>
                    <a:pt x="207" y="4604"/>
                  </a:lnTo>
                  <a:lnTo>
                    <a:pt x="166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8" name="Google Shape;218;p27">
              <a:extLst>
                <a:ext uri="{FF2B5EF4-FFF2-40B4-BE49-F238E27FC236}">
                  <a16:creationId xmlns:a16="http://schemas.microsoft.com/office/drawing/2014/main" id="{98B6BCEA-A26B-5CF4-3129-0ED9DCED3D7B}"/>
                </a:ext>
              </a:extLst>
            </p:cNvPr>
            <p:cNvSpPr/>
            <p:nvPr/>
          </p:nvSpPr>
          <p:spPr>
            <a:xfrm>
              <a:off x="1732950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83" y="62"/>
                  </a:lnTo>
                  <a:lnTo>
                    <a:pt x="62" y="207"/>
                  </a:lnTo>
                  <a:lnTo>
                    <a:pt x="21" y="785"/>
                  </a:lnTo>
                  <a:lnTo>
                    <a:pt x="1" y="1652"/>
                  </a:lnTo>
                  <a:lnTo>
                    <a:pt x="1" y="2705"/>
                  </a:lnTo>
                  <a:lnTo>
                    <a:pt x="1" y="3757"/>
                  </a:lnTo>
                  <a:lnTo>
                    <a:pt x="21" y="4604"/>
                  </a:lnTo>
                  <a:lnTo>
                    <a:pt x="62" y="5182"/>
                  </a:lnTo>
                  <a:lnTo>
                    <a:pt x="8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6" y="5182"/>
                  </a:lnTo>
                  <a:lnTo>
                    <a:pt x="207" y="4604"/>
                  </a:lnTo>
                  <a:lnTo>
                    <a:pt x="228" y="3757"/>
                  </a:lnTo>
                  <a:lnTo>
                    <a:pt x="248" y="2705"/>
                  </a:lnTo>
                  <a:lnTo>
                    <a:pt x="228" y="1652"/>
                  </a:lnTo>
                  <a:lnTo>
                    <a:pt x="207" y="785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9" name="Google Shape;219;p27">
              <a:extLst>
                <a:ext uri="{FF2B5EF4-FFF2-40B4-BE49-F238E27FC236}">
                  <a16:creationId xmlns:a16="http://schemas.microsoft.com/office/drawing/2014/main" id="{A68495E4-5762-02B6-AD09-0BCBD9FD2B0C}"/>
                </a:ext>
              </a:extLst>
            </p:cNvPr>
            <p:cNvSpPr/>
            <p:nvPr/>
          </p:nvSpPr>
          <p:spPr>
            <a:xfrm>
              <a:off x="1732950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83" y="5347"/>
                  </a:lnTo>
                  <a:lnTo>
                    <a:pt x="62" y="5182"/>
                  </a:lnTo>
                  <a:lnTo>
                    <a:pt x="21" y="4604"/>
                  </a:lnTo>
                  <a:lnTo>
                    <a:pt x="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1" y="1652"/>
                  </a:lnTo>
                  <a:lnTo>
                    <a:pt x="21" y="785"/>
                  </a:lnTo>
                  <a:lnTo>
                    <a:pt x="62" y="207"/>
                  </a:lnTo>
                  <a:lnTo>
                    <a:pt x="8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785"/>
                  </a:lnTo>
                  <a:lnTo>
                    <a:pt x="22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8" y="3757"/>
                  </a:lnTo>
                  <a:lnTo>
                    <a:pt x="207" y="4604"/>
                  </a:lnTo>
                  <a:lnTo>
                    <a:pt x="166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" name="Google Shape;220;p27">
              <a:extLst>
                <a:ext uri="{FF2B5EF4-FFF2-40B4-BE49-F238E27FC236}">
                  <a16:creationId xmlns:a16="http://schemas.microsoft.com/office/drawing/2014/main" id="{F980B9AE-1548-4B7B-1A4A-3B7AC324D4E7}"/>
                </a:ext>
              </a:extLst>
            </p:cNvPr>
            <p:cNvSpPr/>
            <p:nvPr/>
          </p:nvSpPr>
          <p:spPr>
            <a:xfrm>
              <a:off x="1691675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1" y="785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1" y="4604"/>
                  </a:lnTo>
                  <a:lnTo>
                    <a:pt x="83" y="518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86" y="5182"/>
                  </a:lnTo>
                  <a:lnTo>
                    <a:pt x="227" y="460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27" y="785"/>
                  </a:lnTo>
                  <a:lnTo>
                    <a:pt x="18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1" name="Google Shape;221;p27">
              <a:extLst>
                <a:ext uri="{FF2B5EF4-FFF2-40B4-BE49-F238E27FC236}">
                  <a16:creationId xmlns:a16="http://schemas.microsoft.com/office/drawing/2014/main" id="{640D2E16-9C3F-AA20-D957-361CECCE1A06}"/>
                </a:ext>
              </a:extLst>
            </p:cNvPr>
            <p:cNvSpPr/>
            <p:nvPr/>
          </p:nvSpPr>
          <p:spPr>
            <a:xfrm>
              <a:off x="1691675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83" y="5182"/>
                  </a:lnTo>
                  <a:lnTo>
                    <a:pt x="41" y="460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1" y="785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86" y="207"/>
                  </a:lnTo>
                  <a:lnTo>
                    <a:pt x="227" y="785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27" y="4604"/>
                  </a:lnTo>
                  <a:lnTo>
                    <a:pt x="186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2" name="Google Shape;222;p27">
              <a:extLst>
                <a:ext uri="{FF2B5EF4-FFF2-40B4-BE49-F238E27FC236}">
                  <a16:creationId xmlns:a16="http://schemas.microsoft.com/office/drawing/2014/main" id="{6CC3CE9C-0C2E-935A-425A-BCFFEA891F1F}"/>
                </a:ext>
              </a:extLst>
            </p:cNvPr>
            <p:cNvSpPr/>
            <p:nvPr/>
          </p:nvSpPr>
          <p:spPr>
            <a:xfrm>
              <a:off x="1822750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1" y="785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1" y="4604"/>
                  </a:lnTo>
                  <a:lnTo>
                    <a:pt x="83" y="518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86" y="5182"/>
                  </a:lnTo>
                  <a:lnTo>
                    <a:pt x="227" y="460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27" y="785"/>
                  </a:lnTo>
                  <a:lnTo>
                    <a:pt x="18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3" name="Google Shape;223;p27">
              <a:extLst>
                <a:ext uri="{FF2B5EF4-FFF2-40B4-BE49-F238E27FC236}">
                  <a16:creationId xmlns:a16="http://schemas.microsoft.com/office/drawing/2014/main" id="{A978E4CE-F9F2-CD1D-7519-F47F4158531D}"/>
                </a:ext>
              </a:extLst>
            </p:cNvPr>
            <p:cNvSpPr/>
            <p:nvPr/>
          </p:nvSpPr>
          <p:spPr>
            <a:xfrm>
              <a:off x="1822750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83" y="5182"/>
                  </a:lnTo>
                  <a:lnTo>
                    <a:pt x="41" y="460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1" y="785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86" y="207"/>
                  </a:lnTo>
                  <a:lnTo>
                    <a:pt x="227" y="785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27" y="4604"/>
                  </a:lnTo>
                  <a:lnTo>
                    <a:pt x="186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4" name="Google Shape;224;p27">
              <a:extLst>
                <a:ext uri="{FF2B5EF4-FFF2-40B4-BE49-F238E27FC236}">
                  <a16:creationId xmlns:a16="http://schemas.microsoft.com/office/drawing/2014/main" id="{76CCD10A-E624-809B-B2DC-4E8CCFFEDA2F}"/>
                </a:ext>
              </a:extLst>
            </p:cNvPr>
            <p:cNvSpPr/>
            <p:nvPr/>
          </p:nvSpPr>
          <p:spPr>
            <a:xfrm>
              <a:off x="178197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62" y="207"/>
                  </a:lnTo>
                  <a:lnTo>
                    <a:pt x="42" y="785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42" y="4604"/>
                  </a:lnTo>
                  <a:lnTo>
                    <a:pt x="62" y="518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6" y="5182"/>
                  </a:lnTo>
                  <a:lnTo>
                    <a:pt x="207" y="4604"/>
                  </a:lnTo>
                  <a:lnTo>
                    <a:pt x="227" y="3757"/>
                  </a:lnTo>
                  <a:lnTo>
                    <a:pt x="248" y="2705"/>
                  </a:lnTo>
                  <a:lnTo>
                    <a:pt x="227" y="1652"/>
                  </a:lnTo>
                  <a:lnTo>
                    <a:pt x="207" y="785"/>
                  </a:lnTo>
                  <a:lnTo>
                    <a:pt x="166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" name="Google Shape;225;p27">
              <a:extLst>
                <a:ext uri="{FF2B5EF4-FFF2-40B4-BE49-F238E27FC236}">
                  <a16:creationId xmlns:a16="http://schemas.microsoft.com/office/drawing/2014/main" id="{77C61F1F-E2B8-D0A6-7484-39E83E77FAEC}"/>
                </a:ext>
              </a:extLst>
            </p:cNvPr>
            <p:cNvSpPr/>
            <p:nvPr/>
          </p:nvSpPr>
          <p:spPr>
            <a:xfrm>
              <a:off x="178197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62" y="5182"/>
                  </a:lnTo>
                  <a:lnTo>
                    <a:pt x="42" y="460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42" y="785"/>
                  </a:lnTo>
                  <a:lnTo>
                    <a:pt x="62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6" y="207"/>
                  </a:lnTo>
                  <a:lnTo>
                    <a:pt x="207" y="785"/>
                  </a:lnTo>
                  <a:lnTo>
                    <a:pt x="227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7" y="3757"/>
                  </a:lnTo>
                  <a:lnTo>
                    <a:pt x="207" y="4604"/>
                  </a:lnTo>
                  <a:lnTo>
                    <a:pt x="166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6" name="Google Shape;226;p27">
              <a:extLst>
                <a:ext uri="{FF2B5EF4-FFF2-40B4-BE49-F238E27FC236}">
                  <a16:creationId xmlns:a16="http://schemas.microsoft.com/office/drawing/2014/main" id="{E77F7231-4E86-7E74-D336-C66FE1CF06D8}"/>
                </a:ext>
              </a:extLst>
            </p:cNvPr>
            <p:cNvSpPr/>
            <p:nvPr/>
          </p:nvSpPr>
          <p:spPr>
            <a:xfrm>
              <a:off x="1913050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4" y="62"/>
                  </a:lnTo>
                  <a:lnTo>
                    <a:pt x="62" y="207"/>
                  </a:lnTo>
                  <a:lnTo>
                    <a:pt x="42" y="785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42" y="4604"/>
                  </a:lnTo>
                  <a:lnTo>
                    <a:pt x="62" y="5182"/>
                  </a:lnTo>
                  <a:lnTo>
                    <a:pt x="104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182"/>
                  </a:lnTo>
                  <a:lnTo>
                    <a:pt x="207" y="4604"/>
                  </a:lnTo>
                  <a:lnTo>
                    <a:pt x="227" y="3757"/>
                  </a:lnTo>
                  <a:lnTo>
                    <a:pt x="248" y="2705"/>
                  </a:lnTo>
                  <a:lnTo>
                    <a:pt x="227" y="1652"/>
                  </a:lnTo>
                  <a:lnTo>
                    <a:pt x="207" y="785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7" name="Google Shape;227;p27">
              <a:extLst>
                <a:ext uri="{FF2B5EF4-FFF2-40B4-BE49-F238E27FC236}">
                  <a16:creationId xmlns:a16="http://schemas.microsoft.com/office/drawing/2014/main" id="{17133802-E5AC-20E9-95C4-90FB52F67B29}"/>
                </a:ext>
              </a:extLst>
            </p:cNvPr>
            <p:cNvSpPr/>
            <p:nvPr/>
          </p:nvSpPr>
          <p:spPr>
            <a:xfrm>
              <a:off x="1913050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4" y="5347"/>
                  </a:lnTo>
                  <a:lnTo>
                    <a:pt x="62" y="5182"/>
                  </a:lnTo>
                  <a:lnTo>
                    <a:pt x="42" y="460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42" y="785"/>
                  </a:lnTo>
                  <a:lnTo>
                    <a:pt x="62" y="207"/>
                  </a:lnTo>
                  <a:lnTo>
                    <a:pt x="104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7" y="785"/>
                  </a:lnTo>
                  <a:lnTo>
                    <a:pt x="227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7" y="3757"/>
                  </a:lnTo>
                  <a:lnTo>
                    <a:pt x="207" y="4604"/>
                  </a:lnTo>
                  <a:lnTo>
                    <a:pt x="165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8" name="Google Shape;228;p27">
              <a:extLst>
                <a:ext uri="{FF2B5EF4-FFF2-40B4-BE49-F238E27FC236}">
                  <a16:creationId xmlns:a16="http://schemas.microsoft.com/office/drawing/2014/main" id="{1F805A53-D491-AB24-FE97-C92164031B75}"/>
                </a:ext>
              </a:extLst>
            </p:cNvPr>
            <p:cNvSpPr/>
            <p:nvPr/>
          </p:nvSpPr>
          <p:spPr>
            <a:xfrm>
              <a:off x="1871775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1" y="785"/>
                  </a:lnTo>
                  <a:lnTo>
                    <a:pt x="21" y="1652"/>
                  </a:lnTo>
                  <a:lnTo>
                    <a:pt x="0" y="2705"/>
                  </a:lnTo>
                  <a:lnTo>
                    <a:pt x="21" y="3757"/>
                  </a:lnTo>
                  <a:lnTo>
                    <a:pt x="41" y="4604"/>
                  </a:lnTo>
                  <a:lnTo>
                    <a:pt x="83" y="518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65" y="5347"/>
                  </a:lnTo>
                  <a:lnTo>
                    <a:pt x="186" y="5182"/>
                  </a:lnTo>
                  <a:lnTo>
                    <a:pt x="227" y="460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27" y="785"/>
                  </a:lnTo>
                  <a:lnTo>
                    <a:pt x="186" y="207"/>
                  </a:lnTo>
                  <a:lnTo>
                    <a:pt x="16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9" name="Google Shape;229;p27">
              <a:extLst>
                <a:ext uri="{FF2B5EF4-FFF2-40B4-BE49-F238E27FC236}">
                  <a16:creationId xmlns:a16="http://schemas.microsoft.com/office/drawing/2014/main" id="{C5FB09B8-087D-000C-12C6-113DC116B400}"/>
                </a:ext>
              </a:extLst>
            </p:cNvPr>
            <p:cNvSpPr/>
            <p:nvPr/>
          </p:nvSpPr>
          <p:spPr>
            <a:xfrm>
              <a:off x="1871775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83" y="5182"/>
                  </a:lnTo>
                  <a:lnTo>
                    <a:pt x="41" y="4604"/>
                  </a:lnTo>
                  <a:lnTo>
                    <a:pt x="21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21" y="1652"/>
                  </a:lnTo>
                  <a:lnTo>
                    <a:pt x="41" y="785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65" y="62"/>
                  </a:lnTo>
                  <a:lnTo>
                    <a:pt x="186" y="207"/>
                  </a:lnTo>
                  <a:lnTo>
                    <a:pt x="227" y="785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27" y="4604"/>
                  </a:lnTo>
                  <a:lnTo>
                    <a:pt x="186" y="5182"/>
                  </a:lnTo>
                  <a:lnTo>
                    <a:pt x="16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0" name="Google Shape;230;p27">
              <a:extLst>
                <a:ext uri="{FF2B5EF4-FFF2-40B4-BE49-F238E27FC236}">
                  <a16:creationId xmlns:a16="http://schemas.microsoft.com/office/drawing/2014/main" id="{1C6CAABC-A5AF-44A0-8A6C-436DE8F37425}"/>
                </a:ext>
              </a:extLst>
            </p:cNvPr>
            <p:cNvSpPr/>
            <p:nvPr/>
          </p:nvSpPr>
          <p:spPr>
            <a:xfrm>
              <a:off x="200282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5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785"/>
                  </a:lnTo>
                  <a:lnTo>
                    <a:pt x="22" y="1652"/>
                  </a:lnTo>
                  <a:lnTo>
                    <a:pt x="1" y="2705"/>
                  </a:lnTo>
                  <a:lnTo>
                    <a:pt x="22" y="3757"/>
                  </a:lnTo>
                  <a:lnTo>
                    <a:pt x="42" y="4604"/>
                  </a:lnTo>
                  <a:lnTo>
                    <a:pt x="83" y="5182"/>
                  </a:lnTo>
                  <a:lnTo>
                    <a:pt x="104" y="5347"/>
                  </a:lnTo>
                  <a:lnTo>
                    <a:pt x="125" y="5409"/>
                  </a:lnTo>
                  <a:lnTo>
                    <a:pt x="166" y="5347"/>
                  </a:lnTo>
                  <a:lnTo>
                    <a:pt x="187" y="5182"/>
                  </a:lnTo>
                  <a:lnTo>
                    <a:pt x="228" y="4604"/>
                  </a:lnTo>
                  <a:lnTo>
                    <a:pt x="249" y="3757"/>
                  </a:lnTo>
                  <a:lnTo>
                    <a:pt x="249" y="2705"/>
                  </a:lnTo>
                  <a:lnTo>
                    <a:pt x="249" y="1652"/>
                  </a:lnTo>
                  <a:lnTo>
                    <a:pt x="228" y="785"/>
                  </a:lnTo>
                  <a:lnTo>
                    <a:pt x="187" y="207"/>
                  </a:lnTo>
                  <a:lnTo>
                    <a:pt x="166" y="6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1" name="Google Shape;231;p27">
              <a:extLst>
                <a:ext uri="{FF2B5EF4-FFF2-40B4-BE49-F238E27FC236}">
                  <a16:creationId xmlns:a16="http://schemas.microsoft.com/office/drawing/2014/main" id="{393ED198-C8AE-2179-AF4E-FDDB0A5AE316}"/>
                </a:ext>
              </a:extLst>
            </p:cNvPr>
            <p:cNvSpPr/>
            <p:nvPr/>
          </p:nvSpPr>
          <p:spPr>
            <a:xfrm>
              <a:off x="200282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5" y="5409"/>
                  </a:moveTo>
                  <a:lnTo>
                    <a:pt x="125" y="5409"/>
                  </a:lnTo>
                  <a:lnTo>
                    <a:pt x="104" y="5347"/>
                  </a:lnTo>
                  <a:lnTo>
                    <a:pt x="83" y="5182"/>
                  </a:lnTo>
                  <a:lnTo>
                    <a:pt x="42" y="4604"/>
                  </a:lnTo>
                  <a:lnTo>
                    <a:pt x="22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22" y="1652"/>
                  </a:lnTo>
                  <a:lnTo>
                    <a:pt x="42" y="785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66" y="62"/>
                  </a:lnTo>
                  <a:lnTo>
                    <a:pt x="187" y="207"/>
                  </a:lnTo>
                  <a:lnTo>
                    <a:pt x="228" y="785"/>
                  </a:lnTo>
                  <a:lnTo>
                    <a:pt x="249" y="1652"/>
                  </a:lnTo>
                  <a:lnTo>
                    <a:pt x="249" y="2705"/>
                  </a:lnTo>
                  <a:lnTo>
                    <a:pt x="249" y="2705"/>
                  </a:lnTo>
                  <a:lnTo>
                    <a:pt x="249" y="3757"/>
                  </a:lnTo>
                  <a:lnTo>
                    <a:pt x="228" y="4604"/>
                  </a:lnTo>
                  <a:lnTo>
                    <a:pt x="187" y="5182"/>
                  </a:lnTo>
                  <a:lnTo>
                    <a:pt x="166" y="5347"/>
                  </a:lnTo>
                  <a:lnTo>
                    <a:pt x="12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2" name="Google Shape;232;p27">
              <a:extLst>
                <a:ext uri="{FF2B5EF4-FFF2-40B4-BE49-F238E27FC236}">
                  <a16:creationId xmlns:a16="http://schemas.microsoft.com/office/drawing/2014/main" id="{8622E79D-DF6F-6BAD-D563-C20E5D4844FE}"/>
                </a:ext>
              </a:extLst>
            </p:cNvPr>
            <p:cNvSpPr/>
            <p:nvPr/>
          </p:nvSpPr>
          <p:spPr>
            <a:xfrm>
              <a:off x="1962075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2" y="785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42" y="4604"/>
                  </a:lnTo>
                  <a:lnTo>
                    <a:pt x="83" y="518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182"/>
                  </a:lnTo>
                  <a:lnTo>
                    <a:pt x="207" y="4604"/>
                  </a:lnTo>
                  <a:lnTo>
                    <a:pt x="227" y="3757"/>
                  </a:lnTo>
                  <a:lnTo>
                    <a:pt x="248" y="2705"/>
                  </a:lnTo>
                  <a:lnTo>
                    <a:pt x="227" y="1652"/>
                  </a:lnTo>
                  <a:lnTo>
                    <a:pt x="207" y="785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3" name="Google Shape;233;p27">
              <a:extLst>
                <a:ext uri="{FF2B5EF4-FFF2-40B4-BE49-F238E27FC236}">
                  <a16:creationId xmlns:a16="http://schemas.microsoft.com/office/drawing/2014/main" id="{A09020BA-184D-6EB9-9F97-9D43E22C13EA}"/>
                </a:ext>
              </a:extLst>
            </p:cNvPr>
            <p:cNvSpPr/>
            <p:nvPr/>
          </p:nvSpPr>
          <p:spPr>
            <a:xfrm>
              <a:off x="1962075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83" y="5182"/>
                  </a:lnTo>
                  <a:lnTo>
                    <a:pt x="42" y="460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42" y="785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7" y="785"/>
                  </a:lnTo>
                  <a:lnTo>
                    <a:pt x="227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7" y="3757"/>
                  </a:lnTo>
                  <a:lnTo>
                    <a:pt x="207" y="4604"/>
                  </a:lnTo>
                  <a:lnTo>
                    <a:pt x="165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4" name="Google Shape;234;p27">
              <a:extLst>
                <a:ext uri="{FF2B5EF4-FFF2-40B4-BE49-F238E27FC236}">
                  <a16:creationId xmlns:a16="http://schemas.microsoft.com/office/drawing/2014/main" id="{A33B90C1-6DB5-A4A7-5A2F-1BD15325BEAC}"/>
                </a:ext>
              </a:extLst>
            </p:cNvPr>
            <p:cNvSpPr/>
            <p:nvPr/>
          </p:nvSpPr>
          <p:spPr>
            <a:xfrm>
              <a:off x="2093150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1" y="785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41" y="4604"/>
                  </a:lnTo>
                  <a:lnTo>
                    <a:pt x="83" y="518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182"/>
                  </a:lnTo>
                  <a:lnTo>
                    <a:pt x="207" y="4604"/>
                  </a:lnTo>
                  <a:lnTo>
                    <a:pt x="227" y="3757"/>
                  </a:lnTo>
                  <a:lnTo>
                    <a:pt x="248" y="2705"/>
                  </a:lnTo>
                  <a:lnTo>
                    <a:pt x="227" y="1652"/>
                  </a:lnTo>
                  <a:lnTo>
                    <a:pt x="207" y="785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5" name="Google Shape;235;p27">
              <a:extLst>
                <a:ext uri="{FF2B5EF4-FFF2-40B4-BE49-F238E27FC236}">
                  <a16:creationId xmlns:a16="http://schemas.microsoft.com/office/drawing/2014/main" id="{D00B42A5-2B32-077E-8B04-684185786E4A}"/>
                </a:ext>
              </a:extLst>
            </p:cNvPr>
            <p:cNvSpPr/>
            <p:nvPr/>
          </p:nvSpPr>
          <p:spPr>
            <a:xfrm>
              <a:off x="2093150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83" y="5182"/>
                  </a:lnTo>
                  <a:lnTo>
                    <a:pt x="41" y="460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41" y="785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7" y="785"/>
                  </a:lnTo>
                  <a:lnTo>
                    <a:pt x="227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27" y="3757"/>
                  </a:lnTo>
                  <a:lnTo>
                    <a:pt x="207" y="4604"/>
                  </a:lnTo>
                  <a:lnTo>
                    <a:pt x="165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6" name="Google Shape;236;p27">
              <a:extLst>
                <a:ext uri="{FF2B5EF4-FFF2-40B4-BE49-F238E27FC236}">
                  <a16:creationId xmlns:a16="http://schemas.microsoft.com/office/drawing/2014/main" id="{71A58AD0-6E4C-E495-86A2-38AF8313171D}"/>
                </a:ext>
              </a:extLst>
            </p:cNvPr>
            <p:cNvSpPr/>
            <p:nvPr/>
          </p:nvSpPr>
          <p:spPr>
            <a:xfrm>
              <a:off x="2051850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5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785"/>
                  </a:lnTo>
                  <a:lnTo>
                    <a:pt x="21" y="1652"/>
                  </a:lnTo>
                  <a:lnTo>
                    <a:pt x="1" y="2705"/>
                  </a:lnTo>
                  <a:lnTo>
                    <a:pt x="21" y="3757"/>
                  </a:lnTo>
                  <a:lnTo>
                    <a:pt x="42" y="4604"/>
                  </a:lnTo>
                  <a:lnTo>
                    <a:pt x="83" y="5182"/>
                  </a:lnTo>
                  <a:lnTo>
                    <a:pt x="104" y="5347"/>
                  </a:lnTo>
                  <a:lnTo>
                    <a:pt x="125" y="5409"/>
                  </a:lnTo>
                  <a:lnTo>
                    <a:pt x="166" y="5347"/>
                  </a:lnTo>
                  <a:lnTo>
                    <a:pt x="187" y="5182"/>
                  </a:lnTo>
                  <a:lnTo>
                    <a:pt x="228" y="460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28" y="785"/>
                  </a:lnTo>
                  <a:lnTo>
                    <a:pt x="187" y="207"/>
                  </a:lnTo>
                  <a:lnTo>
                    <a:pt x="166" y="6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7" name="Google Shape;237;p27">
              <a:extLst>
                <a:ext uri="{FF2B5EF4-FFF2-40B4-BE49-F238E27FC236}">
                  <a16:creationId xmlns:a16="http://schemas.microsoft.com/office/drawing/2014/main" id="{723696B8-35A3-E0DF-1B28-9459BAA36827}"/>
                </a:ext>
              </a:extLst>
            </p:cNvPr>
            <p:cNvSpPr/>
            <p:nvPr/>
          </p:nvSpPr>
          <p:spPr>
            <a:xfrm>
              <a:off x="2051850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5" y="5409"/>
                  </a:moveTo>
                  <a:lnTo>
                    <a:pt x="125" y="5409"/>
                  </a:lnTo>
                  <a:lnTo>
                    <a:pt x="104" y="5347"/>
                  </a:lnTo>
                  <a:lnTo>
                    <a:pt x="83" y="5182"/>
                  </a:lnTo>
                  <a:lnTo>
                    <a:pt x="42" y="4604"/>
                  </a:lnTo>
                  <a:lnTo>
                    <a:pt x="2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21" y="1652"/>
                  </a:lnTo>
                  <a:lnTo>
                    <a:pt x="42" y="785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66" y="62"/>
                  </a:lnTo>
                  <a:lnTo>
                    <a:pt x="187" y="207"/>
                  </a:lnTo>
                  <a:lnTo>
                    <a:pt x="228" y="785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28" y="4604"/>
                  </a:lnTo>
                  <a:lnTo>
                    <a:pt x="187" y="5182"/>
                  </a:lnTo>
                  <a:lnTo>
                    <a:pt x="166" y="5347"/>
                  </a:lnTo>
                  <a:lnTo>
                    <a:pt x="12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8" name="Google Shape;238;p27">
              <a:extLst>
                <a:ext uri="{FF2B5EF4-FFF2-40B4-BE49-F238E27FC236}">
                  <a16:creationId xmlns:a16="http://schemas.microsoft.com/office/drawing/2014/main" id="{2A8B632B-FBAD-6B14-0483-380E023D3FDA}"/>
                </a:ext>
              </a:extLst>
            </p:cNvPr>
            <p:cNvSpPr/>
            <p:nvPr/>
          </p:nvSpPr>
          <p:spPr>
            <a:xfrm>
              <a:off x="218292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extrusionOk="0">
                  <a:moveTo>
                    <a:pt x="125" y="1"/>
                  </a:moveTo>
                  <a:lnTo>
                    <a:pt x="104" y="62"/>
                  </a:lnTo>
                  <a:lnTo>
                    <a:pt x="83" y="207"/>
                  </a:lnTo>
                  <a:lnTo>
                    <a:pt x="42" y="785"/>
                  </a:lnTo>
                  <a:lnTo>
                    <a:pt x="21" y="1652"/>
                  </a:lnTo>
                  <a:lnTo>
                    <a:pt x="1" y="2705"/>
                  </a:lnTo>
                  <a:lnTo>
                    <a:pt x="21" y="3757"/>
                  </a:lnTo>
                  <a:lnTo>
                    <a:pt x="42" y="4604"/>
                  </a:lnTo>
                  <a:lnTo>
                    <a:pt x="83" y="5182"/>
                  </a:lnTo>
                  <a:lnTo>
                    <a:pt x="104" y="5347"/>
                  </a:lnTo>
                  <a:lnTo>
                    <a:pt x="125" y="5409"/>
                  </a:lnTo>
                  <a:lnTo>
                    <a:pt x="166" y="5347"/>
                  </a:lnTo>
                  <a:lnTo>
                    <a:pt x="186" y="5182"/>
                  </a:lnTo>
                  <a:lnTo>
                    <a:pt x="228" y="460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28" y="785"/>
                  </a:lnTo>
                  <a:lnTo>
                    <a:pt x="186" y="207"/>
                  </a:lnTo>
                  <a:lnTo>
                    <a:pt x="166" y="6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9" name="Google Shape;239;p27">
              <a:extLst>
                <a:ext uri="{FF2B5EF4-FFF2-40B4-BE49-F238E27FC236}">
                  <a16:creationId xmlns:a16="http://schemas.microsoft.com/office/drawing/2014/main" id="{5E9D161F-1BC3-4FA4-B9E6-3B7BDFBB081A}"/>
                </a:ext>
              </a:extLst>
            </p:cNvPr>
            <p:cNvSpPr/>
            <p:nvPr/>
          </p:nvSpPr>
          <p:spPr>
            <a:xfrm>
              <a:off x="2182925" y="5188400"/>
              <a:ext cx="6225" cy="135225"/>
            </a:xfrm>
            <a:custGeom>
              <a:avLst/>
              <a:gdLst/>
              <a:ahLst/>
              <a:cxnLst/>
              <a:rect l="l" t="t" r="r" b="b"/>
              <a:pathLst>
                <a:path w="249" h="5409" fill="none" extrusionOk="0">
                  <a:moveTo>
                    <a:pt x="125" y="5409"/>
                  </a:moveTo>
                  <a:lnTo>
                    <a:pt x="125" y="5409"/>
                  </a:lnTo>
                  <a:lnTo>
                    <a:pt x="104" y="5347"/>
                  </a:lnTo>
                  <a:lnTo>
                    <a:pt x="83" y="5182"/>
                  </a:lnTo>
                  <a:lnTo>
                    <a:pt x="42" y="4604"/>
                  </a:lnTo>
                  <a:lnTo>
                    <a:pt x="21" y="3757"/>
                  </a:lnTo>
                  <a:lnTo>
                    <a:pt x="1" y="2705"/>
                  </a:lnTo>
                  <a:lnTo>
                    <a:pt x="1" y="2705"/>
                  </a:lnTo>
                  <a:lnTo>
                    <a:pt x="21" y="1652"/>
                  </a:lnTo>
                  <a:lnTo>
                    <a:pt x="42" y="785"/>
                  </a:lnTo>
                  <a:lnTo>
                    <a:pt x="83" y="207"/>
                  </a:lnTo>
                  <a:lnTo>
                    <a:pt x="104" y="62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66" y="62"/>
                  </a:lnTo>
                  <a:lnTo>
                    <a:pt x="186" y="207"/>
                  </a:lnTo>
                  <a:lnTo>
                    <a:pt x="228" y="785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28" y="4604"/>
                  </a:lnTo>
                  <a:lnTo>
                    <a:pt x="186" y="5182"/>
                  </a:lnTo>
                  <a:lnTo>
                    <a:pt x="166" y="5347"/>
                  </a:lnTo>
                  <a:lnTo>
                    <a:pt x="125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0" name="Google Shape;240;p27">
              <a:extLst>
                <a:ext uri="{FF2B5EF4-FFF2-40B4-BE49-F238E27FC236}">
                  <a16:creationId xmlns:a16="http://schemas.microsoft.com/office/drawing/2014/main" id="{4C79FE81-9E46-80E1-69D2-244466959036}"/>
                </a:ext>
              </a:extLst>
            </p:cNvPr>
            <p:cNvSpPr/>
            <p:nvPr/>
          </p:nvSpPr>
          <p:spPr>
            <a:xfrm>
              <a:off x="2142175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extrusionOk="0">
                  <a:moveTo>
                    <a:pt x="124" y="1"/>
                  </a:moveTo>
                  <a:lnTo>
                    <a:pt x="103" y="62"/>
                  </a:lnTo>
                  <a:lnTo>
                    <a:pt x="83" y="207"/>
                  </a:lnTo>
                  <a:lnTo>
                    <a:pt x="41" y="785"/>
                  </a:lnTo>
                  <a:lnTo>
                    <a:pt x="0" y="1652"/>
                  </a:lnTo>
                  <a:lnTo>
                    <a:pt x="0" y="2705"/>
                  </a:lnTo>
                  <a:lnTo>
                    <a:pt x="0" y="3757"/>
                  </a:lnTo>
                  <a:lnTo>
                    <a:pt x="41" y="4604"/>
                  </a:lnTo>
                  <a:lnTo>
                    <a:pt x="83" y="5182"/>
                  </a:lnTo>
                  <a:lnTo>
                    <a:pt x="103" y="5347"/>
                  </a:lnTo>
                  <a:lnTo>
                    <a:pt x="124" y="5409"/>
                  </a:lnTo>
                  <a:lnTo>
                    <a:pt x="145" y="5347"/>
                  </a:lnTo>
                  <a:lnTo>
                    <a:pt x="165" y="5182"/>
                  </a:lnTo>
                  <a:lnTo>
                    <a:pt x="206" y="4604"/>
                  </a:lnTo>
                  <a:lnTo>
                    <a:pt x="248" y="3757"/>
                  </a:lnTo>
                  <a:lnTo>
                    <a:pt x="248" y="2705"/>
                  </a:lnTo>
                  <a:lnTo>
                    <a:pt x="248" y="1652"/>
                  </a:lnTo>
                  <a:lnTo>
                    <a:pt x="206" y="785"/>
                  </a:lnTo>
                  <a:lnTo>
                    <a:pt x="165" y="207"/>
                  </a:lnTo>
                  <a:lnTo>
                    <a:pt x="145" y="62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1" name="Google Shape;241;p27">
              <a:extLst>
                <a:ext uri="{FF2B5EF4-FFF2-40B4-BE49-F238E27FC236}">
                  <a16:creationId xmlns:a16="http://schemas.microsoft.com/office/drawing/2014/main" id="{4CCC5279-CA6E-87D2-569E-137560979117}"/>
                </a:ext>
              </a:extLst>
            </p:cNvPr>
            <p:cNvSpPr/>
            <p:nvPr/>
          </p:nvSpPr>
          <p:spPr>
            <a:xfrm>
              <a:off x="2142175" y="5188400"/>
              <a:ext cx="6200" cy="135225"/>
            </a:xfrm>
            <a:custGeom>
              <a:avLst/>
              <a:gdLst/>
              <a:ahLst/>
              <a:cxnLst/>
              <a:rect l="l" t="t" r="r" b="b"/>
              <a:pathLst>
                <a:path w="248" h="5409" fill="none" extrusionOk="0">
                  <a:moveTo>
                    <a:pt x="124" y="5409"/>
                  </a:moveTo>
                  <a:lnTo>
                    <a:pt x="124" y="5409"/>
                  </a:lnTo>
                  <a:lnTo>
                    <a:pt x="103" y="5347"/>
                  </a:lnTo>
                  <a:lnTo>
                    <a:pt x="83" y="5182"/>
                  </a:lnTo>
                  <a:lnTo>
                    <a:pt x="41" y="4604"/>
                  </a:lnTo>
                  <a:lnTo>
                    <a:pt x="0" y="3757"/>
                  </a:lnTo>
                  <a:lnTo>
                    <a:pt x="0" y="2705"/>
                  </a:lnTo>
                  <a:lnTo>
                    <a:pt x="0" y="2705"/>
                  </a:lnTo>
                  <a:lnTo>
                    <a:pt x="0" y="1652"/>
                  </a:lnTo>
                  <a:lnTo>
                    <a:pt x="41" y="785"/>
                  </a:lnTo>
                  <a:lnTo>
                    <a:pt x="83" y="207"/>
                  </a:lnTo>
                  <a:lnTo>
                    <a:pt x="103" y="62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62"/>
                  </a:lnTo>
                  <a:lnTo>
                    <a:pt x="165" y="207"/>
                  </a:lnTo>
                  <a:lnTo>
                    <a:pt x="206" y="785"/>
                  </a:lnTo>
                  <a:lnTo>
                    <a:pt x="248" y="1652"/>
                  </a:lnTo>
                  <a:lnTo>
                    <a:pt x="248" y="2705"/>
                  </a:lnTo>
                  <a:lnTo>
                    <a:pt x="248" y="2705"/>
                  </a:lnTo>
                  <a:lnTo>
                    <a:pt x="248" y="3757"/>
                  </a:lnTo>
                  <a:lnTo>
                    <a:pt x="206" y="4604"/>
                  </a:lnTo>
                  <a:lnTo>
                    <a:pt x="165" y="5182"/>
                  </a:lnTo>
                  <a:lnTo>
                    <a:pt x="145" y="5347"/>
                  </a:lnTo>
                  <a:lnTo>
                    <a:pt x="124" y="540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2" name="Google Shape;242;p27">
              <a:extLst>
                <a:ext uri="{FF2B5EF4-FFF2-40B4-BE49-F238E27FC236}">
                  <a16:creationId xmlns:a16="http://schemas.microsoft.com/office/drawing/2014/main" id="{8659FC13-5274-877A-A261-10CBEB291AF2}"/>
                </a:ext>
              </a:extLst>
            </p:cNvPr>
            <p:cNvSpPr/>
            <p:nvPr/>
          </p:nvSpPr>
          <p:spPr>
            <a:xfrm>
              <a:off x="1479075" y="5183250"/>
              <a:ext cx="752900" cy="6200"/>
            </a:xfrm>
            <a:custGeom>
              <a:avLst/>
              <a:gdLst/>
              <a:ahLst/>
              <a:cxnLst/>
              <a:rect l="l" t="t" r="r" b="b"/>
              <a:pathLst>
                <a:path w="30116" h="248" extrusionOk="0">
                  <a:moveTo>
                    <a:pt x="9185" y="0"/>
                  </a:moveTo>
                  <a:lnTo>
                    <a:pt x="4397" y="41"/>
                  </a:lnTo>
                  <a:lnTo>
                    <a:pt x="1177" y="83"/>
                  </a:lnTo>
                  <a:lnTo>
                    <a:pt x="289" y="103"/>
                  </a:lnTo>
                  <a:lnTo>
                    <a:pt x="62" y="103"/>
                  </a:lnTo>
                  <a:lnTo>
                    <a:pt x="0" y="124"/>
                  </a:lnTo>
                  <a:lnTo>
                    <a:pt x="62" y="145"/>
                  </a:lnTo>
                  <a:lnTo>
                    <a:pt x="289" y="145"/>
                  </a:lnTo>
                  <a:lnTo>
                    <a:pt x="1177" y="165"/>
                  </a:lnTo>
                  <a:lnTo>
                    <a:pt x="4397" y="207"/>
                  </a:lnTo>
                  <a:lnTo>
                    <a:pt x="9185" y="248"/>
                  </a:lnTo>
                  <a:lnTo>
                    <a:pt x="20910" y="248"/>
                  </a:lnTo>
                  <a:lnTo>
                    <a:pt x="25698" y="207"/>
                  </a:lnTo>
                  <a:lnTo>
                    <a:pt x="28939" y="165"/>
                  </a:lnTo>
                  <a:lnTo>
                    <a:pt x="29806" y="145"/>
                  </a:lnTo>
                  <a:lnTo>
                    <a:pt x="30033" y="145"/>
                  </a:lnTo>
                  <a:lnTo>
                    <a:pt x="30116" y="124"/>
                  </a:lnTo>
                  <a:lnTo>
                    <a:pt x="30033" y="103"/>
                  </a:lnTo>
                  <a:lnTo>
                    <a:pt x="29806" y="103"/>
                  </a:lnTo>
                  <a:lnTo>
                    <a:pt x="28939" y="83"/>
                  </a:lnTo>
                  <a:lnTo>
                    <a:pt x="25698" y="41"/>
                  </a:lnTo>
                  <a:lnTo>
                    <a:pt x="20910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3" name="Google Shape;243;p27">
              <a:extLst>
                <a:ext uri="{FF2B5EF4-FFF2-40B4-BE49-F238E27FC236}">
                  <a16:creationId xmlns:a16="http://schemas.microsoft.com/office/drawing/2014/main" id="{9EBBC604-0050-ACEE-F625-ABD648B6B32A}"/>
                </a:ext>
              </a:extLst>
            </p:cNvPr>
            <p:cNvSpPr/>
            <p:nvPr/>
          </p:nvSpPr>
          <p:spPr>
            <a:xfrm>
              <a:off x="1479075" y="5183250"/>
              <a:ext cx="752900" cy="6200"/>
            </a:xfrm>
            <a:custGeom>
              <a:avLst/>
              <a:gdLst/>
              <a:ahLst/>
              <a:cxnLst/>
              <a:rect l="l" t="t" r="r" b="b"/>
              <a:pathLst>
                <a:path w="30116" h="248" fill="none" extrusionOk="0">
                  <a:moveTo>
                    <a:pt x="30116" y="124"/>
                  </a:moveTo>
                  <a:lnTo>
                    <a:pt x="30116" y="124"/>
                  </a:lnTo>
                  <a:lnTo>
                    <a:pt x="30033" y="145"/>
                  </a:lnTo>
                  <a:lnTo>
                    <a:pt x="29806" y="145"/>
                  </a:lnTo>
                  <a:lnTo>
                    <a:pt x="28939" y="165"/>
                  </a:lnTo>
                  <a:lnTo>
                    <a:pt x="25698" y="207"/>
                  </a:lnTo>
                  <a:lnTo>
                    <a:pt x="20910" y="248"/>
                  </a:lnTo>
                  <a:lnTo>
                    <a:pt x="15047" y="248"/>
                  </a:lnTo>
                  <a:lnTo>
                    <a:pt x="15047" y="248"/>
                  </a:lnTo>
                  <a:lnTo>
                    <a:pt x="9185" y="248"/>
                  </a:lnTo>
                  <a:lnTo>
                    <a:pt x="4397" y="207"/>
                  </a:lnTo>
                  <a:lnTo>
                    <a:pt x="1177" y="165"/>
                  </a:lnTo>
                  <a:lnTo>
                    <a:pt x="289" y="145"/>
                  </a:lnTo>
                  <a:lnTo>
                    <a:pt x="62" y="145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62" y="103"/>
                  </a:lnTo>
                  <a:lnTo>
                    <a:pt x="289" y="103"/>
                  </a:lnTo>
                  <a:lnTo>
                    <a:pt x="1177" y="83"/>
                  </a:lnTo>
                  <a:lnTo>
                    <a:pt x="4397" y="41"/>
                  </a:lnTo>
                  <a:lnTo>
                    <a:pt x="9185" y="0"/>
                  </a:lnTo>
                  <a:lnTo>
                    <a:pt x="15047" y="0"/>
                  </a:lnTo>
                  <a:lnTo>
                    <a:pt x="15047" y="0"/>
                  </a:lnTo>
                  <a:lnTo>
                    <a:pt x="20910" y="0"/>
                  </a:lnTo>
                  <a:lnTo>
                    <a:pt x="25698" y="41"/>
                  </a:lnTo>
                  <a:lnTo>
                    <a:pt x="28939" y="83"/>
                  </a:lnTo>
                  <a:lnTo>
                    <a:pt x="29806" y="103"/>
                  </a:lnTo>
                  <a:lnTo>
                    <a:pt x="30033" y="103"/>
                  </a:lnTo>
                  <a:lnTo>
                    <a:pt x="30116" y="1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4" name="Google Shape;244;p27">
              <a:extLst>
                <a:ext uri="{FF2B5EF4-FFF2-40B4-BE49-F238E27FC236}">
                  <a16:creationId xmlns:a16="http://schemas.microsoft.com/office/drawing/2014/main" id="{EB809E44-1CAC-9320-2C9B-9F355CCC845D}"/>
                </a:ext>
              </a:extLst>
            </p:cNvPr>
            <p:cNvSpPr/>
            <p:nvPr/>
          </p:nvSpPr>
          <p:spPr>
            <a:xfrm>
              <a:off x="1434175" y="5323600"/>
              <a:ext cx="749800" cy="135750"/>
            </a:xfrm>
            <a:custGeom>
              <a:avLst/>
              <a:gdLst/>
              <a:ahLst/>
              <a:cxnLst/>
              <a:rect l="l" t="t" r="r" b="b"/>
              <a:pathLst>
                <a:path w="29992" h="5430" extrusionOk="0">
                  <a:moveTo>
                    <a:pt x="0" y="1"/>
                  </a:moveTo>
                  <a:lnTo>
                    <a:pt x="0" y="5429"/>
                  </a:lnTo>
                  <a:lnTo>
                    <a:pt x="29992" y="5429"/>
                  </a:lnTo>
                  <a:lnTo>
                    <a:pt x="299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5" name="Google Shape;245;p27">
              <a:extLst>
                <a:ext uri="{FF2B5EF4-FFF2-40B4-BE49-F238E27FC236}">
                  <a16:creationId xmlns:a16="http://schemas.microsoft.com/office/drawing/2014/main" id="{3731B538-D486-BD87-6AD7-185219723237}"/>
                </a:ext>
              </a:extLst>
            </p:cNvPr>
            <p:cNvSpPr/>
            <p:nvPr/>
          </p:nvSpPr>
          <p:spPr>
            <a:xfrm>
              <a:off x="1434175" y="5323600"/>
              <a:ext cx="749800" cy="135750"/>
            </a:xfrm>
            <a:custGeom>
              <a:avLst/>
              <a:gdLst/>
              <a:ahLst/>
              <a:cxnLst/>
              <a:rect l="l" t="t" r="r" b="b"/>
              <a:pathLst>
                <a:path w="29992" h="5430" fill="none" extrusionOk="0">
                  <a:moveTo>
                    <a:pt x="29992" y="5429"/>
                  </a:moveTo>
                  <a:lnTo>
                    <a:pt x="0" y="5429"/>
                  </a:lnTo>
                  <a:lnTo>
                    <a:pt x="0" y="1"/>
                  </a:lnTo>
                  <a:lnTo>
                    <a:pt x="29992" y="1"/>
                  </a:lnTo>
                  <a:lnTo>
                    <a:pt x="29992" y="542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6" name="Google Shape;246;p27">
              <a:extLst>
                <a:ext uri="{FF2B5EF4-FFF2-40B4-BE49-F238E27FC236}">
                  <a16:creationId xmlns:a16="http://schemas.microsoft.com/office/drawing/2014/main" id="{F95F1BC8-8C15-01FA-75D5-4ED9DBAC8CEF}"/>
                </a:ext>
              </a:extLst>
            </p:cNvPr>
            <p:cNvSpPr/>
            <p:nvPr/>
          </p:nvSpPr>
          <p:spPr>
            <a:xfrm>
              <a:off x="1504350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21" y="1631"/>
                  </a:lnTo>
                  <a:lnTo>
                    <a:pt x="0" y="2683"/>
                  </a:lnTo>
                  <a:lnTo>
                    <a:pt x="21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4" y="5346"/>
                  </a:lnTo>
                  <a:lnTo>
                    <a:pt x="124" y="5387"/>
                  </a:lnTo>
                  <a:lnTo>
                    <a:pt x="166" y="5346"/>
                  </a:lnTo>
                  <a:lnTo>
                    <a:pt x="186" y="5181"/>
                  </a:lnTo>
                  <a:lnTo>
                    <a:pt x="227" y="4603"/>
                  </a:lnTo>
                  <a:lnTo>
                    <a:pt x="248" y="3736"/>
                  </a:lnTo>
                  <a:lnTo>
                    <a:pt x="248" y="2683"/>
                  </a:lnTo>
                  <a:lnTo>
                    <a:pt x="248" y="1631"/>
                  </a:lnTo>
                  <a:lnTo>
                    <a:pt x="227" y="784"/>
                  </a:lnTo>
                  <a:lnTo>
                    <a:pt x="186" y="207"/>
                  </a:lnTo>
                  <a:lnTo>
                    <a:pt x="166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7" name="Google Shape;247;p27">
              <a:extLst>
                <a:ext uri="{FF2B5EF4-FFF2-40B4-BE49-F238E27FC236}">
                  <a16:creationId xmlns:a16="http://schemas.microsoft.com/office/drawing/2014/main" id="{40398E3B-F7CE-3A25-6673-A70AA527740D}"/>
                </a:ext>
              </a:extLst>
            </p:cNvPr>
            <p:cNvSpPr/>
            <p:nvPr/>
          </p:nvSpPr>
          <p:spPr>
            <a:xfrm>
              <a:off x="1504350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4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21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21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66" y="41"/>
                  </a:lnTo>
                  <a:lnTo>
                    <a:pt x="186" y="207"/>
                  </a:lnTo>
                  <a:lnTo>
                    <a:pt x="227" y="784"/>
                  </a:lnTo>
                  <a:lnTo>
                    <a:pt x="24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48" y="3736"/>
                  </a:lnTo>
                  <a:lnTo>
                    <a:pt x="227" y="4603"/>
                  </a:lnTo>
                  <a:lnTo>
                    <a:pt x="186" y="5181"/>
                  </a:lnTo>
                  <a:lnTo>
                    <a:pt x="166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8" name="Google Shape;248;p27">
              <a:extLst>
                <a:ext uri="{FF2B5EF4-FFF2-40B4-BE49-F238E27FC236}">
                  <a16:creationId xmlns:a16="http://schemas.microsoft.com/office/drawing/2014/main" id="{62CED3FB-A59C-8D26-79C3-902CC511B688}"/>
                </a:ext>
              </a:extLst>
            </p:cNvPr>
            <p:cNvSpPr/>
            <p:nvPr/>
          </p:nvSpPr>
          <p:spPr>
            <a:xfrm>
              <a:off x="14635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extrusionOk="0">
                  <a:moveTo>
                    <a:pt x="125" y="0"/>
                  </a:moveTo>
                  <a:lnTo>
                    <a:pt x="104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1" y="1631"/>
                  </a:lnTo>
                  <a:lnTo>
                    <a:pt x="1" y="2683"/>
                  </a:lnTo>
                  <a:lnTo>
                    <a:pt x="1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4" y="5346"/>
                  </a:lnTo>
                  <a:lnTo>
                    <a:pt x="125" y="5387"/>
                  </a:lnTo>
                  <a:lnTo>
                    <a:pt x="145" y="5346"/>
                  </a:lnTo>
                  <a:lnTo>
                    <a:pt x="166" y="5181"/>
                  </a:lnTo>
                  <a:lnTo>
                    <a:pt x="207" y="4603"/>
                  </a:lnTo>
                  <a:lnTo>
                    <a:pt x="228" y="3736"/>
                  </a:lnTo>
                  <a:lnTo>
                    <a:pt x="248" y="2683"/>
                  </a:lnTo>
                  <a:lnTo>
                    <a:pt x="228" y="1631"/>
                  </a:lnTo>
                  <a:lnTo>
                    <a:pt x="207" y="784"/>
                  </a:lnTo>
                  <a:lnTo>
                    <a:pt x="166" y="207"/>
                  </a:lnTo>
                  <a:lnTo>
                    <a:pt x="145" y="41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9" name="Google Shape;249;p27">
              <a:extLst>
                <a:ext uri="{FF2B5EF4-FFF2-40B4-BE49-F238E27FC236}">
                  <a16:creationId xmlns:a16="http://schemas.microsoft.com/office/drawing/2014/main" id="{4BCC1E38-6010-B674-E364-166DD7D61CF0}"/>
                </a:ext>
              </a:extLst>
            </p:cNvPr>
            <p:cNvSpPr/>
            <p:nvPr/>
          </p:nvSpPr>
          <p:spPr>
            <a:xfrm>
              <a:off x="14635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fill="none" extrusionOk="0">
                  <a:moveTo>
                    <a:pt x="125" y="5387"/>
                  </a:moveTo>
                  <a:lnTo>
                    <a:pt x="125" y="5387"/>
                  </a:lnTo>
                  <a:lnTo>
                    <a:pt x="104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1" y="3736"/>
                  </a:lnTo>
                  <a:lnTo>
                    <a:pt x="1" y="2683"/>
                  </a:lnTo>
                  <a:lnTo>
                    <a:pt x="1" y="2683"/>
                  </a:lnTo>
                  <a:lnTo>
                    <a:pt x="1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4" y="41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41"/>
                  </a:lnTo>
                  <a:lnTo>
                    <a:pt x="166" y="207"/>
                  </a:lnTo>
                  <a:lnTo>
                    <a:pt x="207" y="784"/>
                  </a:lnTo>
                  <a:lnTo>
                    <a:pt x="22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28" y="3736"/>
                  </a:lnTo>
                  <a:lnTo>
                    <a:pt x="207" y="4603"/>
                  </a:lnTo>
                  <a:lnTo>
                    <a:pt x="166" y="5181"/>
                  </a:lnTo>
                  <a:lnTo>
                    <a:pt x="145" y="5346"/>
                  </a:lnTo>
                  <a:lnTo>
                    <a:pt x="125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0" name="Google Shape;250;p27">
              <a:extLst>
                <a:ext uri="{FF2B5EF4-FFF2-40B4-BE49-F238E27FC236}">
                  <a16:creationId xmlns:a16="http://schemas.microsoft.com/office/drawing/2014/main" id="{EF9B6EC3-A059-D0D4-77B5-CAD6F9132F54}"/>
                </a:ext>
              </a:extLst>
            </p:cNvPr>
            <p:cNvSpPr/>
            <p:nvPr/>
          </p:nvSpPr>
          <p:spPr>
            <a:xfrm>
              <a:off x="1594650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extrusionOk="0">
                  <a:moveTo>
                    <a:pt x="125" y="0"/>
                  </a:moveTo>
                  <a:lnTo>
                    <a:pt x="104" y="41"/>
                  </a:lnTo>
                  <a:lnTo>
                    <a:pt x="63" y="207"/>
                  </a:lnTo>
                  <a:lnTo>
                    <a:pt x="42" y="784"/>
                  </a:lnTo>
                  <a:lnTo>
                    <a:pt x="1" y="1631"/>
                  </a:lnTo>
                  <a:lnTo>
                    <a:pt x="1" y="2683"/>
                  </a:lnTo>
                  <a:lnTo>
                    <a:pt x="1" y="3736"/>
                  </a:lnTo>
                  <a:lnTo>
                    <a:pt x="42" y="4603"/>
                  </a:lnTo>
                  <a:lnTo>
                    <a:pt x="63" y="5181"/>
                  </a:lnTo>
                  <a:lnTo>
                    <a:pt x="104" y="5346"/>
                  </a:lnTo>
                  <a:lnTo>
                    <a:pt x="125" y="5387"/>
                  </a:lnTo>
                  <a:lnTo>
                    <a:pt x="145" y="5346"/>
                  </a:lnTo>
                  <a:lnTo>
                    <a:pt x="166" y="5181"/>
                  </a:lnTo>
                  <a:lnTo>
                    <a:pt x="207" y="4603"/>
                  </a:lnTo>
                  <a:lnTo>
                    <a:pt x="228" y="3736"/>
                  </a:lnTo>
                  <a:lnTo>
                    <a:pt x="248" y="2683"/>
                  </a:lnTo>
                  <a:lnTo>
                    <a:pt x="228" y="1631"/>
                  </a:lnTo>
                  <a:lnTo>
                    <a:pt x="207" y="784"/>
                  </a:lnTo>
                  <a:lnTo>
                    <a:pt x="166" y="207"/>
                  </a:lnTo>
                  <a:lnTo>
                    <a:pt x="145" y="41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1" name="Google Shape;251;p27">
              <a:extLst>
                <a:ext uri="{FF2B5EF4-FFF2-40B4-BE49-F238E27FC236}">
                  <a16:creationId xmlns:a16="http://schemas.microsoft.com/office/drawing/2014/main" id="{F148F6B3-1FA7-E39C-4D9C-5FE8FE36CDBC}"/>
                </a:ext>
              </a:extLst>
            </p:cNvPr>
            <p:cNvSpPr/>
            <p:nvPr/>
          </p:nvSpPr>
          <p:spPr>
            <a:xfrm>
              <a:off x="1594650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fill="none" extrusionOk="0">
                  <a:moveTo>
                    <a:pt x="125" y="5387"/>
                  </a:moveTo>
                  <a:lnTo>
                    <a:pt x="125" y="5387"/>
                  </a:lnTo>
                  <a:lnTo>
                    <a:pt x="104" y="5346"/>
                  </a:lnTo>
                  <a:lnTo>
                    <a:pt x="63" y="5181"/>
                  </a:lnTo>
                  <a:lnTo>
                    <a:pt x="42" y="4603"/>
                  </a:lnTo>
                  <a:lnTo>
                    <a:pt x="1" y="3736"/>
                  </a:lnTo>
                  <a:lnTo>
                    <a:pt x="1" y="2683"/>
                  </a:lnTo>
                  <a:lnTo>
                    <a:pt x="1" y="2683"/>
                  </a:lnTo>
                  <a:lnTo>
                    <a:pt x="1" y="1631"/>
                  </a:lnTo>
                  <a:lnTo>
                    <a:pt x="42" y="784"/>
                  </a:lnTo>
                  <a:lnTo>
                    <a:pt x="63" y="207"/>
                  </a:lnTo>
                  <a:lnTo>
                    <a:pt x="104" y="41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41"/>
                  </a:lnTo>
                  <a:lnTo>
                    <a:pt x="166" y="207"/>
                  </a:lnTo>
                  <a:lnTo>
                    <a:pt x="207" y="784"/>
                  </a:lnTo>
                  <a:lnTo>
                    <a:pt x="22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28" y="3736"/>
                  </a:lnTo>
                  <a:lnTo>
                    <a:pt x="207" y="4603"/>
                  </a:lnTo>
                  <a:lnTo>
                    <a:pt x="166" y="5181"/>
                  </a:lnTo>
                  <a:lnTo>
                    <a:pt x="145" y="5346"/>
                  </a:lnTo>
                  <a:lnTo>
                    <a:pt x="125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2" name="Google Shape;252;p27">
              <a:extLst>
                <a:ext uri="{FF2B5EF4-FFF2-40B4-BE49-F238E27FC236}">
                  <a16:creationId xmlns:a16="http://schemas.microsoft.com/office/drawing/2014/main" id="{E9D9BCF3-A964-40BD-541A-69F6F7FCFBB7}"/>
                </a:ext>
              </a:extLst>
            </p:cNvPr>
            <p:cNvSpPr/>
            <p:nvPr/>
          </p:nvSpPr>
          <p:spPr>
            <a:xfrm>
              <a:off x="15533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21" y="1631"/>
                  </a:lnTo>
                  <a:lnTo>
                    <a:pt x="0" y="2683"/>
                  </a:lnTo>
                  <a:lnTo>
                    <a:pt x="21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4" y="5346"/>
                  </a:lnTo>
                  <a:lnTo>
                    <a:pt x="124" y="5387"/>
                  </a:lnTo>
                  <a:lnTo>
                    <a:pt x="165" y="5346"/>
                  </a:lnTo>
                  <a:lnTo>
                    <a:pt x="186" y="5181"/>
                  </a:lnTo>
                  <a:lnTo>
                    <a:pt x="227" y="4603"/>
                  </a:lnTo>
                  <a:lnTo>
                    <a:pt x="248" y="3736"/>
                  </a:lnTo>
                  <a:lnTo>
                    <a:pt x="248" y="2683"/>
                  </a:lnTo>
                  <a:lnTo>
                    <a:pt x="248" y="1631"/>
                  </a:lnTo>
                  <a:lnTo>
                    <a:pt x="227" y="784"/>
                  </a:lnTo>
                  <a:lnTo>
                    <a:pt x="186" y="207"/>
                  </a:lnTo>
                  <a:lnTo>
                    <a:pt x="16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3" name="Google Shape;253;p27">
              <a:extLst>
                <a:ext uri="{FF2B5EF4-FFF2-40B4-BE49-F238E27FC236}">
                  <a16:creationId xmlns:a16="http://schemas.microsoft.com/office/drawing/2014/main" id="{0EC9B9C0-8C5F-A42B-78A4-4F7B7492B49F}"/>
                </a:ext>
              </a:extLst>
            </p:cNvPr>
            <p:cNvSpPr/>
            <p:nvPr/>
          </p:nvSpPr>
          <p:spPr>
            <a:xfrm>
              <a:off x="15533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4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21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21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65" y="41"/>
                  </a:lnTo>
                  <a:lnTo>
                    <a:pt x="186" y="207"/>
                  </a:lnTo>
                  <a:lnTo>
                    <a:pt x="227" y="784"/>
                  </a:lnTo>
                  <a:lnTo>
                    <a:pt x="24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48" y="3736"/>
                  </a:lnTo>
                  <a:lnTo>
                    <a:pt x="227" y="4603"/>
                  </a:lnTo>
                  <a:lnTo>
                    <a:pt x="186" y="5181"/>
                  </a:lnTo>
                  <a:lnTo>
                    <a:pt x="16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4" name="Google Shape;254;p27">
              <a:extLst>
                <a:ext uri="{FF2B5EF4-FFF2-40B4-BE49-F238E27FC236}">
                  <a16:creationId xmlns:a16="http://schemas.microsoft.com/office/drawing/2014/main" id="{DA970349-C37B-9DD2-10A3-E8E28941D1D3}"/>
                </a:ext>
              </a:extLst>
            </p:cNvPr>
            <p:cNvSpPr/>
            <p:nvPr/>
          </p:nvSpPr>
          <p:spPr>
            <a:xfrm>
              <a:off x="1684450" y="5325675"/>
              <a:ext cx="6200" cy="134700"/>
            </a:xfrm>
            <a:custGeom>
              <a:avLst/>
              <a:gdLst/>
              <a:ahLst/>
              <a:cxnLst/>
              <a:rect l="l" t="t" r="r" b="b"/>
              <a:pathLst>
                <a:path w="248" h="5388" extrusionOk="0">
                  <a:moveTo>
                    <a:pt x="124" y="0"/>
                  </a:moveTo>
                  <a:lnTo>
                    <a:pt x="103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21" y="1631"/>
                  </a:lnTo>
                  <a:lnTo>
                    <a:pt x="0" y="2683"/>
                  </a:lnTo>
                  <a:lnTo>
                    <a:pt x="21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3" y="5346"/>
                  </a:lnTo>
                  <a:lnTo>
                    <a:pt x="124" y="5387"/>
                  </a:lnTo>
                  <a:lnTo>
                    <a:pt x="165" y="5346"/>
                  </a:lnTo>
                  <a:lnTo>
                    <a:pt x="186" y="5181"/>
                  </a:lnTo>
                  <a:lnTo>
                    <a:pt x="227" y="4603"/>
                  </a:lnTo>
                  <a:lnTo>
                    <a:pt x="248" y="3736"/>
                  </a:lnTo>
                  <a:lnTo>
                    <a:pt x="248" y="2683"/>
                  </a:lnTo>
                  <a:lnTo>
                    <a:pt x="248" y="1631"/>
                  </a:lnTo>
                  <a:lnTo>
                    <a:pt x="227" y="784"/>
                  </a:lnTo>
                  <a:lnTo>
                    <a:pt x="186" y="207"/>
                  </a:lnTo>
                  <a:lnTo>
                    <a:pt x="16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5" name="Google Shape;255;p27">
              <a:extLst>
                <a:ext uri="{FF2B5EF4-FFF2-40B4-BE49-F238E27FC236}">
                  <a16:creationId xmlns:a16="http://schemas.microsoft.com/office/drawing/2014/main" id="{56F5F8D3-46D6-E85C-102D-BA2C519DE4DC}"/>
                </a:ext>
              </a:extLst>
            </p:cNvPr>
            <p:cNvSpPr/>
            <p:nvPr/>
          </p:nvSpPr>
          <p:spPr>
            <a:xfrm>
              <a:off x="1684450" y="5325675"/>
              <a:ext cx="6200" cy="134700"/>
            </a:xfrm>
            <a:custGeom>
              <a:avLst/>
              <a:gdLst/>
              <a:ahLst/>
              <a:cxnLst/>
              <a:rect l="l" t="t" r="r" b="b"/>
              <a:pathLst>
                <a:path w="248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3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21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21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3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65" y="41"/>
                  </a:lnTo>
                  <a:lnTo>
                    <a:pt x="186" y="207"/>
                  </a:lnTo>
                  <a:lnTo>
                    <a:pt x="227" y="784"/>
                  </a:lnTo>
                  <a:lnTo>
                    <a:pt x="24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48" y="3736"/>
                  </a:lnTo>
                  <a:lnTo>
                    <a:pt x="227" y="4603"/>
                  </a:lnTo>
                  <a:lnTo>
                    <a:pt x="186" y="5181"/>
                  </a:lnTo>
                  <a:lnTo>
                    <a:pt x="16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" name="Google Shape;256;p27">
              <a:extLst>
                <a:ext uri="{FF2B5EF4-FFF2-40B4-BE49-F238E27FC236}">
                  <a16:creationId xmlns:a16="http://schemas.microsoft.com/office/drawing/2014/main" id="{11BC13F4-4849-CD60-E9D1-351C6106EE23}"/>
                </a:ext>
              </a:extLst>
            </p:cNvPr>
            <p:cNvSpPr/>
            <p:nvPr/>
          </p:nvSpPr>
          <p:spPr>
            <a:xfrm>
              <a:off x="16436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1" y="1631"/>
                  </a:lnTo>
                  <a:lnTo>
                    <a:pt x="1" y="2683"/>
                  </a:lnTo>
                  <a:lnTo>
                    <a:pt x="1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4" y="5346"/>
                  </a:lnTo>
                  <a:lnTo>
                    <a:pt x="124" y="5387"/>
                  </a:lnTo>
                  <a:lnTo>
                    <a:pt x="145" y="5346"/>
                  </a:lnTo>
                  <a:lnTo>
                    <a:pt x="166" y="5181"/>
                  </a:lnTo>
                  <a:lnTo>
                    <a:pt x="207" y="4603"/>
                  </a:lnTo>
                  <a:lnTo>
                    <a:pt x="248" y="3736"/>
                  </a:lnTo>
                  <a:lnTo>
                    <a:pt x="248" y="2683"/>
                  </a:lnTo>
                  <a:lnTo>
                    <a:pt x="248" y="1631"/>
                  </a:lnTo>
                  <a:lnTo>
                    <a:pt x="207" y="784"/>
                  </a:lnTo>
                  <a:lnTo>
                    <a:pt x="166" y="207"/>
                  </a:lnTo>
                  <a:lnTo>
                    <a:pt x="14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7" name="Google Shape;257;p27">
              <a:extLst>
                <a:ext uri="{FF2B5EF4-FFF2-40B4-BE49-F238E27FC236}">
                  <a16:creationId xmlns:a16="http://schemas.microsoft.com/office/drawing/2014/main" id="{0A873461-22CE-2429-1539-53D52608E5EF}"/>
                </a:ext>
              </a:extLst>
            </p:cNvPr>
            <p:cNvSpPr/>
            <p:nvPr/>
          </p:nvSpPr>
          <p:spPr>
            <a:xfrm>
              <a:off x="16436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4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1" y="3736"/>
                  </a:lnTo>
                  <a:lnTo>
                    <a:pt x="1" y="2683"/>
                  </a:lnTo>
                  <a:lnTo>
                    <a:pt x="1" y="2683"/>
                  </a:lnTo>
                  <a:lnTo>
                    <a:pt x="1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41"/>
                  </a:lnTo>
                  <a:lnTo>
                    <a:pt x="166" y="207"/>
                  </a:lnTo>
                  <a:lnTo>
                    <a:pt x="207" y="784"/>
                  </a:lnTo>
                  <a:lnTo>
                    <a:pt x="24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48" y="3736"/>
                  </a:lnTo>
                  <a:lnTo>
                    <a:pt x="207" y="4603"/>
                  </a:lnTo>
                  <a:lnTo>
                    <a:pt x="166" y="5181"/>
                  </a:lnTo>
                  <a:lnTo>
                    <a:pt x="14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8" name="Google Shape;258;p27">
              <a:extLst>
                <a:ext uri="{FF2B5EF4-FFF2-40B4-BE49-F238E27FC236}">
                  <a16:creationId xmlns:a16="http://schemas.microsoft.com/office/drawing/2014/main" id="{170C6679-3C21-3059-6BB5-0865B0A891E2}"/>
                </a:ext>
              </a:extLst>
            </p:cNvPr>
            <p:cNvSpPr/>
            <p:nvPr/>
          </p:nvSpPr>
          <p:spPr>
            <a:xfrm>
              <a:off x="1774750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0" y="1631"/>
                  </a:lnTo>
                  <a:lnTo>
                    <a:pt x="0" y="2683"/>
                  </a:lnTo>
                  <a:lnTo>
                    <a:pt x="0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4" y="5346"/>
                  </a:lnTo>
                  <a:lnTo>
                    <a:pt x="124" y="5387"/>
                  </a:lnTo>
                  <a:lnTo>
                    <a:pt x="145" y="5346"/>
                  </a:lnTo>
                  <a:lnTo>
                    <a:pt x="166" y="5181"/>
                  </a:lnTo>
                  <a:lnTo>
                    <a:pt x="207" y="4603"/>
                  </a:lnTo>
                  <a:lnTo>
                    <a:pt x="228" y="3736"/>
                  </a:lnTo>
                  <a:lnTo>
                    <a:pt x="248" y="2683"/>
                  </a:lnTo>
                  <a:lnTo>
                    <a:pt x="228" y="1631"/>
                  </a:lnTo>
                  <a:lnTo>
                    <a:pt x="207" y="784"/>
                  </a:lnTo>
                  <a:lnTo>
                    <a:pt x="166" y="207"/>
                  </a:lnTo>
                  <a:lnTo>
                    <a:pt x="14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9" name="Google Shape;259;p27">
              <a:extLst>
                <a:ext uri="{FF2B5EF4-FFF2-40B4-BE49-F238E27FC236}">
                  <a16:creationId xmlns:a16="http://schemas.microsoft.com/office/drawing/2014/main" id="{54FE162C-67F5-3B15-3C92-F61432959829}"/>
                </a:ext>
              </a:extLst>
            </p:cNvPr>
            <p:cNvSpPr/>
            <p:nvPr/>
          </p:nvSpPr>
          <p:spPr>
            <a:xfrm>
              <a:off x="1774750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4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0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0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41"/>
                  </a:lnTo>
                  <a:lnTo>
                    <a:pt x="166" y="207"/>
                  </a:lnTo>
                  <a:lnTo>
                    <a:pt x="207" y="784"/>
                  </a:lnTo>
                  <a:lnTo>
                    <a:pt x="22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28" y="3736"/>
                  </a:lnTo>
                  <a:lnTo>
                    <a:pt x="207" y="4603"/>
                  </a:lnTo>
                  <a:lnTo>
                    <a:pt x="166" y="5181"/>
                  </a:lnTo>
                  <a:lnTo>
                    <a:pt x="14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0" name="Google Shape;260;p27">
              <a:extLst>
                <a:ext uri="{FF2B5EF4-FFF2-40B4-BE49-F238E27FC236}">
                  <a16:creationId xmlns:a16="http://schemas.microsoft.com/office/drawing/2014/main" id="{AA1D5FAC-A468-0E9F-DFCA-330442280314}"/>
                </a:ext>
              </a:extLst>
            </p:cNvPr>
            <p:cNvSpPr/>
            <p:nvPr/>
          </p:nvSpPr>
          <p:spPr>
            <a:xfrm>
              <a:off x="1733475" y="5325675"/>
              <a:ext cx="6725" cy="134700"/>
            </a:xfrm>
            <a:custGeom>
              <a:avLst/>
              <a:gdLst/>
              <a:ahLst/>
              <a:cxnLst/>
              <a:rect l="l" t="t" r="r" b="b"/>
              <a:pathLst>
                <a:path w="269" h="5388" extrusionOk="0">
                  <a:moveTo>
                    <a:pt x="124" y="0"/>
                  </a:moveTo>
                  <a:lnTo>
                    <a:pt x="103" y="41"/>
                  </a:lnTo>
                  <a:lnTo>
                    <a:pt x="83" y="207"/>
                  </a:lnTo>
                  <a:lnTo>
                    <a:pt x="41" y="784"/>
                  </a:lnTo>
                  <a:lnTo>
                    <a:pt x="21" y="1631"/>
                  </a:lnTo>
                  <a:lnTo>
                    <a:pt x="0" y="2683"/>
                  </a:lnTo>
                  <a:lnTo>
                    <a:pt x="21" y="3736"/>
                  </a:lnTo>
                  <a:lnTo>
                    <a:pt x="41" y="4603"/>
                  </a:lnTo>
                  <a:lnTo>
                    <a:pt x="83" y="5181"/>
                  </a:lnTo>
                  <a:lnTo>
                    <a:pt x="103" y="5346"/>
                  </a:lnTo>
                  <a:lnTo>
                    <a:pt x="124" y="5387"/>
                  </a:lnTo>
                  <a:lnTo>
                    <a:pt x="165" y="5346"/>
                  </a:lnTo>
                  <a:lnTo>
                    <a:pt x="186" y="5181"/>
                  </a:lnTo>
                  <a:lnTo>
                    <a:pt x="227" y="4603"/>
                  </a:lnTo>
                  <a:lnTo>
                    <a:pt x="248" y="3736"/>
                  </a:lnTo>
                  <a:lnTo>
                    <a:pt x="268" y="2683"/>
                  </a:lnTo>
                  <a:lnTo>
                    <a:pt x="248" y="1631"/>
                  </a:lnTo>
                  <a:lnTo>
                    <a:pt x="227" y="784"/>
                  </a:lnTo>
                  <a:lnTo>
                    <a:pt x="186" y="207"/>
                  </a:lnTo>
                  <a:lnTo>
                    <a:pt x="16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1" name="Google Shape;261;p27">
              <a:extLst>
                <a:ext uri="{FF2B5EF4-FFF2-40B4-BE49-F238E27FC236}">
                  <a16:creationId xmlns:a16="http://schemas.microsoft.com/office/drawing/2014/main" id="{2E140B48-5AF7-A265-0560-F7B5FFF71608}"/>
                </a:ext>
              </a:extLst>
            </p:cNvPr>
            <p:cNvSpPr/>
            <p:nvPr/>
          </p:nvSpPr>
          <p:spPr>
            <a:xfrm>
              <a:off x="1733475" y="5325675"/>
              <a:ext cx="6725" cy="134700"/>
            </a:xfrm>
            <a:custGeom>
              <a:avLst/>
              <a:gdLst/>
              <a:ahLst/>
              <a:cxnLst/>
              <a:rect l="l" t="t" r="r" b="b"/>
              <a:pathLst>
                <a:path w="269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3" y="5346"/>
                  </a:lnTo>
                  <a:lnTo>
                    <a:pt x="83" y="5181"/>
                  </a:lnTo>
                  <a:lnTo>
                    <a:pt x="41" y="4603"/>
                  </a:lnTo>
                  <a:lnTo>
                    <a:pt x="21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21" y="1631"/>
                  </a:lnTo>
                  <a:lnTo>
                    <a:pt x="41" y="784"/>
                  </a:lnTo>
                  <a:lnTo>
                    <a:pt x="83" y="207"/>
                  </a:lnTo>
                  <a:lnTo>
                    <a:pt x="103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65" y="41"/>
                  </a:lnTo>
                  <a:lnTo>
                    <a:pt x="186" y="207"/>
                  </a:lnTo>
                  <a:lnTo>
                    <a:pt x="227" y="784"/>
                  </a:lnTo>
                  <a:lnTo>
                    <a:pt x="248" y="1631"/>
                  </a:lnTo>
                  <a:lnTo>
                    <a:pt x="268" y="2683"/>
                  </a:lnTo>
                  <a:lnTo>
                    <a:pt x="268" y="2683"/>
                  </a:lnTo>
                  <a:lnTo>
                    <a:pt x="248" y="3736"/>
                  </a:lnTo>
                  <a:lnTo>
                    <a:pt x="227" y="4603"/>
                  </a:lnTo>
                  <a:lnTo>
                    <a:pt x="186" y="5181"/>
                  </a:lnTo>
                  <a:lnTo>
                    <a:pt x="16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2" name="Google Shape;262;p27">
              <a:extLst>
                <a:ext uri="{FF2B5EF4-FFF2-40B4-BE49-F238E27FC236}">
                  <a16:creationId xmlns:a16="http://schemas.microsoft.com/office/drawing/2014/main" id="{3C9BCE53-3ED8-825F-EA9C-B619F6CA56B5}"/>
                </a:ext>
              </a:extLst>
            </p:cNvPr>
            <p:cNvSpPr/>
            <p:nvPr/>
          </p:nvSpPr>
          <p:spPr>
            <a:xfrm>
              <a:off x="1864550" y="5325675"/>
              <a:ext cx="6725" cy="134700"/>
            </a:xfrm>
            <a:custGeom>
              <a:avLst/>
              <a:gdLst/>
              <a:ahLst/>
              <a:cxnLst/>
              <a:rect l="l" t="t" r="r" b="b"/>
              <a:pathLst>
                <a:path w="269" h="5388" extrusionOk="0">
                  <a:moveTo>
                    <a:pt x="124" y="0"/>
                  </a:moveTo>
                  <a:lnTo>
                    <a:pt x="103" y="41"/>
                  </a:lnTo>
                  <a:lnTo>
                    <a:pt x="83" y="207"/>
                  </a:lnTo>
                  <a:lnTo>
                    <a:pt x="41" y="784"/>
                  </a:lnTo>
                  <a:lnTo>
                    <a:pt x="21" y="1631"/>
                  </a:lnTo>
                  <a:lnTo>
                    <a:pt x="0" y="2683"/>
                  </a:lnTo>
                  <a:lnTo>
                    <a:pt x="21" y="3736"/>
                  </a:lnTo>
                  <a:lnTo>
                    <a:pt x="41" y="4603"/>
                  </a:lnTo>
                  <a:lnTo>
                    <a:pt x="83" y="5181"/>
                  </a:lnTo>
                  <a:lnTo>
                    <a:pt x="103" y="5346"/>
                  </a:lnTo>
                  <a:lnTo>
                    <a:pt x="124" y="5387"/>
                  </a:lnTo>
                  <a:lnTo>
                    <a:pt x="165" y="5346"/>
                  </a:lnTo>
                  <a:lnTo>
                    <a:pt x="186" y="5181"/>
                  </a:lnTo>
                  <a:lnTo>
                    <a:pt x="227" y="4603"/>
                  </a:lnTo>
                  <a:lnTo>
                    <a:pt x="248" y="3736"/>
                  </a:lnTo>
                  <a:lnTo>
                    <a:pt x="268" y="2683"/>
                  </a:lnTo>
                  <a:lnTo>
                    <a:pt x="248" y="1631"/>
                  </a:lnTo>
                  <a:lnTo>
                    <a:pt x="227" y="784"/>
                  </a:lnTo>
                  <a:lnTo>
                    <a:pt x="186" y="207"/>
                  </a:lnTo>
                  <a:lnTo>
                    <a:pt x="16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3" name="Google Shape;263;p27">
              <a:extLst>
                <a:ext uri="{FF2B5EF4-FFF2-40B4-BE49-F238E27FC236}">
                  <a16:creationId xmlns:a16="http://schemas.microsoft.com/office/drawing/2014/main" id="{D480C1BE-6B58-F344-77FE-3B46073A613E}"/>
                </a:ext>
              </a:extLst>
            </p:cNvPr>
            <p:cNvSpPr/>
            <p:nvPr/>
          </p:nvSpPr>
          <p:spPr>
            <a:xfrm>
              <a:off x="1864550" y="5325675"/>
              <a:ext cx="6725" cy="134700"/>
            </a:xfrm>
            <a:custGeom>
              <a:avLst/>
              <a:gdLst/>
              <a:ahLst/>
              <a:cxnLst/>
              <a:rect l="l" t="t" r="r" b="b"/>
              <a:pathLst>
                <a:path w="269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3" y="5346"/>
                  </a:lnTo>
                  <a:lnTo>
                    <a:pt x="83" y="5181"/>
                  </a:lnTo>
                  <a:lnTo>
                    <a:pt x="41" y="4603"/>
                  </a:lnTo>
                  <a:lnTo>
                    <a:pt x="21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21" y="1631"/>
                  </a:lnTo>
                  <a:lnTo>
                    <a:pt x="41" y="784"/>
                  </a:lnTo>
                  <a:lnTo>
                    <a:pt x="83" y="207"/>
                  </a:lnTo>
                  <a:lnTo>
                    <a:pt x="103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65" y="41"/>
                  </a:lnTo>
                  <a:lnTo>
                    <a:pt x="186" y="207"/>
                  </a:lnTo>
                  <a:lnTo>
                    <a:pt x="227" y="784"/>
                  </a:lnTo>
                  <a:lnTo>
                    <a:pt x="248" y="1631"/>
                  </a:lnTo>
                  <a:lnTo>
                    <a:pt x="268" y="2683"/>
                  </a:lnTo>
                  <a:lnTo>
                    <a:pt x="268" y="2683"/>
                  </a:lnTo>
                  <a:lnTo>
                    <a:pt x="248" y="3736"/>
                  </a:lnTo>
                  <a:lnTo>
                    <a:pt x="227" y="4603"/>
                  </a:lnTo>
                  <a:lnTo>
                    <a:pt x="186" y="5181"/>
                  </a:lnTo>
                  <a:lnTo>
                    <a:pt x="16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4" name="Google Shape;264;p27">
              <a:extLst>
                <a:ext uri="{FF2B5EF4-FFF2-40B4-BE49-F238E27FC236}">
                  <a16:creationId xmlns:a16="http://schemas.microsoft.com/office/drawing/2014/main" id="{84E6709C-2547-D396-4861-2290C5D9133B}"/>
                </a:ext>
              </a:extLst>
            </p:cNvPr>
            <p:cNvSpPr/>
            <p:nvPr/>
          </p:nvSpPr>
          <p:spPr>
            <a:xfrm>
              <a:off x="18237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0" y="1631"/>
                  </a:lnTo>
                  <a:lnTo>
                    <a:pt x="0" y="2683"/>
                  </a:lnTo>
                  <a:lnTo>
                    <a:pt x="0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4" y="5346"/>
                  </a:lnTo>
                  <a:lnTo>
                    <a:pt x="124" y="5387"/>
                  </a:lnTo>
                  <a:lnTo>
                    <a:pt x="145" y="5346"/>
                  </a:lnTo>
                  <a:lnTo>
                    <a:pt x="166" y="5181"/>
                  </a:lnTo>
                  <a:lnTo>
                    <a:pt x="207" y="4603"/>
                  </a:lnTo>
                  <a:lnTo>
                    <a:pt x="248" y="3736"/>
                  </a:lnTo>
                  <a:lnTo>
                    <a:pt x="248" y="2683"/>
                  </a:lnTo>
                  <a:lnTo>
                    <a:pt x="248" y="1631"/>
                  </a:lnTo>
                  <a:lnTo>
                    <a:pt x="207" y="784"/>
                  </a:lnTo>
                  <a:lnTo>
                    <a:pt x="166" y="207"/>
                  </a:lnTo>
                  <a:lnTo>
                    <a:pt x="14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5" name="Google Shape;265;p27">
              <a:extLst>
                <a:ext uri="{FF2B5EF4-FFF2-40B4-BE49-F238E27FC236}">
                  <a16:creationId xmlns:a16="http://schemas.microsoft.com/office/drawing/2014/main" id="{323666F2-48E2-A6B4-0EE9-C20FF15162DD}"/>
                </a:ext>
              </a:extLst>
            </p:cNvPr>
            <p:cNvSpPr/>
            <p:nvPr/>
          </p:nvSpPr>
          <p:spPr>
            <a:xfrm>
              <a:off x="18237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4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0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0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41"/>
                  </a:lnTo>
                  <a:lnTo>
                    <a:pt x="166" y="207"/>
                  </a:lnTo>
                  <a:lnTo>
                    <a:pt x="207" y="784"/>
                  </a:lnTo>
                  <a:lnTo>
                    <a:pt x="24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48" y="3736"/>
                  </a:lnTo>
                  <a:lnTo>
                    <a:pt x="207" y="4603"/>
                  </a:lnTo>
                  <a:lnTo>
                    <a:pt x="166" y="5181"/>
                  </a:lnTo>
                  <a:lnTo>
                    <a:pt x="14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6" name="Google Shape;266;p27">
              <a:extLst>
                <a:ext uri="{FF2B5EF4-FFF2-40B4-BE49-F238E27FC236}">
                  <a16:creationId xmlns:a16="http://schemas.microsoft.com/office/drawing/2014/main" id="{D5C502AB-7477-AF22-B8D3-200DD241C381}"/>
                </a:ext>
              </a:extLst>
            </p:cNvPr>
            <p:cNvSpPr/>
            <p:nvPr/>
          </p:nvSpPr>
          <p:spPr>
            <a:xfrm>
              <a:off x="1954850" y="5325675"/>
              <a:ext cx="6200" cy="134700"/>
            </a:xfrm>
            <a:custGeom>
              <a:avLst/>
              <a:gdLst/>
              <a:ahLst/>
              <a:cxnLst/>
              <a:rect l="l" t="t" r="r" b="b"/>
              <a:pathLst>
                <a:path w="248" h="5388" extrusionOk="0">
                  <a:moveTo>
                    <a:pt x="124" y="0"/>
                  </a:moveTo>
                  <a:lnTo>
                    <a:pt x="103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0" y="1631"/>
                  </a:lnTo>
                  <a:lnTo>
                    <a:pt x="0" y="2683"/>
                  </a:lnTo>
                  <a:lnTo>
                    <a:pt x="0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3" y="5346"/>
                  </a:lnTo>
                  <a:lnTo>
                    <a:pt x="124" y="5387"/>
                  </a:lnTo>
                  <a:lnTo>
                    <a:pt x="145" y="5346"/>
                  </a:lnTo>
                  <a:lnTo>
                    <a:pt x="165" y="5181"/>
                  </a:lnTo>
                  <a:lnTo>
                    <a:pt x="207" y="4603"/>
                  </a:lnTo>
                  <a:lnTo>
                    <a:pt x="248" y="3736"/>
                  </a:lnTo>
                  <a:lnTo>
                    <a:pt x="248" y="2683"/>
                  </a:lnTo>
                  <a:lnTo>
                    <a:pt x="248" y="1631"/>
                  </a:lnTo>
                  <a:lnTo>
                    <a:pt x="207" y="784"/>
                  </a:lnTo>
                  <a:lnTo>
                    <a:pt x="165" y="207"/>
                  </a:lnTo>
                  <a:lnTo>
                    <a:pt x="14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7" name="Google Shape;267;p27">
              <a:extLst>
                <a:ext uri="{FF2B5EF4-FFF2-40B4-BE49-F238E27FC236}">
                  <a16:creationId xmlns:a16="http://schemas.microsoft.com/office/drawing/2014/main" id="{AD4DF97C-46DA-0C3D-372A-164CE88570A8}"/>
                </a:ext>
              </a:extLst>
            </p:cNvPr>
            <p:cNvSpPr/>
            <p:nvPr/>
          </p:nvSpPr>
          <p:spPr>
            <a:xfrm>
              <a:off x="1954850" y="5325675"/>
              <a:ext cx="6200" cy="134700"/>
            </a:xfrm>
            <a:custGeom>
              <a:avLst/>
              <a:gdLst/>
              <a:ahLst/>
              <a:cxnLst/>
              <a:rect l="l" t="t" r="r" b="b"/>
              <a:pathLst>
                <a:path w="248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3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0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0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3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41"/>
                  </a:lnTo>
                  <a:lnTo>
                    <a:pt x="165" y="207"/>
                  </a:lnTo>
                  <a:lnTo>
                    <a:pt x="207" y="784"/>
                  </a:lnTo>
                  <a:lnTo>
                    <a:pt x="24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48" y="3736"/>
                  </a:lnTo>
                  <a:lnTo>
                    <a:pt x="207" y="4603"/>
                  </a:lnTo>
                  <a:lnTo>
                    <a:pt x="165" y="5181"/>
                  </a:lnTo>
                  <a:lnTo>
                    <a:pt x="14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8" name="Google Shape;268;p27">
              <a:extLst>
                <a:ext uri="{FF2B5EF4-FFF2-40B4-BE49-F238E27FC236}">
                  <a16:creationId xmlns:a16="http://schemas.microsoft.com/office/drawing/2014/main" id="{FB383FA3-AA2E-7175-B093-7DE41F5E48F8}"/>
                </a:ext>
              </a:extLst>
            </p:cNvPr>
            <p:cNvSpPr/>
            <p:nvPr/>
          </p:nvSpPr>
          <p:spPr>
            <a:xfrm>
              <a:off x="1913550" y="5325675"/>
              <a:ext cx="6750" cy="134700"/>
            </a:xfrm>
            <a:custGeom>
              <a:avLst/>
              <a:gdLst/>
              <a:ahLst/>
              <a:cxnLst/>
              <a:rect l="l" t="t" r="r" b="b"/>
              <a:pathLst>
                <a:path w="270" h="5388" extrusionOk="0">
                  <a:moveTo>
                    <a:pt x="145" y="0"/>
                  </a:moveTo>
                  <a:lnTo>
                    <a:pt x="104" y="41"/>
                  </a:lnTo>
                  <a:lnTo>
                    <a:pt x="84" y="207"/>
                  </a:lnTo>
                  <a:lnTo>
                    <a:pt x="42" y="784"/>
                  </a:lnTo>
                  <a:lnTo>
                    <a:pt x="22" y="1631"/>
                  </a:lnTo>
                  <a:lnTo>
                    <a:pt x="1" y="2683"/>
                  </a:lnTo>
                  <a:lnTo>
                    <a:pt x="22" y="3736"/>
                  </a:lnTo>
                  <a:lnTo>
                    <a:pt x="42" y="4603"/>
                  </a:lnTo>
                  <a:lnTo>
                    <a:pt x="84" y="5181"/>
                  </a:lnTo>
                  <a:lnTo>
                    <a:pt x="104" y="5346"/>
                  </a:lnTo>
                  <a:lnTo>
                    <a:pt x="145" y="5387"/>
                  </a:lnTo>
                  <a:lnTo>
                    <a:pt x="166" y="5346"/>
                  </a:lnTo>
                  <a:lnTo>
                    <a:pt x="187" y="5181"/>
                  </a:lnTo>
                  <a:lnTo>
                    <a:pt x="228" y="4603"/>
                  </a:lnTo>
                  <a:lnTo>
                    <a:pt x="249" y="3736"/>
                  </a:lnTo>
                  <a:lnTo>
                    <a:pt x="269" y="2683"/>
                  </a:lnTo>
                  <a:lnTo>
                    <a:pt x="249" y="1631"/>
                  </a:lnTo>
                  <a:lnTo>
                    <a:pt x="228" y="784"/>
                  </a:lnTo>
                  <a:lnTo>
                    <a:pt x="187" y="20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9" name="Google Shape;269;p27">
              <a:extLst>
                <a:ext uri="{FF2B5EF4-FFF2-40B4-BE49-F238E27FC236}">
                  <a16:creationId xmlns:a16="http://schemas.microsoft.com/office/drawing/2014/main" id="{236B526F-3234-8CD2-D08E-1A1B1E9ABECE}"/>
                </a:ext>
              </a:extLst>
            </p:cNvPr>
            <p:cNvSpPr/>
            <p:nvPr/>
          </p:nvSpPr>
          <p:spPr>
            <a:xfrm>
              <a:off x="1913550" y="5325675"/>
              <a:ext cx="6750" cy="134700"/>
            </a:xfrm>
            <a:custGeom>
              <a:avLst/>
              <a:gdLst/>
              <a:ahLst/>
              <a:cxnLst/>
              <a:rect l="l" t="t" r="r" b="b"/>
              <a:pathLst>
                <a:path w="270" h="5388" fill="none" extrusionOk="0">
                  <a:moveTo>
                    <a:pt x="145" y="5387"/>
                  </a:moveTo>
                  <a:lnTo>
                    <a:pt x="145" y="5387"/>
                  </a:lnTo>
                  <a:lnTo>
                    <a:pt x="104" y="5346"/>
                  </a:lnTo>
                  <a:lnTo>
                    <a:pt x="84" y="5181"/>
                  </a:lnTo>
                  <a:lnTo>
                    <a:pt x="42" y="4603"/>
                  </a:lnTo>
                  <a:lnTo>
                    <a:pt x="22" y="3736"/>
                  </a:lnTo>
                  <a:lnTo>
                    <a:pt x="1" y="2683"/>
                  </a:lnTo>
                  <a:lnTo>
                    <a:pt x="1" y="2683"/>
                  </a:lnTo>
                  <a:lnTo>
                    <a:pt x="22" y="1631"/>
                  </a:lnTo>
                  <a:lnTo>
                    <a:pt x="42" y="784"/>
                  </a:lnTo>
                  <a:lnTo>
                    <a:pt x="84" y="207"/>
                  </a:lnTo>
                  <a:lnTo>
                    <a:pt x="104" y="41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7" y="207"/>
                  </a:lnTo>
                  <a:lnTo>
                    <a:pt x="228" y="784"/>
                  </a:lnTo>
                  <a:lnTo>
                    <a:pt x="249" y="1631"/>
                  </a:lnTo>
                  <a:lnTo>
                    <a:pt x="269" y="2683"/>
                  </a:lnTo>
                  <a:lnTo>
                    <a:pt x="269" y="2683"/>
                  </a:lnTo>
                  <a:lnTo>
                    <a:pt x="249" y="3736"/>
                  </a:lnTo>
                  <a:lnTo>
                    <a:pt x="228" y="4603"/>
                  </a:lnTo>
                  <a:lnTo>
                    <a:pt x="187" y="5181"/>
                  </a:lnTo>
                  <a:lnTo>
                    <a:pt x="166" y="5346"/>
                  </a:lnTo>
                  <a:lnTo>
                    <a:pt x="145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0" name="Google Shape;270;p27">
              <a:extLst>
                <a:ext uri="{FF2B5EF4-FFF2-40B4-BE49-F238E27FC236}">
                  <a16:creationId xmlns:a16="http://schemas.microsoft.com/office/drawing/2014/main" id="{03A4564A-2034-4C31-61B8-D50DE9F95269}"/>
                </a:ext>
              </a:extLst>
            </p:cNvPr>
            <p:cNvSpPr/>
            <p:nvPr/>
          </p:nvSpPr>
          <p:spPr>
            <a:xfrm>
              <a:off x="2044625" y="5325675"/>
              <a:ext cx="6750" cy="134700"/>
            </a:xfrm>
            <a:custGeom>
              <a:avLst/>
              <a:gdLst/>
              <a:ahLst/>
              <a:cxnLst/>
              <a:rect l="l" t="t" r="r" b="b"/>
              <a:pathLst>
                <a:path w="270" h="5388" extrusionOk="0">
                  <a:moveTo>
                    <a:pt x="145" y="0"/>
                  </a:moveTo>
                  <a:lnTo>
                    <a:pt x="104" y="41"/>
                  </a:lnTo>
                  <a:lnTo>
                    <a:pt x="83" y="207"/>
                  </a:lnTo>
                  <a:lnTo>
                    <a:pt x="42" y="784"/>
                  </a:lnTo>
                  <a:lnTo>
                    <a:pt x="21" y="1631"/>
                  </a:lnTo>
                  <a:lnTo>
                    <a:pt x="1" y="2683"/>
                  </a:lnTo>
                  <a:lnTo>
                    <a:pt x="21" y="3736"/>
                  </a:lnTo>
                  <a:lnTo>
                    <a:pt x="42" y="4603"/>
                  </a:lnTo>
                  <a:lnTo>
                    <a:pt x="83" y="5181"/>
                  </a:lnTo>
                  <a:lnTo>
                    <a:pt x="104" y="5346"/>
                  </a:lnTo>
                  <a:lnTo>
                    <a:pt x="145" y="5387"/>
                  </a:lnTo>
                  <a:lnTo>
                    <a:pt x="166" y="5346"/>
                  </a:lnTo>
                  <a:lnTo>
                    <a:pt x="187" y="5181"/>
                  </a:lnTo>
                  <a:lnTo>
                    <a:pt x="228" y="4603"/>
                  </a:lnTo>
                  <a:lnTo>
                    <a:pt x="249" y="3736"/>
                  </a:lnTo>
                  <a:lnTo>
                    <a:pt x="269" y="2683"/>
                  </a:lnTo>
                  <a:lnTo>
                    <a:pt x="249" y="1631"/>
                  </a:lnTo>
                  <a:lnTo>
                    <a:pt x="228" y="784"/>
                  </a:lnTo>
                  <a:lnTo>
                    <a:pt x="187" y="20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1" name="Google Shape;271;p27">
              <a:extLst>
                <a:ext uri="{FF2B5EF4-FFF2-40B4-BE49-F238E27FC236}">
                  <a16:creationId xmlns:a16="http://schemas.microsoft.com/office/drawing/2014/main" id="{3451B25B-6823-27FF-2E9B-50675B2CAA5C}"/>
                </a:ext>
              </a:extLst>
            </p:cNvPr>
            <p:cNvSpPr/>
            <p:nvPr/>
          </p:nvSpPr>
          <p:spPr>
            <a:xfrm>
              <a:off x="2044625" y="5325675"/>
              <a:ext cx="6750" cy="134700"/>
            </a:xfrm>
            <a:custGeom>
              <a:avLst/>
              <a:gdLst/>
              <a:ahLst/>
              <a:cxnLst/>
              <a:rect l="l" t="t" r="r" b="b"/>
              <a:pathLst>
                <a:path w="270" h="5388" fill="none" extrusionOk="0">
                  <a:moveTo>
                    <a:pt x="145" y="5387"/>
                  </a:moveTo>
                  <a:lnTo>
                    <a:pt x="145" y="5387"/>
                  </a:lnTo>
                  <a:lnTo>
                    <a:pt x="104" y="5346"/>
                  </a:lnTo>
                  <a:lnTo>
                    <a:pt x="83" y="5181"/>
                  </a:lnTo>
                  <a:lnTo>
                    <a:pt x="42" y="4603"/>
                  </a:lnTo>
                  <a:lnTo>
                    <a:pt x="21" y="3736"/>
                  </a:lnTo>
                  <a:lnTo>
                    <a:pt x="1" y="2683"/>
                  </a:lnTo>
                  <a:lnTo>
                    <a:pt x="1" y="2683"/>
                  </a:lnTo>
                  <a:lnTo>
                    <a:pt x="21" y="1631"/>
                  </a:lnTo>
                  <a:lnTo>
                    <a:pt x="42" y="784"/>
                  </a:lnTo>
                  <a:lnTo>
                    <a:pt x="83" y="207"/>
                  </a:lnTo>
                  <a:lnTo>
                    <a:pt x="104" y="41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7" y="207"/>
                  </a:lnTo>
                  <a:lnTo>
                    <a:pt x="228" y="784"/>
                  </a:lnTo>
                  <a:lnTo>
                    <a:pt x="249" y="1631"/>
                  </a:lnTo>
                  <a:lnTo>
                    <a:pt x="269" y="2683"/>
                  </a:lnTo>
                  <a:lnTo>
                    <a:pt x="269" y="2683"/>
                  </a:lnTo>
                  <a:lnTo>
                    <a:pt x="249" y="3736"/>
                  </a:lnTo>
                  <a:lnTo>
                    <a:pt x="228" y="4603"/>
                  </a:lnTo>
                  <a:lnTo>
                    <a:pt x="187" y="5181"/>
                  </a:lnTo>
                  <a:lnTo>
                    <a:pt x="166" y="5346"/>
                  </a:lnTo>
                  <a:lnTo>
                    <a:pt x="145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2" name="Google Shape;272;p27">
              <a:extLst>
                <a:ext uri="{FF2B5EF4-FFF2-40B4-BE49-F238E27FC236}">
                  <a16:creationId xmlns:a16="http://schemas.microsoft.com/office/drawing/2014/main" id="{C600BA91-271E-81A8-8B2E-94E5880E9C6A}"/>
                </a:ext>
              </a:extLst>
            </p:cNvPr>
            <p:cNvSpPr/>
            <p:nvPr/>
          </p:nvSpPr>
          <p:spPr>
            <a:xfrm>
              <a:off x="2003875" y="5325675"/>
              <a:ext cx="6200" cy="134700"/>
            </a:xfrm>
            <a:custGeom>
              <a:avLst/>
              <a:gdLst/>
              <a:ahLst/>
              <a:cxnLst/>
              <a:rect l="l" t="t" r="r" b="b"/>
              <a:pathLst>
                <a:path w="248" h="5388" extrusionOk="0">
                  <a:moveTo>
                    <a:pt x="124" y="0"/>
                  </a:moveTo>
                  <a:lnTo>
                    <a:pt x="103" y="41"/>
                  </a:lnTo>
                  <a:lnTo>
                    <a:pt x="83" y="207"/>
                  </a:lnTo>
                  <a:lnTo>
                    <a:pt x="41" y="784"/>
                  </a:lnTo>
                  <a:lnTo>
                    <a:pt x="21" y="1631"/>
                  </a:lnTo>
                  <a:lnTo>
                    <a:pt x="0" y="2683"/>
                  </a:lnTo>
                  <a:lnTo>
                    <a:pt x="21" y="3736"/>
                  </a:lnTo>
                  <a:lnTo>
                    <a:pt x="41" y="4603"/>
                  </a:lnTo>
                  <a:lnTo>
                    <a:pt x="83" y="5181"/>
                  </a:lnTo>
                  <a:lnTo>
                    <a:pt x="103" y="5346"/>
                  </a:lnTo>
                  <a:lnTo>
                    <a:pt x="124" y="5387"/>
                  </a:lnTo>
                  <a:lnTo>
                    <a:pt x="145" y="5346"/>
                  </a:lnTo>
                  <a:lnTo>
                    <a:pt x="165" y="5181"/>
                  </a:lnTo>
                  <a:lnTo>
                    <a:pt x="207" y="4603"/>
                  </a:lnTo>
                  <a:lnTo>
                    <a:pt x="248" y="3736"/>
                  </a:lnTo>
                  <a:lnTo>
                    <a:pt x="248" y="2683"/>
                  </a:lnTo>
                  <a:lnTo>
                    <a:pt x="248" y="1631"/>
                  </a:lnTo>
                  <a:lnTo>
                    <a:pt x="207" y="784"/>
                  </a:lnTo>
                  <a:lnTo>
                    <a:pt x="165" y="207"/>
                  </a:lnTo>
                  <a:lnTo>
                    <a:pt x="14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3" name="Google Shape;273;p27">
              <a:extLst>
                <a:ext uri="{FF2B5EF4-FFF2-40B4-BE49-F238E27FC236}">
                  <a16:creationId xmlns:a16="http://schemas.microsoft.com/office/drawing/2014/main" id="{C99FFD89-48CD-E8E8-DE06-60901772232D}"/>
                </a:ext>
              </a:extLst>
            </p:cNvPr>
            <p:cNvSpPr/>
            <p:nvPr/>
          </p:nvSpPr>
          <p:spPr>
            <a:xfrm>
              <a:off x="2003875" y="5325675"/>
              <a:ext cx="6200" cy="134700"/>
            </a:xfrm>
            <a:custGeom>
              <a:avLst/>
              <a:gdLst/>
              <a:ahLst/>
              <a:cxnLst/>
              <a:rect l="l" t="t" r="r" b="b"/>
              <a:pathLst>
                <a:path w="248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3" y="5346"/>
                  </a:lnTo>
                  <a:lnTo>
                    <a:pt x="83" y="5181"/>
                  </a:lnTo>
                  <a:lnTo>
                    <a:pt x="41" y="4603"/>
                  </a:lnTo>
                  <a:lnTo>
                    <a:pt x="21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21" y="1631"/>
                  </a:lnTo>
                  <a:lnTo>
                    <a:pt x="41" y="784"/>
                  </a:lnTo>
                  <a:lnTo>
                    <a:pt x="83" y="207"/>
                  </a:lnTo>
                  <a:lnTo>
                    <a:pt x="103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41"/>
                  </a:lnTo>
                  <a:lnTo>
                    <a:pt x="165" y="207"/>
                  </a:lnTo>
                  <a:lnTo>
                    <a:pt x="207" y="784"/>
                  </a:lnTo>
                  <a:lnTo>
                    <a:pt x="24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48" y="3736"/>
                  </a:lnTo>
                  <a:lnTo>
                    <a:pt x="207" y="4603"/>
                  </a:lnTo>
                  <a:lnTo>
                    <a:pt x="165" y="5181"/>
                  </a:lnTo>
                  <a:lnTo>
                    <a:pt x="14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4" name="Google Shape;274;p27">
              <a:extLst>
                <a:ext uri="{FF2B5EF4-FFF2-40B4-BE49-F238E27FC236}">
                  <a16:creationId xmlns:a16="http://schemas.microsoft.com/office/drawing/2014/main" id="{72FF88EB-D299-B771-3673-A3CAEE3BFBD6}"/>
                </a:ext>
              </a:extLst>
            </p:cNvPr>
            <p:cNvSpPr/>
            <p:nvPr/>
          </p:nvSpPr>
          <p:spPr>
            <a:xfrm>
              <a:off x="2134950" y="5325675"/>
              <a:ext cx="6200" cy="134700"/>
            </a:xfrm>
            <a:custGeom>
              <a:avLst/>
              <a:gdLst/>
              <a:ahLst/>
              <a:cxnLst/>
              <a:rect l="l" t="t" r="r" b="b"/>
              <a:pathLst>
                <a:path w="248" h="5388" extrusionOk="0">
                  <a:moveTo>
                    <a:pt x="124" y="0"/>
                  </a:moveTo>
                  <a:lnTo>
                    <a:pt x="103" y="41"/>
                  </a:lnTo>
                  <a:lnTo>
                    <a:pt x="83" y="207"/>
                  </a:lnTo>
                  <a:lnTo>
                    <a:pt x="41" y="784"/>
                  </a:lnTo>
                  <a:lnTo>
                    <a:pt x="21" y="1631"/>
                  </a:lnTo>
                  <a:lnTo>
                    <a:pt x="0" y="2683"/>
                  </a:lnTo>
                  <a:lnTo>
                    <a:pt x="21" y="3736"/>
                  </a:lnTo>
                  <a:lnTo>
                    <a:pt x="41" y="4603"/>
                  </a:lnTo>
                  <a:lnTo>
                    <a:pt x="83" y="5181"/>
                  </a:lnTo>
                  <a:lnTo>
                    <a:pt x="103" y="5346"/>
                  </a:lnTo>
                  <a:lnTo>
                    <a:pt x="124" y="5387"/>
                  </a:lnTo>
                  <a:lnTo>
                    <a:pt x="145" y="5346"/>
                  </a:lnTo>
                  <a:lnTo>
                    <a:pt x="165" y="5181"/>
                  </a:lnTo>
                  <a:lnTo>
                    <a:pt x="206" y="4603"/>
                  </a:lnTo>
                  <a:lnTo>
                    <a:pt x="248" y="3736"/>
                  </a:lnTo>
                  <a:lnTo>
                    <a:pt x="248" y="2683"/>
                  </a:lnTo>
                  <a:lnTo>
                    <a:pt x="248" y="1631"/>
                  </a:lnTo>
                  <a:lnTo>
                    <a:pt x="206" y="784"/>
                  </a:lnTo>
                  <a:lnTo>
                    <a:pt x="165" y="207"/>
                  </a:lnTo>
                  <a:lnTo>
                    <a:pt x="14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5" name="Google Shape;275;p27">
              <a:extLst>
                <a:ext uri="{FF2B5EF4-FFF2-40B4-BE49-F238E27FC236}">
                  <a16:creationId xmlns:a16="http://schemas.microsoft.com/office/drawing/2014/main" id="{F356BC29-7A7B-DEEF-47C3-384C48DE12A4}"/>
                </a:ext>
              </a:extLst>
            </p:cNvPr>
            <p:cNvSpPr/>
            <p:nvPr/>
          </p:nvSpPr>
          <p:spPr>
            <a:xfrm>
              <a:off x="2134950" y="5325675"/>
              <a:ext cx="6200" cy="134700"/>
            </a:xfrm>
            <a:custGeom>
              <a:avLst/>
              <a:gdLst/>
              <a:ahLst/>
              <a:cxnLst/>
              <a:rect l="l" t="t" r="r" b="b"/>
              <a:pathLst>
                <a:path w="248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103" y="5346"/>
                  </a:lnTo>
                  <a:lnTo>
                    <a:pt x="83" y="5181"/>
                  </a:lnTo>
                  <a:lnTo>
                    <a:pt x="41" y="4603"/>
                  </a:lnTo>
                  <a:lnTo>
                    <a:pt x="21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21" y="1631"/>
                  </a:lnTo>
                  <a:lnTo>
                    <a:pt x="41" y="784"/>
                  </a:lnTo>
                  <a:lnTo>
                    <a:pt x="83" y="207"/>
                  </a:lnTo>
                  <a:lnTo>
                    <a:pt x="103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41"/>
                  </a:lnTo>
                  <a:lnTo>
                    <a:pt x="165" y="207"/>
                  </a:lnTo>
                  <a:lnTo>
                    <a:pt x="206" y="784"/>
                  </a:lnTo>
                  <a:lnTo>
                    <a:pt x="248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48" y="3736"/>
                  </a:lnTo>
                  <a:lnTo>
                    <a:pt x="206" y="4603"/>
                  </a:lnTo>
                  <a:lnTo>
                    <a:pt x="165" y="5181"/>
                  </a:lnTo>
                  <a:lnTo>
                    <a:pt x="14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6" name="Google Shape;276;p27">
              <a:extLst>
                <a:ext uri="{FF2B5EF4-FFF2-40B4-BE49-F238E27FC236}">
                  <a16:creationId xmlns:a16="http://schemas.microsoft.com/office/drawing/2014/main" id="{151FA695-90E2-EC2A-30D4-8FCB2D115ACF}"/>
                </a:ext>
              </a:extLst>
            </p:cNvPr>
            <p:cNvSpPr/>
            <p:nvPr/>
          </p:nvSpPr>
          <p:spPr>
            <a:xfrm>
              <a:off x="20941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extrusionOk="0">
                  <a:moveTo>
                    <a:pt x="124" y="0"/>
                  </a:moveTo>
                  <a:lnTo>
                    <a:pt x="83" y="41"/>
                  </a:lnTo>
                  <a:lnTo>
                    <a:pt x="62" y="207"/>
                  </a:lnTo>
                  <a:lnTo>
                    <a:pt x="21" y="784"/>
                  </a:lnTo>
                  <a:lnTo>
                    <a:pt x="0" y="1631"/>
                  </a:lnTo>
                  <a:lnTo>
                    <a:pt x="0" y="2683"/>
                  </a:lnTo>
                  <a:lnTo>
                    <a:pt x="0" y="3736"/>
                  </a:lnTo>
                  <a:lnTo>
                    <a:pt x="21" y="4603"/>
                  </a:lnTo>
                  <a:lnTo>
                    <a:pt x="62" y="5181"/>
                  </a:lnTo>
                  <a:lnTo>
                    <a:pt x="83" y="5346"/>
                  </a:lnTo>
                  <a:lnTo>
                    <a:pt x="124" y="5387"/>
                  </a:lnTo>
                  <a:lnTo>
                    <a:pt x="145" y="5346"/>
                  </a:lnTo>
                  <a:lnTo>
                    <a:pt x="166" y="5181"/>
                  </a:lnTo>
                  <a:lnTo>
                    <a:pt x="207" y="4603"/>
                  </a:lnTo>
                  <a:lnTo>
                    <a:pt x="227" y="3736"/>
                  </a:lnTo>
                  <a:lnTo>
                    <a:pt x="248" y="2683"/>
                  </a:lnTo>
                  <a:lnTo>
                    <a:pt x="227" y="1631"/>
                  </a:lnTo>
                  <a:lnTo>
                    <a:pt x="207" y="784"/>
                  </a:lnTo>
                  <a:lnTo>
                    <a:pt x="166" y="207"/>
                  </a:lnTo>
                  <a:lnTo>
                    <a:pt x="14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7" name="Google Shape;277;p27">
              <a:extLst>
                <a:ext uri="{FF2B5EF4-FFF2-40B4-BE49-F238E27FC236}">
                  <a16:creationId xmlns:a16="http://schemas.microsoft.com/office/drawing/2014/main" id="{3CDB94C4-B213-FD83-74D5-9D21FC5BE2C1}"/>
                </a:ext>
              </a:extLst>
            </p:cNvPr>
            <p:cNvSpPr/>
            <p:nvPr/>
          </p:nvSpPr>
          <p:spPr>
            <a:xfrm>
              <a:off x="2094175" y="5325675"/>
              <a:ext cx="6225" cy="134700"/>
            </a:xfrm>
            <a:custGeom>
              <a:avLst/>
              <a:gdLst/>
              <a:ahLst/>
              <a:cxnLst/>
              <a:rect l="l" t="t" r="r" b="b"/>
              <a:pathLst>
                <a:path w="249" h="5388" fill="none" extrusionOk="0">
                  <a:moveTo>
                    <a:pt x="124" y="5387"/>
                  </a:moveTo>
                  <a:lnTo>
                    <a:pt x="124" y="5387"/>
                  </a:lnTo>
                  <a:lnTo>
                    <a:pt x="83" y="5346"/>
                  </a:lnTo>
                  <a:lnTo>
                    <a:pt x="62" y="5181"/>
                  </a:lnTo>
                  <a:lnTo>
                    <a:pt x="21" y="4603"/>
                  </a:lnTo>
                  <a:lnTo>
                    <a:pt x="0" y="3736"/>
                  </a:lnTo>
                  <a:lnTo>
                    <a:pt x="0" y="2683"/>
                  </a:lnTo>
                  <a:lnTo>
                    <a:pt x="0" y="2683"/>
                  </a:lnTo>
                  <a:lnTo>
                    <a:pt x="0" y="1631"/>
                  </a:lnTo>
                  <a:lnTo>
                    <a:pt x="21" y="784"/>
                  </a:lnTo>
                  <a:lnTo>
                    <a:pt x="62" y="207"/>
                  </a:lnTo>
                  <a:lnTo>
                    <a:pt x="83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41"/>
                  </a:lnTo>
                  <a:lnTo>
                    <a:pt x="166" y="207"/>
                  </a:lnTo>
                  <a:lnTo>
                    <a:pt x="207" y="784"/>
                  </a:lnTo>
                  <a:lnTo>
                    <a:pt x="227" y="1631"/>
                  </a:lnTo>
                  <a:lnTo>
                    <a:pt x="248" y="2683"/>
                  </a:lnTo>
                  <a:lnTo>
                    <a:pt x="248" y="2683"/>
                  </a:lnTo>
                  <a:lnTo>
                    <a:pt x="227" y="3736"/>
                  </a:lnTo>
                  <a:lnTo>
                    <a:pt x="207" y="4603"/>
                  </a:lnTo>
                  <a:lnTo>
                    <a:pt x="166" y="5181"/>
                  </a:lnTo>
                  <a:lnTo>
                    <a:pt x="145" y="5346"/>
                  </a:lnTo>
                  <a:lnTo>
                    <a:pt x="124" y="538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8" name="Google Shape;278;p27">
              <a:extLst>
                <a:ext uri="{FF2B5EF4-FFF2-40B4-BE49-F238E27FC236}">
                  <a16:creationId xmlns:a16="http://schemas.microsoft.com/office/drawing/2014/main" id="{210C1EDE-B7DD-EE44-AC3B-B14916504DD2}"/>
                </a:ext>
              </a:extLst>
            </p:cNvPr>
            <p:cNvSpPr/>
            <p:nvPr/>
          </p:nvSpPr>
          <p:spPr>
            <a:xfrm>
              <a:off x="1430550" y="5320500"/>
              <a:ext cx="753425" cy="6225"/>
            </a:xfrm>
            <a:custGeom>
              <a:avLst/>
              <a:gdLst/>
              <a:ahLst/>
              <a:cxnLst/>
              <a:rect l="l" t="t" r="r" b="b"/>
              <a:pathLst>
                <a:path w="30137" h="249" extrusionOk="0">
                  <a:moveTo>
                    <a:pt x="9207" y="1"/>
                  </a:moveTo>
                  <a:lnTo>
                    <a:pt x="4418" y="21"/>
                  </a:lnTo>
                  <a:lnTo>
                    <a:pt x="1198" y="63"/>
                  </a:lnTo>
                  <a:lnTo>
                    <a:pt x="310" y="83"/>
                  </a:lnTo>
                  <a:lnTo>
                    <a:pt x="83" y="104"/>
                  </a:lnTo>
                  <a:lnTo>
                    <a:pt x="1" y="125"/>
                  </a:lnTo>
                  <a:lnTo>
                    <a:pt x="83" y="125"/>
                  </a:lnTo>
                  <a:lnTo>
                    <a:pt x="310" y="145"/>
                  </a:lnTo>
                  <a:lnTo>
                    <a:pt x="1198" y="166"/>
                  </a:lnTo>
                  <a:lnTo>
                    <a:pt x="4418" y="207"/>
                  </a:lnTo>
                  <a:lnTo>
                    <a:pt x="9207" y="228"/>
                  </a:lnTo>
                  <a:lnTo>
                    <a:pt x="15069" y="248"/>
                  </a:lnTo>
                  <a:lnTo>
                    <a:pt x="20931" y="228"/>
                  </a:lnTo>
                  <a:lnTo>
                    <a:pt x="25720" y="207"/>
                  </a:lnTo>
                  <a:lnTo>
                    <a:pt x="28940" y="166"/>
                  </a:lnTo>
                  <a:lnTo>
                    <a:pt x="29827" y="145"/>
                  </a:lnTo>
                  <a:lnTo>
                    <a:pt x="30054" y="125"/>
                  </a:lnTo>
                  <a:lnTo>
                    <a:pt x="30137" y="125"/>
                  </a:lnTo>
                  <a:lnTo>
                    <a:pt x="30054" y="104"/>
                  </a:lnTo>
                  <a:lnTo>
                    <a:pt x="29827" y="83"/>
                  </a:lnTo>
                  <a:lnTo>
                    <a:pt x="28940" y="63"/>
                  </a:lnTo>
                  <a:lnTo>
                    <a:pt x="25720" y="21"/>
                  </a:lnTo>
                  <a:lnTo>
                    <a:pt x="20931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9" name="Google Shape;279;p27">
              <a:extLst>
                <a:ext uri="{FF2B5EF4-FFF2-40B4-BE49-F238E27FC236}">
                  <a16:creationId xmlns:a16="http://schemas.microsoft.com/office/drawing/2014/main" id="{D081617C-0A4B-B874-24EA-DA5E01EF657B}"/>
                </a:ext>
              </a:extLst>
            </p:cNvPr>
            <p:cNvSpPr/>
            <p:nvPr/>
          </p:nvSpPr>
          <p:spPr>
            <a:xfrm>
              <a:off x="1430550" y="5320500"/>
              <a:ext cx="753425" cy="6225"/>
            </a:xfrm>
            <a:custGeom>
              <a:avLst/>
              <a:gdLst/>
              <a:ahLst/>
              <a:cxnLst/>
              <a:rect l="l" t="t" r="r" b="b"/>
              <a:pathLst>
                <a:path w="30137" h="249" fill="none" extrusionOk="0">
                  <a:moveTo>
                    <a:pt x="30137" y="125"/>
                  </a:moveTo>
                  <a:lnTo>
                    <a:pt x="30137" y="125"/>
                  </a:lnTo>
                  <a:lnTo>
                    <a:pt x="30054" y="125"/>
                  </a:lnTo>
                  <a:lnTo>
                    <a:pt x="29827" y="145"/>
                  </a:lnTo>
                  <a:lnTo>
                    <a:pt x="28940" y="166"/>
                  </a:lnTo>
                  <a:lnTo>
                    <a:pt x="25720" y="207"/>
                  </a:lnTo>
                  <a:lnTo>
                    <a:pt x="20931" y="228"/>
                  </a:lnTo>
                  <a:lnTo>
                    <a:pt x="15069" y="248"/>
                  </a:lnTo>
                  <a:lnTo>
                    <a:pt x="15069" y="248"/>
                  </a:lnTo>
                  <a:lnTo>
                    <a:pt x="9207" y="228"/>
                  </a:lnTo>
                  <a:lnTo>
                    <a:pt x="4418" y="207"/>
                  </a:lnTo>
                  <a:lnTo>
                    <a:pt x="1198" y="166"/>
                  </a:lnTo>
                  <a:lnTo>
                    <a:pt x="310" y="145"/>
                  </a:lnTo>
                  <a:lnTo>
                    <a:pt x="83" y="125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83" y="104"/>
                  </a:lnTo>
                  <a:lnTo>
                    <a:pt x="310" y="83"/>
                  </a:lnTo>
                  <a:lnTo>
                    <a:pt x="1198" y="63"/>
                  </a:lnTo>
                  <a:lnTo>
                    <a:pt x="4418" y="21"/>
                  </a:lnTo>
                  <a:lnTo>
                    <a:pt x="9207" y="1"/>
                  </a:lnTo>
                  <a:lnTo>
                    <a:pt x="15069" y="1"/>
                  </a:lnTo>
                  <a:lnTo>
                    <a:pt x="15069" y="1"/>
                  </a:lnTo>
                  <a:lnTo>
                    <a:pt x="20931" y="1"/>
                  </a:lnTo>
                  <a:lnTo>
                    <a:pt x="25720" y="21"/>
                  </a:lnTo>
                  <a:lnTo>
                    <a:pt x="28940" y="63"/>
                  </a:lnTo>
                  <a:lnTo>
                    <a:pt x="29827" y="83"/>
                  </a:lnTo>
                  <a:lnTo>
                    <a:pt x="30054" y="104"/>
                  </a:lnTo>
                  <a:lnTo>
                    <a:pt x="30137" y="12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0" name="Google Shape;280;p27">
              <a:extLst>
                <a:ext uri="{FF2B5EF4-FFF2-40B4-BE49-F238E27FC236}">
                  <a16:creationId xmlns:a16="http://schemas.microsoft.com/office/drawing/2014/main" id="{7BF408B8-57C8-E00A-BF88-3E2A8FB2D652}"/>
                </a:ext>
              </a:extLst>
            </p:cNvPr>
            <p:cNvSpPr/>
            <p:nvPr/>
          </p:nvSpPr>
          <p:spPr>
            <a:xfrm>
              <a:off x="1739650" y="5188925"/>
              <a:ext cx="470150" cy="27375"/>
            </a:xfrm>
            <a:custGeom>
              <a:avLst/>
              <a:gdLst/>
              <a:ahLst/>
              <a:cxnLst/>
              <a:rect l="l" t="t" r="r" b="b"/>
              <a:pathLst>
                <a:path w="18806" h="1095" extrusionOk="0">
                  <a:moveTo>
                    <a:pt x="17876" y="21"/>
                  </a:moveTo>
                  <a:lnTo>
                    <a:pt x="17897" y="124"/>
                  </a:lnTo>
                  <a:lnTo>
                    <a:pt x="18805" y="83"/>
                  </a:lnTo>
                  <a:lnTo>
                    <a:pt x="18454" y="41"/>
                  </a:lnTo>
                  <a:lnTo>
                    <a:pt x="18454" y="21"/>
                  </a:lnTo>
                  <a:close/>
                  <a:moveTo>
                    <a:pt x="16246" y="21"/>
                  </a:moveTo>
                  <a:lnTo>
                    <a:pt x="16266" y="227"/>
                  </a:lnTo>
                  <a:lnTo>
                    <a:pt x="17814" y="124"/>
                  </a:lnTo>
                  <a:lnTo>
                    <a:pt x="17835" y="21"/>
                  </a:lnTo>
                  <a:close/>
                  <a:moveTo>
                    <a:pt x="14285" y="21"/>
                  </a:moveTo>
                  <a:lnTo>
                    <a:pt x="14305" y="145"/>
                  </a:lnTo>
                  <a:lnTo>
                    <a:pt x="14326" y="372"/>
                  </a:lnTo>
                  <a:lnTo>
                    <a:pt x="16163" y="227"/>
                  </a:lnTo>
                  <a:lnTo>
                    <a:pt x="16204" y="21"/>
                  </a:lnTo>
                  <a:close/>
                  <a:moveTo>
                    <a:pt x="12633" y="0"/>
                  </a:moveTo>
                  <a:lnTo>
                    <a:pt x="12675" y="186"/>
                  </a:lnTo>
                  <a:lnTo>
                    <a:pt x="12695" y="537"/>
                  </a:lnTo>
                  <a:lnTo>
                    <a:pt x="14202" y="392"/>
                  </a:lnTo>
                  <a:lnTo>
                    <a:pt x="14223" y="145"/>
                  </a:lnTo>
                  <a:lnTo>
                    <a:pt x="14243" y="21"/>
                  </a:lnTo>
                  <a:lnTo>
                    <a:pt x="12633" y="0"/>
                  </a:lnTo>
                  <a:close/>
                  <a:moveTo>
                    <a:pt x="12117" y="0"/>
                  </a:moveTo>
                  <a:lnTo>
                    <a:pt x="10672" y="21"/>
                  </a:lnTo>
                  <a:lnTo>
                    <a:pt x="10714" y="248"/>
                  </a:lnTo>
                  <a:lnTo>
                    <a:pt x="10734" y="702"/>
                  </a:lnTo>
                  <a:lnTo>
                    <a:pt x="12551" y="537"/>
                  </a:lnTo>
                  <a:lnTo>
                    <a:pt x="12571" y="186"/>
                  </a:lnTo>
                  <a:lnTo>
                    <a:pt x="12613" y="0"/>
                  </a:lnTo>
                  <a:close/>
                  <a:moveTo>
                    <a:pt x="9042" y="21"/>
                  </a:moveTo>
                  <a:lnTo>
                    <a:pt x="9083" y="310"/>
                  </a:lnTo>
                  <a:lnTo>
                    <a:pt x="9104" y="846"/>
                  </a:lnTo>
                  <a:lnTo>
                    <a:pt x="10569" y="723"/>
                  </a:lnTo>
                  <a:lnTo>
                    <a:pt x="10610" y="269"/>
                  </a:lnTo>
                  <a:lnTo>
                    <a:pt x="10631" y="21"/>
                  </a:lnTo>
                  <a:close/>
                  <a:moveTo>
                    <a:pt x="7081" y="21"/>
                  </a:moveTo>
                  <a:lnTo>
                    <a:pt x="7122" y="351"/>
                  </a:lnTo>
                  <a:lnTo>
                    <a:pt x="7163" y="991"/>
                  </a:lnTo>
                  <a:lnTo>
                    <a:pt x="7638" y="950"/>
                  </a:lnTo>
                  <a:lnTo>
                    <a:pt x="8918" y="867"/>
                  </a:lnTo>
                  <a:lnTo>
                    <a:pt x="8959" y="310"/>
                  </a:lnTo>
                  <a:lnTo>
                    <a:pt x="9000" y="21"/>
                  </a:lnTo>
                  <a:close/>
                  <a:moveTo>
                    <a:pt x="1" y="21"/>
                  </a:moveTo>
                  <a:lnTo>
                    <a:pt x="599" y="970"/>
                  </a:lnTo>
                  <a:lnTo>
                    <a:pt x="1714" y="1032"/>
                  </a:lnTo>
                  <a:lnTo>
                    <a:pt x="1755" y="372"/>
                  </a:lnTo>
                  <a:lnTo>
                    <a:pt x="1776" y="165"/>
                  </a:lnTo>
                  <a:lnTo>
                    <a:pt x="1797" y="21"/>
                  </a:lnTo>
                  <a:close/>
                  <a:moveTo>
                    <a:pt x="5429" y="21"/>
                  </a:moveTo>
                  <a:lnTo>
                    <a:pt x="5471" y="165"/>
                  </a:lnTo>
                  <a:lnTo>
                    <a:pt x="5491" y="392"/>
                  </a:lnTo>
                  <a:lnTo>
                    <a:pt x="5512" y="1053"/>
                  </a:lnTo>
                  <a:lnTo>
                    <a:pt x="6957" y="991"/>
                  </a:lnTo>
                  <a:lnTo>
                    <a:pt x="6998" y="372"/>
                  </a:lnTo>
                  <a:lnTo>
                    <a:pt x="7040" y="21"/>
                  </a:lnTo>
                  <a:close/>
                  <a:moveTo>
                    <a:pt x="1838" y="21"/>
                  </a:moveTo>
                  <a:lnTo>
                    <a:pt x="1859" y="165"/>
                  </a:lnTo>
                  <a:lnTo>
                    <a:pt x="1879" y="372"/>
                  </a:lnTo>
                  <a:lnTo>
                    <a:pt x="1920" y="1053"/>
                  </a:lnTo>
                  <a:lnTo>
                    <a:pt x="3345" y="1074"/>
                  </a:lnTo>
                  <a:lnTo>
                    <a:pt x="3386" y="392"/>
                  </a:lnTo>
                  <a:lnTo>
                    <a:pt x="3407" y="165"/>
                  </a:lnTo>
                  <a:lnTo>
                    <a:pt x="3427" y="21"/>
                  </a:lnTo>
                  <a:close/>
                  <a:moveTo>
                    <a:pt x="3469" y="21"/>
                  </a:moveTo>
                  <a:lnTo>
                    <a:pt x="3489" y="165"/>
                  </a:lnTo>
                  <a:lnTo>
                    <a:pt x="3510" y="392"/>
                  </a:lnTo>
                  <a:lnTo>
                    <a:pt x="3551" y="1094"/>
                  </a:lnTo>
                  <a:lnTo>
                    <a:pt x="3881" y="1094"/>
                  </a:lnTo>
                  <a:lnTo>
                    <a:pt x="5306" y="1074"/>
                  </a:lnTo>
                  <a:lnTo>
                    <a:pt x="5347" y="392"/>
                  </a:lnTo>
                  <a:lnTo>
                    <a:pt x="5368" y="165"/>
                  </a:lnTo>
                  <a:lnTo>
                    <a:pt x="5388" y="2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1" name="Google Shape;281;p27">
              <a:extLst>
                <a:ext uri="{FF2B5EF4-FFF2-40B4-BE49-F238E27FC236}">
                  <a16:creationId xmlns:a16="http://schemas.microsoft.com/office/drawing/2014/main" id="{FE4818C5-42B4-86DD-0E19-C8A058DF7381}"/>
                </a:ext>
              </a:extLst>
            </p:cNvPr>
            <p:cNvSpPr/>
            <p:nvPr/>
          </p:nvSpPr>
          <p:spPr>
            <a:xfrm>
              <a:off x="2186550" y="5189425"/>
              <a:ext cx="23250" cy="2625"/>
            </a:xfrm>
            <a:custGeom>
              <a:avLst/>
              <a:gdLst/>
              <a:ahLst/>
              <a:cxnLst/>
              <a:rect l="l" t="t" r="r" b="b"/>
              <a:pathLst>
                <a:path w="930" h="105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04"/>
                  </a:lnTo>
                  <a:lnTo>
                    <a:pt x="21" y="104"/>
                  </a:lnTo>
                  <a:lnTo>
                    <a:pt x="929" y="63"/>
                  </a:lnTo>
                  <a:lnTo>
                    <a:pt x="578" y="21"/>
                  </a:lnTo>
                  <a:lnTo>
                    <a:pt x="578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2" name="Google Shape;282;p27">
              <a:extLst>
                <a:ext uri="{FF2B5EF4-FFF2-40B4-BE49-F238E27FC236}">
                  <a16:creationId xmlns:a16="http://schemas.microsoft.com/office/drawing/2014/main" id="{F33A3620-AEAC-A3AF-57A3-844472036B99}"/>
                </a:ext>
              </a:extLst>
            </p:cNvPr>
            <p:cNvSpPr/>
            <p:nvPr/>
          </p:nvSpPr>
          <p:spPr>
            <a:xfrm>
              <a:off x="1826350" y="5189425"/>
              <a:ext cx="48025" cy="26875"/>
            </a:xfrm>
            <a:custGeom>
              <a:avLst/>
              <a:gdLst/>
              <a:ahLst/>
              <a:cxnLst/>
              <a:rect l="l" t="t" r="r" b="b"/>
              <a:pathLst>
                <a:path w="1921" h="1075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145"/>
                  </a:lnTo>
                  <a:lnTo>
                    <a:pt x="42" y="372"/>
                  </a:lnTo>
                  <a:lnTo>
                    <a:pt x="83" y="1074"/>
                  </a:lnTo>
                  <a:lnTo>
                    <a:pt x="83" y="1074"/>
                  </a:lnTo>
                  <a:lnTo>
                    <a:pt x="413" y="1074"/>
                  </a:lnTo>
                  <a:lnTo>
                    <a:pt x="413" y="1074"/>
                  </a:lnTo>
                  <a:lnTo>
                    <a:pt x="1838" y="1054"/>
                  </a:lnTo>
                  <a:lnTo>
                    <a:pt x="1838" y="1054"/>
                  </a:lnTo>
                  <a:lnTo>
                    <a:pt x="1879" y="372"/>
                  </a:lnTo>
                  <a:lnTo>
                    <a:pt x="1900" y="145"/>
                  </a:lnTo>
                  <a:lnTo>
                    <a:pt x="1920" y="1"/>
                  </a:lnTo>
                  <a:lnTo>
                    <a:pt x="1920" y="1"/>
                  </a:lnTo>
                  <a:lnTo>
                    <a:pt x="1156" y="1"/>
                  </a:lnTo>
                  <a:lnTo>
                    <a:pt x="1156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3" name="Google Shape;283;p27">
              <a:extLst>
                <a:ext uri="{FF2B5EF4-FFF2-40B4-BE49-F238E27FC236}">
                  <a16:creationId xmlns:a16="http://schemas.microsoft.com/office/drawing/2014/main" id="{1839F1C0-7F5E-2466-06F8-483EB65AD26D}"/>
                </a:ext>
              </a:extLst>
            </p:cNvPr>
            <p:cNvSpPr/>
            <p:nvPr/>
          </p:nvSpPr>
          <p:spPr>
            <a:xfrm>
              <a:off x="1875375" y="5189425"/>
              <a:ext cx="40275" cy="25825"/>
            </a:xfrm>
            <a:custGeom>
              <a:avLst/>
              <a:gdLst/>
              <a:ahLst/>
              <a:cxnLst/>
              <a:rect l="l" t="t" r="r" b="b"/>
              <a:pathLst>
                <a:path w="1611" h="1033" fill="none" extrusionOk="0">
                  <a:moveTo>
                    <a:pt x="1611" y="1"/>
                  </a:moveTo>
                  <a:lnTo>
                    <a:pt x="161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2" y="145"/>
                  </a:lnTo>
                  <a:lnTo>
                    <a:pt x="62" y="372"/>
                  </a:lnTo>
                  <a:lnTo>
                    <a:pt x="83" y="1033"/>
                  </a:lnTo>
                  <a:lnTo>
                    <a:pt x="83" y="1033"/>
                  </a:lnTo>
                  <a:lnTo>
                    <a:pt x="1528" y="971"/>
                  </a:lnTo>
                  <a:lnTo>
                    <a:pt x="1528" y="971"/>
                  </a:lnTo>
                  <a:lnTo>
                    <a:pt x="1569" y="352"/>
                  </a:lnTo>
                  <a:lnTo>
                    <a:pt x="16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4" name="Google Shape;284;p27">
              <a:extLst>
                <a:ext uri="{FF2B5EF4-FFF2-40B4-BE49-F238E27FC236}">
                  <a16:creationId xmlns:a16="http://schemas.microsoft.com/office/drawing/2014/main" id="{6284D47C-6D82-D0BF-B31D-E87CBDD118EA}"/>
                </a:ext>
              </a:extLst>
            </p:cNvPr>
            <p:cNvSpPr/>
            <p:nvPr/>
          </p:nvSpPr>
          <p:spPr>
            <a:xfrm>
              <a:off x="1785575" y="5189425"/>
              <a:ext cx="39775" cy="26350"/>
            </a:xfrm>
            <a:custGeom>
              <a:avLst/>
              <a:gdLst/>
              <a:ahLst/>
              <a:cxnLst/>
              <a:rect l="l" t="t" r="r" b="b"/>
              <a:pathLst>
                <a:path w="1591" h="1054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45"/>
                  </a:lnTo>
                  <a:lnTo>
                    <a:pt x="42" y="352"/>
                  </a:lnTo>
                  <a:lnTo>
                    <a:pt x="83" y="1033"/>
                  </a:lnTo>
                  <a:lnTo>
                    <a:pt x="83" y="1033"/>
                  </a:lnTo>
                  <a:lnTo>
                    <a:pt x="1508" y="1054"/>
                  </a:lnTo>
                  <a:lnTo>
                    <a:pt x="1508" y="1054"/>
                  </a:lnTo>
                  <a:lnTo>
                    <a:pt x="1549" y="372"/>
                  </a:lnTo>
                  <a:lnTo>
                    <a:pt x="1570" y="145"/>
                  </a:lnTo>
                  <a:lnTo>
                    <a:pt x="1590" y="1"/>
                  </a:lnTo>
                  <a:lnTo>
                    <a:pt x="1590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5" name="Google Shape;285;p27">
              <a:extLst>
                <a:ext uri="{FF2B5EF4-FFF2-40B4-BE49-F238E27FC236}">
                  <a16:creationId xmlns:a16="http://schemas.microsoft.com/office/drawing/2014/main" id="{1CDFF1A3-DC1B-A036-2F39-96811F8013D7}"/>
                </a:ext>
              </a:extLst>
            </p:cNvPr>
            <p:cNvSpPr/>
            <p:nvPr/>
          </p:nvSpPr>
          <p:spPr>
            <a:xfrm>
              <a:off x="2145775" y="5189425"/>
              <a:ext cx="39750" cy="5200"/>
            </a:xfrm>
            <a:custGeom>
              <a:avLst/>
              <a:gdLst/>
              <a:ahLst/>
              <a:cxnLst/>
              <a:rect l="l" t="t" r="r" b="b"/>
              <a:pathLst>
                <a:path w="1590" h="20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207"/>
                  </a:lnTo>
                  <a:lnTo>
                    <a:pt x="21" y="207"/>
                  </a:lnTo>
                  <a:lnTo>
                    <a:pt x="1569" y="104"/>
                  </a:lnTo>
                  <a:lnTo>
                    <a:pt x="1569" y="104"/>
                  </a:lnTo>
                  <a:lnTo>
                    <a:pt x="1590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6" name="Google Shape;286;p27">
              <a:extLst>
                <a:ext uri="{FF2B5EF4-FFF2-40B4-BE49-F238E27FC236}">
                  <a16:creationId xmlns:a16="http://schemas.microsoft.com/office/drawing/2014/main" id="{589CFDD8-8B4D-5282-9DB9-F1A7F4991A5F}"/>
                </a:ext>
              </a:extLst>
            </p:cNvPr>
            <p:cNvSpPr/>
            <p:nvPr/>
          </p:nvSpPr>
          <p:spPr>
            <a:xfrm>
              <a:off x="1916650" y="5189425"/>
              <a:ext cx="48025" cy="24275"/>
            </a:xfrm>
            <a:custGeom>
              <a:avLst/>
              <a:gdLst/>
              <a:ahLst/>
              <a:cxnLst/>
              <a:rect l="l" t="t" r="r" b="b"/>
              <a:pathLst>
                <a:path w="1921" h="971" fill="none" extrusionOk="0">
                  <a:moveTo>
                    <a:pt x="1920" y="1"/>
                  </a:moveTo>
                  <a:lnTo>
                    <a:pt x="192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42" y="331"/>
                  </a:lnTo>
                  <a:lnTo>
                    <a:pt x="83" y="971"/>
                  </a:lnTo>
                  <a:lnTo>
                    <a:pt x="83" y="971"/>
                  </a:lnTo>
                  <a:lnTo>
                    <a:pt x="558" y="930"/>
                  </a:lnTo>
                  <a:lnTo>
                    <a:pt x="558" y="930"/>
                  </a:lnTo>
                  <a:lnTo>
                    <a:pt x="1838" y="847"/>
                  </a:lnTo>
                  <a:lnTo>
                    <a:pt x="1838" y="847"/>
                  </a:lnTo>
                  <a:lnTo>
                    <a:pt x="1879" y="290"/>
                  </a:lnTo>
                  <a:lnTo>
                    <a:pt x="192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7" name="Google Shape;287;p27">
              <a:extLst>
                <a:ext uri="{FF2B5EF4-FFF2-40B4-BE49-F238E27FC236}">
                  <a16:creationId xmlns:a16="http://schemas.microsoft.com/office/drawing/2014/main" id="{35409FE7-343B-CD07-C368-4EF27DA07A27}"/>
                </a:ext>
              </a:extLst>
            </p:cNvPr>
            <p:cNvSpPr/>
            <p:nvPr/>
          </p:nvSpPr>
          <p:spPr>
            <a:xfrm>
              <a:off x="1739650" y="5189425"/>
              <a:ext cx="44925" cy="25325"/>
            </a:xfrm>
            <a:custGeom>
              <a:avLst/>
              <a:gdLst/>
              <a:ahLst/>
              <a:cxnLst/>
              <a:rect l="l" t="t" r="r" b="b"/>
              <a:pathLst>
                <a:path w="1797" h="10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599" y="950"/>
                  </a:lnTo>
                  <a:lnTo>
                    <a:pt x="599" y="950"/>
                  </a:lnTo>
                  <a:lnTo>
                    <a:pt x="1714" y="1012"/>
                  </a:lnTo>
                  <a:lnTo>
                    <a:pt x="1714" y="1012"/>
                  </a:lnTo>
                  <a:lnTo>
                    <a:pt x="1755" y="352"/>
                  </a:lnTo>
                  <a:lnTo>
                    <a:pt x="1776" y="145"/>
                  </a:lnTo>
                  <a:lnTo>
                    <a:pt x="1797" y="1"/>
                  </a:lnTo>
                  <a:lnTo>
                    <a:pt x="1797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8" name="Google Shape;288;p27">
              <a:extLst>
                <a:ext uri="{FF2B5EF4-FFF2-40B4-BE49-F238E27FC236}">
                  <a16:creationId xmlns:a16="http://schemas.microsoft.com/office/drawing/2014/main" id="{EFBDB1E4-31A4-A6F0-C503-7091C68C5E3A}"/>
                </a:ext>
              </a:extLst>
            </p:cNvPr>
            <p:cNvSpPr/>
            <p:nvPr/>
          </p:nvSpPr>
          <p:spPr>
            <a:xfrm>
              <a:off x="2096750" y="5189425"/>
              <a:ext cx="48025" cy="8800"/>
            </a:xfrm>
            <a:custGeom>
              <a:avLst/>
              <a:gdLst/>
              <a:ahLst/>
              <a:cxnLst/>
              <a:rect l="l" t="t" r="r" b="b"/>
              <a:pathLst>
                <a:path w="1921" h="35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125"/>
                  </a:lnTo>
                  <a:lnTo>
                    <a:pt x="42" y="352"/>
                  </a:lnTo>
                  <a:lnTo>
                    <a:pt x="42" y="352"/>
                  </a:lnTo>
                  <a:lnTo>
                    <a:pt x="1879" y="207"/>
                  </a:lnTo>
                  <a:lnTo>
                    <a:pt x="1879" y="207"/>
                  </a:lnTo>
                  <a:lnTo>
                    <a:pt x="1920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9" name="Google Shape;289;p27">
              <a:extLst>
                <a:ext uri="{FF2B5EF4-FFF2-40B4-BE49-F238E27FC236}">
                  <a16:creationId xmlns:a16="http://schemas.microsoft.com/office/drawing/2014/main" id="{C8A2C180-278F-E6AB-F428-3D1A1DC08643}"/>
                </a:ext>
              </a:extLst>
            </p:cNvPr>
            <p:cNvSpPr/>
            <p:nvPr/>
          </p:nvSpPr>
          <p:spPr>
            <a:xfrm>
              <a:off x="1965675" y="5189425"/>
              <a:ext cx="39775" cy="20675"/>
            </a:xfrm>
            <a:custGeom>
              <a:avLst/>
              <a:gdLst/>
              <a:ahLst/>
              <a:cxnLst/>
              <a:rect l="l" t="t" r="r" b="b"/>
              <a:pathLst>
                <a:path w="1591" h="827" fill="none" extrusionOk="0">
                  <a:moveTo>
                    <a:pt x="1590" y="1"/>
                  </a:moveTo>
                  <a:lnTo>
                    <a:pt x="1590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42" y="290"/>
                  </a:lnTo>
                  <a:lnTo>
                    <a:pt x="63" y="826"/>
                  </a:lnTo>
                  <a:lnTo>
                    <a:pt x="63" y="826"/>
                  </a:lnTo>
                  <a:lnTo>
                    <a:pt x="1528" y="703"/>
                  </a:lnTo>
                  <a:lnTo>
                    <a:pt x="1528" y="703"/>
                  </a:lnTo>
                  <a:lnTo>
                    <a:pt x="1569" y="249"/>
                  </a:lnTo>
                  <a:lnTo>
                    <a:pt x="159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0" name="Google Shape;290;p27">
              <a:extLst>
                <a:ext uri="{FF2B5EF4-FFF2-40B4-BE49-F238E27FC236}">
                  <a16:creationId xmlns:a16="http://schemas.microsoft.com/office/drawing/2014/main" id="{B387EBA4-7F62-AE27-FB82-6D0675E121E2}"/>
                </a:ext>
              </a:extLst>
            </p:cNvPr>
            <p:cNvSpPr/>
            <p:nvPr/>
          </p:nvSpPr>
          <p:spPr>
            <a:xfrm>
              <a:off x="2055475" y="5188925"/>
              <a:ext cx="40275" cy="13425"/>
            </a:xfrm>
            <a:custGeom>
              <a:avLst/>
              <a:gdLst/>
              <a:ahLst/>
              <a:cxnLst/>
              <a:rect l="l" t="t" r="r" b="b"/>
              <a:pathLst>
                <a:path w="1611" h="537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2" y="186"/>
                  </a:lnTo>
                  <a:lnTo>
                    <a:pt x="62" y="537"/>
                  </a:lnTo>
                  <a:lnTo>
                    <a:pt x="62" y="537"/>
                  </a:lnTo>
                  <a:lnTo>
                    <a:pt x="1569" y="392"/>
                  </a:lnTo>
                  <a:lnTo>
                    <a:pt x="1569" y="392"/>
                  </a:lnTo>
                  <a:lnTo>
                    <a:pt x="1590" y="145"/>
                  </a:lnTo>
                  <a:lnTo>
                    <a:pt x="1610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1" name="Google Shape;291;p27">
              <a:extLst>
                <a:ext uri="{FF2B5EF4-FFF2-40B4-BE49-F238E27FC236}">
                  <a16:creationId xmlns:a16="http://schemas.microsoft.com/office/drawing/2014/main" id="{B6C7F57E-6699-0321-52C0-E230275FCC4F}"/>
                </a:ext>
              </a:extLst>
            </p:cNvPr>
            <p:cNvSpPr/>
            <p:nvPr/>
          </p:nvSpPr>
          <p:spPr>
            <a:xfrm>
              <a:off x="2006450" y="5188925"/>
              <a:ext cx="48525" cy="17550"/>
            </a:xfrm>
            <a:custGeom>
              <a:avLst/>
              <a:gdLst/>
              <a:ahLst/>
              <a:cxnLst/>
              <a:rect l="l" t="t" r="r" b="b"/>
              <a:pathLst>
                <a:path w="1941" h="702" fill="none" extrusionOk="0">
                  <a:moveTo>
                    <a:pt x="1445" y="0"/>
                  </a:moveTo>
                  <a:lnTo>
                    <a:pt x="1445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42" y="248"/>
                  </a:lnTo>
                  <a:lnTo>
                    <a:pt x="62" y="702"/>
                  </a:lnTo>
                  <a:lnTo>
                    <a:pt x="62" y="702"/>
                  </a:lnTo>
                  <a:lnTo>
                    <a:pt x="1879" y="537"/>
                  </a:lnTo>
                  <a:lnTo>
                    <a:pt x="1879" y="537"/>
                  </a:lnTo>
                  <a:lnTo>
                    <a:pt x="1899" y="186"/>
                  </a:lnTo>
                  <a:lnTo>
                    <a:pt x="1941" y="0"/>
                  </a:lnTo>
                  <a:lnTo>
                    <a:pt x="144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2" name="Google Shape;292;p27">
              <a:extLst>
                <a:ext uri="{FF2B5EF4-FFF2-40B4-BE49-F238E27FC236}">
                  <a16:creationId xmlns:a16="http://schemas.microsoft.com/office/drawing/2014/main" id="{9A01209F-17FF-BB39-7370-D1323B552C38}"/>
                </a:ext>
              </a:extLst>
            </p:cNvPr>
            <p:cNvSpPr/>
            <p:nvPr/>
          </p:nvSpPr>
          <p:spPr>
            <a:xfrm>
              <a:off x="1823250" y="5189425"/>
              <a:ext cx="5200" cy="26875"/>
            </a:xfrm>
            <a:custGeom>
              <a:avLst/>
              <a:gdLst/>
              <a:ahLst/>
              <a:cxnLst/>
              <a:rect l="l" t="t" r="r" b="b"/>
              <a:pathLst>
                <a:path w="208" h="1075" extrusionOk="0">
                  <a:moveTo>
                    <a:pt x="83" y="1"/>
                  </a:moveTo>
                  <a:lnTo>
                    <a:pt x="63" y="145"/>
                  </a:lnTo>
                  <a:lnTo>
                    <a:pt x="42" y="372"/>
                  </a:lnTo>
                  <a:lnTo>
                    <a:pt x="1" y="1054"/>
                  </a:lnTo>
                  <a:lnTo>
                    <a:pt x="207" y="1074"/>
                  </a:lnTo>
                  <a:lnTo>
                    <a:pt x="166" y="372"/>
                  </a:lnTo>
                  <a:lnTo>
                    <a:pt x="145" y="145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3" name="Google Shape;293;p27">
              <a:extLst>
                <a:ext uri="{FF2B5EF4-FFF2-40B4-BE49-F238E27FC236}">
                  <a16:creationId xmlns:a16="http://schemas.microsoft.com/office/drawing/2014/main" id="{91C3104B-513E-1D18-BBC8-CB0CA03BB3A5}"/>
                </a:ext>
              </a:extLst>
            </p:cNvPr>
            <p:cNvSpPr/>
            <p:nvPr/>
          </p:nvSpPr>
          <p:spPr>
            <a:xfrm>
              <a:off x="1823250" y="5189425"/>
              <a:ext cx="5200" cy="26875"/>
            </a:xfrm>
            <a:custGeom>
              <a:avLst/>
              <a:gdLst/>
              <a:ahLst/>
              <a:cxnLst/>
              <a:rect l="l" t="t" r="r" b="b"/>
              <a:pathLst>
                <a:path w="208" h="1075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3" y="145"/>
                  </a:lnTo>
                  <a:lnTo>
                    <a:pt x="42" y="372"/>
                  </a:lnTo>
                  <a:lnTo>
                    <a:pt x="1" y="1054"/>
                  </a:lnTo>
                  <a:lnTo>
                    <a:pt x="1" y="1054"/>
                  </a:lnTo>
                  <a:lnTo>
                    <a:pt x="207" y="1074"/>
                  </a:lnTo>
                  <a:lnTo>
                    <a:pt x="207" y="1074"/>
                  </a:lnTo>
                  <a:lnTo>
                    <a:pt x="166" y="372"/>
                  </a:lnTo>
                  <a:lnTo>
                    <a:pt x="145" y="145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4" name="Google Shape;294;p27">
              <a:extLst>
                <a:ext uri="{FF2B5EF4-FFF2-40B4-BE49-F238E27FC236}">
                  <a16:creationId xmlns:a16="http://schemas.microsoft.com/office/drawing/2014/main" id="{3C8900BB-FF77-E6ED-E007-9E69BCCE79A5}"/>
                </a:ext>
              </a:extLst>
            </p:cNvPr>
            <p:cNvSpPr/>
            <p:nvPr/>
          </p:nvSpPr>
          <p:spPr>
            <a:xfrm>
              <a:off x="1782500" y="5189425"/>
              <a:ext cx="5175" cy="25825"/>
            </a:xfrm>
            <a:custGeom>
              <a:avLst/>
              <a:gdLst/>
              <a:ahLst/>
              <a:cxnLst/>
              <a:rect l="l" t="t" r="r" b="b"/>
              <a:pathLst>
                <a:path w="207" h="1033" extrusionOk="0">
                  <a:moveTo>
                    <a:pt x="83" y="1"/>
                  </a:moveTo>
                  <a:lnTo>
                    <a:pt x="62" y="145"/>
                  </a:lnTo>
                  <a:lnTo>
                    <a:pt x="41" y="352"/>
                  </a:lnTo>
                  <a:lnTo>
                    <a:pt x="0" y="1012"/>
                  </a:lnTo>
                  <a:lnTo>
                    <a:pt x="206" y="1033"/>
                  </a:lnTo>
                  <a:lnTo>
                    <a:pt x="206" y="1033"/>
                  </a:lnTo>
                  <a:lnTo>
                    <a:pt x="165" y="352"/>
                  </a:lnTo>
                  <a:lnTo>
                    <a:pt x="145" y="14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5" name="Google Shape;295;p27">
              <a:extLst>
                <a:ext uri="{FF2B5EF4-FFF2-40B4-BE49-F238E27FC236}">
                  <a16:creationId xmlns:a16="http://schemas.microsoft.com/office/drawing/2014/main" id="{931FE5F9-BB79-B831-3AFC-9CFF4F7ED17D}"/>
                </a:ext>
              </a:extLst>
            </p:cNvPr>
            <p:cNvSpPr/>
            <p:nvPr/>
          </p:nvSpPr>
          <p:spPr>
            <a:xfrm>
              <a:off x="1782500" y="5189425"/>
              <a:ext cx="5175" cy="25825"/>
            </a:xfrm>
            <a:custGeom>
              <a:avLst/>
              <a:gdLst/>
              <a:ahLst/>
              <a:cxnLst/>
              <a:rect l="l" t="t" r="r" b="b"/>
              <a:pathLst>
                <a:path w="207" h="1033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2" y="145"/>
                  </a:lnTo>
                  <a:lnTo>
                    <a:pt x="41" y="352"/>
                  </a:lnTo>
                  <a:lnTo>
                    <a:pt x="0" y="1012"/>
                  </a:lnTo>
                  <a:lnTo>
                    <a:pt x="0" y="1012"/>
                  </a:lnTo>
                  <a:lnTo>
                    <a:pt x="206" y="1033"/>
                  </a:lnTo>
                  <a:lnTo>
                    <a:pt x="206" y="1033"/>
                  </a:lnTo>
                  <a:lnTo>
                    <a:pt x="165" y="352"/>
                  </a:lnTo>
                  <a:lnTo>
                    <a:pt x="145" y="145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6" name="Google Shape;296;p27">
              <a:extLst>
                <a:ext uri="{FF2B5EF4-FFF2-40B4-BE49-F238E27FC236}">
                  <a16:creationId xmlns:a16="http://schemas.microsoft.com/office/drawing/2014/main" id="{B35E0155-03FA-2336-3F1E-8656D2E13435}"/>
                </a:ext>
              </a:extLst>
            </p:cNvPr>
            <p:cNvSpPr/>
            <p:nvPr/>
          </p:nvSpPr>
          <p:spPr>
            <a:xfrm>
              <a:off x="1913550" y="5189425"/>
              <a:ext cx="5200" cy="24275"/>
            </a:xfrm>
            <a:custGeom>
              <a:avLst/>
              <a:gdLst/>
              <a:ahLst/>
              <a:cxnLst/>
              <a:rect l="l" t="t" r="r" b="b"/>
              <a:pathLst>
                <a:path w="208" h="971" extrusionOk="0">
                  <a:moveTo>
                    <a:pt x="84" y="1"/>
                  </a:moveTo>
                  <a:lnTo>
                    <a:pt x="42" y="352"/>
                  </a:lnTo>
                  <a:lnTo>
                    <a:pt x="1" y="971"/>
                  </a:lnTo>
                  <a:lnTo>
                    <a:pt x="207" y="971"/>
                  </a:lnTo>
                  <a:lnTo>
                    <a:pt x="166" y="33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" name="Google Shape;297;p27">
              <a:extLst>
                <a:ext uri="{FF2B5EF4-FFF2-40B4-BE49-F238E27FC236}">
                  <a16:creationId xmlns:a16="http://schemas.microsoft.com/office/drawing/2014/main" id="{1A7EF9F0-5B10-E5B7-094C-413411672971}"/>
                </a:ext>
              </a:extLst>
            </p:cNvPr>
            <p:cNvSpPr/>
            <p:nvPr/>
          </p:nvSpPr>
          <p:spPr>
            <a:xfrm>
              <a:off x="1913550" y="5189425"/>
              <a:ext cx="5200" cy="24275"/>
            </a:xfrm>
            <a:custGeom>
              <a:avLst/>
              <a:gdLst/>
              <a:ahLst/>
              <a:cxnLst/>
              <a:rect l="l" t="t" r="r" b="b"/>
              <a:pathLst>
                <a:path w="208" h="971" fill="none" extrusionOk="0">
                  <a:moveTo>
                    <a:pt x="125" y="1"/>
                  </a:moveTo>
                  <a:lnTo>
                    <a:pt x="125" y="1"/>
                  </a:lnTo>
                  <a:lnTo>
                    <a:pt x="84" y="1"/>
                  </a:lnTo>
                  <a:lnTo>
                    <a:pt x="84" y="1"/>
                  </a:lnTo>
                  <a:lnTo>
                    <a:pt x="42" y="352"/>
                  </a:lnTo>
                  <a:lnTo>
                    <a:pt x="1" y="971"/>
                  </a:lnTo>
                  <a:lnTo>
                    <a:pt x="1" y="971"/>
                  </a:lnTo>
                  <a:lnTo>
                    <a:pt x="207" y="971"/>
                  </a:lnTo>
                  <a:lnTo>
                    <a:pt x="207" y="971"/>
                  </a:lnTo>
                  <a:lnTo>
                    <a:pt x="166" y="331"/>
                  </a:lnTo>
                  <a:lnTo>
                    <a:pt x="12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8" name="Google Shape;298;p27">
              <a:extLst>
                <a:ext uri="{FF2B5EF4-FFF2-40B4-BE49-F238E27FC236}">
                  <a16:creationId xmlns:a16="http://schemas.microsoft.com/office/drawing/2014/main" id="{75FC23E5-CA0E-CC73-81A9-86DB28E366E0}"/>
                </a:ext>
              </a:extLst>
            </p:cNvPr>
            <p:cNvSpPr/>
            <p:nvPr/>
          </p:nvSpPr>
          <p:spPr>
            <a:xfrm>
              <a:off x="1872275" y="5189425"/>
              <a:ext cx="5200" cy="26350"/>
            </a:xfrm>
            <a:custGeom>
              <a:avLst/>
              <a:gdLst/>
              <a:ahLst/>
              <a:cxnLst/>
              <a:rect l="l" t="t" r="r" b="b"/>
              <a:pathLst>
                <a:path w="208" h="1054" extrusionOk="0">
                  <a:moveTo>
                    <a:pt x="83" y="1"/>
                  </a:moveTo>
                  <a:lnTo>
                    <a:pt x="63" y="145"/>
                  </a:lnTo>
                  <a:lnTo>
                    <a:pt x="42" y="372"/>
                  </a:lnTo>
                  <a:lnTo>
                    <a:pt x="1" y="1054"/>
                  </a:lnTo>
                  <a:lnTo>
                    <a:pt x="1" y="1054"/>
                  </a:lnTo>
                  <a:lnTo>
                    <a:pt x="207" y="1033"/>
                  </a:lnTo>
                  <a:lnTo>
                    <a:pt x="186" y="372"/>
                  </a:lnTo>
                  <a:lnTo>
                    <a:pt x="166" y="14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9" name="Google Shape;299;p27">
              <a:extLst>
                <a:ext uri="{FF2B5EF4-FFF2-40B4-BE49-F238E27FC236}">
                  <a16:creationId xmlns:a16="http://schemas.microsoft.com/office/drawing/2014/main" id="{7782FA38-8261-8E40-C107-75FC1D8B69FF}"/>
                </a:ext>
              </a:extLst>
            </p:cNvPr>
            <p:cNvSpPr/>
            <p:nvPr/>
          </p:nvSpPr>
          <p:spPr>
            <a:xfrm>
              <a:off x="1872275" y="5189425"/>
              <a:ext cx="5200" cy="26350"/>
            </a:xfrm>
            <a:custGeom>
              <a:avLst/>
              <a:gdLst/>
              <a:ahLst/>
              <a:cxnLst/>
              <a:rect l="l" t="t" r="r" b="b"/>
              <a:pathLst>
                <a:path w="208" h="1054" fill="none" extrusionOk="0">
                  <a:moveTo>
                    <a:pt x="124" y="1"/>
                  </a:moveTo>
                  <a:lnTo>
                    <a:pt x="124" y="1"/>
                  </a:lnTo>
                  <a:lnTo>
                    <a:pt x="83" y="1"/>
                  </a:lnTo>
                  <a:lnTo>
                    <a:pt x="83" y="1"/>
                  </a:lnTo>
                  <a:lnTo>
                    <a:pt x="63" y="145"/>
                  </a:lnTo>
                  <a:lnTo>
                    <a:pt x="42" y="372"/>
                  </a:lnTo>
                  <a:lnTo>
                    <a:pt x="1" y="1054"/>
                  </a:lnTo>
                  <a:lnTo>
                    <a:pt x="1" y="1054"/>
                  </a:lnTo>
                  <a:lnTo>
                    <a:pt x="207" y="1033"/>
                  </a:lnTo>
                  <a:lnTo>
                    <a:pt x="207" y="1033"/>
                  </a:lnTo>
                  <a:lnTo>
                    <a:pt x="186" y="372"/>
                  </a:lnTo>
                  <a:lnTo>
                    <a:pt x="166" y="145"/>
                  </a:lnTo>
                  <a:lnTo>
                    <a:pt x="12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0" name="Google Shape;300;p27">
              <a:extLst>
                <a:ext uri="{FF2B5EF4-FFF2-40B4-BE49-F238E27FC236}">
                  <a16:creationId xmlns:a16="http://schemas.microsoft.com/office/drawing/2014/main" id="{117AB384-E11C-93B3-C670-2C997690CEEA}"/>
                </a:ext>
              </a:extLst>
            </p:cNvPr>
            <p:cNvSpPr/>
            <p:nvPr/>
          </p:nvSpPr>
          <p:spPr>
            <a:xfrm>
              <a:off x="2003875" y="5189425"/>
              <a:ext cx="4150" cy="17575"/>
            </a:xfrm>
            <a:custGeom>
              <a:avLst/>
              <a:gdLst/>
              <a:ahLst/>
              <a:cxnLst/>
              <a:rect l="l" t="t" r="r" b="b"/>
              <a:pathLst>
                <a:path w="166" h="703" extrusionOk="0">
                  <a:moveTo>
                    <a:pt x="62" y="1"/>
                  </a:moveTo>
                  <a:lnTo>
                    <a:pt x="41" y="249"/>
                  </a:lnTo>
                  <a:lnTo>
                    <a:pt x="0" y="703"/>
                  </a:lnTo>
                  <a:lnTo>
                    <a:pt x="0" y="703"/>
                  </a:lnTo>
                  <a:lnTo>
                    <a:pt x="165" y="682"/>
                  </a:lnTo>
                  <a:lnTo>
                    <a:pt x="145" y="228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1" name="Google Shape;301;p27">
              <a:extLst>
                <a:ext uri="{FF2B5EF4-FFF2-40B4-BE49-F238E27FC236}">
                  <a16:creationId xmlns:a16="http://schemas.microsoft.com/office/drawing/2014/main" id="{F41113A8-9593-9BBB-17CC-71DE201D32DA}"/>
                </a:ext>
              </a:extLst>
            </p:cNvPr>
            <p:cNvSpPr/>
            <p:nvPr/>
          </p:nvSpPr>
          <p:spPr>
            <a:xfrm>
              <a:off x="2003875" y="5189425"/>
              <a:ext cx="4150" cy="17575"/>
            </a:xfrm>
            <a:custGeom>
              <a:avLst/>
              <a:gdLst/>
              <a:ahLst/>
              <a:cxnLst/>
              <a:rect l="l" t="t" r="r" b="b"/>
              <a:pathLst>
                <a:path w="166" h="703" fill="none" extrusionOk="0">
                  <a:moveTo>
                    <a:pt x="103" y="1"/>
                  </a:moveTo>
                  <a:lnTo>
                    <a:pt x="103" y="1"/>
                  </a:lnTo>
                  <a:lnTo>
                    <a:pt x="62" y="1"/>
                  </a:lnTo>
                  <a:lnTo>
                    <a:pt x="62" y="1"/>
                  </a:lnTo>
                  <a:lnTo>
                    <a:pt x="41" y="249"/>
                  </a:lnTo>
                  <a:lnTo>
                    <a:pt x="0" y="703"/>
                  </a:lnTo>
                  <a:lnTo>
                    <a:pt x="0" y="703"/>
                  </a:lnTo>
                  <a:lnTo>
                    <a:pt x="165" y="682"/>
                  </a:lnTo>
                  <a:lnTo>
                    <a:pt x="165" y="682"/>
                  </a:lnTo>
                  <a:lnTo>
                    <a:pt x="145" y="228"/>
                  </a:lnTo>
                  <a:lnTo>
                    <a:pt x="10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2" name="Google Shape;302;p27">
              <a:extLst>
                <a:ext uri="{FF2B5EF4-FFF2-40B4-BE49-F238E27FC236}">
                  <a16:creationId xmlns:a16="http://schemas.microsoft.com/office/drawing/2014/main" id="{480EF95C-FDFD-9B42-9AE8-A0BEA4B1B52B}"/>
                </a:ext>
              </a:extLst>
            </p:cNvPr>
            <p:cNvSpPr/>
            <p:nvPr/>
          </p:nvSpPr>
          <p:spPr>
            <a:xfrm>
              <a:off x="1962575" y="5189425"/>
              <a:ext cx="4675" cy="21200"/>
            </a:xfrm>
            <a:custGeom>
              <a:avLst/>
              <a:gdLst/>
              <a:ahLst/>
              <a:cxnLst/>
              <a:rect l="l" t="t" r="r" b="b"/>
              <a:pathLst>
                <a:path w="187" h="848" extrusionOk="0">
                  <a:moveTo>
                    <a:pt x="83" y="1"/>
                  </a:moveTo>
                  <a:lnTo>
                    <a:pt x="42" y="290"/>
                  </a:lnTo>
                  <a:lnTo>
                    <a:pt x="1" y="847"/>
                  </a:lnTo>
                  <a:lnTo>
                    <a:pt x="1" y="847"/>
                  </a:lnTo>
                  <a:lnTo>
                    <a:pt x="187" y="826"/>
                  </a:lnTo>
                  <a:lnTo>
                    <a:pt x="166" y="290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3" name="Google Shape;303;p27">
              <a:extLst>
                <a:ext uri="{FF2B5EF4-FFF2-40B4-BE49-F238E27FC236}">
                  <a16:creationId xmlns:a16="http://schemas.microsoft.com/office/drawing/2014/main" id="{3B6ACC72-E8E8-D333-E6AD-2C00C979F7BA}"/>
                </a:ext>
              </a:extLst>
            </p:cNvPr>
            <p:cNvSpPr/>
            <p:nvPr/>
          </p:nvSpPr>
          <p:spPr>
            <a:xfrm>
              <a:off x="1962575" y="5189425"/>
              <a:ext cx="4675" cy="21200"/>
            </a:xfrm>
            <a:custGeom>
              <a:avLst/>
              <a:gdLst/>
              <a:ahLst/>
              <a:cxnLst/>
              <a:rect l="l" t="t" r="r" b="b"/>
              <a:pathLst>
                <a:path w="187" h="848" fill="none" extrusionOk="0">
                  <a:moveTo>
                    <a:pt x="125" y="1"/>
                  </a:moveTo>
                  <a:lnTo>
                    <a:pt x="125" y="1"/>
                  </a:lnTo>
                  <a:lnTo>
                    <a:pt x="83" y="1"/>
                  </a:lnTo>
                  <a:lnTo>
                    <a:pt x="83" y="1"/>
                  </a:lnTo>
                  <a:lnTo>
                    <a:pt x="42" y="290"/>
                  </a:lnTo>
                  <a:lnTo>
                    <a:pt x="1" y="847"/>
                  </a:lnTo>
                  <a:lnTo>
                    <a:pt x="1" y="847"/>
                  </a:lnTo>
                  <a:lnTo>
                    <a:pt x="187" y="826"/>
                  </a:lnTo>
                  <a:lnTo>
                    <a:pt x="187" y="826"/>
                  </a:lnTo>
                  <a:lnTo>
                    <a:pt x="166" y="290"/>
                  </a:lnTo>
                  <a:lnTo>
                    <a:pt x="12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4" name="Google Shape;304;p27">
              <a:extLst>
                <a:ext uri="{FF2B5EF4-FFF2-40B4-BE49-F238E27FC236}">
                  <a16:creationId xmlns:a16="http://schemas.microsoft.com/office/drawing/2014/main" id="{5E59DCF1-C21B-69C9-7C78-354A9EFDDADE}"/>
                </a:ext>
              </a:extLst>
            </p:cNvPr>
            <p:cNvSpPr/>
            <p:nvPr/>
          </p:nvSpPr>
          <p:spPr>
            <a:xfrm>
              <a:off x="2094700" y="5189425"/>
              <a:ext cx="3100" cy="9325"/>
            </a:xfrm>
            <a:custGeom>
              <a:avLst/>
              <a:gdLst/>
              <a:ahLst/>
              <a:cxnLst/>
              <a:rect l="l" t="t" r="r" b="b"/>
              <a:pathLst>
                <a:path w="124" h="373" extrusionOk="0">
                  <a:moveTo>
                    <a:pt x="41" y="1"/>
                  </a:moveTo>
                  <a:lnTo>
                    <a:pt x="21" y="125"/>
                  </a:lnTo>
                  <a:lnTo>
                    <a:pt x="0" y="372"/>
                  </a:lnTo>
                  <a:lnTo>
                    <a:pt x="0" y="372"/>
                  </a:lnTo>
                  <a:lnTo>
                    <a:pt x="124" y="352"/>
                  </a:lnTo>
                  <a:lnTo>
                    <a:pt x="103" y="125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5" name="Google Shape;305;p27">
              <a:extLst>
                <a:ext uri="{FF2B5EF4-FFF2-40B4-BE49-F238E27FC236}">
                  <a16:creationId xmlns:a16="http://schemas.microsoft.com/office/drawing/2014/main" id="{CBA7C9CA-22B8-ACA4-E29A-BC332F7BF0A6}"/>
                </a:ext>
              </a:extLst>
            </p:cNvPr>
            <p:cNvSpPr/>
            <p:nvPr/>
          </p:nvSpPr>
          <p:spPr>
            <a:xfrm>
              <a:off x="2094700" y="5189425"/>
              <a:ext cx="3100" cy="9325"/>
            </a:xfrm>
            <a:custGeom>
              <a:avLst/>
              <a:gdLst/>
              <a:ahLst/>
              <a:cxnLst/>
              <a:rect l="l" t="t" r="r" b="b"/>
              <a:pathLst>
                <a:path w="124" h="373" fill="none" extrusionOk="0">
                  <a:moveTo>
                    <a:pt x="41" y="1"/>
                  </a:moveTo>
                  <a:lnTo>
                    <a:pt x="41" y="1"/>
                  </a:lnTo>
                  <a:lnTo>
                    <a:pt x="21" y="125"/>
                  </a:lnTo>
                  <a:lnTo>
                    <a:pt x="0" y="372"/>
                  </a:lnTo>
                  <a:lnTo>
                    <a:pt x="0" y="372"/>
                  </a:lnTo>
                  <a:lnTo>
                    <a:pt x="124" y="352"/>
                  </a:lnTo>
                  <a:lnTo>
                    <a:pt x="124" y="352"/>
                  </a:lnTo>
                  <a:lnTo>
                    <a:pt x="103" y="125"/>
                  </a:lnTo>
                  <a:lnTo>
                    <a:pt x="83" y="1"/>
                  </a:lnTo>
                  <a:lnTo>
                    <a:pt x="4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6" name="Google Shape;306;p27">
              <a:extLst>
                <a:ext uri="{FF2B5EF4-FFF2-40B4-BE49-F238E27FC236}">
                  <a16:creationId xmlns:a16="http://schemas.microsoft.com/office/drawing/2014/main" id="{A08AB6A0-7FBB-CA79-5E3F-99F2749E672F}"/>
                </a:ext>
              </a:extLst>
            </p:cNvPr>
            <p:cNvSpPr/>
            <p:nvPr/>
          </p:nvSpPr>
          <p:spPr>
            <a:xfrm>
              <a:off x="2053400" y="5188925"/>
              <a:ext cx="3650" cy="13425"/>
            </a:xfrm>
            <a:custGeom>
              <a:avLst/>
              <a:gdLst/>
              <a:ahLst/>
              <a:cxnLst/>
              <a:rect l="l" t="t" r="r" b="b"/>
              <a:pathLst>
                <a:path w="146" h="537" extrusionOk="0">
                  <a:moveTo>
                    <a:pt x="63" y="0"/>
                  </a:moveTo>
                  <a:lnTo>
                    <a:pt x="21" y="186"/>
                  </a:lnTo>
                  <a:lnTo>
                    <a:pt x="1" y="537"/>
                  </a:lnTo>
                  <a:lnTo>
                    <a:pt x="145" y="537"/>
                  </a:lnTo>
                  <a:lnTo>
                    <a:pt x="125" y="186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" name="Google Shape;307;p27">
              <a:extLst>
                <a:ext uri="{FF2B5EF4-FFF2-40B4-BE49-F238E27FC236}">
                  <a16:creationId xmlns:a16="http://schemas.microsoft.com/office/drawing/2014/main" id="{781CE35A-EA08-B607-0C71-54B611BFA9CE}"/>
                </a:ext>
              </a:extLst>
            </p:cNvPr>
            <p:cNvSpPr/>
            <p:nvPr/>
          </p:nvSpPr>
          <p:spPr>
            <a:xfrm>
              <a:off x="2053400" y="5188925"/>
              <a:ext cx="3650" cy="13425"/>
            </a:xfrm>
            <a:custGeom>
              <a:avLst/>
              <a:gdLst/>
              <a:ahLst/>
              <a:cxnLst/>
              <a:rect l="l" t="t" r="r" b="b"/>
              <a:pathLst>
                <a:path w="146" h="537" fill="none" extrusionOk="0">
                  <a:moveTo>
                    <a:pt x="63" y="0"/>
                  </a:moveTo>
                  <a:lnTo>
                    <a:pt x="63" y="0"/>
                  </a:lnTo>
                  <a:lnTo>
                    <a:pt x="21" y="186"/>
                  </a:lnTo>
                  <a:lnTo>
                    <a:pt x="1" y="537"/>
                  </a:lnTo>
                  <a:lnTo>
                    <a:pt x="1" y="537"/>
                  </a:lnTo>
                  <a:lnTo>
                    <a:pt x="145" y="537"/>
                  </a:lnTo>
                  <a:lnTo>
                    <a:pt x="145" y="537"/>
                  </a:lnTo>
                  <a:lnTo>
                    <a:pt x="125" y="186"/>
                  </a:lnTo>
                  <a:lnTo>
                    <a:pt x="83" y="0"/>
                  </a:lnTo>
                  <a:lnTo>
                    <a:pt x="6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8" name="Google Shape;308;p27">
              <a:extLst>
                <a:ext uri="{FF2B5EF4-FFF2-40B4-BE49-F238E27FC236}">
                  <a16:creationId xmlns:a16="http://schemas.microsoft.com/office/drawing/2014/main" id="{015F5AD5-C3FB-A048-673C-8F58B81DE219}"/>
                </a:ext>
              </a:extLst>
            </p:cNvPr>
            <p:cNvSpPr/>
            <p:nvPr/>
          </p:nvSpPr>
          <p:spPr>
            <a:xfrm>
              <a:off x="2185000" y="5189425"/>
              <a:ext cx="2075" cy="2625"/>
            </a:xfrm>
            <a:custGeom>
              <a:avLst/>
              <a:gdLst/>
              <a:ahLst/>
              <a:cxnLst/>
              <a:rect l="l" t="t" r="r" b="b"/>
              <a:pathLst>
                <a:path w="83" h="105" extrusionOk="0">
                  <a:moveTo>
                    <a:pt x="21" y="1"/>
                  </a:moveTo>
                  <a:lnTo>
                    <a:pt x="0" y="104"/>
                  </a:lnTo>
                  <a:lnTo>
                    <a:pt x="83" y="104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9" name="Google Shape;309;p27">
              <a:extLst>
                <a:ext uri="{FF2B5EF4-FFF2-40B4-BE49-F238E27FC236}">
                  <a16:creationId xmlns:a16="http://schemas.microsoft.com/office/drawing/2014/main" id="{A1D1AA48-661C-A2C4-7007-BE58366EF137}"/>
                </a:ext>
              </a:extLst>
            </p:cNvPr>
            <p:cNvSpPr/>
            <p:nvPr/>
          </p:nvSpPr>
          <p:spPr>
            <a:xfrm>
              <a:off x="2185000" y="5189425"/>
              <a:ext cx="2075" cy="2625"/>
            </a:xfrm>
            <a:custGeom>
              <a:avLst/>
              <a:gdLst/>
              <a:ahLst/>
              <a:cxnLst/>
              <a:rect l="l" t="t" r="r" b="b"/>
              <a:pathLst>
                <a:path w="83" h="105" fill="none" extrusionOk="0">
                  <a:moveTo>
                    <a:pt x="21" y="1"/>
                  </a:moveTo>
                  <a:lnTo>
                    <a:pt x="21" y="1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83" y="104"/>
                  </a:lnTo>
                  <a:lnTo>
                    <a:pt x="83" y="104"/>
                  </a:lnTo>
                  <a:lnTo>
                    <a:pt x="62" y="1"/>
                  </a:lnTo>
                  <a:lnTo>
                    <a:pt x="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0" name="Google Shape;310;p27">
              <a:extLst>
                <a:ext uri="{FF2B5EF4-FFF2-40B4-BE49-F238E27FC236}">
                  <a16:creationId xmlns:a16="http://schemas.microsoft.com/office/drawing/2014/main" id="{204C598C-EC5C-50F3-6ADB-0414140FB7AE}"/>
                </a:ext>
              </a:extLst>
            </p:cNvPr>
            <p:cNvSpPr/>
            <p:nvPr/>
          </p:nvSpPr>
          <p:spPr>
            <a:xfrm>
              <a:off x="2143700" y="5189425"/>
              <a:ext cx="2625" cy="5200"/>
            </a:xfrm>
            <a:custGeom>
              <a:avLst/>
              <a:gdLst/>
              <a:ahLst/>
              <a:cxnLst/>
              <a:rect l="l" t="t" r="r" b="b"/>
              <a:pathLst>
                <a:path w="105" h="208" extrusionOk="0">
                  <a:moveTo>
                    <a:pt x="42" y="1"/>
                  </a:moveTo>
                  <a:lnTo>
                    <a:pt x="1" y="207"/>
                  </a:lnTo>
                  <a:lnTo>
                    <a:pt x="104" y="207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1" name="Google Shape;311;p27">
              <a:extLst>
                <a:ext uri="{FF2B5EF4-FFF2-40B4-BE49-F238E27FC236}">
                  <a16:creationId xmlns:a16="http://schemas.microsoft.com/office/drawing/2014/main" id="{ADBD9538-A572-E9DC-61AC-6E990D9F182E}"/>
                </a:ext>
              </a:extLst>
            </p:cNvPr>
            <p:cNvSpPr/>
            <p:nvPr/>
          </p:nvSpPr>
          <p:spPr>
            <a:xfrm>
              <a:off x="2143700" y="5189425"/>
              <a:ext cx="2625" cy="5200"/>
            </a:xfrm>
            <a:custGeom>
              <a:avLst/>
              <a:gdLst/>
              <a:ahLst/>
              <a:cxnLst/>
              <a:rect l="l" t="t" r="r" b="b"/>
              <a:pathLst>
                <a:path w="105" h="208" fill="none" extrusionOk="0">
                  <a:moveTo>
                    <a:pt x="42" y="1"/>
                  </a:moveTo>
                  <a:lnTo>
                    <a:pt x="42" y="1"/>
                  </a:lnTo>
                  <a:lnTo>
                    <a:pt x="1" y="207"/>
                  </a:lnTo>
                  <a:lnTo>
                    <a:pt x="1" y="207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84" y="1"/>
                  </a:lnTo>
                  <a:lnTo>
                    <a:pt x="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2" name="Google Shape;312;p27">
              <a:extLst>
                <a:ext uri="{FF2B5EF4-FFF2-40B4-BE49-F238E27FC236}">
                  <a16:creationId xmlns:a16="http://schemas.microsoft.com/office/drawing/2014/main" id="{A0E5BDC0-DAF2-05FD-5E1D-0EB5F5C15D6B}"/>
                </a:ext>
              </a:extLst>
            </p:cNvPr>
            <p:cNvSpPr/>
            <p:nvPr/>
          </p:nvSpPr>
          <p:spPr>
            <a:xfrm>
              <a:off x="1739150" y="5188400"/>
              <a:ext cx="303450" cy="1050"/>
            </a:xfrm>
            <a:custGeom>
              <a:avLst/>
              <a:gdLst/>
              <a:ahLst/>
              <a:cxnLst/>
              <a:rect l="l" t="t" r="r" b="b"/>
              <a:pathLst>
                <a:path w="12138" h="42" extrusionOk="0">
                  <a:moveTo>
                    <a:pt x="0" y="1"/>
                  </a:moveTo>
                  <a:lnTo>
                    <a:pt x="21" y="42"/>
                  </a:lnTo>
                  <a:lnTo>
                    <a:pt x="10692" y="42"/>
                  </a:lnTo>
                  <a:lnTo>
                    <a:pt x="12137" y="2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3" name="Google Shape;313;p27">
              <a:extLst>
                <a:ext uri="{FF2B5EF4-FFF2-40B4-BE49-F238E27FC236}">
                  <a16:creationId xmlns:a16="http://schemas.microsoft.com/office/drawing/2014/main" id="{A4E1800E-0D89-88FD-0926-8123F1D5C9F5}"/>
                </a:ext>
              </a:extLst>
            </p:cNvPr>
            <p:cNvSpPr/>
            <p:nvPr/>
          </p:nvSpPr>
          <p:spPr>
            <a:xfrm>
              <a:off x="1739150" y="5188400"/>
              <a:ext cx="303450" cy="1050"/>
            </a:xfrm>
            <a:custGeom>
              <a:avLst/>
              <a:gdLst/>
              <a:ahLst/>
              <a:cxnLst/>
              <a:rect l="l" t="t" r="r" b="b"/>
              <a:pathLst>
                <a:path w="12138" h="42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817" y="42"/>
                  </a:lnTo>
                  <a:lnTo>
                    <a:pt x="1817" y="42"/>
                  </a:lnTo>
                  <a:lnTo>
                    <a:pt x="1858" y="42"/>
                  </a:lnTo>
                  <a:lnTo>
                    <a:pt x="1858" y="42"/>
                  </a:lnTo>
                  <a:lnTo>
                    <a:pt x="3447" y="42"/>
                  </a:lnTo>
                  <a:lnTo>
                    <a:pt x="3447" y="42"/>
                  </a:lnTo>
                  <a:lnTo>
                    <a:pt x="3489" y="42"/>
                  </a:lnTo>
                  <a:lnTo>
                    <a:pt x="3489" y="42"/>
                  </a:lnTo>
                  <a:lnTo>
                    <a:pt x="4644" y="42"/>
                  </a:lnTo>
                  <a:lnTo>
                    <a:pt x="4644" y="42"/>
                  </a:lnTo>
                  <a:lnTo>
                    <a:pt x="5408" y="42"/>
                  </a:lnTo>
                  <a:lnTo>
                    <a:pt x="5408" y="42"/>
                  </a:lnTo>
                  <a:lnTo>
                    <a:pt x="5449" y="42"/>
                  </a:lnTo>
                  <a:lnTo>
                    <a:pt x="5449" y="42"/>
                  </a:lnTo>
                  <a:lnTo>
                    <a:pt x="7060" y="42"/>
                  </a:lnTo>
                  <a:lnTo>
                    <a:pt x="7060" y="42"/>
                  </a:lnTo>
                  <a:lnTo>
                    <a:pt x="7101" y="42"/>
                  </a:lnTo>
                  <a:lnTo>
                    <a:pt x="7101" y="42"/>
                  </a:lnTo>
                  <a:lnTo>
                    <a:pt x="9020" y="42"/>
                  </a:lnTo>
                  <a:lnTo>
                    <a:pt x="9020" y="42"/>
                  </a:lnTo>
                  <a:lnTo>
                    <a:pt x="9062" y="42"/>
                  </a:lnTo>
                  <a:lnTo>
                    <a:pt x="9062" y="42"/>
                  </a:lnTo>
                  <a:lnTo>
                    <a:pt x="10651" y="42"/>
                  </a:lnTo>
                  <a:lnTo>
                    <a:pt x="10651" y="42"/>
                  </a:lnTo>
                  <a:lnTo>
                    <a:pt x="10692" y="42"/>
                  </a:lnTo>
                  <a:lnTo>
                    <a:pt x="10692" y="42"/>
                  </a:lnTo>
                  <a:lnTo>
                    <a:pt x="12137" y="2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4" name="Google Shape;314;p27">
              <a:extLst>
                <a:ext uri="{FF2B5EF4-FFF2-40B4-BE49-F238E27FC236}">
                  <a16:creationId xmlns:a16="http://schemas.microsoft.com/office/drawing/2014/main" id="{DF4FCE8C-B41E-AFF2-E3FB-D393B5B41D96}"/>
                </a:ext>
              </a:extLst>
            </p:cNvPr>
            <p:cNvSpPr/>
            <p:nvPr/>
          </p:nvSpPr>
          <p:spPr>
            <a:xfrm>
              <a:off x="1443450" y="5325150"/>
              <a:ext cx="652800" cy="28400"/>
            </a:xfrm>
            <a:custGeom>
              <a:avLst/>
              <a:gdLst/>
              <a:ahLst/>
              <a:cxnLst/>
              <a:rect l="l" t="t" r="r" b="b"/>
              <a:pathLst>
                <a:path w="26112" h="1136" extrusionOk="0">
                  <a:moveTo>
                    <a:pt x="24213" y="62"/>
                  </a:moveTo>
                  <a:lnTo>
                    <a:pt x="24234" y="166"/>
                  </a:lnTo>
                  <a:lnTo>
                    <a:pt x="25162" y="124"/>
                  </a:lnTo>
                  <a:lnTo>
                    <a:pt x="26112" y="83"/>
                  </a:lnTo>
                  <a:lnTo>
                    <a:pt x="24213" y="62"/>
                  </a:lnTo>
                  <a:close/>
                  <a:moveTo>
                    <a:pt x="22562" y="62"/>
                  </a:moveTo>
                  <a:lnTo>
                    <a:pt x="22603" y="269"/>
                  </a:lnTo>
                  <a:lnTo>
                    <a:pt x="24151" y="166"/>
                  </a:lnTo>
                  <a:lnTo>
                    <a:pt x="24151" y="62"/>
                  </a:lnTo>
                  <a:close/>
                  <a:moveTo>
                    <a:pt x="20601" y="62"/>
                  </a:moveTo>
                  <a:lnTo>
                    <a:pt x="20642" y="413"/>
                  </a:lnTo>
                  <a:lnTo>
                    <a:pt x="22479" y="269"/>
                  </a:lnTo>
                  <a:lnTo>
                    <a:pt x="22520" y="62"/>
                  </a:lnTo>
                  <a:close/>
                  <a:moveTo>
                    <a:pt x="15048" y="62"/>
                  </a:moveTo>
                  <a:lnTo>
                    <a:pt x="15275" y="496"/>
                  </a:lnTo>
                  <a:lnTo>
                    <a:pt x="15296" y="228"/>
                  </a:lnTo>
                  <a:lnTo>
                    <a:pt x="15317" y="62"/>
                  </a:lnTo>
                  <a:close/>
                  <a:moveTo>
                    <a:pt x="18970" y="62"/>
                  </a:moveTo>
                  <a:lnTo>
                    <a:pt x="18991" y="248"/>
                  </a:lnTo>
                  <a:lnTo>
                    <a:pt x="19011" y="558"/>
                  </a:lnTo>
                  <a:lnTo>
                    <a:pt x="20518" y="434"/>
                  </a:lnTo>
                  <a:lnTo>
                    <a:pt x="20559" y="62"/>
                  </a:lnTo>
                  <a:close/>
                  <a:moveTo>
                    <a:pt x="17897" y="42"/>
                  </a:moveTo>
                  <a:lnTo>
                    <a:pt x="17009" y="62"/>
                  </a:lnTo>
                  <a:lnTo>
                    <a:pt x="17030" y="310"/>
                  </a:lnTo>
                  <a:lnTo>
                    <a:pt x="17071" y="744"/>
                  </a:lnTo>
                  <a:lnTo>
                    <a:pt x="18867" y="578"/>
                  </a:lnTo>
                  <a:lnTo>
                    <a:pt x="18888" y="248"/>
                  </a:lnTo>
                  <a:lnTo>
                    <a:pt x="18908" y="62"/>
                  </a:lnTo>
                  <a:lnTo>
                    <a:pt x="17897" y="42"/>
                  </a:lnTo>
                  <a:close/>
                  <a:moveTo>
                    <a:pt x="1" y="0"/>
                  </a:moveTo>
                  <a:lnTo>
                    <a:pt x="888" y="207"/>
                  </a:lnTo>
                  <a:lnTo>
                    <a:pt x="909" y="62"/>
                  </a:lnTo>
                  <a:lnTo>
                    <a:pt x="930" y="21"/>
                  </a:lnTo>
                  <a:lnTo>
                    <a:pt x="950" y="62"/>
                  </a:lnTo>
                  <a:lnTo>
                    <a:pt x="971" y="228"/>
                  </a:lnTo>
                  <a:lnTo>
                    <a:pt x="1735" y="372"/>
                  </a:lnTo>
                  <a:lnTo>
                    <a:pt x="2498" y="517"/>
                  </a:lnTo>
                  <a:lnTo>
                    <a:pt x="2519" y="145"/>
                  </a:lnTo>
                  <a:lnTo>
                    <a:pt x="2540" y="42"/>
                  </a:lnTo>
                  <a:lnTo>
                    <a:pt x="2560" y="21"/>
                  </a:lnTo>
                  <a:lnTo>
                    <a:pt x="2581" y="42"/>
                  </a:lnTo>
                  <a:lnTo>
                    <a:pt x="2602" y="145"/>
                  </a:lnTo>
                  <a:lnTo>
                    <a:pt x="2643" y="537"/>
                  </a:lnTo>
                  <a:lnTo>
                    <a:pt x="3530" y="682"/>
                  </a:lnTo>
                  <a:lnTo>
                    <a:pt x="4439" y="805"/>
                  </a:lnTo>
                  <a:lnTo>
                    <a:pt x="4480" y="269"/>
                  </a:lnTo>
                  <a:lnTo>
                    <a:pt x="4501" y="104"/>
                  </a:lnTo>
                  <a:lnTo>
                    <a:pt x="4521" y="21"/>
                  </a:lnTo>
                  <a:lnTo>
                    <a:pt x="2746" y="0"/>
                  </a:lnTo>
                  <a:close/>
                  <a:moveTo>
                    <a:pt x="15358" y="62"/>
                  </a:moveTo>
                  <a:lnTo>
                    <a:pt x="15399" y="331"/>
                  </a:lnTo>
                  <a:lnTo>
                    <a:pt x="15420" y="805"/>
                  </a:lnTo>
                  <a:lnTo>
                    <a:pt x="15461" y="888"/>
                  </a:lnTo>
                  <a:lnTo>
                    <a:pt x="16885" y="764"/>
                  </a:lnTo>
                  <a:lnTo>
                    <a:pt x="16927" y="310"/>
                  </a:lnTo>
                  <a:lnTo>
                    <a:pt x="16947" y="62"/>
                  </a:lnTo>
                  <a:close/>
                  <a:moveTo>
                    <a:pt x="4542" y="21"/>
                  </a:moveTo>
                  <a:lnTo>
                    <a:pt x="4562" y="104"/>
                  </a:lnTo>
                  <a:lnTo>
                    <a:pt x="4583" y="289"/>
                  </a:lnTo>
                  <a:lnTo>
                    <a:pt x="4624" y="826"/>
                  </a:lnTo>
                  <a:lnTo>
                    <a:pt x="5347" y="909"/>
                  </a:lnTo>
                  <a:lnTo>
                    <a:pt x="6069" y="971"/>
                  </a:lnTo>
                  <a:lnTo>
                    <a:pt x="6111" y="351"/>
                  </a:lnTo>
                  <a:lnTo>
                    <a:pt x="6131" y="145"/>
                  </a:lnTo>
                  <a:lnTo>
                    <a:pt x="6152" y="42"/>
                  </a:lnTo>
                  <a:lnTo>
                    <a:pt x="4542" y="21"/>
                  </a:lnTo>
                  <a:close/>
                  <a:moveTo>
                    <a:pt x="6193" y="42"/>
                  </a:moveTo>
                  <a:lnTo>
                    <a:pt x="6214" y="145"/>
                  </a:lnTo>
                  <a:lnTo>
                    <a:pt x="6234" y="351"/>
                  </a:lnTo>
                  <a:lnTo>
                    <a:pt x="6276" y="991"/>
                  </a:lnTo>
                  <a:lnTo>
                    <a:pt x="7143" y="1053"/>
                  </a:lnTo>
                  <a:lnTo>
                    <a:pt x="8030" y="1094"/>
                  </a:lnTo>
                  <a:lnTo>
                    <a:pt x="8072" y="393"/>
                  </a:lnTo>
                  <a:lnTo>
                    <a:pt x="8092" y="166"/>
                  </a:lnTo>
                  <a:lnTo>
                    <a:pt x="8113" y="42"/>
                  </a:lnTo>
                  <a:close/>
                  <a:moveTo>
                    <a:pt x="8154" y="42"/>
                  </a:moveTo>
                  <a:lnTo>
                    <a:pt x="8175" y="186"/>
                  </a:lnTo>
                  <a:lnTo>
                    <a:pt x="8195" y="413"/>
                  </a:lnTo>
                  <a:lnTo>
                    <a:pt x="8237" y="1094"/>
                  </a:lnTo>
                  <a:lnTo>
                    <a:pt x="9661" y="1136"/>
                  </a:lnTo>
                  <a:lnTo>
                    <a:pt x="9702" y="434"/>
                  </a:lnTo>
                  <a:lnTo>
                    <a:pt x="9723" y="186"/>
                  </a:lnTo>
                  <a:lnTo>
                    <a:pt x="9743" y="42"/>
                  </a:lnTo>
                  <a:close/>
                  <a:moveTo>
                    <a:pt x="9785" y="42"/>
                  </a:moveTo>
                  <a:lnTo>
                    <a:pt x="9826" y="186"/>
                  </a:lnTo>
                  <a:lnTo>
                    <a:pt x="9847" y="434"/>
                  </a:lnTo>
                  <a:lnTo>
                    <a:pt x="9867" y="1136"/>
                  </a:lnTo>
                  <a:lnTo>
                    <a:pt x="10094" y="1136"/>
                  </a:lnTo>
                  <a:lnTo>
                    <a:pt x="11519" y="1115"/>
                  </a:lnTo>
                  <a:lnTo>
                    <a:pt x="10136" y="42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5" name="Google Shape;315;p27">
              <a:extLst>
                <a:ext uri="{FF2B5EF4-FFF2-40B4-BE49-F238E27FC236}">
                  <a16:creationId xmlns:a16="http://schemas.microsoft.com/office/drawing/2014/main" id="{CB45AB0D-CF84-E00B-BDAF-5249D8C812CA}"/>
                </a:ext>
              </a:extLst>
            </p:cNvPr>
            <p:cNvSpPr/>
            <p:nvPr/>
          </p:nvSpPr>
          <p:spPr>
            <a:xfrm>
              <a:off x="2097775" y="5327225"/>
              <a:ext cx="17575" cy="25"/>
            </a:xfrm>
            <a:custGeom>
              <a:avLst/>
              <a:gdLst/>
              <a:ahLst/>
              <a:cxnLst/>
              <a:rect l="l" t="t" r="r" b="b"/>
              <a:pathLst>
                <a:path w="703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703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6" name="Google Shape;316;p27">
              <a:extLst>
                <a:ext uri="{FF2B5EF4-FFF2-40B4-BE49-F238E27FC236}">
                  <a16:creationId xmlns:a16="http://schemas.microsoft.com/office/drawing/2014/main" id="{27B6F853-FCDB-DE10-B69A-4BE719457239}"/>
                </a:ext>
              </a:extLst>
            </p:cNvPr>
            <p:cNvSpPr/>
            <p:nvPr/>
          </p:nvSpPr>
          <p:spPr>
            <a:xfrm>
              <a:off x="2048750" y="5326700"/>
              <a:ext cx="47500" cy="2600"/>
            </a:xfrm>
            <a:custGeom>
              <a:avLst/>
              <a:gdLst/>
              <a:ahLst/>
              <a:cxnLst/>
              <a:rect l="l" t="t" r="r" b="b"/>
              <a:pathLst>
                <a:path w="1900" h="10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950" y="62"/>
                  </a:lnTo>
                  <a:lnTo>
                    <a:pt x="1900" y="21"/>
                  </a:lnTo>
                  <a:lnTo>
                    <a:pt x="1900" y="21"/>
                  </a:lnTo>
                  <a:lnTo>
                    <a:pt x="1900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7" name="Google Shape;317;p27">
              <a:extLst>
                <a:ext uri="{FF2B5EF4-FFF2-40B4-BE49-F238E27FC236}">
                  <a16:creationId xmlns:a16="http://schemas.microsoft.com/office/drawing/2014/main" id="{7C9C4C7C-BB44-10EA-84C0-5447526F756B}"/>
                </a:ext>
              </a:extLst>
            </p:cNvPr>
            <p:cNvSpPr/>
            <p:nvPr/>
          </p:nvSpPr>
          <p:spPr>
            <a:xfrm>
              <a:off x="2007475" y="5326700"/>
              <a:ext cx="39775" cy="5175"/>
            </a:xfrm>
            <a:custGeom>
              <a:avLst/>
              <a:gdLst/>
              <a:ahLst/>
              <a:cxnLst/>
              <a:rect l="l" t="t" r="r" b="b"/>
              <a:pathLst>
                <a:path w="1591" h="207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42" y="207"/>
                  </a:lnTo>
                  <a:lnTo>
                    <a:pt x="42" y="207"/>
                  </a:lnTo>
                  <a:lnTo>
                    <a:pt x="1590" y="104"/>
                  </a:lnTo>
                  <a:lnTo>
                    <a:pt x="1590" y="104"/>
                  </a:lnTo>
                  <a:lnTo>
                    <a:pt x="1590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8" name="Google Shape;318;p27">
              <a:extLst>
                <a:ext uri="{FF2B5EF4-FFF2-40B4-BE49-F238E27FC236}">
                  <a16:creationId xmlns:a16="http://schemas.microsoft.com/office/drawing/2014/main" id="{D737AC89-70E0-A76C-071B-33ECC3B49AD4}"/>
                </a:ext>
              </a:extLst>
            </p:cNvPr>
            <p:cNvSpPr/>
            <p:nvPr/>
          </p:nvSpPr>
          <p:spPr>
            <a:xfrm>
              <a:off x="1958450" y="5326700"/>
              <a:ext cx="48025" cy="8800"/>
            </a:xfrm>
            <a:custGeom>
              <a:avLst/>
              <a:gdLst/>
              <a:ahLst/>
              <a:cxnLst/>
              <a:rect l="l" t="t" r="r" b="b"/>
              <a:pathLst>
                <a:path w="1921" h="352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42" y="351"/>
                  </a:lnTo>
                  <a:lnTo>
                    <a:pt x="42" y="351"/>
                  </a:lnTo>
                  <a:lnTo>
                    <a:pt x="1879" y="207"/>
                  </a:lnTo>
                  <a:lnTo>
                    <a:pt x="1879" y="207"/>
                  </a:lnTo>
                  <a:lnTo>
                    <a:pt x="1920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9" name="Google Shape;319;p27">
              <a:extLst>
                <a:ext uri="{FF2B5EF4-FFF2-40B4-BE49-F238E27FC236}">
                  <a16:creationId xmlns:a16="http://schemas.microsoft.com/office/drawing/2014/main" id="{06994660-1466-F117-A011-1296362FD394}"/>
                </a:ext>
              </a:extLst>
            </p:cNvPr>
            <p:cNvSpPr/>
            <p:nvPr/>
          </p:nvSpPr>
          <p:spPr>
            <a:xfrm>
              <a:off x="1917700" y="5326700"/>
              <a:ext cx="39750" cy="12400"/>
            </a:xfrm>
            <a:custGeom>
              <a:avLst/>
              <a:gdLst/>
              <a:ahLst/>
              <a:cxnLst/>
              <a:rect l="l" t="t" r="r" b="b"/>
              <a:pathLst>
                <a:path w="1590" h="496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186"/>
                  </a:lnTo>
                  <a:lnTo>
                    <a:pt x="41" y="496"/>
                  </a:lnTo>
                  <a:lnTo>
                    <a:pt x="41" y="496"/>
                  </a:lnTo>
                  <a:lnTo>
                    <a:pt x="1548" y="372"/>
                  </a:lnTo>
                  <a:lnTo>
                    <a:pt x="1548" y="372"/>
                  </a:lnTo>
                  <a:lnTo>
                    <a:pt x="1589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0" name="Google Shape;320;p27">
              <a:extLst>
                <a:ext uri="{FF2B5EF4-FFF2-40B4-BE49-F238E27FC236}">
                  <a16:creationId xmlns:a16="http://schemas.microsoft.com/office/drawing/2014/main" id="{152FBD61-04C1-F3B2-77B6-D0895BC183E6}"/>
                </a:ext>
              </a:extLst>
            </p:cNvPr>
            <p:cNvSpPr/>
            <p:nvPr/>
          </p:nvSpPr>
          <p:spPr>
            <a:xfrm>
              <a:off x="1819650" y="5326700"/>
              <a:ext cx="6725" cy="10850"/>
            </a:xfrm>
            <a:custGeom>
              <a:avLst/>
              <a:gdLst/>
              <a:ahLst/>
              <a:cxnLst/>
              <a:rect l="l" t="t" r="r" b="b"/>
              <a:pathLst>
                <a:path w="269" h="434" fill="none" extrusionOk="0">
                  <a:moveTo>
                    <a:pt x="269" y="0"/>
                  </a:moveTo>
                  <a:lnTo>
                    <a:pt x="269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27" y="434"/>
                  </a:lnTo>
                  <a:lnTo>
                    <a:pt x="227" y="434"/>
                  </a:lnTo>
                  <a:lnTo>
                    <a:pt x="248" y="166"/>
                  </a:lnTo>
                  <a:lnTo>
                    <a:pt x="26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1" name="Google Shape;321;p27">
              <a:extLst>
                <a:ext uri="{FF2B5EF4-FFF2-40B4-BE49-F238E27FC236}">
                  <a16:creationId xmlns:a16="http://schemas.microsoft.com/office/drawing/2014/main" id="{8B80C88A-2DFE-F600-DD00-882CD1A835DA}"/>
                </a:ext>
              </a:extLst>
            </p:cNvPr>
            <p:cNvSpPr/>
            <p:nvPr/>
          </p:nvSpPr>
          <p:spPr>
            <a:xfrm>
              <a:off x="1827375" y="5326700"/>
              <a:ext cx="39775" cy="20675"/>
            </a:xfrm>
            <a:custGeom>
              <a:avLst/>
              <a:gdLst/>
              <a:ahLst/>
              <a:cxnLst/>
              <a:rect l="l" t="t" r="r" b="b"/>
              <a:pathLst>
                <a:path w="1591" h="827" fill="none" extrusionOk="0">
                  <a:moveTo>
                    <a:pt x="1590" y="0"/>
                  </a:moveTo>
                  <a:lnTo>
                    <a:pt x="159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42" y="269"/>
                  </a:lnTo>
                  <a:lnTo>
                    <a:pt x="63" y="743"/>
                  </a:lnTo>
                  <a:lnTo>
                    <a:pt x="63" y="743"/>
                  </a:lnTo>
                  <a:lnTo>
                    <a:pt x="104" y="826"/>
                  </a:lnTo>
                  <a:lnTo>
                    <a:pt x="104" y="826"/>
                  </a:lnTo>
                  <a:lnTo>
                    <a:pt x="1528" y="702"/>
                  </a:lnTo>
                  <a:lnTo>
                    <a:pt x="1528" y="702"/>
                  </a:lnTo>
                  <a:lnTo>
                    <a:pt x="1570" y="248"/>
                  </a:lnTo>
                  <a:lnTo>
                    <a:pt x="159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2" name="Google Shape;322;p27">
              <a:extLst>
                <a:ext uri="{FF2B5EF4-FFF2-40B4-BE49-F238E27FC236}">
                  <a16:creationId xmlns:a16="http://schemas.microsoft.com/office/drawing/2014/main" id="{268E0F70-02B6-48C0-23CD-1CE1B6D3D5FA}"/>
                </a:ext>
              </a:extLst>
            </p:cNvPr>
            <p:cNvSpPr/>
            <p:nvPr/>
          </p:nvSpPr>
          <p:spPr>
            <a:xfrm>
              <a:off x="1868675" y="5326175"/>
              <a:ext cx="47500" cy="17575"/>
            </a:xfrm>
            <a:custGeom>
              <a:avLst/>
              <a:gdLst/>
              <a:ahLst/>
              <a:cxnLst/>
              <a:rect l="l" t="t" r="r" b="b"/>
              <a:pathLst>
                <a:path w="1900" h="703" fill="none" extrusionOk="0">
                  <a:moveTo>
                    <a:pt x="888" y="1"/>
                  </a:moveTo>
                  <a:lnTo>
                    <a:pt x="888" y="1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1" y="269"/>
                  </a:lnTo>
                  <a:lnTo>
                    <a:pt x="62" y="703"/>
                  </a:lnTo>
                  <a:lnTo>
                    <a:pt x="62" y="703"/>
                  </a:lnTo>
                  <a:lnTo>
                    <a:pt x="1858" y="537"/>
                  </a:lnTo>
                  <a:lnTo>
                    <a:pt x="1858" y="537"/>
                  </a:lnTo>
                  <a:lnTo>
                    <a:pt x="1879" y="207"/>
                  </a:lnTo>
                  <a:lnTo>
                    <a:pt x="1899" y="21"/>
                  </a:lnTo>
                  <a:lnTo>
                    <a:pt x="88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3" name="Google Shape;323;p27">
              <a:extLst>
                <a:ext uri="{FF2B5EF4-FFF2-40B4-BE49-F238E27FC236}">
                  <a16:creationId xmlns:a16="http://schemas.microsoft.com/office/drawing/2014/main" id="{E5D6AB8D-DB0E-2562-35A2-C8ED0DA5442F}"/>
                </a:ext>
              </a:extLst>
            </p:cNvPr>
            <p:cNvSpPr/>
            <p:nvPr/>
          </p:nvSpPr>
          <p:spPr>
            <a:xfrm>
              <a:off x="1688050" y="5326175"/>
              <a:ext cx="43375" cy="27375"/>
            </a:xfrm>
            <a:custGeom>
              <a:avLst/>
              <a:gdLst/>
              <a:ahLst/>
              <a:cxnLst/>
              <a:rect l="l" t="t" r="r" b="b"/>
              <a:pathLst>
                <a:path w="1735" h="1095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2" y="145"/>
                  </a:lnTo>
                  <a:lnTo>
                    <a:pt x="63" y="393"/>
                  </a:lnTo>
                  <a:lnTo>
                    <a:pt x="83" y="1095"/>
                  </a:lnTo>
                  <a:lnTo>
                    <a:pt x="83" y="1095"/>
                  </a:lnTo>
                  <a:lnTo>
                    <a:pt x="310" y="1095"/>
                  </a:lnTo>
                  <a:lnTo>
                    <a:pt x="310" y="1095"/>
                  </a:lnTo>
                  <a:lnTo>
                    <a:pt x="1735" y="1074"/>
                  </a:lnTo>
                  <a:lnTo>
                    <a:pt x="352" y="1"/>
                  </a:lnTo>
                  <a:lnTo>
                    <a:pt x="35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4" name="Google Shape;324;p27">
              <a:extLst>
                <a:ext uri="{FF2B5EF4-FFF2-40B4-BE49-F238E27FC236}">
                  <a16:creationId xmlns:a16="http://schemas.microsoft.com/office/drawing/2014/main" id="{8437E3CE-9155-80AE-608B-53472D4D40E9}"/>
                </a:ext>
              </a:extLst>
            </p:cNvPr>
            <p:cNvSpPr/>
            <p:nvPr/>
          </p:nvSpPr>
          <p:spPr>
            <a:xfrm>
              <a:off x="1647300" y="5326175"/>
              <a:ext cx="39750" cy="27375"/>
            </a:xfrm>
            <a:custGeom>
              <a:avLst/>
              <a:gdLst/>
              <a:ahLst/>
              <a:cxnLst/>
              <a:rect l="l" t="t" r="r" b="b"/>
              <a:pathLst>
                <a:path w="1590" h="1095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45"/>
                  </a:lnTo>
                  <a:lnTo>
                    <a:pt x="41" y="372"/>
                  </a:lnTo>
                  <a:lnTo>
                    <a:pt x="83" y="1053"/>
                  </a:lnTo>
                  <a:lnTo>
                    <a:pt x="83" y="1053"/>
                  </a:lnTo>
                  <a:lnTo>
                    <a:pt x="1507" y="1095"/>
                  </a:lnTo>
                  <a:lnTo>
                    <a:pt x="1507" y="1095"/>
                  </a:lnTo>
                  <a:lnTo>
                    <a:pt x="1548" y="393"/>
                  </a:lnTo>
                  <a:lnTo>
                    <a:pt x="1569" y="145"/>
                  </a:lnTo>
                  <a:lnTo>
                    <a:pt x="1589" y="1"/>
                  </a:lnTo>
                  <a:lnTo>
                    <a:pt x="1589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5" name="Google Shape;325;p27">
              <a:extLst>
                <a:ext uri="{FF2B5EF4-FFF2-40B4-BE49-F238E27FC236}">
                  <a16:creationId xmlns:a16="http://schemas.microsoft.com/office/drawing/2014/main" id="{FCECCF93-15A3-FCFA-DF2E-4DA70C4E6312}"/>
                </a:ext>
              </a:extLst>
            </p:cNvPr>
            <p:cNvSpPr/>
            <p:nvPr/>
          </p:nvSpPr>
          <p:spPr>
            <a:xfrm>
              <a:off x="1598275" y="5326175"/>
              <a:ext cx="48000" cy="26350"/>
            </a:xfrm>
            <a:custGeom>
              <a:avLst/>
              <a:gdLst/>
              <a:ahLst/>
              <a:cxnLst/>
              <a:rect l="l" t="t" r="r" b="b"/>
              <a:pathLst>
                <a:path w="1920" h="105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04"/>
                  </a:lnTo>
                  <a:lnTo>
                    <a:pt x="41" y="310"/>
                  </a:lnTo>
                  <a:lnTo>
                    <a:pt x="83" y="950"/>
                  </a:lnTo>
                  <a:lnTo>
                    <a:pt x="83" y="950"/>
                  </a:lnTo>
                  <a:lnTo>
                    <a:pt x="950" y="1012"/>
                  </a:lnTo>
                  <a:lnTo>
                    <a:pt x="1837" y="1053"/>
                  </a:lnTo>
                  <a:lnTo>
                    <a:pt x="1837" y="1053"/>
                  </a:lnTo>
                  <a:lnTo>
                    <a:pt x="1879" y="352"/>
                  </a:lnTo>
                  <a:lnTo>
                    <a:pt x="1899" y="125"/>
                  </a:lnTo>
                  <a:lnTo>
                    <a:pt x="1920" y="1"/>
                  </a:lnTo>
                  <a:lnTo>
                    <a:pt x="192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6" name="Google Shape;326;p27">
              <a:extLst>
                <a:ext uri="{FF2B5EF4-FFF2-40B4-BE49-F238E27FC236}">
                  <a16:creationId xmlns:a16="http://schemas.microsoft.com/office/drawing/2014/main" id="{A2F393A0-C7E9-F1A6-2884-4F7C97385AED}"/>
                </a:ext>
              </a:extLst>
            </p:cNvPr>
            <p:cNvSpPr/>
            <p:nvPr/>
          </p:nvSpPr>
          <p:spPr>
            <a:xfrm>
              <a:off x="1556975" y="5325675"/>
              <a:ext cx="40275" cy="23750"/>
            </a:xfrm>
            <a:custGeom>
              <a:avLst/>
              <a:gdLst/>
              <a:ahLst/>
              <a:cxnLst/>
              <a:rect l="l" t="t" r="r" b="b"/>
              <a:pathLst>
                <a:path w="1611" h="950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83"/>
                  </a:lnTo>
                  <a:lnTo>
                    <a:pt x="42" y="268"/>
                  </a:lnTo>
                  <a:lnTo>
                    <a:pt x="83" y="805"/>
                  </a:lnTo>
                  <a:lnTo>
                    <a:pt x="83" y="805"/>
                  </a:lnTo>
                  <a:lnTo>
                    <a:pt x="806" y="888"/>
                  </a:lnTo>
                  <a:lnTo>
                    <a:pt x="1528" y="950"/>
                  </a:lnTo>
                  <a:lnTo>
                    <a:pt x="1528" y="950"/>
                  </a:lnTo>
                  <a:lnTo>
                    <a:pt x="1570" y="330"/>
                  </a:lnTo>
                  <a:lnTo>
                    <a:pt x="1590" y="124"/>
                  </a:lnTo>
                  <a:lnTo>
                    <a:pt x="1611" y="21"/>
                  </a:lnTo>
                  <a:lnTo>
                    <a:pt x="1611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" name="Google Shape;327;p27">
              <a:extLst>
                <a:ext uri="{FF2B5EF4-FFF2-40B4-BE49-F238E27FC236}">
                  <a16:creationId xmlns:a16="http://schemas.microsoft.com/office/drawing/2014/main" id="{37DC2F33-CF3D-4243-ACE1-1E0C189575AC}"/>
                </a:ext>
              </a:extLst>
            </p:cNvPr>
            <p:cNvSpPr/>
            <p:nvPr/>
          </p:nvSpPr>
          <p:spPr>
            <a:xfrm>
              <a:off x="1443450" y="5325150"/>
              <a:ext cx="113050" cy="20150"/>
            </a:xfrm>
            <a:custGeom>
              <a:avLst/>
              <a:gdLst/>
              <a:ahLst/>
              <a:cxnLst/>
              <a:rect l="l" t="t" r="r" b="b"/>
              <a:pathLst>
                <a:path w="4522" h="806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88" y="207"/>
                  </a:lnTo>
                  <a:lnTo>
                    <a:pt x="888" y="207"/>
                  </a:lnTo>
                  <a:lnTo>
                    <a:pt x="909" y="62"/>
                  </a:lnTo>
                  <a:lnTo>
                    <a:pt x="930" y="21"/>
                  </a:lnTo>
                  <a:lnTo>
                    <a:pt x="930" y="21"/>
                  </a:lnTo>
                  <a:lnTo>
                    <a:pt x="950" y="62"/>
                  </a:lnTo>
                  <a:lnTo>
                    <a:pt x="971" y="228"/>
                  </a:lnTo>
                  <a:lnTo>
                    <a:pt x="971" y="228"/>
                  </a:lnTo>
                  <a:lnTo>
                    <a:pt x="1735" y="372"/>
                  </a:lnTo>
                  <a:lnTo>
                    <a:pt x="2498" y="517"/>
                  </a:lnTo>
                  <a:lnTo>
                    <a:pt x="2498" y="517"/>
                  </a:lnTo>
                  <a:lnTo>
                    <a:pt x="2519" y="145"/>
                  </a:lnTo>
                  <a:lnTo>
                    <a:pt x="2540" y="42"/>
                  </a:lnTo>
                  <a:lnTo>
                    <a:pt x="2560" y="21"/>
                  </a:lnTo>
                  <a:lnTo>
                    <a:pt x="2560" y="21"/>
                  </a:lnTo>
                  <a:lnTo>
                    <a:pt x="2581" y="42"/>
                  </a:lnTo>
                  <a:lnTo>
                    <a:pt x="2602" y="145"/>
                  </a:lnTo>
                  <a:lnTo>
                    <a:pt x="2643" y="537"/>
                  </a:lnTo>
                  <a:lnTo>
                    <a:pt x="2643" y="537"/>
                  </a:lnTo>
                  <a:lnTo>
                    <a:pt x="3530" y="682"/>
                  </a:lnTo>
                  <a:lnTo>
                    <a:pt x="4439" y="805"/>
                  </a:lnTo>
                  <a:lnTo>
                    <a:pt x="4439" y="805"/>
                  </a:lnTo>
                  <a:lnTo>
                    <a:pt x="4480" y="269"/>
                  </a:lnTo>
                  <a:lnTo>
                    <a:pt x="4501" y="104"/>
                  </a:lnTo>
                  <a:lnTo>
                    <a:pt x="4521" y="21"/>
                  </a:lnTo>
                  <a:lnTo>
                    <a:pt x="4521" y="21"/>
                  </a:lnTo>
                  <a:lnTo>
                    <a:pt x="2746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" name="Google Shape;328;p27">
              <a:extLst>
                <a:ext uri="{FF2B5EF4-FFF2-40B4-BE49-F238E27FC236}">
                  <a16:creationId xmlns:a16="http://schemas.microsoft.com/office/drawing/2014/main" id="{C2F2AE8B-0341-61BF-48A6-3268428AE0B8}"/>
                </a:ext>
              </a:extLst>
            </p:cNvPr>
            <p:cNvSpPr/>
            <p:nvPr/>
          </p:nvSpPr>
          <p:spPr>
            <a:xfrm>
              <a:off x="1505900" y="5325675"/>
              <a:ext cx="3625" cy="12925"/>
            </a:xfrm>
            <a:custGeom>
              <a:avLst/>
              <a:gdLst/>
              <a:ahLst/>
              <a:cxnLst/>
              <a:rect l="l" t="t" r="r" b="b"/>
              <a:pathLst>
                <a:path w="145" h="517" extrusionOk="0">
                  <a:moveTo>
                    <a:pt x="62" y="0"/>
                  </a:moveTo>
                  <a:lnTo>
                    <a:pt x="42" y="21"/>
                  </a:lnTo>
                  <a:lnTo>
                    <a:pt x="21" y="124"/>
                  </a:lnTo>
                  <a:lnTo>
                    <a:pt x="0" y="496"/>
                  </a:lnTo>
                  <a:lnTo>
                    <a:pt x="145" y="516"/>
                  </a:lnTo>
                  <a:lnTo>
                    <a:pt x="104" y="124"/>
                  </a:lnTo>
                  <a:lnTo>
                    <a:pt x="83" y="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9" name="Google Shape;329;p27">
              <a:extLst>
                <a:ext uri="{FF2B5EF4-FFF2-40B4-BE49-F238E27FC236}">
                  <a16:creationId xmlns:a16="http://schemas.microsoft.com/office/drawing/2014/main" id="{B6BDE214-82B2-A89C-A2BE-9600B1E65B6C}"/>
                </a:ext>
              </a:extLst>
            </p:cNvPr>
            <p:cNvSpPr/>
            <p:nvPr/>
          </p:nvSpPr>
          <p:spPr>
            <a:xfrm>
              <a:off x="1505900" y="5325675"/>
              <a:ext cx="3625" cy="12925"/>
            </a:xfrm>
            <a:custGeom>
              <a:avLst/>
              <a:gdLst/>
              <a:ahLst/>
              <a:cxnLst/>
              <a:rect l="l" t="t" r="r" b="b"/>
              <a:pathLst>
                <a:path w="145" h="517" fill="none" extrusionOk="0">
                  <a:moveTo>
                    <a:pt x="62" y="0"/>
                  </a:moveTo>
                  <a:lnTo>
                    <a:pt x="62" y="0"/>
                  </a:lnTo>
                  <a:lnTo>
                    <a:pt x="42" y="21"/>
                  </a:lnTo>
                  <a:lnTo>
                    <a:pt x="21" y="124"/>
                  </a:lnTo>
                  <a:lnTo>
                    <a:pt x="0" y="496"/>
                  </a:lnTo>
                  <a:lnTo>
                    <a:pt x="0" y="496"/>
                  </a:lnTo>
                  <a:lnTo>
                    <a:pt x="145" y="516"/>
                  </a:lnTo>
                  <a:lnTo>
                    <a:pt x="145" y="516"/>
                  </a:lnTo>
                  <a:lnTo>
                    <a:pt x="104" y="124"/>
                  </a:lnTo>
                  <a:lnTo>
                    <a:pt x="83" y="21"/>
                  </a:lnTo>
                  <a:lnTo>
                    <a:pt x="6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0" name="Google Shape;330;p27">
              <a:extLst>
                <a:ext uri="{FF2B5EF4-FFF2-40B4-BE49-F238E27FC236}">
                  <a16:creationId xmlns:a16="http://schemas.microsoft.com/office/drawing/2014/main" id="{4BD882DC-08AA-C35D-0C7F-96E61AFFDC97}"/>
                </a:ext>
              </a:extLst>
            </p:cNvPr>
            <p:cNvSpPr/>
            <p:nvPr/>
          </p:nvSpPr>
          <p:spPr>
            <a:xfrm>
              <a:off x="1465650" y="5325675"/>
              <a:ext cx="2075" cy="5175"/>
            </a:xfrm>
            <a:custGeom>
              <a:avLst/>
              <a:gdLst/>
              <a:ahLst/>
              <a:cxnLst/>
              <a:rect l="l" t="t" r="r" b="b"/>
              <a:pathLst>
                <a:path w="83" h="207" extrusionOk="0">
                  <a:moveTo>
                    <a:pt x="42" y="0"/>
                  </a:moveTo>
                  <a:lnTo>
                    <a:pt x="21" y="41"/>
                  </a:lnTo>
                  <a:lnTo>
                    <a:pt x="0" y="186"/>
                  </a:lnTo>
                  <a:lnTo>
                    <a:pt x="83" y="207"/>
                  </a:lnTo>
                  <a:lnTo>
                    <a:pt x="62" y="41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1" name="Google Shape;331;p27">
              <a:extLst>
                <a:ext uri="{FF2B5EF4-FFF2-40B4-BE49-F238E27FC236}">
                  <a16:creationId xmlns:a16="http://schemas.microsoft.com/office/drawing/2014/main" id="{CEF6369F-C5BB-9980-9F83-46DF1BCD2643}"/>
                </a:ext>
              </a:extLst>
            </p:cNvPr>
            <p:cNvSpPr/>
            <p:nvPr/>
          </p:nvSpPr>
          <p:spPr>
            <a:xfrm>
              <a:off x="1465650" y="5325675"/>
              <a:ext cx="2075" cy="5175"/>
            </a:xfrm>
            <a:custGeom>
              <a:avLst/>
              <a:gdLst/>
              <a:ahLst/>
              <a:cxnLst/>
              <a:rect l="l" t="t" r="r" b="b"/>
              <a:pathLst>
                <a:path w="83" h="207" fill="none" extrusionOk="0">
                  <a:moveTo>
                    <a:pt x="42" y="0"/>
                  </a:moveTo>
                  <a:lnTo>
                    <a:pt x="42" y="0"/>
                  </a:lnTo>
                  <a:lnTo>
                    <a:pt x="21" y="41"/>
                  </a:lnTo>
                  <a:lnTo>
                    <a:pt x="0" y="186"/>
                  </a:lnTo>
                  <a:lnTo>
                    <a:pt x="0" y="186"/>
                  </a:lnTo>
                  <a:lnTo>
                    <a:pt x="83" y="207"/>
                  </a:lnTo>
                  <a:lnTo>
                    <a:pt x="83" y="207"/>
                  </a:lnTo>
                  <a:lnTo>
                    <a:pt x="62" y="41"/>
                  </a:lnTo>
                  <a:lnTo>
                    <a:pt x="4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2" name="Google Shape;332;p27">
              <a:extLst>
                <a:ext uri="{FF2B5EF4-FFF2-40B4-BE49-F238E27FC236}">
                  <a16:creationId xmlns:a16="http://schemas.microsoft.com/office/drawing/2014/main" id="{29361A14-91CA-0126-5A8B-2C593614C3FB}"/>
                </a:ext>
              </a:extLst>
            </p:cNvPr>
            <p:cNvSpPr/>
            <p:nvPr/>
          </p:nvSpPr>
          <p:spPr>
            <a:xfrm>
              <a:off x="1595175" y="5326175"/>
              <a:ext cx="5175" cy="23775"/>
            </a:xfrm>
            <a:custGeom>
              <a:avLst/>
              <a:gdLst/>
              <a:ahLst/>
              <a:cxnLst/>
              <a:rect l="l" t="t" r="r" b="b"/>
              <a:pathLst>
                <a:path w="207" h="951" extrusionOk="0">
                  <a:moveTo>
                    <a:pt x="83" y="1"/>
                  </a:moveTo>
                  <a:lnTo>
                    <a:pt x="62" y="104"/>
                  </a:lnTo>
                  <a:lnTo>
                    <a:pt x="42" y="310"/>
                  </a:lnTo>
                  <a:lnTo>
                    <a:pt x="0" y="930"/>
                  </a:lnTo>
                  <a:lnTo>
                    <a:pt x="207" y="950"/>
                  </a:lnTo>
                  <a:lnTo>
                    <a:pt x="165" y="310"/>
                  </a:lnTo>
                  <a:lnTo>
                    <a:pt x="145" y="104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3" name="Google Shape;333;p27">
              <a:extLst>
                <a:ext uri="{FF2B5EF4-FFF2-40B4-BE49-F238E27FC236}">
                  <a16:creationId xmlns:a16="http://schemas.microsoft.com/office/drawing/2014/main" id="{022B4763-D36E-EBDB-16AB-3953161726F6}"/>
                </a:ext>
              </a:extLst>
            </p:cNvPr>
            <p:cNvSpPr/>
            <p:nvPr/>
          </p:nvSpPr>
          <p:spPr>
            <a:xfrm>
              <a:off x="1595175" y="5326175"/>
              <a:ext cx="5175" cy="23775"/>
            </a:xfrm>
            <a:custGeom>
              <a:avLst/>
              <a:gdLst/>
              <a:ahLst/>
              <a:cxnLst/>
              <a:rect l="l" t="t" r="r" b="b"/>
              <a:pathLst>
                <a:path w="207" h="951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2" y="104"/>
                  </a:lnTo>
                  <a:lnTo>
                    <a:pt x="42" y="310"/>
                  </a:lnTo>
                  <a:lnTo>
                    <a:pt x="0" y="930"/>
                  </a:lnTo>
                  <a:lnTo>
                    <a:pt x="0" y="930"/>
                  </a:lnTo>
                  <a:lnTo>
                    <a:pt x="207" y="950"/>
                  </a:lnTo>
                  <a:lnTo>
                    <a:pt x="207" y="950"/>
                  </a:lnTo>
                  <a:lnTo>
                    <a:pt x="165" y="310"/>
                  </a:lnTo>
                  <a:lnTo>
                    <a:pt x="145" y="104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4" name="Google Shape;334;p27">
              <a:extLst>
                <a:ext uri="{FF2B5EF4-FFF2-40B4-BE49-F238E27FC236}">
                  <a16:creationId xmlns:a16="http://schemas.microsoft.com/office/drawing/2014/main" id="{DEAA5C9E-68BB-36DC-CB3D-85BA34E99FEA}"/>
                </a:ext>
              </a:extLst>
            </p:cNvPr>
            <p:cNvSpPr/>
            <p:nvPr/>
          </p:nvSpPr>
          <p:spPr>
            <a:xfrm>
              <a:off x="1554400" y="5325675"/>
              <a:ext cx="4675" cy="20150"/>
            </a:xfrm>
            <a:custGeom>
              <a:avLst/>
              <a:gdLst/>
              <a:ahLst/>
              <a:cxnLst/>
              <a:rect l="l" t="t" r="r" b="b"/>
              <a:pathLst>
                <a:path w="187" h="806" extrusionOk="0">
                  <a:moveTo>
                    <a:pt x="83" y="0"/>
                  </a:moveTo>
                  <a:lnTo>
                    <a:pt x="63" y="83"/>
                  </a:lnTo>
                  <a:lnTo>
                    <a:pt x="42" y="248"/>
                  </a:lnTo>
                  <a:lnTo>
                    <a:pt x="1" y="784"/>
                  </a:lnTo>
                  <a:lnTo>
                    <a:pt x="186" y="805"/>
                  </a:lnTo>
                  <a:lnTo>
                    <a:pt x="145" y="268"/>
                  </a:lnTo>
                  <a:lnTo>
                    <a:pt x="124" y="83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5" name="Google Shape;335;p27">
              <a:extLst>
                <a:ext uri="{FF2B5EF4-FFF2-40B4-BE49-F238E27FC236}">
                  <a16:creationId xmlns:a16="http://schemas.microsoft.com/office/drawing/2014/main" id="{DFCC3F55-8FFF-FB3C-2E7B-E5EF6CF35226}"/>
                </a:ext>
              </a:extLst>
            </p:cNvPr>
            <p:cNvSpPr/>
            <p:nvPr/>
          </p:nvSpPr>
          <p:spPr>
            <a:xfrm>
              <a:off x="1554400" y="5325675"/>
              <a:ext cx="4675" cy="20150"/>
            </a:xfrm>
            <a:custGeom>
              <a:avLst/>
              <a:gdLst/>
              <a:ahLst/>
              <a:cxnLst/>
              <a:rect l="l" t="t" r="r" b="b"/>
              <a:pathLst>
                <a:path w="187" h="806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63" y="83"/>
                  </a:lnTo>
                  <a:lnTo>
                    <a:pt x="42" y="248"/>
                  </a:lnTo>
                  <a:lnTo>
                    <a:pt x="1" y="784"/>
                  </a:lnTo>
                  <a:lnTo>
                    <a:pt x="1" y="784"/>
                  </a:lnTo>
                  <a:lnTo>
                    <a:pt x="186" y="805"/>
                  </a:lnTo>
                  <a:lnTo>
                    <a:pt x="186" y="805"/>
                  </a:lnTo>
                  <a:lnTo>
                    <a:pt x="145" y="268"/>
                  </a:lnTo>
                  <a:lnTo>
                    <a:pt x="124" y="83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6" name="Google Shape;336;p27">
              <a:extLst>
                <a:ext uri="{FF2B5EF4-FFF2-40B4-BE49-F238E27FC236}">
                  <a16:creationId xmlns:a16="http://schemas.microsoft.com/office/drawing/2014/main" id="{45A3462B-F354-A486-B619-D4A6C2A158A1}"/>
                </a:ext>
              </a:extLst>
            </p:cNvPr>
            <p:cNvSpPr/>
            <p:nvPr/>
          </p:nvSpPr>
          <p:spPr>
            <a:xfrm>
              <a:off x="1684950" y="5326175"/>
              <a:ext cx="5200" cy="27375"/>
            </a:xfrm>
            <a:custGeom>
              <a:avLst/>
              <a:gdLst/>
              <a:ahLst/>
              <a:cxnLst/>
              <a:rect l="l" t="t" r="r" b="b"/>
              <a:pathLst>
                <a:path w="208" h="1095" extrusionOk="0">
                  <a:moveTo>
                    <a:pt x="83" y="1"/>
                  </a:moveTo>
                  <a:lnTo>
                    <a:pt x="63" y="145"/>
                  </a:lnTo>
                  <a:lnTo>
                    <a:pt x="42" y="393"/>
                  </a:lnTo>
                  <a:lnTo>
                    <a:pt x="1" y="1095"/>
                  </a:lnTo>
                  <a:lnTo>
                    <a:pt x="207" y="1095"/>
                  </a:lnTo>
                  <a:lnTo>
                    <a:pt x="187" y="393"/>
                  </a:lnTo>
                  <a:lnTo>
                    <a:pt x="166" y="145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7" name="Google Shape;337;p27">
              <a:extLst>
                <a:ext uri="{FF2B5EF4-FFF2-40B4-BE49-F238E27FC236}">
                  <a16:creationId xmlns:a16="http://schemas.microsoft.com/office/drawing/2014/main" id="{D02C84F7-DFF0-B5E7-9C19-FCCAD09C0953}"/>
                </a:ext>
              </a:extLst>
            </p:cNvPr>
            <p:cNvSpPr/>
            <p:nvPr/>
          </p:nvSpPr>
          <p:spPr>
            <a:xfrm>
              <a:off x="1684950" y="5326175"/>
              <a:ext cx="5200" cy="27375"/>
            </a:xfrm>
            <a:custGeom>
              <a:avLst/>
              <a:gdLst/>
              <a:ahLst/>
              <a:cxnLst/>
              <a:rect l="l" t="t" r="r" b="b"/>
              <a:pathLst>
                <a:path w="208" h="1095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3" y="145"/>
                  </a:lnTo>
                  <a:lnTo>
                    <a:pt x="42" y="393"/>
                  </a:lnTo>
                  <a:lnTo>
                    <a:pt x="1" y="1095"/>
                  </a:lnTo>
                  <a:lnTo>
                    <a:pt x="1" y="1095"/>
                  </a:lnTo>
                  <a:lnTo>
                    <a:pt x="207" y="1095"/>
                  </a:lnTo>
                  <a:lnTo>
                    <a:pt x="207" y="1095"/>
                  </a:lnTo>
                  <a:lnTo>
                    <a:pt x="187" y="393"/>
                  </a:lnTo>
                  <a:lnTo>
                    <a:pt x="166" y="145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8" name="Google Shape;338;p27">
              <a:extLst>
                <a:ext uri="{FF2B5EF4-FFF2-40B4-BE49-F238E27FC236}">
                  <a16:creationId xmlns:a16="http://schemas.microsoft.com/office/drawing/2014/main" id="{DF481982-C2F2-096E-2D88-4766CA8A0549}"/>
                </a:ext>
              </a:extLst>
            </p:cNvPr>
            <p:cNvSpPr/>
            <p:nvPr/>
          </p:nvSpPr>
          <p:spPr>
            <a:xfrm>
              <a:off x="1644200" y="5326175"/>
              <a:ext cx="5175" cy="26350"/>
            </a:xfrm>
            <a:custGeom>
              <a:avLst/>
              <a:gdLst/>
              <a:ahLst/>
              <a:cxnLst/>
              <a:rect l="l" t="t" r="r" b="b"/>
              <a:pathLst>
                <a:path w="207" h="1054" extrusionOk="0">
                  <a:moveTo>
                    <a:pt x="83" y="1"/>
                  </a:moveTo>
                  <a:lnTo>
                    <a:pt x="62" y="125"/>
                  </a:lnTo>
                  <a:lnTo>
                    <a:pt x="42" y="352"/>
                  </a:lnTo>
                  <a:lnTo>
                    <a:pt x="0" y="1053"/>
                  </a:lnTo>
                  <a:lnTo>
                    <a:pt x="207" y="1053"/>
                  </a:lnTo>
                  <a:lnTo>
                    <a:pt x="165" y="372"/>
                  </a:lnTo>
                  <a:lnTo>
                    <a:pt x="145" y="14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9" name="Google Shape;339;p27">
              <a:extLst>
                <a:ext uri="{FF2B5EF4-FFF2-40B4-BE49-F238E27FC236}">
                  <a16:creationId xmlns:a16="http://schemas.microsoft.com/office/drawing/2014/main" id="{7EC8E917-A5B5-CFFA-AA17-F37A2FD57D50}"/>
                </a:ext>
              </a:extLst>
            </p:cNvPr>
            <p:cNvSpPr/>
            <p:nvPr/>
          </p:nvSpPr>
          <p:spPr>
            <a:xfrm>
              <a:off x="1644200" y="5326175"/>
              <a:ext cx="5175" cy="26350"/>
            </a:xfrm>
            <a:custGeom>
              <a:avLst/>
              <a:gdLst/>
              <a:ahLst/>
              <a:cxnLst/>
              <a:rect l="l" t="t" r="r" b="b"/>
              <a:pathLst>
                <a:path w="207" h="1054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2" y="125"/>
                  </a:lnTo>
                  <a:lnTo>
                    <a:pt x="42" y="352"/>
                  </a:lnTo>
                  <a:lnTo>
                    <a:pt x="0" y="1053"/>
                  </a:lnTo>
                  <a:lnTo>
                    <a:pt x="0" y="1053"/>
                  </a:lnTo>
                  <a:lnTo>
                    <a:pt x="207" y="1053"/>
                  </a:lnTo>
                  <a:lnTo>
                    <a:pt x="207" y="1053"/>
                  </a:lnTo>
                  <a:lnTo>
                    <a:pt x="165" y="372"/>
                  </a:lnTo>
                  <a:lnTo>
                    <a:pt x="145" y="145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0" name="Google Shape;340;p27">
              <a:extLst>
                <a:ext uri="{FF2B5EF4-FFF2-40B4-BE49-F238E27FC236}">
                  <a16:creationId xmlns:a16="http://schemas.microsoft.com/office/drawing/2014/main" id="{F8E954C6-94AB-384E-7EA5-62D6BB9B04CC}"/>
                </a:ext>
              </a:extLst>
            </p:cNvPr>
            <p:cNvSpPr/>
            <p:nvPr/>
          </p:nvSpPr>
          <p:spPr>
            <a:xfrm>
              <a:off x="1865575" y="5326700"/>
              <a:ext cx="4675" cy="17575"/>
            </a:xfrm>
            <a:custGeom>
              <a:avLst/>
              <a:gdLst/>
              <a:ahLst/>
              <a:cxnLst/>
              <a:rect l="l" t="t" r="r" b="b"/>
              <a:pathLst>
                <a:path w="187" h="703" extrusionOk="0">
                  <a:moveTo>
                    <a:pt x="62" y="0"/>
                  </a:moveTo>
                  <a:lnTo>
                    <a:pt x="42" y="248"/>
                  </a:lnTo>
                  <a:lnTo>
                    <a:pt x="0" y="702"/>
                  </a:lnTo>
                  <a:lnTo>
                    <a:pt x="0" y="702"/>
                  </a:lnTo>
                  <a:lnTo>
                    <a:pt x="186" y="682"/>
                  </a:lnTo>
                  <a:lnTo>
                    <a:pt x="145" y="248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1" name="Google Shape;341;p27">
              <a:extLst>
                <a:ext uri="{FF2B5EF4-FFF2-40B4-BE49-F238E27FC236}">
                  <a16:creationId xmlns:a16="http://schemas.microsoft.com/office/drawing/2014/main" id="{F0C42BBA-38BD-A2DF-132E-80A8EE0A0D8F}"/>
                </a:ext>
              </a:extLst>
            </p:cNvPr>
            <p:cNvSpPr/>
            <p:nvPr/>
          </p:nvSpPr>
          <p:spPr>
            <a:xfrm>
              <a:off x="1865575" y="5326700"/>
              <a:ext cx="4675" cy="17575"/>
            </a:xfrm>
            <a:custGeom>
              <a:avLst/>
              <a:gdLst/>
              <a:ahLst/>
              <a:cxnLst/>
              <a:rect l="l" t="t" r="r" b="b"/>
              <a:pathLst>
                <a:path w="187" h="703" fill="none" extrusionOk="0">
                  <a:moveTo>
                    <a:pt x="124" y="0"/>
                  </a:moveTo>
                  <a:lnTo>
                    <a:pt x="124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42" y="248"/>
                  </a:lnTo>
                  <a:lnTo>
                    <a:pt x="0" y="702"/>
                  </a:lnTo>
                  <a:lnTo>
                    <a:pt x="0" y="702"/>
                  </a:lnTo>
                  <a:lnTo>
                    <a:pt x="186" y="682"/>
                  </a:lnTo>
                  <a:lnTo>
                    <a:pt x="186" y="682"/>
                  </a:lnTo>
                  <a:lnTo>
                    <a:pt x="145" y="248"/>
                  </a:lnTo>
                  <a:lnTo>
                    <a:pt x="12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2" name="Google Shape;342;p27">
              <a:extLst>
                <a:ext uri="{FF2B5EF4-FFF2-40B4-BE49-F238E27FC236}">
                  <a16:creationId xmlns:a16="http://schemas.microsoft.com/office/drawing/2014/main" id="{BDD33B46-0D3A-DDDA-97DA-4D61AAF699A8}"/>
                </a:ext>
              </a:extLst>
            </p:cNvPr>
            <p:cNvSpPr/>
            <p:nvPr/>
          </p:nvSpPr>
          <p:spPr>
            <a:xfrm>
              <a:off x="1825325" y="5326700"/>
              <a:ext cx="3625" cy="18600"/>
            </a:xfrm>
            <a:custGeom>
              <a:avLst/>
              <a:gdLst/>
              <a:ahLst/>
              <a:cxnLst/>
              <a:rect l="l" t="t" r="r" b="b"/>
              <a:pathLst>
                <a:path w="145" h="744" extrusionOk="0">
                  <a:moveTo>
                    <a:pt x="42" y="0"/>
                  </a:moveTo>
                  <a:lnTo>
                    <a:pt x="21" y="166"/>
                  </a:lnTo>
                  <a:lnTo>
                    <a:pt x="0" y="434"/>
                  </a:lnTo>
                  <a:lnTo>
                    <a:pt x="145" y="743"/>
                  </a:lnTo>
                  <a:lnTo>
                    <a:pt x="124" y="269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3" name="Google Shape;343;p27">
              <a:extLst>
                <a:ext uri="{FF2B5EF4-FFF2-40B4-BE49-F238E27FC236}">
                  <a16:creationId xmlns:a16="http://schemas.microsoft.com/office/drawing/2014/main" id="{21E25FF0-B9E7-FA81-C3EB-6DD887C50F41}"/>
                </a:ext>
              </a:extLst>
            </p:cNvPr>
            <p:cNvSpPr/>
            <p:nvPr/>
          </p:nvSpPr>
          <p:spPr>
            <a:xfrm>
              <a:off x="1825325" y="5326700"/>
              <a:ext cx="3625" cy="18600"/>
            </a:xfrm>
            <a:custGeom>
              <a:avLst/>
              <a:gdLst/>
              <a:ahLst/>
              <a:cxnLst/>
              <a:rect l="l" t="t" r="r" b="b"/>
              <a:pathLst>
                <a:path w="145" h="744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21" y="166"/>
                  </a:lnTo>
                  <a:lnTo>
                    <a:pt x="0" y="434"/>
                  </a:lnTo>
                  <a:lnTo>
                    <a:pt x="0" y="434"/>
                  </a:lnTo>
                  <a:lnTo>
                    <a:pt x="145" y="743"/>
                  </a:lnTo>
                  <a:lnTo>
                    <a:pt x="145" y="743"/>
                  </a:lnTo>
                  <a:lnTo>
                    <a:pt x="124" y="269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4" name="Google Shape;344;p27">
              <a:extLst>
                <a:ext uri="{FF2B5EF4-FFF2-40B4-BE49-F238E27FC236}">
                  <a16:creationId xmlns:a16="http://schemas.microsoft.com/office/drawing/2014/main" id="{26814EA7-14AE-8B18-413D-472493557B74}"/>
                </a:ext>
              </a:extLst>
            </p:cNvPr>
            <p:cNvSpPr/>
            <p:nvPr/>
          </p:nvSpPr>
          <p:spPr>
            <a:xfrm>
              <a:off x="1956400" y="5326700"/>
              <a:ext cx="3125" cy="9300"/>
            </a:xfrm>
            <a:custGeom>
              <a:avLst/>
              <a:gdLst/>
              <a:ahLst/>
              <a:cxnLst/>
              <a:rect l="l" t="t" r="r" b="b"/>
              <a:pathLst>
                <a:path w="125" h="372" extrusionOk="0">
                  <a:moveTo>
                    <a:pt x="41" y="0"/>
                  </a:moveTo>
                  <a:lnTo>
                    <a:pt x="0" y="372"/>
                  </a:lnTo>
                  <a:lnTo>
                    <a:pt x="124" y="351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5" name="Google Shape;345;p27">
              <a:extLst>
                <a:ext uri="{FF2B5EF4-FFF2-40B4-BE49-F238E27FC236}">
                  <a16:creationId xmlns:a16="http://schemas.microsoft.com/office/drawing/2014/main" id="{2E4819CD-3AF0-7191-ECBB-38EDB97D86B4}"/>
                </a:ext>
              </a:extLst>
            </p:cNvPr>
            <p:cNvSpPr/>
            <p:nvPr/>
          </p:nvSpPr>
          <p:spPr>
            <a:xfrm>
              <a:off x="1956400" y="5326700"/>
              <a:ext cx="3125" cy="9300"/>
            </a:xfrm>
            <a:custGeom>
              <a:avLst/>
              <a:gdLst/>
              <a:ahLst/>
              <a:cxnLst/>
              <a:rect l="l" t="t" r="r" b="b"/>
              <a:pathLst>
                <a:path w="125" h="372" fill="none" extrusionOk="0">
                  <a:moveTo>
                    <a:pt x="41" y="0"/>
                  </a:moveTo>
                  <a:lnTo>
                    <a:pt x="41" y="0"/>
                  </a:lnTo>
                  <a:lnTo>
                    <a:pt x="0" y="372"/>
                  </a:lnTo>
                  <a:lnTo>
                    <a:pt x="0" y="372"/>
                  </a:lnTo>
                  <a:lnTo>
                    <a:pt x="124" y="351"/>
                  </a:lnTo>
                  <a:lnTo>
                    <a:pt x="124" y="351"/>
                  </a:lnTo>
                  <a:lnTo>
                    <a:pt x="83" y="0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6" name="Google Shape;346;p27">
              <a:extLst>
                <a:ext uri="{FF2B5EF4-FFF2-40B4-BE49-F238E27FC236}">
                  <a16:creationId xmlns:a16="http://schemas.microsoft.com/office/drawing/2014/main" id="{41838034-5DEA-C43F-6662-3D6F71281568}"/>
                </a:ext>
              </a:extLst>
            </p:cNvPr>
            <p:cNvSpPr/>
            <p:nvPr/>
          </p:nvSpPr>
          <p:spPr>
            <a:xfrm>
              <a:off x="1915100" y="5326700"/>
              <a:ext cx="3650" cy="12925"/>
            </a:xfrm>
            <a:custGeom>
              <a:avLst/>
              <a:gdLst/>
              <a:ahLst/>
              <a:cxnLst/>
              <a:rect l="l" t="t" r="r" b="b"/>
              <a:pathLst>
                <a:path w="146" h="517" extrusionOk="0">
                  <a:moveTo>
                    <a:pt x="42" y="0"/>
                  </a:moveTo>
                  <a:lnTo>
                    <a:pt x="22" y="186"/>
                  </a:lnTo>
                  <a:lnTo>
                    <a:pt x="1" y="516"/>
                  </a:lnTo>
                  <a:lnTo>
                    <a:pt x="145" y="496"/>
                  </a:lnTo>
                  <a:lnTo>
                    <a:pt x="125" y="186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7" name="Google Shape;347;p27">
              <a:extLst>
                <a:ext uri="{FF2B5EF4-FFF2-40B4-BE49-F238E27FC236}">
                  <a16:creationId xmlns:a16="http://schemas.microsoft.com/office/drawing/2014/main" id="{C3CB6F8B-21BA-1E8E-1975-9F6F92386EB7}"/>
                </a:ext>
              </a:extLst>
            </p:cNvPr>
            <p:cNvSpPr/>
            <p:nvPr/>
          </p:nvSpPr>
          <p:spPr>
            <a:xfrm>
              <a:off x="1915100" y="5326700"/>
              <a:ext cx="3650" cy="12925"/>
            </a:xfrm>
            <a:custGeom>
              <a:avLst/>
              <a:gdLst/>
              <a:ahLst/>
              <a:cxnLst/>
              <a:rect l="l" t="t" r="r" b="b"/>
              <a:pathLst>
                <a:path w="146" h="517" fill="none" extrusionOk="0">
                  <a:moveTo>
                    <a:pt x="42" y="0"/>
                  </a:moveTo>
                  <a:lnTo>
                    <a:pt x="42" y="0"/>
                  </a:lnTo>
                  <a:lnTo>
                    <a:pt x="22" y="186"/>
                  </a:lnTo>
                  <a:lnTo>
                    <a:pt x="1" y="516"/>
                  </a:lnTo>
                  <a:lnTo>
                    <a:pt x="1" y="516"/>
                  </a:lnTo>
                  <a:lnTo>
                    <a:pt x="145" y="496"/>
                  </a:lnTo>
                  <a:lnTo>
                    <a:pt x="145" y="496"/>
                  </a:lnTo>
                  <a:lnTo>
                    <a:pt x="125" y="186"/>
                  </a:lnTo>
                  <a:lnTo>
                    <a:pt x="104" y="0"/>
                  </a:lnTo>
                  <a:lnTo>
                    <a:pt x="4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" name="Google Shape;348;p27">
              <a:extLst>
                <a:ext uri="{FF2B5EF4-FFF2-40B4-BE49-F238E27FC236}">
                  <a16:creationId xmlns:a16="http://schemas.microsoft.com/office/drawing/2014/main" id="{D2A15D48-7CA2-B946-4013-45E2F72C3E2F}"/>
                </a:ext>
              </a:extLst>
            </p:cNvPr>
            <p:cNvSpPr/>
            <p:nvPr/>
          </p:nvSpPr>
          <p:spPr>
            <a:xfrm>
              <a:off x="2047225" y="5326700"/>
              <a:ext cx="2075" cy="2600"/>
            </a:xfrm>
            <a:custGeom>
              <a:avLst/>
              <a:gdLst/>
              <a:ahLst/>
              <a:cxnLst/>
              <a:rect l="l" t="t" r="r" b="b"/>
              <a:pathLst>
                <a:path w="83" h="104" extrusionOk="0">
                  <a:moveTo>
                    <a:pt x="0" y="0"/>
                  </a:moveTo>
                  <a:lnTo>
                    <a:pt x="0" y="104"/>
                  </a:lnTo>
                  <a:lnTo>
                    <a:pt x="83" y="104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9" name="Google Shape;349;p27">
              <a:extLst>
                <a:ext uri="{FF2B5EF4-FFF2-40B4-BE49-F238E27FC236}">
                  <a16:creationId xmlns:a16="http://schemas.microsoft.com/office/drawing/2014/main" id="{6FE518BD-F896-0796-7F38-17319F96668B}"/>
                </a:ext>
              </a:extLst>
            </p:cNvPr>
            <p:cNvSpPr/>
            <p:nvPr/>
          </p:nvSpPr>
          <p:spPr>
            <a:xfrm>
              <a:off x="2047225" y="5326700"/>
              <a:ext cx="2075" cy="2600"/>
            </a:xfrm>
            <a:custGeom>
              <a:avLst/>
              <a:gdLst/>
              <a:ahLst/>
              <a:cxnLst/>
              <a:rect l="l" t="t" r="r" b="b"/>
              <a:pathLst>
                <a:path w="83" h="104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83" y="104"/>
                  </a:lnTo>
                  <a:lnTo>
                    <a:pt x="83" y="104"/>
                  </a:lnTo>
                  <a:lnTo>
                    <a:pt x="62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0" name="Google Shape;350;p27">
              <a:extLst>
                <a:ext uri="{FF2B5EF4-FFF2-40B4-BE49-F238E27FC236}">
                  <a16:creationId xmlns:a16="http://schemas.microsoft.com/office/drawing/2014/main" id="{DF871452-01A0-413A-0130-73AC0F7A1006}"/>
                </a:ext>
              </a:extLst>
            </p:cNvPr>
            <p:cNvSpPr/>
            <p:nvPr/>
          </p:nvSpPr>
          <p:spPr>
            <a:xfrm>
              <a:off x="2005425" y="5326700"/>
              <a:ext cx="3100" cy="5175"/>
            </a:xfrm>
            <a:custGeom>
              <a:avLst/>
              <a:gdLst/>
              <a:ahLst/>
              <a:cxnLst/>
              <a:rect l="l" t="t" r="r" b="b"/>
              <a:pathLst>
                <a:path w="124" h="207" extrusionOk="0">
                  <a:moveTo>
                    <a:pt x="41" y="0"/>
                  </a:moveTo>
                  <a:lnTo>
                    <a:pt x="0" y="207"/>
                  </a:lnTo>
                  <a:lnTo>
                    <a:pt x="124" y="207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1" name="Google Shape;351;p27">
              <a:extLst>
                <a:ext uri="{FF2B5EF4-FFF2-40B4-BE49-F238E27FC236}">
                  <a16:creationId xmlns:a16="http://schemas.microsoft.com/office/drawing/2014/main" id="{4EF5C557-A823-1464-88D2-54CE846B833A}"/>
                </a:ext>
              </a:extLst>
            </p:cNvPr>
            <p:cNvSpPr/>
            <p:nvPr/>
          </p:nvSpPr>
          <p:spPr>
            <a:xfrm>
              <a:off x="2005425" y="5326700"/>
              <a:ext cx="3100" cy="5175"/>
            </a:xfrm>
            <a:custGeom>
              <a:avLst/>
              <a:gdLst/>
              <a:ahLst/>
              <a:cxnLst/>
              <a:rect l="l" t="t" r="r" b="b"/>
              <a:pathLst>
                <a:path w="124" h="207" fill="none" extrusionOk="0">
                  <a:moveTo>
                    <a:pt x="41" y="0"/>
                  </a:moveTo>
                  <a:lnTo>
                    <a:pt x="41" y="0"/>
                  </a:lnTo>
                  <a:lnTo>
                    <a:pt x="0" y="207"/>
                  </a:lnTo>
                  <a:lnTo>
                    <a:pt x="0" y="207"/>
                  </a:lnTo>
                  <a:lnTo>
                    <a:pt x="124" y="207"/>
                  </a:lnTo>
                  <a:lnTo>
                    <a:pt x="124" y="207"/>
                  </a:lnTo>
                  <a:lnTo>
                    <a:pt x="83" y="0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2" name="Google Shape;352;p27">
              <a:extLst>
                <a:ext uri="{FF2B5EF4-FFF2-40B4-BE49-F238E27FC236}">
                  <a16:creationId xmlns:a16="http://schemas.microsoft.com/office/drawing/2014/main" id="{3067B566-0B17-8E3D-C925-083DC64C3A30}"/>
                </a:ext>
              </a:extLst>
            </p:cNvPr>
            <p:cNvSpPr/>
            <p:nvPr/>
          </p:nvSpPr>
          <p:spPr>
            <a:xfrm>
              <a:off x="2096225" y="5327225"/>
              <a:ext cx="1575" cy="25"/>
            </a:xfrm>
            <a:custGeom>
              <a:avLst/>
              <a:gdLst/>
              <a:ahLst/>
              <a:cxnLst/>
              <a:rect l="l" t="t" r="r" b="b"/>
              <a:pathLst>
                <a:path w="63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3" name="Google Shape;353;p27">
              <a:extLst>
                <a:ext uri="{FF2B5EF4-FFF2-40B4-BE49-F238E27FC236}">
                  <a16:creationId xmlns:a16="http://schemas.microsoft.com/office/drawing/2014/main" id="{E8AD0443-9B40-6743-04BB-A8C49AF7BE93}"/>
                </a:ext>
              </a:extLst>
            </p:cNvPr>
            <p:cNvSpPr/>
            <p:nvPr/>
          </p:nvSpPr>
          <p:spPr>
            <a:xfrm>
              <a:off x="2096225" y="5327225"/>
              <a:ext cx="1575" cy="25"/>
            </a:xfrm>
            <a:custGeom>
              <a:avLst/>
              <a:gdLst/>
              <a:ahLst/>
              <a:cxnLst/>
              <a:rect l="l" t="t" r="r" b="b"/>
              <a:pathLst>
                <a:path w="63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4" name="Google Shape;354;p27">
              <a:extLst>
                <a:ext uri="{FF2B5EF4-FFF2-40B4-BE49-F238E27FC236}">
                  <a16:creationId xmlns:a16="http://schemas.microsoft.com/office/drawing/2014/main" id="{96F65144-B8EB-0574-094D-A9E60D3345D9}"/>
                </a:ext>
              </a:extLst>
            </p:cNvPr>
            <p:cNvSpPr/>
            <p:nvPr/>
          </p:nvSpPr>
          <p:spPr>
            <a:xfrm>
              <a:off x="2115325" y="5327225"/>
              <a:ext cx="20675" cy="25"/>
            </a:xfrm>
            <a:custGeom>
              <a:avLst/>
              <a:gdLst/>
              <a:ahLst/>
              <a:cxnLst/>
              <a:rect l="l" t="t" r="r" b="b"/>
              <a:pathLst>
                <a:path w="827" h="1" extrusionOk="0">
                  <a:moveTo>
                    <a:pt x="290" y="0"/>
                  </a:moveTo>
                  <a:lnTo>
                    <a:pt x="290" y="0"/>
                  </a:lnTo>
                  <a:lnTo>
                    <a:pt x="1" y="0"/>
                  </a:lnTo>
                  <a:lnTo>
                    <a:pt x="826" y="0"/>
                  </a:lnTo>
                  <a:lnTo>
                    <a:pt x="826" y="0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B250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5" name="Google Shape;355;p27">
              <a:extLst>
                <a:ext uri="{FF2B5EF4-FFF2-40B4-BE49-F238E27FC236}">
                  <a16:creationId xmlns:a16="http://schemas.microsoft.com/office/drawing/2014/main" id="{C91F7F17-29C4-70C9-0CDF-AF9A52BE1CA9}"/>
                </a:ext>
              </a:extLst>
            </p:cNvPr>
            <p:cNvSpPr/>
            <p:nvPr/>
          </p:nvSpPr>
          <p:spPr>
            <a:xfrm>
              <a:off x="2115325" y="5327225"/>
              <a:ext cx="20675" cy="25"/>
            </a:xfrm>
            <a:custGeom>
              <a:avLst/>
              <a:gdLst/>
              <a:ahLst/>
              <a:cxnLst/>
              <a:rect l="l" t="t" r="r" b="b"/>
              <a:pathLst>
                <a:path w="827" h="1" fill="none" extrusionOk="0">
                  <a:moveTo>
                    <a:pt x="290" y="0"/>
                  </a:moveTo>
                  <a:lnTo>
                    <a:pt x="290" y="0"/>
                  </a:lnTo>
                  <a:lnTo>
                    <a:pt x="1" y="0"/>
                  </a:lnTo>
                  <a:lnTo>
                    <a:pt x="826" y="0"/>
                  </a:lnTo>
                  <a:lnTo>
                    <a:pt x="826" y="0"/>
                  </a:lnTo>
                  <a:lnTo>
                    <a:pt x="29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6" name="Google Shape;356;p27">
              <a:extLst>
                <a:ext uri="{FF2B5EF4-FFF2-40B4-BE49-F238E27FC236}">
                  <a16:creationId xmlns:a16="http://schemas.microsoft.com/office/drawing/2014/main" id="{B5AE7A17-785F-B101-A9B1-72B01ACAD25F}"/>
                </a:ext>
              </a:extLst>
            </p:cNvPr>
            <p:cNvSpPr/>
            <p:nvPr/>
          </p:nvSpPr>
          <p:spPr>
            <a:xfrm>
              <a:off x="1512100" y="5325150"/>
              <a:ext cx="378775" cy="1575"/>
            </a:xfrm>
            <a:custGeom>
              <a:avLst/>
              <a:gdLst/>
              <a:ahLst/>
              <a:cxnLst/>
              <a:rect l="l" t="t" r="r" b="b"/>
              <a:pathLst>
                <a:path w="15151" h="63" extrusionOk="0">
                  <a:moveTo>
                    <a:pt x="0" y="0"/>
                  </a:moveTo>
                  <a:lnTo>
                    <a:pt x="1775" y="21"/>
                  </a:lnTo>
                  <a:lnTo>
                    <a:pt x="1796" y="21"/>
                  </a:lnTo>
                  <a:lnTo>
                    <a:pt x="3406" y="42"/>
                  </a:lnTo>
                  <a:lnTo>
                    <a:pt x="7390" y="42"/>
                  </a:lnTo>
                  <a:lnTo>
                    <a:pt x="7348" y="21"/>
                  </a:lnTo>
                  <a:lnTo>
                    <a:pt x="0" y="0"/>
                  </a:lnTo>
                  <a:close/>
                  <a:moveTo>
                    <a:pt x="12282" y="42"/>
                  </a:moveTo>
                  <a:lnTo>
                    <a:pt x="12302" y="62"/>
                  </a:lnTo>
                  <a:lnTo>
                    <a:pt x="14263" y="62"/>
                  </a:lnTo>
                  <a:lnTo>
                    <a:pt x="15151" y="42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7" name="Google Shape;357;p27">
              <a:extLst>
                <a:ext uri="{FF2B5EF4-FFF2-40B4-BE49-F238E27FC236}">
                  <a16:creationId xmlns:a16="http://schemas.microsoft.com/office/drawing/2014/main" id="{B1B14786-2093-91E2-9B74-B8BA6CD5949B}"/>
                </a:ext>
              </a:extLst>
            </p:cNvPr>
            <p:cNvSpPr/>
            <p:nvPr/>
          </p:nvSpPr>
          <p:spPr>
            <a:xfrm>
              <a:off x="1819125" y="5326175"/>
              <a:ext cx="71750" cy="550"/>
            </a:xfrm>
            <a:custGeom>
              <a:avLst/>
              <a:gdLst/>
              <a:ahLst/>
              <a:cxnLst/>
              <a:rect l="l" t="t" r="r" b="b"/>
              <a:pathLst>
                <a:path w="2870" h="2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21"/>
                  </a:lnTo>
                  <a:lnTo>
                    <a:pt x="21" y="21"/>
                  </a:lnTo>
                  <a:lnTo>
                    <a:pt x="290" y="21"/>
                  </a:lnTo>
                  <a:lnTo>
                    <a:pt x="290" y="21"/>
                  </a:lnTo>
                  <a:lnTo>
                    <a:pt x="331" y="21"/>
                  </a:lnTo>
                  <a:lnTo>
                    <a:pt x="331" y="21"/>
                  </a:lnTo>
                  <a:lnTo>
                    <a:pt x="1920" y="21"/>
                  </a:lnTo>
                  <a:lnTo>
                    <a:pt x="1920" y="21"/>
                  </a:lnTo>
                  <a:lnTo>
                    <a:pt x="1982" y="21"/>
                  </a:lnTo>
                  <a:lnTo>
                    <a:pt x="1982" y="21"/>
                  </a:lnTo>
                  <a:lnTo>
                    <a:pt x="2870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" name="Google Shape;358;p27">
              <a:extLst>
                <a:ext uri="{FF2B5EF4-FFF2-40B4-BE49-F238E27FC236}">
                  <a16:creationId xmlns:a16="http://schemas.microsoft.com/office/drawing/2014/main" id="{A5C04A84-A3C4-6FCB-F1EE-B853ADB3C3F9}"/>
                </a:ext>
              </a:extLst>
            </p:cNvPr>
            <p:cNvSpPr/>
            <p:nvPr/>
          </p:nvSpPr>
          <p:spPr>
            <a:xfrm>
              <a:off x="1512100" y="5325150"/>
              <a:ext cx="184750" cy="1050"/>
            </a:xfrm>
            <a:custGeom>
              <a:avLst/>
              <a:gdLst/>
              <a:ahLst/>
              <a:cxnLst/>
              <a:rect l="l" t="t" r="r" b="b"/>
              <a:pathLst>
                <a:path w="7390" h="4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1775" y="21"/>
                  </a:lnTo>
                  <a:lnTo>
                    <a:pt x="1775" y="21"/>
                  </a:lnTo>
                  <a:lnTo>
                    <a:pt x="1796" y="21"/>
                  </a:lnTo>
                  <a:lnTo>
                    <a:pt x="1796" y="21"/>
                  </a:lnTo>
                  <a:lnTo>
                    <a:pt x="3406" y="42"/>
                  </a:lnTo>
                  <a:lnTo>
                    <a:pt x="3406" y="42"/>
                  </a:lnTo>
                  <a:lnTo>
                    <a:pt x="3447" y="42"/>
                  </a:lnTo>
                  <a:lnTo>
                    <a:pt x="3447" y="42"/>
                  </a:lnTo>
                  <a:lnTo>
                    <a:pt x="5367" y="42"/>
                  </a:lnTo>
                  <a:lnTo>
                    <a:pt x="5367" y="42"/>
                  </a:lnTo>
                  <a:lnTo>
                    <a:pt x="5408" y="42"/>
                  </a:lnTo>
                  <a:lnTo>
                    <a:pt x="5408" y="42"/>
                  </a:lnTo>
                  <a:lnTo>
                    <a:pt x="6997" y="42"/>
                  </a:lnTo>
                  <a:lnTo>
                    <a:pt x="6997" y="42"/>
                  </a:lnTo>
                  <a:lnTo>
                    <a:pt x="7039" y="42"/>
                  </a:lnTo>
                  <a:lnTo>
                    <a:pt x="7039" y="42"/>
                  </a:lnTo>
                  <a:lnTo>
                    <a:pt x="7390" y="42"/>
                  </a:lnTo>
                  <a:lnTo>
                    <a:pt x="7348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9" name="Google Shape;359;p27">
              <a:extLst>
                <a:ext uri="{FF2B5EF4-FFF2-40B4-BE49-F238E27FC236}">
                  <a16:creationId xmlns:a16="http://schemas.microsoft.com/office/drawing/2014/main" id="{4DDDECA3-21C4-6C56-6140-19D95862DF59}"/>
                </a:ext>
              </a:extLst>
            </p:cNvPr>
            <p:cNvSpPr/>
            <p:nvPr/>
          </p:nvSpPr>
          <p:spPr>
            <a:xfrm>
              <a:off x="1548200" y="5056300"/>
              <a:ext cx="19125" cy="6225"/>
            </a:xfrm>
            <a:custGeom>
              <a:avLst/>
              <a:gdLst/>
              <a:ahLst/>
              <a:cxnLst/>
              <a:rect l="l" t="t" r="r" b="b"/>
              <a:pathLst>
                <a:path w="765" h="249" extrusionOk="0">
                  <a:moveTo>
                    <a:pt x="228" y="0"/>
                  </a:moveTo>
                  <a:lnTo>
                    <a:pt x="104" y="42"/>
                  </a:lnTo>
                  <a:lnTo>
                    <a:pt x="22" y="83"/>
                  </a:lnTo>
                  <a:lnTo>
                    <a:pt x="1" y="104"/>
                  </a:lnTo>
                  <a:lnTo>
                    <a:pt x="1" y="124"/>
                  </a:lnTo>
                  <a:lnTo>
                    <a:pt x="1" y="145"/>
                  </a:lnTo>
                  <a:lnTo>
                    <a:pt x="22" y="166"/>
                  </a:lnTo>
                  <a:lnTo>
                    <a:pt x="104" y="207"/>
                  </a:lnTo>
                  <a:lnTo>
                    <a:pt x="228" y="248"/>
                  </a:lnTo>
                  <a:lnTo>
                    <a:pt x="517" y="248"/>
                  </a:lnTo>
                  <a:lnTo>
                    <a:pt x="641" y="207"/>
                  </a:lnTo>
                  <a:lnTo>
                    <a:pt x="723" y="166"/>
                  </a:lnTo>
                  <a:lnTo>
                    <a:pt x="744" y="145"/>
                  </a:lnTo>
                  <a:lnTo>
                    <a:pt x="765" y="124"/>
                  </a:lnTo>
                  <a:lnTo>
                    <a:pt x="744" y="104"/>
                  </a:lnTo>
                  <a:lnTo>
                    <a:pt x="723" y="83"/>
                  </a:lnTo>
                  <a:lnTo>
                    <a:pt x="641" y="42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0" name="Google Shape;360;p27">
              <a:extLst>
                <a:ext uri="{FF2B5EF4-FFF2-40B4-BE49-F238E27FC236}">
                  <a16:creationId xmlns:a16="http://schemas.microsoft.com/office/drawing/2014/main" id="{9D9004FC-1327-82B3-A1AE-23492C733DC7}"/>
                </a:ext>
              </a:extLst>
            </p:cNvPr>
            <p:cNvSpPr/>
            <p:nvPr/>
          </p:nvSpPr>
          <p:spPr>
            <a:xfrm>
              <a:off x="1585375" y="5056825"/>
              <a:ext cx="85675" cy="6200"/>
            </a:xfrm>
            <a:custGeom>
              <a:avLst/>
              <a:gdLst/>
              <a:ahLst/>
              <a:cxnLst/>
              <a:rect l="l" t="t" r="r" b="b"/>
              <a:pathLst>
                <a:path w="3427" h="248" extrusionOk="0">
                  <a:moveTo>
                    <a:pt x="1032" y="0"/>
                  </a:moveTo>
                  <a:lnTo>
                    <a:pt x="496" y="21"/>
                  </a:lnTo>
                  <a:lnTo>
                    <a:pt x="124" y="62"/>
                  </a:lnTo>
                  <a:lnTo>
                    <a:pt x="21" y="103"/>
                  </a:lnTo>
                  <a:lnTo>
                    <a:pt x="0" y="124"/>
                  </a:lnTo>
                  <a:lnTo>
                    <a:pt x="21" y="145"/>
                  </a:lnTo>
                  <a:lnTo>
                    <a:pt x="124" y="165"/>
                  </a:lnTo>
                  <a:lnTo>
                    <a:pt x="496" y="206"/>
                  </a:lnTo>
                  <a:lnTo>
                    <a:pt x="1032" y="227"/>
                  </a:lnTo>
                  <a:lnTo>
                    <a:pt x="1713" y="248"/>
                  </a:lnTo>
                  <a:lnTo>
                    <a:pt x="2374" y="227"/>
                  </a:lnTo>
                  <a:lnTo>
                    <a:pt x="2931" y="206"/>
                  </a:lnTo>
                  <a:lnTo>
                    <a:pt x="3303" y="165"/>
                  </a:lnTo>
                  <a:lnTo>
                    <a:pt x="3406" y="145"/>
                  </a:lnTo>
                  <a:lnTo>
                    <a:pt x="3427" y="124"/>
                  </a:lnTo>
                  <a:lnTo>
                    <a:pt x="3406" y="103"/>
                  </a:lnTo>
                  <a:lnTo>
                    <a:pt x="3303" y="62"/>
                  </a:lnTo>
                  <a:lnTo>
                    <a:pt x="2931" y="21"/>
                  </a:lnTo>
                  <a:lnTo>
                    <a:pt x="2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1" name="Google Shape;361;p27">
              <a:extLst>
                <a:ext uri="{FF2B5EF4-FFF2-40B4-BE49-F238E27FC236}">
                  <a16:creationId xmlns:a16="http://schemas.microsoft.com/office/drawing/2014/main" id="{EA743A61-BBDA-7CA9-1235-C8BA9BA65E61}"/>
                </a:ext>
              </a:extLst>
            </p:cNvPr>
            <p:cNvSpPr/>
            <p:nvPr/>
          </p:nvSpPr>
          <p:spPr>
            <a:xfrm>
              <a:off x="1585375" y="5056825"/>
              <a:ext cx="85675" cy="6200"/>
            </a:xfrm>
            <a:custGeom>
              <a:avLst/>
              <a:gdLst/>
              <a:ahLst/>
              <a:cxnLst/>
              <a:rect l="l" t="t" r="r" b="b"/>
              <a:pathLst>
                <a:path w="3427" h="248" fill="none" extrusionOk="0">
                  <a:moveTo>
                    <a:pt x="3427" y="124"/>
                  </a:moveTo>
                  <a:lnTo>
                    <a:pt x="3427" y="124"/>
                  </a:lnTo>
                  <a:lnTo>
                    <a:pt x="3406" y="145"/>
                  </a:lnTo>
                  <a:lnTo>
                    <a:pt x="3303" y="165"/>
                  </a:lnTo>
                  <a:lnTo>
                    <a:pt x="2931" y="206"/>
                  </a:lnTo>
                  <a:lnTo>
                    <a:pt x="2374" y="227"/>
                  </a:lnTo>
                  <a:lnTo>
                    <a:pt x="1713" y="248"/>
                  </a:lnTo>
                  <a:lnTo>
                    <a:pt x="1713" y="248"/>
                  </a:lnTo>
                  <a:lnTo>
                    <a:pt x="1032" y="227"/>
                  </a:lnTo>
                  <a:lnTo>
                    <a:pt x="496" y="206"/>
                  </a:lnTo>
                  <a:lnTo>
                    <a:pt x="124" y="165"/>
                  </a:lnTo>
                  <a:lnTo>
                    <a:pt x="21" y="145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21" y="103"/>
                  </a:lnTo>
                  <a:lnTo>
                    <a:pt x="124" y="62"/>
                  </a:lnTo>
                  <a:lnTo>
                    <a:pt x="496" y="21"/>
                  </a:lnTo>
                  <a:lnTo>
                    <a:pt x="1032" y="0"/>
                  </a:lnTo>
                  <a:lnTo>
                    <a:pt x="1713" y="0"/>
                  </a:lnTo>
                  <a:lnTo>
                    <a:pt x="1713" y="0"/>
                  </a:lnTo>
                  <a:lnTo>
                    <a:pt x="2374" y="0"/>
                  </a:lnTo>
                  <a:lnTo>
                    <a:pt x="2931" y="21"/>
                  </a:lnTo>
                  <a:lnTo>
                    <a:pt x="3303" y="62"/>
                  </a:lnTo>
                  <a:lnTo>
                    <a:pt x="3406" y="103"/>
                  </a:lnTo>
                  <a:lnTo>
                    <a:pt x="3427" y="1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2" name="Google Shape;362;p27">
              <a:extLst>
                <a:ext uri="{FF2B5EF4-FFF2-40B4-BE49-F238E27FC236}">
                  <a16:creationId xmlns:a16="http://schemas.microsoft.com/office/drawing/2014/main" id="{1328BB6C-EEE0-E553-AD3E-1CAC2B768066}"/>
                </a:ext>
              </a:extLst>
            </p:cNvPr>
            <p:cNvSpPr/>
            <p:nvPr/>
          </p:nvSpPr>
          <p:spPr>
            <a:xfrm>
              <a:off x="1704050" y="5056825"/>
              <a:ext cx="86200" cy="6200"/>
            </a:xfrm>
            <a:custGeom>
              <a:avLst/>
              <a:gdLst/>
              <a:ahLst/>
              <a:cxnLst/>
              <a:rect l="l" t="t" r="r" b="b"/>
              <a:pathLst>
                <a:path w="3448" h="248" extrusionOk="0">
                  <a:moveTo>
                    <a:pt x="1053" y="0"/>
                  </a:moveTo>
                  <a:lnTo>
                    <a:pt x="496" y="21"/>
                  </a:lnTo>
                  <a:lnTo>
                    <a:pt x="145" y="62"/>
                  </a:lnTo>
                  <a:lnTo>
                    <a:pt x="42" y="103"/>
                  </a:lnTo>
                  <a:lnTo>
                    <a:pt x="1" y="124"/>
                  </a:lnTo>
                  <a:lnTo>
                    <a:pt x="42" y="145"/>
                  </a:lnTo>
                  <a:lnTo>
                    <a:pt x="145" y="165"/>
                  </a:lnTo>
                  <a:lnTo>
                    <a:pt x="496" y="206"/>
                  </a:lnTo>
                  <a:lnTo>
                    <a:pt x="1053" y="227"/>
                  </a:lnTo>
                  <a:lnTo>
                    <a:pt x="1714" y="248"/>
                  </a:lnTo>
                  <a:lnTo>
                    <a:pt x="2395" y="227"/>
                  </a:lnTo>
                  <a:lnTo>
                    <a:pt x="2932" y="206"/>
                  </a:lnTo>
                  <a:lnTo>
                    <a:pt x="3303" y="165"/>
                  </a:lnTo>
                  <a:lnTo>
                    <a:pt x="3406" y="145"/>
                  </a:lnTo>
                  <a:lnTo>
                    <a:pt x="3448" y="124"/>
                  </a:lnTo>
                  <a:lnTo>
                    <a:pt x="3406" y="103"/>
                  </a:lnTo>
                  <a:lnTo>
                    <a:pt x="3303" y="62"/>
                  </a:lnTo>
                  <a:lnTo>
                    <a:pt x="2932" y="21"/>
                  </a:lnTo>
                  <a:lnTo>
                    <a:pt x="2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3" name="Google Shape;363;p27">
              <a:extLst>
                <a:ext uri="{FF2B5EF4-FFF2-40B4-BE49-F238E27FC236}">
                  <a16:creationId xmlns:a16="http://schemas.microsoft.com/office/drawing/2014/main" id="{384791A6-7B92-3380-4011-97EAA31D40E7}"/>
                </a:ext>
              </a:extLst>
            </p:cNvPr>
            <p:cNvSpPr/>
            <p:nvPr/>
          </p:nvSpPr>
          <p:spPr>
            <a:xfrm>
              <a:off x="5651700" y="4722950"/>
              <a:ext cx="806575" cy="146575"/>
            </a:xfrm>
            <a:custGeom>
              <a:avLst/>
              <a:gdLst/>
              <a:ahLst/>
              <a:cxnLst/>
              <a:rect l="l" t="t" r="r" b="b"/>
              <a:pathLst>
                <a:path w="32263" h="5863" extrusionOk="0">
                  <a:moveTo>
                    <a:pt x="0" y="0"/>
                  </a:moveTo>
                  <a:lnTo>
                    <a:pt x="0" y="5862"/>
                  </a:lnTo>
                  <a:lnTo>
                    <a:pt x="32262" y="5862"/>
                  </a:lnTo>
                  <a:lnTo>
                    <a:pt x="322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4" name="Google Shape;364;p27">
              <a:extLst>
                <a:ext uri="{FF2B5EF4-FFF2-40B4-BE49-F238E27FC236}">
                  <a16:creationId xmlns:a16="http://schemas.microsoft.com/office/drawing/2014/main" id="{1B17A68A-1444-C45A-4D06-1DBCE666148C}"/>
                </a:ext>
              </a:extLst>
            </p:cNvPr>
            <p:cNvSpPr/>
            <p:nvPr/>
          </p:nvSpPr>
          <p:spPr>
            <a:xfrm>
              <a:off x="5651700" y="4722950"/>
              <a:ext cx="806575" cy="146575"/>
            </a:xfrm>
            <a:custGeom>
              <a:avLst/>
              <a:gdLst/>
              <a:ahLst/>
              <a:cxnLst/>
              <a:rect l="l" t="t" r="r" b="b"/>
              <a:pathLst>
                <a:path w="32263" h="5863" fill="none" extrusionOk="0">
                  <a:moveTo>
                    <a:pt x="32262" y="5862"/>
                  </a:moveTo>
                  <a:lnTo>
                    <a:pt x="0" y="5862"/>
                  </a:lnTo>
                  <a:lnTo>
                    <a:pt x="0" y="0"/>
                  </a:lnTo>
                  <a:lnTo>
                    <a:pt x="32262" y="0"/>
                  </a:lnTo>
                  <a:lnTo>
                    <a:pt x="32262" y="586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5" name="Google Shape;365;p27">
              <a:extLst>
                <a:ext uri="{FF2B5EF4-FFF2-40B4-BE49-F238E27FC236}">
                  <a16:creationId xmlns:a16="http://schemas.microsoft.com/office/drawing/2014/main" id="{5B23C744-5CD4-79CB-22E8-CFFDA56DC183}"/>
                </a:ext>
              </a:extLst>
            </p:cNvPr>
            <p:cNvSpPr/>
            <p:nvPr/>
          </p:nvSpPr>
          <p:spPr>
            <a:xfrm>
              <a:off x="5727550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24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24" y="5822"/>
                  </a:lnTo>
                  <a:lnTo>
                    <a:pt x="145" y="5801"/>
                  </a:lnTo>
                  <a:lnTo>
                    <a:pt x="165" y="5760"/>
                  </a:lnTo>
                  <a:lnTo>
                    <a:pt x="186" y="5594"/>
                  </a:lnTo>
                  <a:lnTo>
                    <a:pt x="227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6" name="Google Shape;366;p27">
              <a:extLst>
                <a:ext uri="{FF2B5EF4-FFF2-40B4-BE49-F238E27FC236}">
                  <a16:creationId xmlns:a16="http://schemas.microsoft.com/office/drawing/2014/main" id="{E7EB9D48-F5EF-7DDD-EE95-4737036B3031}"/>
                </a:ext>
              </a:extLst>
            </p:cNvPr>
            <p:cNvSpPr/>
            <p:nvPr/>
          </p:nvSpPr>
          <p:spPr>
            <a:xfrm>
              <a:off x="5727550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24" y="5822"/>
                  </a:moveTo>
                  <a:lnTo>
                    <a:pt x="124" y="5822"/>
                  </a:lnTo>
                  <a:lnTo>
                    <a:pt x="124" y="5801"/>
                  </a:lnTo>
                  <a:lnTo>
                    <a:pt x="104" y="5760"/>
                  </a:lnTo>
                  <a:lnTo>
                    <a:pt x="83" y="5594"/>
                  </a:lnTo>
                  <a:lnTo>
                    <a:pt x="42" y="4975"/>
                  </a:lnTo>
                  <a:lnTo>
                    <a:pt x="0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27" y="868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46"/>
                  </a:lnTo>
                  <a:lnTo>
                    <a:pt x="227" y="4975"/>
                  </a:lnTo>
                  <a:lnTo>
                    <a:pt x="186" y="5594"/>
                  </a:lnTo>
                  <a:lnTo>
                    <a:pt x="165" y="5760"/>
                  </a:lnTo>
                  <a:lnTo>
                    <a:pt x="145" y="5801"/>
                  </a:lnTo>
                  <a:lnTo>
                    <a:pt x="124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7" name="Google Shape;367;p27">
              <a:extLst>
                <a:ext uri="{FF2B5EF4-FFF2-40B4-BE49-F238E27FC236}">
                  <a16:creationId xmlns:a16="http://schemas.microsoft.com/office/drawing/2014/main" id="{1E89BEB5-A906-F6CE-E5BD-8519181865BD}"/>
                </a:ext>
              </a:extLst>
            </p:cNvPr>
            <p:cNvSpPr/>
            <p:nvPr/>
          </p:nvSpPr>
          <p:spPr>
            <a:xfrm>
              <a:off x="5683175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03" y="63"/>
                  </a:lnTo>
                  <a:lnTo>
                    <a:pt x="83" y="228"/>
                  </a:lnTo>
                  <a:lnTo>
                    <a:pt x="41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1" y="4975"/>
                  </a:lnTo>
                  <a:lnTo>
                    <a:pt x="83" y="5594"/>
                  </a:lnTo>
                  <a:lnTo>
                    <a:pt x="103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5" y="5760"/>
                  </a:lnTo>
                  <a:lnTo>
                    <a:pt x="186" y="5594"/>
                  </a:lnTo>
                  <a:lnTo>
                    <a:pt x="227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" name="Google Shape;368;p27">
              <a:extLst>
                <a:ext uri="{FF2B5EF4-FFF2-40B4-BE49-F238E27FC236}">
                  <a16:creationId xmlns:a16="http://schemas.microsoft.com/office/drawing/2014/main" id="{41FEF07F-24D9-33E1-A1E3-A8B4ADC335BA}"/>
                </a:ext>
              </a:extLst>
            </p:cNvPr>
            <p:cNvSpPr/>
            <p:nvPr/>
          </p:nvSpPr>
          <p:spPr>
            <a:xfrm>
              <a:off x="5683175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4" y="5801"/>
                  </a:lnTo>
                  <a:lnTo>
                    <a:pt x="103" y="5760"/>
                  </a:lnTo>
                  <a:lnTo>
                    <a:pt x="83" y="5594"/>
                  </a:lnTo>
                  <a:lnTo>
                    <a:pt x="41" y="4975"/>
                  </a:lnTo>
                  <a:lnTo>
                    <a:pt x="21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1" y="868"/>
                  </a:lnTo>
                  <a:lnTo>
                    <a:pt x="83" y="228"/>
                  </a:lnTo>
                  <a:lnTo>
                    <a:pt x="103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27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27" y="4975"/>
                  </a:lnTo>
                  <a:lnTo>
                    <a:pt x="186" y="5594"/>
                  </a:lnTo>
                  <a:lnTo>
                    <a:pt x="165" y="5760"/>
                  </a:lnTo>
                  <a:lnTo>
                    <a:pt x="145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" name="Google Shape;369;p27">
              <a:extLst>
                <a:ext uri="{FF2B5EF4-FFF2-40B4-BE49-F238E27FC236}">
                  <a16:creationId xmlns:a16="http://schemas.microsoft.com/office/drawing/2014/main" id="{93501389-2C7A-5A87-05A7-A47B9C839C70}"/>
                </a:ext>
              </a:extLst>
            </p:cNvPr>
            <p:cNvSpPr/>
            <p:nvPr/>
          </p:nvSpPr>
          <p:spPr>
            <a:xfrm>
              <a:off x="5824050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2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2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65" y="5801"/>
                  </a:lnTo>
                  <a:lnTo>
                    <a:pt x="165" y="5760"/>
                  </a:lnTo>
                  <a:lnTo>
                    <a:pt x="186" y="5594"/>
                  </a:lnTo>
                  <a:lnTo>
                    <a:pt x="24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48" y="868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6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0" name="Google Shape;370;p27">
              <a:extLst>
                <a:ext uri="{FF2B5EF4-FFF2-40B4-BE49-F238E27FC236}">
                  <a16:creationId xmlns:a16="http://schemas.microsoft.com/office/drawing/2014/main" id="{51963F35-1EBC-C20E-17EB-B946249B8E32}"/>
                </a:ext>
              </a:extLst>
            </p:cNvPr>
            <p:cNvSpPr/>
            <p:nvPr/>
          </p:nvSpPr>
          <p:spPr>
            <a:xfrm>
              <a:off x="5780175" y="47250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2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2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4"/>
                  </a:lnTo>
                  <a:lnTo>
                    <a:pt x="228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1" name="Google Shape;371;p27">
              <a:extLst>
                <a:ext uri="{FF2B5EF4-FFF2-40B4-BE49-F238E27FC236}">
                  <a16:creationId xmlns:a16="http://schemas.microsoft.com/office/drawing/2014/main" id="{6F47C7DA-0DBE-6D78-4B74-6767A440D2F7}"/>
                </a:ext>
              </a:extLst>
            </p:cNvPr>
            <p:cNvSpPr/>
            <p:nvPr/>
          </p:nvSpPr>
          <p:spPr>
            <a:xfrm>
              <a:off x="5780175" y="47250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fill="none" extrusionOk="0">
                  <a:moveTo>
                    <a:pt x="125" y="5822"/>
                  </a:moveTo>
                  <a:lnTo>
                    <a:pt x="125" y="5822"/>
                  </a:lnTo>
                  <a:lnTo>
                    <a:pt x="125" y="5801"/>
                  </a:lnTo>
                  <a:lnTo>
                    <a:pt x="104" y="5760"/>
                  </a:lnTo>
                  <a:lnTo>
                    <a:pt x="83" y="5594"/>
                  </a:lnTo>
                  <a:lnTo>
                    <a:pt x="42" y="4975"/>
                  </a:lnTo>
                  <a:lnTo>
                    <a:pt x="1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5" y="2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7" y="228"/>
                  </a:lnTo>
                  <a:lnTo>
                    <a:pt x="228" y="868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46"/>
                  </a:lnTo>
                  <a:lnTo>
                    <a:pt x="228" y="4975"/>
                  </a:lnTo>
                  <a:lnTo>
                    <a:pt x="187" y="5594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2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2" name="Google Shape;372;p27">
              <a:extLst>
                <a:ext uri="{FF2B5EF4-FFF2-40B4-BE49-F238E27FC236}">
                  <a16:creationId xmlns:a16="http://schemas.microsoft.com/office/drawing/2014/main" id="{84AF5252-C7DA-2985-274B-6416DF680862}"/>
                </a:ext>
              </a:extLst>
            </p:cNvPr>
            <p:cNvSpPr/>
            <p:nvPr/>
          </p:nvSpPr>
          <p:spPr>
            <a:xfrm>
              <a:off x="5921050" y="47250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4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1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4"/>
                  </a:lnTo>
                  <a:lnTo>
                    <a:pt x="22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3" name="Google Shape;373;p27">
              <a:extLst>
                <a:ext uri="{FF2B5EF4-FFF2-40B4-BE49-F238E27FC236}">
                  <a16:creationId xmlns:a16="http://schemas.microsoft.com/office/drawing/2014/main" id="{26E477D0-E770-63B8-72DE-059EC28C6B5A}"/>
                </a:ext>
              </a:extLst>
            </p:cNvPr>
            <p:cNvSpPr/>
            <p:nvPr/>
          </p:nvSpPr>
          <p:spPr>
            <a:xfrm>
              <a:off x="5877200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24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24" y="5822"/>
                  </a:lnTo>
                  <a:lnTo>
                    <a:pt x="145" y="5801"/>
                  </a:lnTo>
                  <a:lnTo>
                    <a:pt x="165" y="5760"/>
                  </a:lnTo>
                  <a:lnTo>
                    <a:pt x="186" y="5594"/>
                  </a:lnTo>
                  <a:lnTo>
                    <a:pt x="227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4" name="Google Shape;374;p27">
              <a:extLst>
                <a:ext uri="{FF2B5EF4-FFF2-40B4-BE49-F238E27FC236}">
                  <a16:creationId xmlns:a16="http://schemas.microsoft.com/office/drawing/2014/main" id="{AE611AE1-C70C-F12F-003C-3D1312E1CDBC}"/>
                </a:ext>
              </a:extLst>
            </p:cNvPr>
            <p:cNvSpPr/>
            <p:nvPr/>
          </p:nvSpPr>
          <p:spPr>
            <a:xfrm>
              <a:off x="6018075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6" y="5594"/>
                  </a:lnTo>
                  <a:lnTo>
                    <a:pt x="227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5" name="Google Shape;375;p27">
              <a:extLst>
                <a:ext uri="{FF2B5EF4-FFF2-40B4-BE49-F238E27FC236}">
                  <a16:creationId xmlns:a16="http://schemas.microsoft.com/office/drawing/2014/main" id="{299425AF-CCED-2796-7B3F-CD8DC7B5EE1B}"/>
                </a:ext>
              </a:extLst>
            </p:cNvPr>
            <p:cNvSpPr/>
            <p:nvPr/>
          </p:nvSpPr>
          <p:spPr>
            <a:xfrm>
              <a:off x="5974200" y="47250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25" y="1"/>
                  </a:moveTo>
                  <a:lnTo>
                    <a:pt x="104" y="21"/>
                  </a:lnTo>
                  <a:lnTo>
                    <a:pt x="104" y="63"/>
                  </a:lnTo>
                  <a:lnTo>
                    <a:pt x="63" y="228"/>
                  </a:lnTo>
                  <a:lnTo>
                    <a:pt x="22" y="868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46"/>
                  </a:lnTo>
                  <a:lnTo>
                    <a:pt x="22" y="4975"/>
                  </a:lnTo>
                  <a:lnTo>
                    <a:pt x="63" y="5594"/>
                  </a:lnTo>
                  <a:lnTo>
                    <a:pt x="104" y="5760"/>
                  </a:lnTo>
                  <a:lnTo>
                    <a:pt x="104" y="5801"/>
                  </a:lnTo>
                  <a:lnTo>
                    <a:pt x="125" y="5822"/>
                  </a:lnTo>
                  <a:lnTo>
                    <a:pt x="145" y="5801"/>
                  </a:lnTo>
                  <a:lnTo>
                    <a:pt x="145" y="5760"/>
                  </a:lnTo>
                  <a:lnTo>
                    <a:pt x="187" y="5594"/>
                  </a:lnTo>
                  <a:lnTo>
                    <a:pt x="228" y="4975"/>
                  </a:lnTo>
                  <a:lnTo>
                    <a:pt x="249" y="4046"/>
                  </a:lnTo>
                  <a:lnTo>
                    <a:pt x="269" y="2911"/>
                  </a:lnTo>
                  <a:lnTo>
                    <a:pt x="24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6" name="Google Shape;376;p27">
              <a:extLst>
                <a:ext uri="{FF2B5EF4-FFF2-40B4-BE49-F238E27FC236}">
                  <a16:creationId xmlns:a16="http://schemas.microsoft.com/office/drawing/2014/main" id="{8DE17BED-E79A-FBBD-AA48-2AEC169D3600}"/>
                </a:ext>
              </a:extLst>
            </p:cNvPr>
            <p:cNvSpPr/>
            <p:nvPr/>
          </p:nvSpPr>
          <p:spPr>
            <a:xfrm>
              <a:off x="6115075" y="47250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2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2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4"/>
                  </a:lnTo>
                  <a:lnTo>
                    <a:pt x="228" y="4975"/>
                  </a:lnTo>
                  <a:lnTo>
                    <a:pt x="249" y="4046"/>
                  </a:lnTo>
                  <a:lnTo>
                    <a:pt x="269" y="2911"/>
                  </a:lnTo>
                  <a:lnTo>
                    <a:pt x="24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7" name="Google Shape;377;p27">
              <a:extLst>
                <a:ext uri="{FF2B5EF4-FFF2-40B4-BE49-F238E27FC236}">
                  <a16:creationId xmlns:a16="http://schemas.microsoft.com/office/drawing/2014/main" id="{5BEE1EDF-3729-B26C-A6CF-951003016E3E}"/>
                </a:ext>
              </a:extLst>
            </p:cNvPr>
            <p:cNvSpPr/>
            <p:nvPr/>
          </p:nvSpPr>
          <p:spPr>
            <a:xfrm>
              <a:off x="6070700" y="47250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4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1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4"/>
                  </a:lnTo>
                  <a:lnTo>
                    <a:pt x="22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8" name="Google Shape;378;p27">
              <a:extLst>
                <a:ext uri="{FF2B5EF4-FFF2-40B4-BE49-F238E27FC236}">
                  <a16:creationId xmlns:a16="http://schemas.microsoft.com/office/drawing/2014/main" id="{C1550018-5873-6150-3AAC-24B03F2FB3CB}"/>
                </a:ext>
              </a:extLst>
            </p:cNvPr>
            <p:cNvSpPr/>
            <p:nvPr/>
          </p:nvSpPr>
          <p:spPr>
            <a:xfrm>
              <a:off x="6212100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24" y="1"/>
                  </a:moveTo>
                  <a:lnTo>
                    <a:pt x="10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21" y="868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46"/>
                  </a:lnTo>
                  <a:lnTo>
                    <a:pt x="21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04" y="5801"/>
                  </a:lnTo>
                  <a:lnTo>
                    <a:pt x="124" y="5822"/>
                  </a:lnTo>
                  <a:lnTo>
                    <a:pt x="145" y="5801"/>
                  </a:lnTo>
                  <a:lnTo>
                    <a:pt x="145" y="5760"/>
                  </a:lnTo>
                  <a:lnTo>
                    <a:pt x="186" y="5594"/>
                  </a:lnTo>
                  <a:lnTo>
                    <a:pt x="228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68"/>
                  </a:lnTo>
                  <a:lnTo>
                    <a:pt x="186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9" name="Google Shape;379;p27">
              <a:extLst>
                <a:ext uri="{FF2B5EF4-FFF2-40B4-BE49-F238E27FC236}">
                  <a16:creationId xmlns:a16="http://schemas.microsoft.com/office/drawing/2014/main" id="{8C387474-5F08-CA39-2F38-5ED2AE3D7398}"/>
                </a:ext>
              </a:extLst>
            </p:cNvPr>
            <p:cNvSpPr/>
            <p:nvPr/>
          </p:nvSpPr>
          <p:spPr>
            <a:xfrm>
              <a:off x="6167725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5" y="5760"/>
                  </a:lnTo>
                  <a:lnTo>
                    <a:pt x="186" y="5594"/>
                  </a:lnTo>
                  <a:lnTo>
                    <a:pt x="227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0" name="Google Shape;380;p27">
              <a:extLst>
                <a:ext uri="{FF2B5EF4-FFF2-40B4-BE49-F238E27FC236}">
                  <a16:creationId xmlns:a16="http://schemas.microsoft.com/office/drawing/2014/main" id="{DE760757-3B0B-6EDA-E219-F592D5EFE808}"/>
                </a:ext>
              </a:extLst>
            </p:cNvPr>
            <p:cNvSpPr/>
            <p:nvPr/>
          </p:nvSpPr>
          <p:spPr>
            <a:xfrm>
              <a:off x="6308600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6" y="5594"/>
                  </a:lnTo>
                  <a:lnTo>
                    <a:pt x="227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1" name="Google Shape;381;p27">
              <a:extLst>
                <a:ext uri="{FF2B5EF4-FFF2-40B4-BE49-F238E27FC236}">
                  <a16:creationId xmlns:a16="http://schemas.microsoft.com/office/drawing/2014/main" id="{F0CEF1D6-8DC8-3E4C-8878-D0F401ACDC96}"/>
                </a:ext>
              </a:extLst>
            </p:cNvPr>
            <p:cNvSpPr/>
            <p:nvPr/>
          </p:nvSpPr>
          <p:spPr>
            <a:xfrm>
              <a:off x="6264725" y="47250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2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2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4"/>
                  </a:lnTo>
                  <a:lnTo>
                    <a:pt x="228" y="4975"/>
                  </a:lnTo>
                  <a:lnTo>
                    <a:pt x="249" y="4046"/>
                  </a:lnTo>
                  <a:lnTo>
                    <a:pt x="269" y="2911"/>
                  </a:lnTo>
                  <a:lnTo>
                    <a:pt x="24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2" name="Google Shape;382;p27">
              <a:extLst>
                <a:ext uri="{FF2B5EF4-FFF2-40B4-BE49-F238E27FC236}">
                  <a16:creationId xmlns:a16="http://schemas.microsoft.com/office/drawing/2014/main" id="{2C1836D6-2541-410A-133E-3E4C30A0A7FB}"/>
                </a:ext>
              </a:extLst>
            </p:cNvPr>
            <p:cNvSpPr/>
            <p:nvPr/>
          </p:nvSpPr>
          <p:spPr>
            <a:xfrm>
              <a:off x="6405600" y="47250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4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4" y="228"/>
                  </a:lnTo>
                  <a:lnTo>
                    <a:pt x="42" y="868"/>
                  </a:lnTo>
                  <a:lnTo>
                    <a:pt x="22" y="1776"/>
                  </a:lnTo>
                  <a:lnTo>
                    <a:pt x="1" y="2911"/>
                  </a:lnTo>
                  <a:lnTo>
                    <a:pt x="22" y="4046"/>
                  </a:lnTo>
                  <a:lnTo>
                    <a:pt x="42" y="4975"/>
                  </a:lnTo>
                  <a:lnTo>
                    <a:pt x="84" y="5594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4"/>
                  </a:lnTo>
                  <a:lnTo>
                    <a:pt x="22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3" name="Google Shape;383;p27">
              <a:extLst>
                <a:ext uri="{FF2B5EF4-FFF2-40B4-BE49-F238E27FC236}">
                  <a16:creationId xmlns:a16="http://schemas.microsoft.com/office/drawing/2014/main" id="{EE72150D-164B-5074-2661-6879F5A7499E}"/>
                </a:ext>
              </a:extLst>
            </p:cNvPr>
            <p:cNvSpPr/>
            <p:nvPr/>
          </p:nvSpPr>
          <p:spPr>
            <a:xfrm>
              <a:off x="6361750" y="47250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24" y="1"/>
                  </a:moveTo>
                  <a:lnTo>
                    <a:pt x="10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46"/>
                  </a:lnTo>
                  <a:lnTo>
                    <a:pt x="42" y="4975"/>
                  </a:lnTo>
                  <a:lnTo>
                    <a:pt x="83" y="5594"/>
                  </a:lnTo>
                  <a:lnTo>
                    <a:pt x="104" y="5760"/>
                  </a:lnTo>
                  <a:lnTo>
                    <a:pt x="104" y="5801"/>
                  </a:lnTo>
                  <a:lnTo>
                    <a:pt x="124" y="5822"/>
                  </a:lnTo>
                  <a:lnTo>
                    <a:pt x="145" y="5801"/>
                  </a:lnTo>
                  <a:lnTo>
                    <a:pt x="145" y="5760"/>
                  </a:lnTo>
                  <a:lnTo>
                    <a:pt x="186" y="5594"/>
                  </a:lnTo>
                  <a:lnTo>
                    <a:pt x="227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4" name="Google Shape;384;p27">
              <a:extLst>
                <a:ext uri="{FF2B5EF4-FFF2-40B4-BE49-F238E27FC236}">
                  <a16:creationId xmlns:a16="http://schemas.microsoft.com/office/drawing/2014/main" id="{DBC8E8A6-943F-74D4-EE5E-3BFAA4FDE46B}"/>
                </a:ext>
              </a:extLst>
            </p:cNvPr>
            <p:cNvSpPr/>
            <p:nvPr/>
          </p:nvSpPr>
          <p:spPr>
            <a:xfrm>
              <a:off x="5648075" y="4719850"/>
              <a:ext cx="810200" cy="6725"/>
            </a:xfrm>
            <a:custGeom>
              <a:avLst/>
              <a:gdLst/>
              <a:ahLst/>
              <a:cxnLst/>
              <a:rect l="l" t="t" r="r" b="b"/>
              <a:pathLst>
                <a:path w="32408" h="269" extrusionOk="0">
                  <a:moveTo>
                    <a:pt x="9888" y="0"/>
                  </a:moveTo>
                  <a:lnTo>
                    <a:pt x="4748" y="21"/>
                  </a:lnTo>
                  <a:lnTo>
                    <a:pt x="1260" y="83"/>
                  </a:lnTo>
                  <a:lnTo>
                    <a:pt x="331" y="103"/>
                  </a:lnTo>
                  <a:lnTo>
                    <a:pt x="83" y="103"/>
                  </a:lnTo>
                  <a:lnTo>
                    <a:pt x="1" y="124"/>
                  </a:lnTo>
                  <a:lnTo>
                    <a:pt x="83" y="145"/>
                  </a:lnTo>
                  <a:lnTo>
                    <a:pt x="331" y="145"/>
                  </a:lnTo>
                  <a:lnTo>
                    <a:pt x="1260" y="186"/>
                  </a:lnTo>
                  <a:lnTo>
                    <a:pt x="4748" y="227"/>
                  </a:lnTo>
                  <a:lnTo>
                    <a:pt x="9888" y="248"/>
                  </a:lnTo>
                  <a:lnTo>
                    <a:pt x="16204" y="269"/>
                  </a:lnTo>
                  <a:lnTo>
                    <a:pt x="22500" y="248"/>
                  </a:lnTo>
                  <a:lnTo>
                    <a:pt x="27660" y="227"/>
                  </a:lnTo>
                  <a:lnTo>
                    <a:pt x="31128" y="186"/>
                  </a:lnTo>
                  <a:lnTo>
                    <a:pt x="32077" y="145"/>
                  </a:lnTo>
                  <a:lnTo>
                    <a:pt x="32325" y="145"/>
                  </a:lnTo>
                  <a:lnTo>
                    <a:pt x="32407" y="124"/>
                  </a:lnTo>
                  <a:lnTo>
                    <a:pt x="32325" y="103"/>
                  </a:lnTo>
                  <a:lnTo>
                    <a:pt x="32077" y="103"/>
                  </a:lnTo>
                  <a:lnTo>
                    <a:pt x="31128" y="83"/>
                  </a:lnTo>
                  <a:lnTo>
                    <a:pt x="27660" y="21"/>
                  </a:lnTo>
                  <a:lnTo>
                    <a:pt x="22500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5" name="Google Shape;385;p27">
              <a:extLst>
                <a:ext uri="{FF2B5EF4-FFF2-40B4-BE49-F238E27FC236}">
                  <a16:creationId xmlns:a16="http://schemas.microsoft.com/office/drawing/2014/main" id="{3D09289C-7FCF-F964-9A61-6906A4696933}"/>
                </a:ext>
              </a:extLst>
            </p:cNvPr>
            <p:cNvSpPr/>
            <p:nvPr/>
          </p:nvSpPr>
          <p:spPr>
            <a:xfrm>
              <a:off x="5599050" y="4871550"/>
              <a:ext cx="806075" cy="146575"/>
            </a:xfrm>
            <a:custGeom>
              <a:avLst/>
              <a:gdLst/>
              <a:ahLst/>
              <a:cxnLst/>
              <a:rect l="l" t="t" r="r" b="b"/>
              <a:pathLst>
                <a:path w="32243" h="5863" extrusionOk="0">
                  <a:moveTo>
                    <a:pt x="1" y="1"/>
                  </a:moveTo>
                  <a:lnTo>
                    <a:pt x="1" y="5863"/>
                  </a:lnTo>
                  <a:lnTo>
                    <a:pt x="32242" y="5863"/>
                  </a:lnTo>
                  <a:lnTo>
                    <a:pt x="322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6" name="Google Shape;386;p27">
              <a:extLst>
                <a:ext uri="{FF2B5EF4-FFF2-40B4-BE49-F238E27FC236}">
                  <a16:creationId xmlns:a16="http://schemas.microsoft.com/office/drawing/2014/main" id="{E76609F8-ACA2-FEE0-D618-4EE0C3D28B77}"/>
                </a:ext>
              </a:extLst>
            </p:cNvPr>
            <p:cNvSpPr/>
            <p:nvPr/>
          </p:nvSpPr>
          <p:spPr>
            <a:xfrm>
              <a:off x="5599050" y="4871550"/>
              <a:ext cx="806075" cy="146575"/>
            </a:xfrm>
            <a:custGeom>
              <a:avLst/>
              <a:gdLst/>
              <a:ahLst/>
              <a:cxnLst/>
              <a:rect l="l" t="t" r="r" b="b"/>
              <a:pathLst>
                <a:path w="32243" h="5863" fill="none" extrusionOk="0">
                  <a:moveTo>
                    <a:pt x="32242" y="5863"/>
                  </a:moveTo>
                  <a:lnTo>
                    <a:pt x="1" y="5863"/>
                  </a:lnTo>
                  <a:lnTo>
                    <a:pt x="1" y="1"/>
                  </a:lnTo>
                  <a:lnTo>
                    <a:pt x="32242" y="1"/>
                  </a:lnTo>
                  <a:lnTo>
                    <a:pt x="32242" y="586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7" name="Google Shape;387;p27">
              <a:extLst>
                <a:ext uri="{FF2B5EF4-FFF2-40B4-BE49-F238E27FC236}">
                  <a16:creationId xmlns:a16="http://schemas.microsoft.com/office/drawing/2014/main" id="{9330A122-B2F6-8FDF-EC61-814207AF9EAB}"/>
                </a:ext>
              </a:extLst>
            </p:cNvPr>
            <p:cNvSpPr/>
            <p:nvPr/>
          </p:nvSpPr>
          <p:spPr>
            <a:xfrm>
              <a:off x="567440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2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24" y="5738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65" y="5780"/>
                  </a:lnTo>
                  <a:lnTo>
                    <a:pt x="165" y="5738"/>
                  </a:lnTo>
                  <a:lnTo>
                    <a:pt x="186" y="5573"/>
                  </a:lnTo>
                  <a:lnTo>
                    <a:pt x="248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48" y="846"/>
                  </a:lnTo>
                  <a:lnTo>
                    <a:pt x="186" y="227"/>
                  </a:lnTo>
                  <a:lnTo>
                    <a:pt x="165" y="41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8" name="Google Shape;388;p27">
              <a:extLst>
                <a:ext uri="{FF2B5EF4-FFF2-40B4-BE49-F238E27FC236}">
                  <a16:creationId xmlns:a16="http://schemas.microsoft.com/office/drawing/2014/main" id="{1BDF5B01-00FE-DB82-8BB2-089031BE259F}"/>
                </a:ext>
              </a:extLst>
            </p:cNvPr>
            <p:cNvSpPr/>
            <p:nvPr/>
          </p:nvSpPr>
          <p:spPr>
            <a:xfrm>
              <a:off x="567440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2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24" y="41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5" y="0"/>
                  </a:lnTo>
                  <a:lnTo>
                    <a:pt x="165" y="41"/>
                  </a:lnTo>
                  <a:lnTo>
                    <a:pt x="186" y="227"/>
                  </a:lnTo>
                  <a:lnTo>
                    <a:pt x="248" y="846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48" y="4954"/>
                  </a:lnTo>
                  <a:lnTo>
                    <a:pt x="186" y="5573"/>
                  </a:lnTo>
                  <a:lnTo>
                    <a:pt x="165" y="5738"/>
                  </a:lnTo>
                  <a:lnTo>
                    <a:pt x="16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9" name="Google Shape;389;p27">
              <a:extLst>
                <a:ext uri="{FF2B5EF4-FFF2-40B4-BE49-F238E27FC236}">
                  <a16:creationId xmlns:a16="http://schemas.microsoft.com/office/drawing/2014/main" id="{A9CDD7D3-D12C-064E-98CF-712A8CF502D9}"/>
                </a:ext>
              </a:extLst>
            </p:cNvPr>
            <p:cNvSpPr/>
            <p:nvPr/>
          </p:nvSpPr>
          <p:spPr>
            <a:xfrm>
              <a:off x="5630525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5" y="5780"/>
                  </a:lnTo>
                  <a:lnTo>
                    <a:pt x="12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8" y="846"/>
                  </a:lnTo>
                  <a:lnTo>
                    <a:pt x="187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0" name="Google Shape;390;p27">
              <a:extLst>
                <a:ext uri="{FF2B5EF4-FFF2-40B4-BE49-F238E27FC236}">
                  <a16:creationId xmlns:a16="http://schemas.microsoft.com/office/drawing/2014/main" id="{1CEFB3D5-B54E-D46A-FAF3-7DD40097B191}"/>
                </a:ext>
              </a:extLst>
            </p:cNvPr>
            <p:cNvSpPr/>
            <p:nvPr/>
          </p:nvSpPr>
          <p:spPr>
            <a:xfrm>
              <a:off x="5771400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21" y="1775"/>
                  </a:lnTo>
                  <a:lnTo>
                    <a:pt x="1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5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8" y="846"/>
                  </a:lnTo>
                  <a:lnTo>
                    <a:pt x="187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1" name="Google Shape;391;p27">
              <a:extLst>
                <a:ext uri="{FF2B5EF4-FFF2-40B4-BE49-F238E27FC236}">
                  <a16:creationId xmlns:a16="http://schemas.microsoft.com/office/drawing/2014/main" id="{E8706295-1F36-2F8C-6AF2-3C7346850538}"/>
                </a:ext>
              </a:extLst>
            </p:cNvPr>
            <p:cNvSpPr/>
            <p:nvPr/>
          </p:nvSpPr>
          <p:spPr>
            <a:xfrm>
              <a:off x="5771400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5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2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7" y="227"/>
                  </a:lnTo>
                  <a:lnTo>
                    <a:pt x="228" y="846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2" name="Google Shape;392;p27">
              <a:extLst>
                <a:ext uri="{FF2B5EF4-FFF2-40B4-BE49-F238E27FC236}">
                  <a16:creationId xmlns:a16="http://schemas.microsoft.com/office/drawing/2014/main" id="{82F53622-5CA5-CFB9-B6E2-B77097C58D06}"/>
                </a:ext>
              </a:extLst>
            </p:cNvPr>
            <p:cNvSpPr/>
            <p:nvPr/>
          </p:nvSpPr>
          <p:spPr>
            <a:xfrm>
              <a:off x="572755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0" y="1775"/>
                  </a:lnTo>
                  <a:lnTo>
                    <a:pt x="0" y="2890"/>
                  </a:lnTo>
                  <a:lnTo>
                    <a:pt x="0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4" y="5780"/>
                  </a:lnTo>
                  <a:lnTo>
                    <a:pt x="124" y="5800"/>
                  </a:lnTo>
                  <a:lnTo>
                    <a:pt x="145" y="5780"/>
                  </a:lnTo>
                  <a:lnTo>
                    <a:pt x="165" y="5738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7" y="846"/>
                  </a:lnTo>
                  <a:lnTo>
                    <a:pt x="186" y="227"/>
                  </a:lnTo>
                  <a:lnTo>
                    <a:pt x="165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3" name="Google Shape;393;p27">
              <a:extLst>
                <a:ext uri="{FF2B5EF4-FFF2-40B4-BE49-F238E27FC236}">
                  <a16:creationId xmlns:a16="http://schemas.microsoft.com/office/drawing/2014/main" id="{C5343755-7EA5-9A55-D142-AE8C7B37CDD4}"/>
                </a:ext>
              </a:extLst>
            </p:cNvPr>
            <p:cNvSpPr/>
            <p:nvPr/>
          </p:nvSpPr>
          <p:spPr>
            <a:xfrm>
              <a:off x="572755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0"/>
                  </a:moveTo>
                  <a:lnTo>
                    <a:pt x="124" y="5800"/>
                  </a:lnTo>
                  <a:lnTo>
                    <a:pt x="124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0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0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65" y="41"/>
                  </a:lnTo>
                  <a:lnTo>
                    <a:pt x="186" y="227"/>
                  </a:lnTo>
                  <a:lnTo>
                    <a:pt x="227" y="846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5" y="5738"/>
                  </a:lnTo>
                  <a:lnTo>
                    <a:pt x="145" y="5780"/>
                  </a:lnTo>
                  <a:lnTo>
                    <a:pt x="124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4" name="Google Shape;394;p27">
              <a:extLst>
                <a:ext uri="{FF2B5EF4-FFF2-40B4-BE49-F238E27FC236}">
                  <a16:creationId xmlns:a16="http://schemas.microsoft.com/office/drawing/2014/main" id="{4A3413F1-C12A-64A0-8D7F-39AB4ADE547E}"/>
                </a:ext>
              </a:extLst>
            </p:cNvPr>
            <p:cNvSpPr/>
            <p:nvPr/>
          </p:nvSpPr>
          <p:spPr>
            <a:xfrm>
              <a:off x="5868425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0" y="1775"/>
                  </a:lnTo>
                  <a:lnTo>
                    <a:pt x="0" y="2890"/>
                  </a:lnTo>
                  <a:lnTo>
                    <a:pt x="0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4" y="5780"/>
                  </a:lnTo>
                  <a:lnTo>
                    <a:pt x="124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7" y="846"/>
                  </a:lnTo>
                  <a:lnTo>
                    <a:pt x="186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5" name="Google Shape;395;p27">
              <a:extLst>
                <a:ext uri="{FF2B5EF4-FFF2-40B4-BE49-F238E27FC236}">
                  <a16:creationId xmlns:a16="http://schemas.microsoft.com/office/drawing/2014/main" id="{A58050E0-1EF5-75BF-F494-55B8E44151DA}"/>
                </a:ext>
              </a:extLst>
            </p:cNvPr>
            <p:cNvSpPr/>
            <p:nvPr/>
          </p:nvSpPr>
          <p:spPr>
            <a:xfrm>
              <a:off x="5868425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0"/>
                  </a:moveTo>
                  <a:lnTo>
                    <a:pt x="124" y="5800"/>
                  </a:lnTo>
                  <a:lnTo>
                    <a:pt x="124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0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0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6" y="227"/>
                  </a:lnTo>
                  <a:lnTo>
                    <a:pt x="227" y="846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24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6" name="Google Shape;396;p27">
              <a:extLst>
                <a:ext uri="{FF2B5EF4-FFF2-40B4-BE49-F238E27FC236}">
                  <a16:creationId xmlns:a16="http://schemas.microsoft.com/office/drawing/2014/main" id="{1BDAD991-26FC-D4CB-1214-B3D88533CB45}"/>
                </a:ext>
              </a:extLst>
            </p:cNvPr>
            <p:cNvSpPr/>
            <p:nvPr/>
          </p:nvSpPr>
          <p:spPr>
            <a:xfrm>
              <a:off x="582405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2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24" y="5738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65" y="5780"/>
                  </a:lnTo>
                  <a:lnTo>
                    <a:pt x="165" y="5738"/>
                  </a:lnTo>
                  <a:lnTo>
                    <a:pt x="186" y="5573"/>
                  </a:lnTo>
                  <a:lnTo>
                    <a:pt x="248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48" y="846"/>
                  </a:lnTo>
                  <a:lnTo>
                    <a:pt x="186" y="227"/>
                  </a:lnTo>
                  <a:lnTo>
                    <a:pt x="165" y="41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7" name="Google Shape;397;p27">
              <a:extLst>
                <a:ext uri="{FF2B5EF4-FFF2-40B4-BE49-F238E27FC236}">
                  <a16:creationId xmlns:a16="http://schemas.microsoft.com/office/drawing/2014/main" id="{629D4A4B-9B08-C0CB-3FBD-9CF13238250C}"/>
                </a:ext>
              </a:extLst>
            </p:cNvPr>
            <p:cNvSpPr/>
            <p:nvPr/>
          </p:nvSpPr>
          <p:spPr>
            <a:xfrm>
              <a:off x="582405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2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24" y="41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5" y="0"/>
                  </a:lnTo>
                  <a:lnTo>
                    <a:pt x="165" y="41"/>
                  </a:lnTo>
                  <a:lnTo>
                    <a:pt x="186" y="227"/>
                  </a:lnTo>
                  <a:lnTo>
                    <a:pt x="248" y="846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48" y="4954"/>
                  </a:lnTo>
                  <a:lnTo>
                    <a:pt x="186" y="5573"/>
                  </a:lnTo>
                  <a:lnTo>
                    <a:pt x="165" y="5738"/>
                  </a:lnTo>
                  <a:lnTo>
                    <a:pt x="16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8" name="Google Shape;398;p27">
              <a:extLst>
                <a:ext uri="{FF2B5EF4-FFF2-40B4-BE49-F238E27FC236}">
                  <a16:creationId xmlns:a16="http://schemas.microsoft.com/office/drawing/2014/main" id="{9F01509A-5971-EF57-0165-22B51B09B37C}"/>
                </a:ext>
              </a:extLst>
            </p:cNvPr>
            <p:cNvSpPr/>
            <p:nvPr/>
          </p:nvSpPr>
          <p:spPr>
            <a:xfrm>
              <a:off x="5965425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41"/>
                  </a:lnTo>
                  <a:lnTo>
                    <a:pt x="84" y="227"/>
                  </a:lnTo>
                  <a:lnTo>
                    <a:pt x="42" y="846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42" y="4954"/>
                  </a:lnTo>
                  <a:lnTo>
                    <a:pt x="84" y="5573"/>
                  </a:lnTo>
                  <a:lnTo>
                    <a:pt x="104" y="5738"/>
                  </a:lnTo>
                  <a:lnTo>
                    <a:pt x="125" y="5780"/>
                  </a:lnTo>
                  <a:lnTo>
                    <a:pt x="12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49" y="4025"/>
                  </a:lnTo>
                  <a:lnTo>
                    <a:pt x="269" y="2890"/>
                  </a:lnTo>
                  <a:lnTo>
                    <a:pt x="249" y="1775"/>
                  </a:lnTo>
                  <a:lnTo>
                    <a:pt x="228" y="846"/>
                  </a:lnTo>
                  <a:lnTo>
                    <a:pt x="187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9" name="Google Shape;399;p27">
              <a:extLst>
                <a:ext uri="{FF2B5EF4-FFF2-40B4-BE49-F238E27FC236}">
                  <a16:creationId xmlns:a16="http://schemas.microsoft.com/office/drawing/2014/main" id="{4C34346F-1EBA-6559-31C5-0B6A4FC1F413}"/>
                </a:ext>
              </a:extLst>
            </p:cNvPr>
            <p:cNvSpPr/>
            <p:nvPr/>
          </p:nvSpPr>
          <p:spPr>
            <a:xfrm>
              <a:off x="5965425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0"/>
                  </a:moveTo>
                  <a:lnTo>
                    <a:pt x="125" y="5800"/>
                  </a:lnTo>
                  <a:lnTo>
                    <a:pt x="125" y="5780"/>
                  </a:lnTo>
                  <a:lnTo>
                    <a:pt x="104" y="5738"/>
                  </a:lnTo>
                  <a:lnTo>
                    <a:pt x="84" y="5573"/>
                  </a:lnTo>
                  <a:lnTo>
                    <a:pt x="42" y="4954"/>
                  </a:lnTo>
                  <a:lnTo>
                    <a:pt x="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1" y="1775"/>
                  </a:lnTo>
                  <a:lnTo>
                    <a:pt x="42" y="846"/>
                  </a:lnTo>
                  <a:lnTo>
                    <a:pt x="84" y="227"/>
                  </a:lnTo>
                  <a:lnTo>
                    <a:pt x="104" y="41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7" y="227"/>
                  </a:lnTo>
                  <a:lnTo>
                    <a:pt x="228" y="846"/>
                  </a:lnTo>
                  <a:lnTo>
                    <a:pt x="24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9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2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0" name="Google Shape;400;p27">
              <a:extLst>
                <a:ext uri="{FF2B5EF4-FFF2-40B4-BE49-F238E27FC236}">
                  <a16:creationId xmlns:a16="http://schemas.microsoft.com/office/drawing/2014/main" id="{0CAFBFE7-2C91-6AAE-3F45-52C952A92E63}"/>
                </a:ext>
              </a:extLst>
            </p:cNvPr>
            <p:cNvSpPr/>
            <p:nvPr/>
          </p:nvSpPr>
          <p:spPr>
            <a:xfrm>
              <a:off x="5921050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21" y="1775"/>
                  </a:lnTo>
                  <a:lnTo>
                    <a:pt x="1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5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8" y="846"/>
                  </a:lnTo>
                  <a:lnTo>
                    <a:pt x="187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1" name="Google Shape;401;p27">
              <a:extLst>
                <a:ext uri="{FF2B5EF4-FFF2-40B4-BE49-F238E27FC236}">
                  <a16:creationId xmlns:a16="http://schemas.microsoft.com/office/drawing/2014/main" id="{2FC8F776-15D8-B787-5BDA-52CA2FA3E7E4}"/>
                </a:ext>
              </a:extLst>
            </p:cNvPr>
            <p:cNvSpPr/>
            <p:nvPr/>
          </p:nvSpPr>
          <p:spPr>
            <a:xfrm>
              <a:off x="5921050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5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2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7" y="227"/>
                  </a:lnTo>
                  <a:lnTo>
                    <a:pt x="228" y="846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2" name="Google Shape;402;p27">
              <a:extLst>
                <a:ext uri="{FF2B5EF4-FFF2-40B4-BE49-F238E27FC236}">
                  <a16:creationId xmlns:a16="http://schemas.microsoft.com/office/drawing/2014/main" id="{6A4A030C-9FA3-39F6-448B-8978CC156C67}"/>
                </a:ext>
              </a:extLst>
            </p:cNvPr>
            <p:cNvSpPr/>
            <p:nvPr/>
          </p:nvSpPr>
          <p:spPr>
            <a:xfrm>
              <a:off x="6061925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25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22" y="1775"/>
                  </a:lnTo>
                  <a:lnTo>
                    <a:pt x="1" y="2890"/>
                  </a:lnTo>
                  <a:lnTo>
                    <a:pt x="22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25" y="5738"/>
                  </a:lnTo>
                  <a:lnTo>
                    <a:pt x="125" y="5780"/>
                  </a:lnTo>
                  <a:lnTo>
                    <a:pt x="145" y="5800"/>
                  </a:lnTo>
                  <a:lnTo>
                    <a:pt x="166" y="5780"/>
                  </a:lnTo>
                  <a:lnTo>
                    <a:pt x="166" y="5738"/>
                  </a:lnTo>
                  <a:lnTo>
                    <a:pt x="207" y="5573"/>
                  </a:lnTo>
                  <a:lnTo>
                    <a:pt x="249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49" y="846"/>
                  </a:lnTo>
                  <a:lnTo>
                    <a:pt x="207" y="227"/>
                  </a:lnTo>
                  <a:lnTo>
                    <a:pt x="166" y="41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3" name="Google Shape;403;p27">
              <a:extLst>
                <a:ext uri="{FF2B5EF4-FFF2-40B4-BE49-F238E27FC236}">
                  <a16:creationId xmlns:a16="http://schemas.microsoft.com/office/drawing/2014/main" id="{E96E295D-2193-E478-5106-502C6004CE8B}"/>
                </a:ext>
              </a:extLst>
            </p:cNvPr>
            <p:cNvSpPr/>
            <p:nvPr/>
          </p:nvSpPr>
          <p:spPr>
            <a:xfrm>
              <a:off x="6061925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5" y="5780"/>
                  </a:lnTo>
                  <a:lnTo>
                    <a:pt x="125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2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22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25" y="41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0"/>
                  </a:lnTo>
                  <a:lnTo>
                    <a:pt x="166" y="41"/>
                  </a:lnTo>
                  <a:lnTo>
                    <a:pt x="207" y="227"/>
                  </a:lnTo>
                  <a:lnTo>
                    <a:pt x="249" y="846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49" y="4954"/>
                  </a:lnTo>
                  <a:lnTo>
                    <a:pt x="207" y="5573"/>
                  </a:lnTo>
                  <a:lnTo>
                    <a:pt x="166" y="5738"/>
                  </a:lnTo>
                  <a:lnTo>
                    <a:pt x="166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4" name="Google Shape;404;p27">
              <a:extLst>
                <a:ext uri="{FF2B5EF4-FFF2-40B4-BE49-F238E27FC236}">
                  <a16:creationId xmlns:a16="http://schemas.microsoft.com/office/drawing/2014/main" id="{21159BEB-9A46-2892-C31C-3B872C97AFD2}"/>
                </a:ext>
              </a:extLst>
            </p:cNvPr>
            <p:cNvSpPr/>
            <p:nvPr/>
          </p:nvSpPr>
          <p:spPr>
            <a:xfrm>
              <a:off x="6018075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7" y="846"/>
                  </a:lnTo>
                  <a:lnTo>
                    <a:pt x="186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5" name="Google Shape;405;p27">
              <a:extLst>
                <a:ext uri="{FF2B5EF4-FFF2-40B4-BE49-F238E27FC236}">
                  <a16:creationId xmlns:a16="http://schemas.microsoft.com/office/drawing/2014/main" id="{2CA70CD0-8DFC-A918-5BBF-FE99793096D6}"/>
                </a:ext>
              </a:extLst>
            </p:cNvPr>
            <p:cNvSpPr/>
            <p:nvPr/>
          </p:nvSpPr>
          <p:spPr>
            <a:xfrm>
              <a:off x="6018075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6" y="227"/>
                  </a:lnTo>
                  <a:lnTo>
                    <a:pt x="227" y="846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6" name="Google Shape;406;p27">
              <a:extLst>
                <a:ext uri="{FF2B5EF4-FFF2-40B4-BE49-F238E27FC236}">
                  <a16:creationId xmlns:a16="http://schemas.microsoft.com/office/drawing/2014/main" id="{0EBEC416-7F7F-B551-B545-25B506AB1514}"/>
                </a:ext>
              </a:extLst>
            </p:cNvPr>
            <p:cNvSpPr/>
            <p:nvPr/>
          </p:nvSpPr>
          <p:spPr>
            <a:xfrm>
              <a:off x="615895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7" y="846"/>
                  </a:lnTo>
                  <a:lnTo>
                    <a:pt x="186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7" name="Google Shape;407;p27">
              <a:extLst>
                <a:ext uri="{FF2B5EF4-FFF2-40B4-BE49-F238E27FC236}">
                  <a16:creationId xmlns:a16="http://schemas.microsoft.com/office/drawing/2014/main" id="{D44CF65A-DDF3-3941-5F43-F00C251B0E7F}"/>
                </a:ext>
              </a:extLst>
            </p:cNvPr>
            <p:cNvSpPr/>
            <p:nvPr/>
          </p:nvSpPr>
          <p:spPr>
            <a:xfrm>
              <a:off x="615895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6" y="227"/>
                  </a:lnTo>
                  <a:lnTo>
                    <a:pt x="227" y="846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8" name="Google Shape;408;p27">
              <a:extLst>
                <a:ext uri="{FF2B5EF4-FFF2-40B4-BE49-F238E27FC236}">
                  <a16:creationId xmlns:a16="http://schemas.microsoft.com/office/drawing/2014/main" id="{71654F73-B6AB-E851-8395-D9D91D1A7E56}"/>
                </a:ext>
              </a:extLst>
            </p:cNvPr>
            <p:cNvSpPr/>
            <p:nvPr/>
          </p:nvSpPr>
          <p:spPr>
            <a:xfrm>
              <a:off x="6115075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5" y="5780"/>
                  </a:lnTo>
                  <a:lnTo>
                    <a:pt x="12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49" y="4025"/>
                  </a:lnTo>
                  <a:lnTo>
                    <a:pt x="269" y="2890"/>
                  </a:lnTo>
                  <a:lnTo>
                    <a:pt x="249" y="1775"/>
                  </a:lnTo>
                  <a:lnTo>
                    <a:pt x="228" y="846"/>
                  </a:lnTo>
                  <a:lnTo>
                    <a:pt x="187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9" name="Google Shape;409;p27">
              <a:extLst>
                <a:ext uri="{FF2B5EF4-FFF2-40B4-BE49-F238E27FC236}">
                  <a16:creationId xmlns:a16="http://schemas.microsoft.com/office/drawing/2014/main" id="{6DA8E7B2-A247-68F6-9EF4-2C44D769F8A5}"/>
                </a:ext>
              </a:extLst>
            </p:cNvPr>
            <p:cNvSpPr/>
            <p:nvPr/>
          </p:nvSpPr>
          <p:spPr>
            <a:xfrm>
              <a:off x="6115075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0"/>
                  </a:moveTo>
                  <a:lnTo>
                    <a:pt x="125" y="5800"/>
                  </a:lnTo>
                  <a:lnTo>
                    <a:pt x="125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7" y="227"/>
                  </a:lnTo>
                  <a:lnTo>
                    <a:pt x="228" y="846"/>
                  </a:lnTo>
                  <a:lnTo>
                    <a:pt x="24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9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2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0" name="Google Shape;410;p27">
              <a:extLst>
                <a:ext uri="{FF2B5EF4-FFF2-40B4-BE49-F238E27FC236}">
                  <a16:creationId xmlns:a16="http://schemas.microsoft.com/office/drawing/2014/main" id="{D5439918-098F-AF36-2856-6732543B831F}"/>
                </a:ext>
              </a:extLst>
            </p:cNvPr>
            <p:cNvSpPr/>
            <p:nvPr/>
          </p:nvSpPr>
          <p:spPr>
            <a:xfrm>
              <a:off x="6255950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41"/>
                  </a:lnTo>
                  <a:lnTo>
                    <a:pt x="84" y="227"/>
                  </a:lnTo>
                  <a:lnTo>
                    <a:pt x="42" y="846"/>
                  </a:lnTo>
                  <a:lnTo>
                    <a:pt x="22" y="1775"/>
                  </a:lnTo>
                  <a:lnTo>
                    <a:pt x="1" y="2890"/>
                  </a:lnTo>
                  <a:lnTo>
                    <a:pt x="22" y="4025"/>
                  </a:lnTo>
                  <a:lnTo>
                    <a:pt x="42" y="4954"/>
                  </a:lnTo>
                  <a:lnTo>
                    <a:pt x="84" y="5573"/>
                  </a:lnTo>
                  <a:lnTo>
                    <a:pt x="104" y="5738"/>
                  </a:lnTo>
                  <a:lnTo>
                    <a:pt x="125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8" y="846"/>
                  </a:lnTo>
                  <a:lnTo>
                    <a:pt x="187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1" name="Google Shape;411;p27">
              <a:extLst>
                <a:ext uri="{FF2B5EF4-FFF2-40B4-BE49-F238E27FC236}">
                  <a16:creationId xmlns:a16="http://schemas.microsoft.com/office/drawing/2014/main" id="{FF544A54-3CB9-D95E-B751-AA6EC2D11467}"/>
                </a:ext>
              </a:extLst>
            </p:cNvPr>
            <p:cNvSpPr/>
            <p:nvPr/>
          </p:nvSpPr>
          <p:spPr>
            <a:xfrm>
              <a:off x="6255950" y="48741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5" y="5780"/>
                  </a:lnTo>
                  <a:lnTo>
                    <a:pt x="104" y="5738"/>
                  </a:lnTo>
                  <a:lnTo>
                    <a:pt x="84" y="5573"/>
                  </a:lnTo>
                  <a:lnTo>
                    <a:pt x="42" y="4954"/>
                  </a:lnTo>
                  <a:lnTo>
                    <a:pt x="22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22" y="1775"/>
                  </a:lnTo>
                  <a:lnTo>
                    <a:pt x="42" y="846"/>
                  </a:lnTo>
                  <a:lnTo>
                    <a:pt x="84" y="227"/>
                  </a:lnTo>
                  <a:lnTo>
                    <a:pt x="104" y="41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7" y="227"/>
                  </a:lnTo>
                  <a:lnTo>
                    <a:pt x="228" y="846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2" name="Google Shape;412;p27">
              <a:extLst>
                <a:ext uri="{FF2B5EF4-FFF2-40B4-BE49-F238E27FC236}">
                  <a16:creationId xmlns:a16="http://schemas.microsoft.com/office/drawing/2014/main" id="{856F3A0A-4ED8-5086-2789-76A86DCBC32F}"/>
                </a:ext>
              </a:extLst>
            </p:cNvPr>
            <p:cNvSpPr/>
            <p:nvPr/>
          </p:nvSpPr>
          <p:spPr>
            <a:xfrm>
              <a:off x="621210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04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21" y="846"/>
                  </a:lnTo>
                  <a:lnTo>
                    <a:pt x="0" y="1775"/>
                  </a:lnTo>
                  <a:lnTo>
                    <a:pt x="0" y="2890"/>
                  </a:lnTo>
                  <a:lnTo>
                    <a:pt x="0" y="4025"/>
                  </a:lnTo>
                  <a:lnTo>
                    <a:pt x="21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04" y="5780"/>
                  </a:lnTo>
                  <a:lnTo>
                    <a:pt x="124" y="5800"/>
                  </a:lnTo>
                  <a:lnTo>
                    <a:pt x="145" y="5780"/>
                  </a:lnTo>
                  <a:lnTo>
                    <a:pt x="145" y="5738"/>
                  </a:lnTo>
                  <a:lnTo>
                    <a:pt x="186" y="5573"/>
                  </a:lnTo>
                  <a:lnTo>
                    <a:pt x="228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8" y="846"/>
                  </a:lnTo>
                  <a:lnTo>
                    <a:pt x="186" y="227"/>
                  </a:lnTo>
                  <a:lnTo>
                    <a:pt x="145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3" name="Google Shape;413;p27">
              <a:extLst>
                <a:ext uri="{FF2B5EF4-FFF2-40B4-BE49-F238E27FC236}">
                  <a16:creationId xmlns:a16="http://schemas.microsoft.com/office/drawing/2014/main" id="{03D8AB35-A702-58B9-19DE-51A0A1485183}"/>
                </a:ext>
              </a:extLst>
            </p:cNvPr>
            <p:cNvSpPr/>
            <p:nvPr/>
          </p:nvSpPr>
          <p:spPr>
            <a:xfrm>
              <a:off x="621210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0"/>
                  </a:moveTo>
                  <a:lnTo>
                    <a:pt x="124" y="5800"/>
                  </a:lnTo>
                  <a:lnTo>
                    <a:pt x="104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21" y="4954"/>
                  </a:lnTo>
                  <a:lnTo>
                    <a:pt x="0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0" y="1775"/>
                  </a:lnTo>
                  <a:lnTo>
                    <a:pt x="21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04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41"/>
                  </a:lnTo>
                  <a:lnTo>
                    <a:pt x="186" y="227"/>
                  </a:lnTo>
                  <a:lnTo>
                    <a:pt x="228" y="846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8" y="4954"/>
                  </a:lnTo>
                  <a:lnTo>
                    <a:pt x="186" y="5573"/>
                  </a:lnTo>
                  <a:lnTo>
                    <a:pt x="145" y="5738"/>
                  </a:lnTo>
                  <a:lnTo>
                    <a:pt x="145" y="5780"/>
                  </a:lnTo>
                  <a:lnTo>
                    <a:pt x="124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4" name="Google Shape;414;p27">
              <a:extLst>
                <a:ext uri="{FF2B5EF4-FFF2-40B4-BE49-F238E27FC236}">
                  <a16:creationId xmlns:a16="http://schemas.microsoft.com/office/drawing/2014/main" id="{5A4FEDF0-2092-3543-1A25-574BFB4D4653}"/>
                </a:ext>
              </a:extLst>
            </p:cNvPr>
            <p:cNvSpPr/>
            <p:nvPr/>
          </p:nvSpPr>
          <p:spPr>
            <a:xfrm>
              <a:off x="6352975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4" y="5780"/>
                  </a:lnTo>
                  <a:lnTo>
                    <a:pt x="124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6" y="5573"/>
                  </a:lnTo>
                  <a:lnTo>
                    <a:pt x="228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8" y="846"/>
                  </a:lnTo>
                  <a:lnTo>
                    <a:pt x="186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5" name="Google Shape;415;p27">
              <a:extLst>
                <a:ext uri="{FF2B5EF4-FFF2-40B4-BE49-F238E27FC236}">
                  <a16:creationId xmlns:a16="http://schemas.microsoft.com/office/drawing/2014/main" id="{7904D34B-2739-CC32-D522-5E1E278654D9}"/>
                </a:ext>
              </a:extLst>
            </p:cNvPr>
            <p:cNvSpPr/>
            <p:nvPr/>
          </p:nvSpPr>
          <p:spPr>
            <a:xfrm>
              <a:off x="6352975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0"/>
                  </a:moveTo>
                  <a:lnTo>
                    <a:pt x="124" y="5800"/>
                  </a:lnTo>
                  <a:lnTo>
                    <a:pt x="124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6" y="227"/>
                  </a:lnTo>
                  <a:lnTo>
                    <a:pt x="228" y="846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8" y="4954"/>
                  </a:lnTo>
                  <a:lnTo>
                    <a:pt x="186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24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6" name="Google Shape;416;p27">
              <a:extLst>
                <a:ext uri="{FF2B5EF4-FFF2-40B4-BE49-F238E27FC236}">
                  <a16:creationId xmlns:a16="http://schemas.microsoft.com/office/drawing/2014/main" id="{FE16EE14-27F0-31A5-C96C-EE3042631B6C}"/>
                </a:ext>
              </a:extLst>
            </p:cNvPr>
            <p:cNvSpPr/>
            <p:nvPr/>
          </p:nvSpPr>
          <p:spPr>
            <a:xfrm>
              <a:off x="630860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4" y="41"/>
                  </a:lnTo>
                  <a:lnTo>
                    <a:pt x="83" y="227"/>
                  </a:lnTo>
                  <a:lnTo>
                    <a:pt x="42" y="846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8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6" y="5738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7" y="846"/>
                  </a:lnTo>
                  <a:lnTo>
                    <a:pt x="186" y="227"/>
                  </a:lnTo>
                  <a:lnTo>
                    <a:pt x="166" y="4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7" name="Google Shape;417;p27">
              <a:extLst>
                <a:ext uri="{FF2B5EF4-FFF2-40B4-BE49-F238E27FC236}">
                  <a16:creationId xmlns:a16="http://schemas.microsoft.com/office/drawing/2014/main" id="{84548B5B-8CBF-521F-E985-CF4EDAD00A1E}"/>
                </a:ext>
              </a:extLst>
            </p:cNvPr>
            <p:cNvSpPr/>
            <p:nvPr/>
          </p:nvSpPr>
          <p:spPr>
            <a:xfrm>
              <a:off x="6308600" y="48741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04" y="5738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2" y="846"/>
                  </a:lnTo>
                  <a:lnTo>
                    <a:pt x="83" y="227"/>
                  </a:lnTo>
                  <a:lnTo>
                    <a:pt x="104" y="41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41"/>
                  </a:lnTo>
                  <a:lnTo>
                    <a:pt x="186" y="227"/>
                  </a:lnTo>
                  <a:lnTo>
                    <a:pt x="227" y="846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6" y="5738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8" name="Google Shape;418;p27">
              <a:extLst>
                <a:ext uri="{FF2B5EF4-FFF2-40B4-BE49-F238E27FC236}">
                  <a16:creationId xmlns:a16="http://schemas.microsoft.com/office/drawing/2014/main" id="{8A1069AA-B31B-4990-680A-70A3F4E15A99}"/>
                </a:ext>
              </a:extLst>
            </p:cNvPr>
            <p:cNvSpPr/>
            <p:nvPr/>
          </p:nvSpPr>
          <p:spPr>
            <a:xfrm>
              <a:off x="5595450" y="4868450"/>
              <a:ext cx="809675" cy="6750"/>
            </a:xfrm>
            <a:custGeom>
              <a:avLst/>
              <a:gdLst/>
              <a:ahLst/>
              <a:cxnLst/>
              <a:rect l="l" t="t" r="r" b="b"/>
              <a:pathLst>
                <a:path w="32387" h="270" extrusionOk="0">
                  <a:moveTo>
                    <a:pt x="9887" y="1"/>
                  </a:moveTo>
                  <a:lnTo>
                    <a:pt x="4727" y="42"/>
                  </a:lnTo>
                  <a:lnTo>
                    <a:pt x="1259" y="84"/>
                  </a:lnTo>
                  <a:lnTo>
                    <a:pt x="310" y="104"/>
                  </a:lnTo>
                  <a:lnTo>
                    <a:pt x="83" y="125"/>
                  </a:lnTo>
                  <a:lnTo>
                    <a:pt x="0" y="125"/>
                  </a:lnTo>
                  <a:lnTo>
                    <a:pt x="83" y="145"/>
                  </a:lnTo>
                  <a:lnTo>
                    <a:pt x="310" y="166"/>
                  </a:lnTo>
                  <a:lnTo>
                    <a:pt x="1259" y="187"/>
                  </a:lnTo>
                  <a:lnTo>
                    <a:pt x="4727" y="228"/>
                  </a:lnTo>
                  <a:lnTo>
                    <a:pt x="9887" y="249"/>
                  </a:lnTo>
                  <a:lnTo>
                    <a:pt x="16204" y="269"/>
                  </a:lnTo>
                  <a:lnTo>
                    <a:pt x="22499" y="249"/>
                  </a:lnTo>
                  <a:lnTo>
                    <a:pt x="27659" y="228"/>
                  </a:lnTo>
                  <a:lnTo>
                    <a:pt x="31127" y="187"/>
                  </a:lnTo>
                  <a:lnTo>
                    <a:pt x="32077" y="166"/>
                  </a:lnTo>
                  <a:lnTo>
                    <a:pt x="32304" y="145"/>
                  </a:lnTo>
                  <a:lnTo>
                    <a:pt x="32386" y="125"/>
                  </a:lnTo>
                  <a:lnTo>
                    <a:pt x="32304" y="125"/>
                  </a:lnTo>
                  <a:lnTo>
                    <a:pt x="32077" y="104"/>
                  </a:lnTo>
                  <a:lnTo>
                    <a:pt x="31127" y="84"/>
                  </a:lnTo>
                  <a:lnTo>
                    <a:pt x="27659" y="42"/>
                  </a:lnTo>
                  <a:lnTo>
                    <a:pt x="22499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9" name="Google Shape;419;p27">
              <a:extLst>
                <a:ext uri="{FF2B5EF4-FFF2-40B4-BE49-F238E27FC236}">
                  <a16:creationId xmlns:a16="http://schemas.microsoft.com/office/drawing/2014/main" id="{0C518FA0-0768-1FE2-986D-0E8A1696E8A6}"/>
                </a:ext>
              </a:extLst>
            </p:cNvPr>
            <p:cNvSpPr/>
            <p:nvPr/>
          </p:nvSpPr>
          <p:spPr>
            <a:xfrm>
              <a:off x="5595450" y="4868450"/>
              <a:ext cx="809675" cy="6750"/>
            </a:xfrm>
            <a:custGeom>
              <a:avLst/>
              <a:gdLst/>
              <a:ahLst/>
              <a:cxnLst/>
              <a:rect l="l" t="t" r="r" b="b"/>
              <a:pathLst>
                <a:path w="32387" h="270" fill="none" extrusionOk="0">
                  <a:moveTo>
                    <a:pt x="32386" y="125"/>
                  </a:moveTo>
                  <a:lnTo>
                    <a:pt x="32386" y="125"/>
                  </a:lnTo>
                  <a:lnTo>
                    <a:pt x="32304" y="145"/>
                  </a:lnTo>
                  <a:lnTo>
                    <a:pt x="32077" y="166"/>
                  </a:lnTo>
                  <a:lnTo>
                    <a:pt x="31127" y="187"/>
                  </a:lnTo>
                  <a:lnTo>
                    <a:pt x="27659" y="228"/>
                  </a:lnTo>
                  <a:lnTo>
                    <a:pt x="22499" y="249"/>
                  </a:lnTo>
                  <a:lnTo>
                    <a:pt x="16204" y="269"/>
                  </a:lnTo>
                  <a:lnTo>
                    <a:pt x="16204" y="269"/>
                  </a:lnTo>
                  <a:lnTo>
                    <a:pt x="9887" y="249"/>
                  </a:lnTo>
                  <a:lnTo>
                    <a:pt x="4727" y="228"/>
                  </a:lnTo>
                  <a:lnTo>
                    <a:pt x="1259" y="187"/>
                  </a:lnTo>
                  <a:lnTo>
                    <a:pt x="310" y="166"/>
                  </a:lnTo>
                  <a:lnTo>
                    <a:pt x="83" y="145"/>
                  </a:lnTo>
                  <a:lnTo>
                    <a:pt x="0" y="125"/>
                  </a:lnTo>
                  <a:lnTo>
                    <a:pt x="0" y="125"/>
                  </a:lnTo>
                  <a:lnTo>
                    <a:pt x="83" y="125"/>
                  </a:lnTo>
                  <a:lnTo>
                    <a:pt x="310" y="104"/>
                  </a:lnTo>
                  <a:lnTo>
                    <a:pt x="1259" y="84"/>
                  </a:lnTo>
                  <a:lnTo>
                    <a:pt x="4727" y="42"/>
                  </a:lnTo>
                  <a:lnTo>
                    <a:pt x="9887" y="1"/>
                  </a:lnTo>
                  <a:lnTo>
                    <a:pt x="16204" y="1"/>
                  </a:lnTo>
                  <a:lnTo>
                    <a:pt x="16204" y="1"/>
                  </a:lnTo>
                  <a:lnTo>
                    <a:pt x="22499" y="1"/>
                  </a:lnTo>
                  <a:lnTo>
                    <a:pt x="27659" y="42"/>
                  </a:lnTo>
                  <a:lnTo>
                    <a:pt x="31127" y="84"/>
                  </a:lnTo>
                  <a:lnTo>
                    <a:pt x="32077" y="104"/>
                  </a:lnTo>
                  <a:lnTo>
                    <a:pt x="32304" y="125"/>
                  </a:lnTo>
                  <a:lnTo>
                    <a:pt x="32386" y="12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" name="Google Shape;420;p27">
              <a:extLst>
                <a:ext uri="{FF2B5EF4-FFF2-40B4-BE49-F238E27FC236}">
                  <a16:creationId xmlns:a16="http://schemas.microsoft.com/office/drawing/2014/main" id="{B58237C9-A49D-3306-3DA9-07683AD563DF}"/>
                </a:ext>
              </a:extLst>
            </p:cNvPr>
            <p:cNvSpPr/>
            <p:nvPr/>
          </p:nvSpPr>
          <p:spPr>
            <a:xfrm>
              <a:off x="5664600" y="5019150"/>
              <a:ext cx="806575" cy="146575"/>
            </a:xfrm>
            <a:custGeom>
              <a:avLst/>
              <a:gdLst/>
              <a:ahLst/>
              <a:cxnLst/>
              <a:rect l="l" t="t" r="r" b="b"/>
              <a:pathLst>
                <a:path w="32263" h="5863" extrusionOk="0">
                  <a:moveTo>
                    <a:pt x="0" y="0"/>
                  </a:moveTo>
                  <a:lnTo>
                    <a:pt x="0" y="5862"/>
                  </a:lnTo>
                  <a:lnTo>
                    <a:pt x="32262" y="5862"/>
                  </a:lnTo>
                  <a:lnTo>
                    <a:pt x="322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" name="Google Shape;421;p27">
              <a:extLst>
                <a:ext uri="{FF2B5EF4-FFF2-40B4-BE49-F238E27FC236}">
                  <a16:creationId xmlns:a16="http://schemas.microsoft.com/office/drawing/2014/main" id="{6797285F-2BF5-6310-7633-52BAE8908FDD}"/>
                </a:ext>
              </a:extLst>
            </p:cNvPr>
            <p:cNvSpPr/>
            <p:nvPr/>
          </p:nvSpPr>
          <p:spPr>
            <a:xfrm>
              <a:off x="5664600" y="5019150"/>
              <a:ext cx="806575" cy="146575"/>
            </a:xfrm>
            <a:custGeom>
              <a:avLst/>
              <a:gdLst/>
              <a:ahLst/>
              <a:cxnLst/>
              <a:rect l="l" t="t" r="r" b="b"/>
              <a:pathLst>
                <a:path w="32263" h="5863" fill="none" extrusionOk="0">
                  <a:moveTo>
                    <a:pt x="32262" y="5862"/>
                  </a:moveTo>
                  <a:lnTo>
                    <a:pt x="0" y="5862"/>
                  </a:lnTo>
                  <a:lnTo>
                    <a:pt x="0" y="0"/>
                  </a:lnTo>
                  <a:lnTo>
                    <a:pt x="32262" y="0"/>
                  </a:lnTo>
                  <a:lnTo>
                    <a:pt x="32262" y="586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" name="Google Shape;422;p27">
              <a:extLst>
                <a:ext uri="{FF2B5EF4-FFF2-40B4-BE49-F238E27FC236}">
                  <a16:creationId xmlns:a16="http://schemas.microsoft.com/office/drawing/2014/main" id="{DF746CD6-C9E8-158A-35B7-3673C5795233}"/>
                </a:ext>
              </a:extLst>
            </p:cNvPr>
            <p:cNvSpPr/>
            <p:nvPr/>
          </p:nvSpPr>
          <p:spPr>
            <a:xfrm>
              <a:off x="5740450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6" y="5595"/>
                  </a:lnTo>
                  <a:lnTo>
                    <a:pt x="227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3" name="Google Shape;423;p27">
              <a:extLst>
                <a:ext uri="{FF2B5EF4-FFF2-40B4-BE49-F238E27FC236}">
                  <a16:creationId xmlns:a16="http://schemas.microsoft.com/office/drawing/2014/main" id="{67230D95-E667-F70C-41A5-D2667884D091}"/>
                </a:ext>
              </a:extLst>
            </p:cNvPr>
            <p:cNvSpPr/>
            <p:nvPr/>
          </p:nvSpPr>
          <p:spPr>
            <a:xfrm>
              <a:off x="5740450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4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21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27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27" y="4975"/>
                  </a:lnTo>
                  <a:lnTo>
                    <a:pt x="186" y="5595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4" name="Google Shape;424;p27">
              <a:extLst>
                <a:ext uri="{FF2B5EF4-FFF2-40B4-BE49-F238E27FC236}">
                  <a16:creationId xmlns:a16="http://schemas.microsoft.com/office/drawing/2014/main" id="{FCBE634C-D71C-0867-ECCD-26E374E731D1}"/>
                </a:ext>
              </a:extLst>
            </p:cNvPr>
            <p:cNvSpPr/>
            <p:nvPr/>
          </p:nvSpPr>
          <p:spPr>
            <a:xfrm>
              <a:off x="5696575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25" y="1"/>
                  </a:moveTo>
                  <a:lnTo>
                    <a:pt x="10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04" y="5801"/>
                  </a:lnTo>
                  <a:lnTo>
                    <a:pt x="125" y="5822"/>
                  </a:lnTo>
                  <a:lnTo>
                    <a:pt x="145" y="5801"/>
                  </a:lnTo>
                  <a:lnTo>
                    <a:pt x="145" y="5760"/>
                  </a:lnTo>
                  <a:lnTo>
                    <a:pt x="187" y="5595"/>
                  </a:lnTo>
                  <a:lnTo>
                    <a:pt x="228" y="4975"/>
                  </a:lnTo>
                  <a:lnTo>
                    <a:pt x="249" y="4046"/>
                  </a:lnTo>
                  <a:lnTo>
                    <a:pt x="269" y="2911"/>
                  </a:lnTo>
                  <a:lnTo>
                    <a:pt x="24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5" name="Google Shape;425;p27">
              <a:extLst>
                <a:ext uri="{FF2B5EF4-FFF2-40B4-BE49-F238E27FC236}">
                  <a16:creationId xmlns:a16="http://schemas.microsoft.com/office/drawing/2014/main" id="{5BD42529-BC59-DA45-CE60-51B163BA933F}"/>
                </a:ext>
              </a:extLst>
            </p:cNvPr>
            <p:cNvSpPr/>
            <p:nvPr/>
          </p:nvSpPr>
          <p:spPr>
            <a:xfrm>
              <a:off x="5696575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fill="none" extrusionOk="0">
                  <a:moveTo>
                    <a:pt x="125" y="5822"/>
                  </a:moveTo>
                  <a:lnTo>
                    <a:pt x="125" y="5822"/>
                  </a:lnTo>
                  <a:lnTo>
                    <a:pt x="104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1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04" y="2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21"/>
                  </a:lnTo>
                  <a:lnTo>
                    <a:pt x="145" y="63"/>
                  </a:lnTo>
                  <a:lnTo>
                    <a:pt x="187" y="228"/>
                  </a:lnTo>
                  <a:lnTo>
                    <a:pt x="228" y="868"/>
                  </a:lnTo>
                  <a:lnTo>
                    <a:pt x="24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9" y="4046"/>
                  </a:lnTo>
                  <a:lnTo>
                    <a:pt x="228" y="4975"/>
                  </a:lnTo>
                  <a:lnTo>
                    <a:pt x="187" y="5595"/>
                  </a:lnTo>
                  <a:lnTo>
                    <a:pt x="145" y="5760"/>
                  </a:lnTo>
                  <a:lnTo>
                    <a:pt x="145" y="5801"/>
                  </a:lnTo>
                  <a:lnTo>
                    <a:pt x="12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6" name="Google Shape;426;p27">
              <a:extLst>
                <a:ext uri="{FF2B5EF4-FFF2-40B4-BE49-F238E27FC236}">
                  <a16:creationId xmlns:a16="http://schemas.microsoft.com/office/drawing/2014/main" id="{1224FE5E-BA4B-443E-E94F-50F58BAA2C43}"/>
                </a:ext>
              </a:extLst>
            </p:cNvPr>
            <p:cNvSpPr/>
            <p:nvPr/>
          </p:nvSpPr>
          <p:spPr>
            <a:xfrm>
              <a:off x="5837450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2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4" y="228"/>
                  </a:lnTo>
                  <a:lnTo>
                    <a:pt x="42" y="868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46"/>
                  </a:lnTo>
                  <a:lnTo>
                    <a:pt x="42" y="4975"/>
                  </a:lnTo>
                  <a:lnTo>
                    <a:pt x="84" y="5595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2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5"/>
                  </a:lnTo>
                  <a:lnTo>
                    <a:pt x="228" y="4975"/>
                  </a:lnTo>
                  <a:lnTo>
                    <a:pt x="249" y="4046"/>
                  </a:lnTo>
                  <a:lnTo>
                    <a:pt x="269" y="2911"/>
                  </a:lnTo>
                  <a:lnTo>
                    <a:pt x="24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7" name="Google Shape;427;p27">
              <a:extLst>
                <a:ext uri="{FF2B5EF4-FFF2-40B4-BE49-F238E27FC236}">
                  <a16:creationId xmlns:a16="http://schemas.microsoft.com/office/drawing/2014/main" id="{2B231EB9-05B4-C307-67A7-1FA93F553CFA}"/>
                </a:ext>
              </a:extLst>
            </p:cNvPr>
            <p:cNvSpPr/>
            <p:nvPr/>
          </p:nvSpPr>
          <p:spPr>
            <a:xfrm>
              <a:off x="5837450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fill="none" extrusionOk="0">
                  <a:moveTo>
                    <a:pt x="125" y="5822"/>
                  </a:moveTo>
                  <a:lnTo>
                    <a:pt x="125" y="5822"/>
                  </a:lnTo>
                  <a:lnTo>
                    <a:pt x="125" y="5801"/>
                  </a:lnTo>
                  <a:lnTo>
                    <a:pt x="104" y="5760"/>
                  </a:lnTo>
                  <a:lnTo>
                    <a:pt x="84" y="5595"/>
                  </a:lnTo>
                  <a:lnTo>
                    <a:pt x="42" y="4975"/>
                  </a:lnTo>
                  <a:lnTo>
                    <a:pt x="1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68"/>
                  </a:lnTo>
                  <a:lnTo>
                    <a:pt x="84" y="228"/>
                  </a:lnTo>
                  <a:lnTo>
                    <a:pt x="104" y="63"/>
                  </a:lnTo>
                  <a:lnTo>
                    <a:pt x="125" y="2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7" y="228"/>
                  </a:lnTo>
                  <a:lnTo>
                    <a:pt x="228" y="868"/>
                  </a:lnTo>
                  <a:lnTo>
                    <a:pt x="24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9" y="4046"/>
                  </a:lnTo>
                  <a:lnTo>
                    <a:pt x="228" y="4975"/>
                  </a:lnTo>
                  <a:lnTo>
                    <a:pt x="187" y="5595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2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8" name="Google Shape;428;p27">
              <a:extLst>
                <a:ext uri="{FF2B5EF4-FFF2-40B4-BE49-F238E27FC236}">
                  <a16:creationId xmlns:a16="http://schemas.microsoft.com/office/drawing/2014/main" id="{C252E40E-0FE0-5D79-CF24-3E5AFD9D9998}"/>
                </a:ext>
              </a:extLst>
            </p:cNvPr>
            <p:cNvSpPr/>
            <p:nvPr/>
          </p:nvSpPr>
          <p:spPr>
            <a:xfrm>
              <a:off x="5793075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45" y="1"/>
                  </a:moveTo>
                  <a:lnTo>
                    <a:pt x="125" y="21"/>
                  </a:lnTo>
                  <a:lnTo>
                    <a:pt x="125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1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25" y="5760"/>
                  </a:lnTo>
                  <a:lnTo>
                    <a:pt x="125" y="5801"/>
                  </a:lnTo>
                  <a:lnTo>
                    <a:pt x="145" y="5822"/>
                  </a:lnTo>
                  <a:lnTo>
                    <a:pt x="166" y="5801"/>
                  </a:lnTo>
                  <a:lnTo>
                    <a:pt x="166" y="5760"/>
                  </a:lnTo>
                  <a:lnTo>
                    <a:pt x="187" y="5595"/>
                  </a:lnTo>
                  <a:lnTo>
                    <a:pt x="24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4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66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9" name="Google Shape;429;p27">
              <a:extLst>
                <a:ext uri="{FF2B5EF4-FFF2-40B4-BE49-F238E27FC236}">
                  <a16:creationId xmlns:a16="http://schemas.microsoft.com/office/drawing/2014/main" id="{2DEA3B27-8733-2713-5407-7A4022E012BD}"/>
                </a:ext>
              </a:extLst>
            </p:cNvPr>
            <p:cNvSpPr/>
            <p:nvPr/>
          </p:nvSpPr>
          <p:spPr>
            <a:xfrm>
              <a:off x="5793075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5" y="5801"/>
                  </a:lnTo>
                  <a:lnTo>
                    <a:pt x="125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21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2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25" y="63"/>
                  </a:lnTo>
                  <a:lnTo>
                    <a:pt x="125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66" y="21"/>
                  </a:lnTo>
                  <a:lnTo>
                    <a:pt x="166" y="63"/>
                  </a:lnTo>
                  <a:lnTo>
                    <a:pt x="187" y="228"/>
                  </a:lnTo>
                  <a:lnTo>
                    <a:pt x="248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48" y="4975"/>
                  </a:lnTo>
                  <a:lnTo>
                    <a:pt x="187" y="5595"/>
                  </a:lnTo>
                  <a:lnTo>
                    <a:pt x="166" y="5760"/>
                  </a:lnTo>
                  <a:lnTo>
                    <a:pt x="166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" name="Google Shape;430;p27">
              <a:extLst>
                <a:ext uri="{FF2B5EF4-FFF2-40B4-BE49-F238E27FC236}">
                  <a16:creationId xmlns:a16="http://schemas.microsoft.com/office/drawing/2014/main" id="{CD771222-5441-41CC-4CB9-4FB713E0694E}"/>
                </a:ext>
              </a:extLst>
            </p:cNvPr>
            <p:cNvSpPr/>
            <p:nvPr/>
          </p:nvSpPr>
          <p:spPr>
            <a:xfrm>
              <a:off x="593447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24" y="1"/>
                  </a:moveTo>
                  <a:lnTo>
                    <a:pt x="10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04" y="5801"/>
                  </a:lnTo>
                  <a:lnTo>
                    <a:pt x="124" y="5822"/>
                  </a:lnTo>
                  <a:lnTo>
                    <a:pt x="145" y="5801"/>
                  </a:lnTo>
                  <a:lnTo>
                    <a:pt x="145" y="5760"/>
                  </a:lnTo>
                  <a:lnTo>
                    <a:pt x="186" y="5595"/>
                  </a:lnTo>
                  <a:lnTo>
                    <a:pt x="228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68"/>
                  </a:lnTo>
                  <a:lnTo>
                    <a:pt x="186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1" name="Google Shape;431;p27">
              <a:extLst>
                <a:ext uri="{FF2B5EF4-FFF2-40B4-BE49-F238E27FC236}">
                  <a16:creationId xmlns:a16="http://schemas.microsoft.com/office/drawing/2014/main" id="{5BC5D091-F1C8-CEDB-A8D3-20F2385C0FAF}"/>
                </a:ext>
              </a:extLst>
            </p:cNvPr>
            <p:cNvSpPr/>
            <p:nvPr/>
          </p:nvSpPr>
          <p:spPr>
            <a:xfrm>
              <a:off x="593447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24" y="5822"/>
                  </a:moveTo>
                  <a:lnTo>
                    <a:pt x="124" y="5822"/>
                  </a:lnTo>
                  <a:lnTo>
                    <a:pt x="104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0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0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45" y="63"/>
                  </a:lnTo>
                  <a:lnTo>
                    <a:pt x="186" y="228"/>
                  </a:lnTo>
                  <a:lnTo>
                    <a:pt x="228" y="868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46"/>
                  </a:lnTo>
                  <a:lnTo>
                    <a:pt x="228" y="4975"/>
                  </a:lnTo>
                  <a:lnTo>
                    <a:pt x="186" y="5595"/>
                  </a:lnTo>
                  <a:lnTo>
                    <a:pt x="145" y="5760"/>
                  </a:lnTo>
                  <a:lnTo>
                    <a:pt x="145" y="5801"/>
                  </a:lnTo>
                  <a:lnTo>
                    <a:pt x="124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2" name="Google Shape;432;p27">
              <a:extLst>
                <a:ext uri="{FF2B5EF4-FFF2-40B4-BE49-F238E27FC236}">
                  <a16:creationId xmlns:a16="http://schemas.microsoft.com/office/drawing/2014/main" id="{47B73124-7E22-A9E8-BF9A-E1F6F72029E2}"/>
                </a:ext>
              </a:extLst>
            </p:cNvPr>
            <p:cNvSpPr/>
            <p:nvPr/>
          </p:nvSpPr>
          <p:spPr>
            <a:xfrm>
              <a:off x="5890100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5" y="5760"/>
                  </a:lnTo>
                  <a:lnTo>
                    <a:pt x="186" y="5595"/>
                  </a:lnTo>
                  <a:lnTo>
                    <a:pt x="227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3" name="Google Shape;433;p27">
              <a:extLst>
                <a:ext uri="{FF2B5EF4-FFF2-40B4-BE49-F238E27FC236}">
                  <a16:creationId xmlns:a16="http://schemas.microsoft.com/office/drawing/2014/main" id="{AB8A9DBD-C83C-9940-8865-E2109C75E17A}"/>
                </a:ext>
              </a:extLst>
            </p:cNvPr>
            <p:cNvSpPr/>
            <p:nvPr/>
          </p:nvSpPr>
          <p:spPr>
            <a:xfrm>
              <a:off x="5890100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4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21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27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27" y="4975"/>
                  </a:lnTo>
                  <a:lnTo>
                    <a:pt x="186" y="5595"/>
                  </a:lnTo>
                  <a:lnTo>
                    <a:pt x="165" y="5760"/>
                  </a:lnTo>
                  <a:lnTo>
                    <a:pt x="145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4" name="Google Shape;434;p27">
              <a:extLst>
                <a:ext uri="{FF2B5EF4-FFF2-40B4-BE49-F238E27FC236}">
                  <a16:creationId xmlns:a16="http://schemas.microsoft.com/office/drawing/2014/main" id="{B575BDAA-5993-81EB-68C0-407ABA52D603}"/>
                </a:ext>
              </a:extLst>
            </p:cNvPr>
            <p:cNvSpPr/>
            <p:nvPr/>
          </p:nvSpPr>
          <p:spPr>
            <a:xfrm>
              <a:off x="603097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2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2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66" y="5801"/>
                  </a:lnTo>
                  <a:lnTo>
                    <a:pt x="166" y="5760"/>
                  </a:lnTo>
                  <a:lnTo>
                    <a:pt x="186" y="5595"/>
                  </a:lnTo>
                  <a:lnTo>
                    <a:pt x="24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48" y="868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66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5" name="Google Shape;435;p27">
              <a:extLst>
                <a:ext uri="{FF2B5EF4-FFF2-40B4-BE49-F238E27FC236}">
                  <a16:creationId xmlns:a16="http://schemas.microsoft.com/office/drawing/2014/main" id="{FAB829ED-D0A5-499E-CA18-66406A7DC5DD}"/>
                </a:ext>
              </a:extLst>
            </p:cNvPr>
            <p:cNvSpPr/>
            <p:nvPr/>
          </p:nvSpPr>
          <p:spPr>
            <a:xfrm>
              <a:off x="603097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4" y="5801"/>
                  </a:lnTo>
                  <a:lnTo>
                    <a:pt x="12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21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2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66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48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48" y="4975"/>
                  </a:lnTo>
                  <a:lnTo>
                    <a:pt x="186" y="5595"/>
                  </a:lnTo>
                  <a:lnTo>
                    <a:pt x="166" y="5760"/>
                  </a:lnTo>
                  <a:lnTo>
                    <a:pt x="166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6" name="Google Shape;436;p27">
              <a:extLst>
                <a:ext uri="{FF2B5EF4-FFF2-40B4-BE49-F238E27FC236}">
                  <a16:creationId xmlns:a16="http://schemas.microsoft.com/office/drawing/2014/main" id="{C84CA3DC-A41C-067A-CBCF-A5A3DB9ACACE}"/>
                </a:ext>
              </a:extLst>
            </p:cNvPr>
            <p:cNvSpPr/>
            <p:nvPr/>
          </p:nvSpPr>
          <p:spPr>
            <a:xfrm>
              <a:off x="5987100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2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2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5"/>
                  </a:lnTo>
                  <a:lnTo>
                    <a:pt x="228" y="4975"/>
                  </a:lnTo>
                  <a:lnTo>
                    <a:pt x="249" y="4046"/>
                  </a:lnTo>
                  <a:lnTo>
                    <a:pt x="269" y="2911"/>
                  </a:lnTo>
                  <a:lnTo>
                    <a:pt x="24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7" name="Google Shape;437;p27">
              <a:extLst>
                <a:ext uri="{FF2B5EF4-FFF2-40B4-BE49-F238E27FC236}">
                  <a16:creationId xmlns:a16="http://schemas.microsoft.com/office/drawing/2014/main" id="{BFC6BC55-A313-B3E9-33D4-DE79F51A1AEB}"/>
                </a:ext>
              </a:extLst>
            </p:cNvPr>
            <p:cNvSpPr/>
            <p:nvPr/>
          </p:nvSpPr>
          <p:spPr>
            <a:xfrm>
              <a:off x="5987100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fill="none" extrusionOk="0">
                  <a:moveTo>
                    <a:pt x="125" y="5822"/>
                  </a:moveTo>
                  <a:lnTo>
                    <a:pt x="125" y="5822"/>
                  </a:lnTo>
                  <a:lnTo>
                    <a:pt x="125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1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5" y="2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7" y="228"/>
                  </a:lnTo>
                  <a:lnTo>
                    <a:pt x="228" y="868"/>
                  </a:lnTo>
                  <a:lnTo>
                    <a:pt x="24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9" y="4046"/>
                  </a:lnTo>
                  <a:lnTo>
                    <a:pt x="228" y="4975"/>
                  </a:lnTo>
                  <a:lnTo>
                    <a:pt x="187" y="5595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2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8" name="Google Shape;438;p27">
              <a:extLst>
                <a:ext uri="{FF2B5EF4-FFF2-40B4-BE49-F238E27FC236}">
                  <a16:creationId xmlns:a16="http://schemas.microsoft.com/office/drawing/2014/main" id="{5B82DFBD-291B-FF00-2511-AF42374DAB73}"/>
                </a:ext>
              </a:extLst>
            </p:cNvPr>
            <p:cNvSpPr/>
            <p:nvPr/>
          </p:nvSpPr>
          <p:spPr>
            <a:xfrm>
              <a:off x="6127975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4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4" y="228"/>
                  </a:lnTo>
                  <a:lnTo>
                    <a:pt x="42" y="868"/>
                  </a:lnTo>
                  <a:lnTo>
                    <a:pt x="22" y="1776"/>
                  </a:lnTo>
                  <a:lnTo>
                    <a:pt x="1" y="2911"/>
                  </a:lnTo>
                  <a:lnTo>
                    <a:pt x="22" y="4046"/>
                  </a:lnTo>
                  <a:lnTo>
                    <a:pt x="42" y="4975"/>
                  </a:lnTo>
                  <a:lnTo>
                    <a:pt x="84" y="5595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5"/>
                  </a:lnTo>
                  <a:lnTo>
                    <a:pt x="22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9" name="Google Shape;439;p27">
              <a:extLst>
                <a:ext uri="{FF2B5EF4-FFF2-40B4-BE49-F238E27FC236}">
                  <a16:creationId xmlns:a16="http://schemas.microsoft.com/office/drawing/2014/main" id="{6E05366F-526D-FA82-9EEB-B7BC8BF26F84}"/>
                </a:ext>
              </a:extLst>
            </p:cNvPr>
            <p:cNvSpPr/>
            <p:nvPr/>
          </p:nvSpPr>
          <p:spPr>
            <a:xfrm>
              <a:off x="6127975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5" y="5801"/>
                  </a:lnTo>
                  <a:lnTo>
                    <a:pt x="104" y="5760"/>
                  </a:lnTo>
                  <a:lnTo>
                    <a:pt x="84" y="5595"/>
                  </a:lnTo>
                  <a:lnTo>
                    <a:pt x="42" y="4975"/>
                  </a:lnTo>
                  <a:lnTo>
                    <a:pt x="22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22" y="1776"/>
                  </a:lnTo>
                  <a:lnTo>
                    <a:pt x="42" y="868"/>
                  </a:lnTo>
                  <a:lnTo>
                    <a:pt x="84" y="228"/>
                  </a:lnTo>
                  <a:lnTo>
                    <a:pt x="104" y="63"/>
                  </a:lnTo>
                  <a:lnTo>
                    <a:pt x="125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7" y="228"/>
                  </a:lnTo>
                  <a:lnTo>
                    <a:pt x="228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28" y="4975"/>
                  </a:lnTo>
                  <a:lnTo>
                    <a:pt x="187" y="5595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0" name="Google Shape;440;p27">
              <a:extLst>
                <a:ext uri="{FF2B5EF4-FFF2-40B4-BE49-F238E27FC236}">
                  <a16:creationId xmlns:a16="http://schemas.microsoft.com/office/drawing/2014/main" id="{392C4CA9-B206-7F49-B0D8-842EC84B67D9}"/>
                </a:ext>
              </a:extLst>
            </p:cNvPr>
            <p:cNvSpPr/>
            <p:nvPr/>
          </p:nvSpPr>
          <p:spPr>
            <a:xfrm>
              <a:off x="608412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24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24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6" y="5595"/>
                  </a:lnTo>
                  <a:lnTo>
                    <a:pt x="228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68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1" name="Google Shape;441;p27">
              <a:extLst>
                <a:ext uri="{FF2B5EF4-FFF2-40B4-BE49-F238E27FC236}">
                  <a16:creationId xmlns:a16="http://schemas.microsoft.com/office/drawing/2014/main" id="{E07BC8BD-1044-1883-2463-105734B2EC16}"/>
                </a:ext>
              </a:extLst>
            </p:cNvPr>
            <p:cNvSpPr/>
            <p:nvPr/>
          </p:nvSpPr>
          <p:spPr>
            <a:xfrm>
              <a:off x="608412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24" y="5822"/>
                  </a:moveTo>
                  <a:lnTo>
                    <a:pt x="124" y="5822"/>
                  </a:lnTo>
                  <a:lnTo>
                    <a:pt x="124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0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28" y="868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46"/>
                  </a:lnTo>
                  <a:lnTo>
                    <a:pt x="228" y="4975"/>
                  </a:lnTo>
                  <a:lnTo>
                    <a:pt x="186" y="5595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24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2" name="Google Shape;442;p27">
              <a:extLst>
                <a:ext uri="{FF2B5EF4-FFF2-40B4-BE49-F238E27FC236}">
                  <a16:creationId xmlns:a16="http://schemas.microsoft.com/office/drawing/2014/main" id="{636DFCC8-8D02-BE87-7B16-5200D0C3D8AC}"/>
                </a:ext>
              </a:extLst>
            </p:cNvPr>
            <p:cNvSpPr/>
            <p:nvPr/>
          </p:nvSpPr>
          <p:spPr>
            <a:xfrm>
              <a:off x="6225000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24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24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6" y="5595"/>
                  </a:lnTo>
                  <a:lnTo>
                    <a:pt x="228" y="4975"/>
                  </a:lnTo>
                  <a:lnTo>
                    <a:pt x="248" y="404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68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3" name="Google Shape;443;p27">
              <a:extLst>
                <a:ext uri="{FF2B5EF4-FFF2-40B4-BE49-F238E27FC236}">
                  <a16:creationId xmlns:a16="http://schemas.microsoft.com/office/drawing/2014/main" id="{CE4BC1C9-73A4-69F1-2302-E368C4DA26BF}"/>
                </a:ext>
              </a:extLst>
            </p:cNvPr>
            <p:cNvSpPr/>
            <p:nvPr/>
          </p:nvSpPr>
          <p:spPr>
            <a:xfrm>
              <a:off x="6225000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24" y="5822"/>
                  </a:moveTo>
                  <a:lnTo>
                    <a:pt x="124" y="5822"/>
                  </a:lnTo>
                  <a:lnTo>
                    <a:pt x="124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1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28" y="868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46"/>
                  </a:lnTo>
                  <a:lnTo>
                    <a:pt x="228" y="4975"/>
                  </a:lnTo>
                  <a:lnTo>
                    <a:pt x="186" y="5595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24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4" name="Google Shape;444;p27">
              <a:extLst>
                <a:ext uri="{FF2B5EF4-FFF2-40B4-BE49-F238E27FC236}">
                  <a16:creationId xmlns:a16="http://schemas.microsoft.com/office/drawing/2014/main" id="{E393CF3D-D4E0-2514-EA70-072E44D4DCDB}"/>
                </a:ext>
              </a:extLst>
            </p:cNvPr>
            <p:cNvSpPr/>
            <p:nvPr/>
          </p:nvSpPr>
          <p:spPr>
            <a:xfrm>
              <a:off x="618062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2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2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65" y="5801"/>
                  </a:lnTo>
                  <a:lnTo>
                    <a:pt x="165" y="5760"/>
                  </a:lnTo>
                  <a:lnTo>
                    <a:pt x="207" y="5595"/>
                  </a:lnTo>
                  <a:lnTo>
                    <a:pt x="24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48" y="868"/>
                  </a:lnTo>
                  <a:lnTo>
                    <a:pt x="207" y="228"/>
                  </a:lnTo>
                  <a:lnTo>
                    <a:pt x="165" y="63"/>
                  </a:lnTo>
                  <a:lnTo>
                    <a:pt x="16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5" name="Google Shape;445;p27">
              <a:extLst>
                <a:ext uri="{FF2B5EF4-FFF2-40B4-BE49-F238E27FC236}">
                  <a16:creationId xmlns:a16="http://schemas.microsoft.com/office/drawing/2014/main" id="{2AD5F888-3C3D-7193-583C-8313788A8894}"/>
                </a:ext>
              </a:extLst>
            </p:cNvPr>
            <p:cNvSpPr/>
            <p:nvPr/>
          </p:nvSpPr>
          <p:spPr>
            <a:xfrm>
              <a:off x="618062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4" y="5801"/>
                  </a:lnTo>
                  <a:lnTo>
                    <a:pt x="12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21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2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65" y="21"/>
                  </a:lnTo>
                  <a:lnTo>
                    <a:pt x="165" y="63"/>
                  </a:lnTo>
                  <a:lnTo>
                    <a:pt x="207" y="228"/>
                  </a:lnTo>
                  <a:lnTo>
                    <a:pt x="248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48" y="4975"/>
                  </a:lnTo>
                  <a:lnTo>
                    <a:pt x="207" y="5595"/>
                  </a:lnTo>
                  <a:lnTo>
                    <a:pt x="165" y="5760"/>
                  </a:lnTo>
                  <a:lnTo>
                    <a:pt x="165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6" name="Google Shape;446;p27">
              <a:extLst>
                <a:ext uri="{FF2B5EF4-FFF2-40B4-BE49-F238E27FC236}">
                  <a16:creationId xmlns:a16="http://schemas.microsoft.com/office/drawing/2014/main" id="{00DDA3D2-941D-3E4F-8516-80E9603EB055}"/>
                </a:ext>
              </a:extLst>
            </p:cNvPr>
            <p:cNvSpPr/>
            <p:nvPr/>
          </p:nvSpPr>
          <p:spPr>
            <a:xfrm>
              <a:off x="632202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24" y="1"/>
                  </a:moveTo>
                  <a:lnTo>
                    <a:pt x="124" y="21"/>
                  </a:lnTo>
                  <a:lnTo>
                    <a:pt x="103" y="63"/>
                  </a:lnTo>
                  <a:lnTo>
                    <a:pt x="83" y="228"/>
                  </a:lnTo>
                  <a:lnTo>
                    <a:pt x="41" y="868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46"/>
                  </a:lnTo>
                  <a:lnTo>
                    <a:pt x="41" y="4975"/>
                  </a:lnTo>
                  <a:lnTo>
                    <a:pt x="83" y="5595"/>
                  </a:lnTo>
                  <a:lnTo>
                    <a:pt x="103" y="5760"/>
                  </a:lnTo>
                  <a:lnTo>
                    <a:pt x="124" y="5801"/>
                  </a:lnTo>
                  <a:lnTo>
                    <a:pt x="124" y="5822"/>
                  </a:lnTo>
                  <a:lnTo>
                    <a:pt x="145" y="5801"/>
                  </a:lnTo>
                  <a:lnTo>
                    <a:pt x="165" y="5760"/>
                  </a:lnTo>
                  <a:lnTo>
                    <a:pt x="186" y="5595"/>
                  </a:lnTo>
                  <a:lnTo>
                    <a:pt x="227" y="4975"/>
                  </a:lnTo>
                  <a:lnTo>
                    <a:pt x="248" y="4046"/>
                  </a:lnTo>
                  <a:lnTo>
                    <a:pt x="268" y="2911"/>
                  </a:lnTo>
                  <a:lnTo>
                    <a:pt x="248" y="1776"/>
                  </a:lnTo>
                  <a:lnTo>
                    <a:pt x="227" y="868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7" name="Google Shape;447;p27">
              <a:extLst>
                <a:ext uri="{FF2B5EF4-FFF2-40B4-BE49-F238E27FC236}">
                  <a16:creationId xmlns:a16="http://schemas.microsoft.com/office/drawing/2014/main" id="{C6FF7900-1C25-ED82-051B-F085199322F9}"/>
                </a:ext>
              </a:extLst>
            </p:cNvPr>
            <p:cNvSpPr/>
            <p:nvPr/>
          </p:nvSpPr>
          <p:spPr>
            <a:xfrm>
              <a:off x="6322025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24" y="5822"/>
                  </a:moveTo>
                  <a:lnTo>
                    <a:pt x="124" y="5822"/>
                  </a:lnTo>
                  <a:lnTo>
                    <a:pt x="124" y="5801"/>
                  </a:lnTo>
                  <a:lnTo>
                    <a:pt x="103" y="5760"/>
                  </a:lnTo>
                  <a:lnTo>
                    <a:pt x="83" y="5595"/>
                  </a:lnTo>
                  <a:lnTo>
                    <a:pt x="41" y="4975"/>
                  </a:lnTo>
                  <a:lnTo>
                    <a:pt x="0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41" y="868"/>
                  </a:lnTo>
                  <a:lnTo>
                    <a:pt x="83" y="228"/>
                  </a:lnTo>
                  <a:lnTo>
                    <a:pt x="103" y="63"/>
                  </a:lnTo>
                  <a:lnTo>
                    <a:pt x="12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27" y="868"/>
                  </a:lnTo>
                  <a:lnTo>
                    <a:pt x="248" y="1776"/>
                  </a:lnTo>
                  <a:lnTo>
                    <a:pt x="268" y="2911"/>
                  </a:lnTo>
                  <a:lnTo>
                    <a:pt x="268" y="2911"/>
                  </a:lnTo>
                  <a:lnTo>
                    <a:pt x="248" y="4046"/>
                  </a:lnTo>
                  <a:lnTo>
                    <a:pt x="227" y="4975"/>
                  </a:lnTo>
                  <a:lnTo>
                    <a:pt x="186" y="5595"/>
                  </a:lnTo>
                  <a:lnTo>
                    <a:pt x="165" y="5760"/>
                  </a:lnTo>
                  <a:lnTo>
                    <a:pt x="145" y="5801"/>
                  </a:lnTo>
                  <a:lnTo>
                    <a:pt x="124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8" name="Google Shape;448;p27">
              <a:extLst>
                <a:ext uri="{FF2B5EF4-FFF2-40B4-BE49-F238E27FC236}">
                  <a16:creationId xmlns:a16="http://schemas.microsoft.com/office/drawing/2014/main" id="{6C251E99-429A-F1A1-8B3B-50A7BD8CC644}"/>
                </a:ext>
              </a:extLst>
            </p:cNvPr>
            <p:cNvSpPr/>
            <p:nvPr/>
          </p:nvSpPr>
          <p:spPr>
            <a:xfrm>
              <a:off x="6277625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4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2" y="1776"/>
                  </a:lnTo>
                  <a:lnTo>
                    <a:pt x="1" y="2911"/>
                  </a:lnTo>
                  <a:lnTo>
                    <a:pt x="22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25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7" y="5595"/>
                  </a:lnTo>
                  <a:lnTo>
                    <a:pt x="22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8" y="868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9" name="Google Shape;449;p27">
              <a:extLst>
                <a:ext uri="{FF2B5EF4-FFF2-40B4-BE49-F238E27FC236}">
                  <a16:creationId xmlns:a16="http://schemas.microsoft.com/office/drawing/2014/main" id="{56F5AE6D-2DCB-D660-55EF-07D0DA21946B}"/>
                </a:ext>
              </a:extLst>
            </p:cNvPr>
            <p:cNvSpPr/>
            <p:nvPr/>
          </p:nvSpPr>
          <p:spPr>
            <a:xfrm>
              <a:off x="6277625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5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22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22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5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7" y="228"/>
                  </a:lnTo>
                  <a:lnTo>
                    <a:pt x="228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28" y="4975"/>
                  </a:lnTo>
                  <a:lnTo>
                    <a:pt x="187" y="5595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0" name="Google Shape;450;p27">
              <a:extLst>
                <a:ext uri="{FF2B5EF4-FFF2-40B4-BE49-F238E27FC236}">
                  <a16:creationId xmlns:a16="http://schemas.microsoft.com/office/drawing/2014/main" id="{D9F43BC7-35B2-EBAF-AA73-9B27878E5E88}"/>
                </a:ext>
              </a:extLst>
            </p:cNvPr>
            <p:cNvSpPr/>
            <p:nvPr/>
          </p:nvSpPr>
          <p:spPr>
            <a:xfrm>
              <a:off x="6418500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extrusionOk="0">
                  <a:moveTo>
                    <a:pt x="145" y="1"/>
                  </a:moveTo>
                  <a:lnTo>
                    <a:pt x="125" y="21"/>
                  </a:lnTo>
                  <a:lnTo>
                    <a:pt x="125" y="63"/>
                  </a:lnTo>
                  <a:lnTo>
                    <a:pt x="84" y="228"/>
                  </a:lnTo>
                  <a:lnTo>
                    <a:pt x="42" y="868"/>
                  </a:lnTo>
                  <a:lnTo>
                    <a:pt x="22" y="1776"/>
                  </a:lnTo>
                  <a:lnTo>
                    <a:pt x="1" y="2911"/>
                  </a:lnTo>
                  <a:lnTo>
                    <a:pt x="22" y="4046"/>
                  </a:lnTo>
                  <a:lnTo>
                    <a:pt x="42" y="4975"/>
                  </a:lnTo>
                  <a:lnTo>
                    <a:pt x="84" y="5595"/>
                  </a:lnTo>
                  <a:lnTo>
                    <a:pt x="125" y="5760"/>
                  </a:lnTo>
                  <a:lnTo>
                    <a:pt x="125" y="5801"/>
                  </a:lnTo>
                  <a:lnTo>
                    <a:pt x="145" y="5822"/>
                  </a:lnTo>
                  <a:lnTo>
                    <a:pt x="166" y="5801"/>
                  </a:lnTo>
                  <a:lnTo>
                    <a:pt x="166" y="5760"/>
                  </a:lnTo>
                  <a:lnTo>
                    <a:pt x="207" y="5595"/>
                  </a:lnTo>
                  <a:lnTo>
                    <a:pt x="249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49" y="868"/>
                  </a:lnTo>
                  <a:lnTo>
                    <a:pt x="207" y="228"/>
                  </a:lnTo>
                  <a:lnTo>
                    <a:pt x="166" y="63"/>
                  </a:lnTo>
                  <a:lnTo>
                    <a:pt x="166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" name="Google Shape;451;p27">
              <a:extLst>
                <a:ext uri="{FF2B5EF4-FFF2-40B4-BE49-F238E27FC236}">
                  <a16:creationId xmlns:a16="http://schemas.microsoft.com/office/drawing/2014/main" id="{F4EF3FD6-D9CD-290C-172D-FADC2956F4E6}"/>
                </a:ext>
              </a:extLst>
            </p:cNvPr>
            <p:cNvSpPr/>
            <p:nvPr/>
          </p:nvSpPr>
          <p:spPr>
            <a:xfrm>
              <a:off x="6418500" y="5021200"/>
              <a:ext cx="6750" cy="145550"/>
            </a:xfrm>
            <a:custGeom>
              <a:avLst/>
              <a:gdLst/>
              <a:ahLst/>
              <a:cxnLst/>
              <a:rect l="l" t="t" r="r" b="b"/>
              <a:pathLst>
                <a:path w="270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5" y="5801"/>
                  </a:lnTo>
                  <a:lnTo>
                    <a:pt x="125" y="5760"/>
                  </a:lnTo>
                  <a:lnTo>
                    <a:pt x="84" y="5595"/>
                  </a:lnTo>
                  <a:lnTo>
                    <a:pt x="42" y="4975"/>
                  </a:lnTo>
                  <a:lnTo>
                    <a:pt x="22" y="404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22" y="1776"/>
                  </a:lnTo>
                  <a:lnTo>
                    <a:pt x="42" y="868"/>
                  </a:lnTo>
                  <a:lnTo>
                    <a:pt x="84" y="228"/>
                  </a:lnTo>
                  <a:lnTo>
                    <a:pt x="125" y="63"/>
                  </a:lnTo>
                  <a:lnTo>
                    <a:pt x="125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66" y="21"/>
                  </a:lnTo>
                  <a:lnTo>
                    <a:pt x="166" y="63"/>
                  </a:lnTo>
                  <a:lnTo>
                    <a:pt x="207" y="228"/>
                  </a:lnTo>
                  <a:lnTo>
                    <a:pt x="249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49" y="4975"/>
                  </a:lnTo>
                  <a:lnTo>
                    <a:pt x="207" y="5595"/>
                  </a:lnTo>
                  <a:lnTo>
                    <a:pt x="166" y="5760"/>
                  </a:lnTo>
                  <a:lnTo>
                    <a:pt x="166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2" name="Google Shape;452;p27">
              <a:extLst>
                <a:ext uri="{FF2B5EF4-FFF2-40B4-BE49-F238E27FC236}">
                  <a16:creationId xmlns:a16="http://schemas.microsoft.com/office/drawing/2014/main" id="{FC5D1D33-8531-F884-7DA1-9636D4358082}"/>
                </a:ext>
              </a:extLst>
            </p:cNvPr>
            <p:cNvSpPr/>
            <p:nvPr/>
          </p:nvSpPr>
          <p:spPr>
            <a:xfrm>
              <a:off x="6374650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extrusionOk="0">
                  <a:moveTo>
                    <a:pt x="145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68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46"/>
                  </a:lnTo>
                  <a:lnTo>
                    <a:pt x="42" y="4975"/>
                  </a:lnTo>
                  <a:lnTo>
                    <a:pt x="83" y="5595"/>
                  </a:lnTo>
                  <a:lnTo>
                    <a:pt x="104" y="5760"/>
                  </a:lnTo>
                  <a:lnTo>
                    <a:pt x="124" y="5801"/>
                  </a:lnTo>
                  <a:lnTo>
                    <a:pt x="145" y="5822"/>
                  </a:lnTo>
                  <a:lnTo>
                    <a:pt x="145" y="5801"/>
                  </a:lnTo>
                  <a:lnTo>
                    <a:pt x="166" y="5760"/>
                  </a:lnTo>
                  <a:lnTo>
                    <a:pt x="186" y="5595"/>
                  </a:lnTo>
                  <a:lnTo>
                    <a:pt x="228" y="4975"/>
                  </a:lnTo>
                  <a:lnTo>
                    <a:pt x="269" y="404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8" y="868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3" name="Google Shape;453;p27">
              <a:extLst>
                <a:ext uri="{FF2B5EF4-FFF2-40B4-BE49-F238E27FC236}">
                  <a16:creationId xmlns:a16="http://schemas.microsoft.com/office/drawing/2014/main" id="{F2CD01CD-213E-06FB-274A-7DD906AB526C}"/>
                </a:ext>
              </a:extLst>
            </p:cNvPr>
            <p:cNvSpPr/>
            <p:nvPr/>
          </p:nvSpPr>
          <p:spPr>
            <a:xfrm>
              <a:off x="6374650" y="5021200"/>
              <a:ext cx="6725" cy="145550"/>
            </a:xfrm>
            <a:custGeom>
              <a:avLst/>
              <a:gdLst/>
              <a:ahLst/>
              <a:cxnLst/>
              <a:rect l="l" t="t" r="r" b="b"/>
              <a:pathLst>
                <a:path w="269" h="5822" fill="none" extrusionOk="0">
                  <a:moveTo>
                    <a:pt x="145" y="5822"/>
                  </a:moveTo>
                  <a:lnTo>
                    <a:pt x="145" y="5822"/>
                  </a:lnTo>
                  <a:lnTo>
                    <a:pt x="124" y="5801"/>
                  </a:lnTo>
                  <a:lnTo>
                    <a:pt x="104" y="5760"/>
                  </a:lnTo>
                  <a:lnTo>
                    <a:pt x="83" y="5595"/>
                  </a:lnTo>
                  <a:lnTo>
                    <a:pt x="42" y="4975"/>
                  </a:lnTo>
                  <a:lnTo>
                    <a:pt x="21" y="404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2" y="868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28" y="868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46"/>
                  </a:lnTo>
                  <a:lnTo>
                    <a:pt x="228" y="4975"/>
                  </a:lnTo>
                  <a:lnTo>
                    <a:pt x="186" y="5595"/>
                  </a:lnTo>
                  <a:lnTo>
                    <a:pt x="166" y="5760"/>
                  </a:lnTo>
                  <a:lnTo>
                    <a:pt x="145" y="5801"/>
                  </a:lnTo>
                  <a:lnTo>
                    <a:pt x="145" y="58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4" name="Google Shape;454;p27">
              <a:extLst>
                <a:ext uri="{FF2B5EF4-FFF2-40B4-BE49-F238E27FC236}">
                  <a16:creationId xmlns:a16="http://schemas.microsoft.com/office/drawing/2014/main" id="{35AA4EEC-316D-2979-0FFC-D96208BAEE37}"/>
                </a:ext>
              </a:extLst>
            </p:cNvPr>
            <p:cNvSpPr/>
            <p:nvPr/>
          </p:nvSpPr>
          <p:spPr>
            <a:xfrm>
              <a:off x="5658925" y="5016050"/>
              <a:ext cx="812250" cy="6725"/>
            </a:xfrm>
            <a:custGeom>
              <a:avLst/>
              <a:gdLst/>
              <a:ahLst/>
              <a:cxnLst/>
              <a:rect l="l" t="t" r="r" b="b"/>
              <a:pathLst>
                <a:path w="32490" h="269" extrusionOk="0">
                  <a:moveTo>
                    <a:pt x="9929" y="0"/>
                  </a:moveTo>
                  <a:lnTo>
                    <a:pt x="4768" y="21"/>
                  </a:lnTo>
                  <a:lnTo>
                    <a:pt x="1280" y="83"/>
                  </a:lnTo>
                  <a:lnTo>
                    <a:pt x="330" y="104"/>
                  </a:lnTo>
                  <a:lnTo>
                    <a:pt x="103" y="104"/>
                  </a:lnTo>
                  <a:lnTo>
                    <a:pt x="0" y="124"/>
                  </a:lnTo>
                  <a:lnTo>
                    <a:pt x="103" y="145"/>
                  </a:lnTo>
                  <a:lnTo>
                    <a:pt x="330" y="145"/>
                  </a:lnTo>
                  <a:lnTo>
                    <a:pt x="1280" y="186"/>
                  </a:lnTo>
                  <a:lnTo>
                    <a:pt x="4768" y="227"/>
                  </a:lnTo>
                  <a:lnTo>
                    <a:pt x="9929" y="248"/>
                  </a:lnTo>
                  <a:lnTo>
                    <a:pt x="16245" y="269"/>
                  </a:lnTo>
                  <a:lnTo>
                    <a:pt x="22582" y="248"/>
                  </a:lnTo>
                  <a:lnTo>
                    <a:pt x="27742" y="227"/>
                  </a:lnTo>
                  <a:lnTo>
                    <a:pt x="31210" y="186"/>
                  </a:lnTo>
                  <a:lnTo>
                    <a:pt x="32159" y="145"/>
                  </a:lnTo>
                  <a:lnTo>
                    <a:pt x="32407" y="145"/>
                  </a:lnTo>
                  <a:lnTo>
                    <a:pt x="32489" y="124"/>
                  </a:lnTo>
                  <a:lnTo>
                    <a:pt x="32407" y="104"/>
                  </a:lnTo>
                  <a:lnTo>
                    <a:pt x="32159" y="104"/>
                  </a:lnTo>
                  <a:lnTo>
                    <a:pt x="31210" y="83"/>
                  </a:lnTo>
                  <a:lnTo>
                    <a:pt x="27742" y="21"/>
                  </a:lnTo>
                  <a:lnTo>
                    <a:pt x="22582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5" name="Google Shape;455;p27">
              <a:extLst>
                <a:ext uri="{FF2B5EF4-FFF2-40B4-BE49-F238E27FC236}">
                  <a16:creationId xmlns:a16="http://schemas.microsoft.com/office/drawing/2014/main" id="{DED13BAB-2ECA-8AB9-0152-5F4EF5CBA936}"/>
                </a:ext>
              </a:extLst>
            </p:cNvPr>
            <p:cNvSpPr/>
            <p:nvPr/>
          </p:nvSpPr>
          <p:spPr>
            <a:xfrm>
              <a:off x="5658925" y="5016050"/>
              <a:ext cx="812250" cy="6725"/>
            </a:xfrm>
            <a:custGeom>
              <a:avLst/>
              <a:gdLst/>
              <a:ahLst/>
              <a:cxnLst/>
              <a:rect l="l" t="t" r="r" b="b"/>
              <a:pathLst>
                <a:path w="32490" h="269" fill="none" extrusionOk="0">
                  <a:moveTo>
                    <a:pt x="32489" y="124"/>
                  </a:moveTo>
                  <a:lnTo>
                    <a:pt x="32489" y="124"/>
                  </a:lnTo>
                  <a:lnTo>
                    <a:pt x="32407" y="145"/>
                  </a:lnTo>
                  <a:lnTo>
                    <a:pt x="32159" y="145"/>
                  </a:lnTo>
                  <a:lnTo>
                    <a:pt x="31210" y="186"/>
                  </a:lnTo>
                  <a:lnTo>
                    <a:pt x="27742" y="227"/>
                  </a:lnTo>
                  <a:lnTo>
                    <a:pt x="22582" y="248"/>
                  </a:lnTo>
                  <a:lnTo>
                    <a:pt x="16245" y="269"/>
                  </a:lnTo>
                  <a:lnTo>
                    <a:pt x="16245" y="269"/>
                  </a:lnTo>
                  <a:lnTo>
                    <a:pt x="9929" y="248"/>
                  </a:lnTo>
                  <a:lnTo>
                    <a:pt x="4768" y="227"/>
                  </a:lnTo>
                  <a:lnTo>
                    <a:pt x="1280" y="186"/>
                  </a:lnTo>
                  <a:lnTo>
                    <a:pt x="330" y="145"/>
                  </a:lnTo>
                  <a:lnTo>
                    <a:pt x="103" y="145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03" y="104"/>
                  </a:lnTo>
                  <a:lnTo>
                    <a:pt x="330" y="104"/>
                  </a:lnTo>
                  <a:lnTo>
                    <a:pt x="1280" y="83"/>
                  </a:lnTo>
                  <a:lnTo>
                    <a:pt x="4768" y="21"/>
                  </a:lnTo>
                  <a:lnTo>
                    <a:pt x="9929" y="0"/>
                  </a:lnTo>
                  <a:lnTo>
                    <a:pt x="16245" y="0"/>
                  </a:lnTo>
                  <a:lnTo>
                    <a:pt x="16245" y="0"/>
                  </a:lnTo>
                  <a:lnTo>
                    <a:pt x="22582" y="0"/>
                  </a:lnTo>
                  <a:lnTo>
                    <a:pt x="27742" y="21"/>
                  </a:lnTo>
                  <a:lnTo>
                    <a:pt x="31210" y="83"/>
                  </a:lnTo>
                  <a:lnTo>
                    <a:pt x="32159" y="104"/>
                  </a:lnTo>
                  <a:lnTo>
                    <a:pt x="32407" y="104"/>
                  </a:lnTo>
                  <a:lnTo>
                    <a:pt x="32489" y="1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6" name="Google Shape;456;p27">
              <a:extLst>
                <a:ext uri="{FF2B5EF4-FFF2-40B4-BE49-F238E27FC236}">
                  <a16:creationId xmlns:a16="http://schemas.microsoft.com/office/drawing/2014/main" id="{407AD81E-C1D6-A124-7D87-1A41124944BA}"/>
                </a:ext>
              </a:extLst>
            </p:cNvPr>
            <p:cNvSpPr/>
            <p:nvPr/>
          </p:nvSpPr>
          <p:spPr>
            <a:xfrm>
              <a:off x="5601625" y="5164675"/>
              <a:ext cx="806600" cy="146050"/>
            </a:xfrm>
            <a:custGeom>
              <a:avLst/>
              <a:gdLst/>
              <a:ahLst/>
              <a:cxnLst/>
              <a:rect l="l" t="t" r="r" b="b"/>
              <a:pathLst>
                <a:path w="32264" h="5842" extrusionOk="0">
                  <a:moveTo>
                    <a:pt x="1" y="0"/>
                  </a:moveTo>
                  <a:lnTo>
                    <a:pt x="1" y="5842"/>
                  </a:lnTo>
                  <a:lnTo>
                    <a:pt x="32263" y="5842"/>
                  </a:lnTo>
                  <a:lnTo>
                    <a:pt x="322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7" name="Google Shape;457;p27">
              <a:extLst>
                <a:ext uri="{FF2B5EF4-FFF2-40B4-BE49-F238E27FC236}">
                  <a16:creationId xmlns:a16="http://schemas.microsoft.com/office/drawing/2014/main" id="{F9090192-D309-B772-1ECB-FA84A1E3BFFE}"/>
                </a:ext>
              </a:extLst>
            </p:cNvPr>
            <p:cNvSpPr/>
            <p:nvPr/>
          </p:nvSpPr>
          <p:spPr>
            <a:xfrm>
              <a:off x="5601625" y="5164675"/>
              <a:ext cx="806600" cy="146050"/>
            </a:xfrm>
            <a:custGeom>
              <a:avLst/>
              <a:gdLst/>
              <a:ahLst/>
              <a:cxnLst/>
              <a:rect l="l" t="t" r="r" b="b"/>
              <a:pathLst>
                <a:path w="32264" h="5842" fill="none" extrusionOk="0">
                  <a:moveTo>
                    <a:pt x="32263" y="5842"/>
                  </a:moveTo>
                  <a:lnTo>
                    <a:pt x="1" y="5842"/>
                  </a:lnTo>
                  <a:lnTo>
                    <a:pt x="1" y="0"/>
                  </a:lnTo>
                  <a:lnTo>
                    <a:pt x="32263" y="0"/>
                  </a:lnTo>
                  <a:lnTo>
                    <a:pt x="32263" y="584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8" name="Google Shape;458;p27">
              <a:extLst>
                <a:ext uri="{FF2B5EF4-FFF2-40B4-BE49-F238E27FC236}">
                  <a16:creationId xmlns:a16="http://schemas.microsoft.com/office/drawing/2014/main" id="{81B3BBDB-5E2B-FC29-8F37-F12AEA5380BE}"/>
                </a:ext>
              </a:extLst>
            </p:cNvPr>
            <p:cNvSpPr/>
            <p:nvPr/>
          </p:nvSpPr>
          <p:spPr>
            <a:xfrm>
              <a:off x="567750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1"/>
                  </a:moveTo>
                  <a:lnTo>
                    <a:pt x="103" y="21"/>
                  </a:lnTo>
                  <a:lnTo>
                    <a:pt x="103" y="63"/>
                  </a:lnTo>
                  <a:lnTo>
                    <a:pt x="83" y="228"/>
                  </a:lnTo>
                  <a:lnTo>
                    <a:pt x="41" y="847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26"/>
                  </a:lnTo>
                  <a:lnTo>
                    <a:pt x="41" y="4955"/>
                  </a:lnTo>
                  <a:lnTo>
                    <a:pt x="83" y="5574"/>
                  </a:lnTo>
                  <a:lnTo>
                    <a:pt x="103" y="5739"/>
                  </a:lnTo>
                  <a:lnTo>
                    <a:pt x="103" y="5801"/>
                  </a:lnTo>
                  <a:lnTo>
                    <a:pt x="145" y="5801"/>
                  </a:lnTo>
                  <a:lnTo>
                    <a:pt x="145" y="5739"/>
                  </a:lnTo>
                  <a:lnTo>
                    <a:pt x="186" y="5574"/>
                  </a:lnTo>
                  <a:lnTo>
                    <a:pt x="227" y="4955"/>
                  </a:lnTo>
                  <a:lnTo>
                    <a:pt x="248" y="4026"/>
                  </a:lnTo>
                  <a:lnTo>
                    <a:pt x="268" y="2911"/>
                  </a:lnTo>
                  <a:lnTo>
                    <a:pt x="248" y="1776"/>
                  </a:lnTo>
                  <a:lnTo>
                    <a:pt x="227" y="847"/>
                  </a:lnTo>
                  <a:lnTo>
                    <a:pt x="186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9" name="Google Shape;459;p27">
              <a:extLst>
                <a:ext uri="{FF2B5EF4-FFF2-40B4-BE49-F238E27FC236}">
                  <a16:creationId xmlns:a16="http://schemas.microsoft.com/office/drawing/2014/main" id="{8A0344D9-C8FF-E9FD-E0BA-81CE6A3B1E6F}"/>
                </a:ext>
              </a:extLst>
            </p:cNvPr>
            <p:cNvSpPr/>
            <p:nvPr/>
          </p:nvSpPr>
          <p:spPr>
            <a:xfrm>
              <a:off x="567750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1"/>
                  </a:moveTo>
                  <a:lnTo>
                    <a:pt x="124" y="5801"/>
                  </a:lnTo>
                  <a:lnTo>
                    <a:pt x="103" y="5801"/>
                  </a:lnTo>
                  <a:lnTo>
                    <a:pt x="103" y="5739"/>
                  </a:lnTo>
                  <a:lnTo>
                    <a:pt x="83" y="5574"/>
                  </a:lnTo>
                  <a:lnTo>
                    <a:pt x="41" y="4955"/>
                  </a:lnTo>
                  <a:lnTo>
                    <a:pt x="0" y="402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41" y="847"/>
                  </a:lnTo>
                  <a:lnTo>
                    <a:pt x="83" y="228"/>
                  </a:lnTo>
                  <a:lnTo>
                    <a:pt x="103" y="63"/>
                  </a:lnTo>
                  <a:lnTo>
                    <a:pt x="103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45" y="63"/>
                  </a:lnTo>
                  <a:lnTo>
                    <a:pt x="186" y="228"/>
                  </a:lnTo>
                  <a:lnTo>
                    <a:pt x="227" y="847"/>
                  </a:lnTo>
                  <a:lnTo>
                    <a:pt x="248" y="1776"/>
                  </a:lnTo>
                  <a:lnTo>
                    <a:pt x="268" y="2911"/>
                  </a:lnTo>
                  <a:lnTo>
                    <a:pt x="268" y="2911"/>
                  </a:lnTo>
                  <a:lnTo>
                    <a:pt x="248" y="4026"/>
                  </a:lnTo>
                  <a:lnTo>
                    <a:pt x="227" y="4955"/>
                  </a:lnTo>
                  <a:lnTo>
                    <a:pt x="186" y="5574"/>
                  </a:lnTo>
                  <a:lnTo>
                    <a:pt x="145" y="5739"/>
                  </a:lnTo>
                  <a:lnTo>
                    <a:pt x="145" y="5801"/>
                  </a:lnTo>
                  <a:lnTo>
                    <a:pt x="124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0" name="Google Shape;460;p27">
              <a:extLst>
                <a:ext uri="{FF2B5EF4-FFF2-40B4-BE49-F238E27FC236}">
                  <a16:creationId xmlns:a16="http://schemas.microsoft.com/office/drawing/2014/main" id="{8F67124D-E87A-33B5-9C29-4DCCCCD6D5FB}"/>
                </a:ext>
              </a:extLst>
            </p:cNvPr>
            <p:cNvSpPr/>
            <p:nvPr/>
          </p:nvSpPr>
          <p:spPr>
            <a:xfrm>
              <a:off x="563312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44" y="1"/>
                  </a:moveTo>
                  <a:lnTo>
                    <a:pt x="124" y="21"/>
                  </a:lnTo>
                  <a:lnTo>
                    <a:pt x="103" y="63"/>
                  </a:lnTo>
                  <a:lnTo>
                    <a:pt x="83" y="228"/>
                  </a:lnTo>
                  <a:lnTo>
                    <a:pt x="41" y="847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26"/>
                  </a:lnTo>
                  <a:lnTo>
                    <a:pt x="41" y="4955"/>
                  </a:lnTo>
                  <a:lnTo>
                    <a:pt x="83" y="5574"/>
                  </a:lnTo>
                  <a:lnTo>
                    <a:pt x="103" y="5739"/>
                  </a:lnTo>
                  <a:lnTo>
                    <a:pt x="124" y="5801"/>
                  </a:lnTo>
                  <a:lnTo>
                    <a:pt x="144" y="5801"/>
                  </a:lnTo>
                  <a:lnTo>
                    <a:pt x="165" y="5739"/>
                  </a:lnTo>
                  <a:lnTo>
                    <a:pt x="186" y="5574"/>
                  </a:lnTo>
                  <a:lnTo>
                    <a:pt x="227" y="4955"/>
                  </a:lnTo>
                  <a:lnTo>
                    <a:pt x="268" y="4026"/>
                  </a:lnTo>
                  <a:lnTo>
                    <a:pt x="268" y="2911"/>
                  </a:lnTo>
                  <a:lnTo>
                    <a:pt x="268" y="1776"/>
                  </a:lnTo>
                  <a:lnTo>
                    <a:pt x="227" y="847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4" y="21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1" name="Google Shape;461;p27">
              <a:extLst>
                <a:ext uri="{FF2B5EF4-FFF2-40B4-BE49-F238E27FC236}">
                  <a16:creationId xmlns:a16="http://schemas.microsoft.com/office/drawing/2014/main" id="{D5242DA9-AA44-F92A-C014-9655158B4D81}"/>
                </a:ext>
              </a:extLst>
            </p:cNvPr>
            <p:cNvSpPr/>
            <p:nvPr/>
          </p:nvSpPr>
          <p:spPr>
            <a:xfrm>
              <a:off x="577400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45" y="1"/>
                  </a:moveTo>
                  <a:lnTo>
                    <a:pt x="124" y="21"/>
                  </a:lnTo>
                  <a:lnTo>
                    <a:pt x="124" y="63"/>
                  </a:lnTo>
                  <a:lnTo>
                    <a:pt x="83" y="228"/>
                  </a:lnTo>
                  <a:lnTo>
                    <a:pt x="41" y="847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26"/>
                  </a:lnTo>
                  <a:lnTo>
                    <a:pt x="41" y="4955"/>
                  </a:lnTo>
                  <a:lnTo>
                    <a:pt x="83" y="5574"/>
                  </a:lnTo>
                  <a:lnTo>
                    <a:pt x="124" y="5739"/>
                  </a:lnTo>
                  <a:lnTo>
                    <a:pt x="124" y="5801"/>
                  </a:lnTo>
                  <a:lnTo>
                    <a:pt x="165" y="5801"/>
                  </a:lnTo>
                  <a:lnTo>
                    <a:pt x="165" y="5739"/>
                  </a:lnTo>
                  <a:lnTo>
                    <a:pt x="186" y="5574"/>
                  </a:lnTo>
                  <a:lnTo>
                    <a:pt x="227" y="4955"/>
                  </a:lnTo>
                  <a:lnTo>
                    <a:pt x="268" y="4026"/>
                  </a:lnTo>
                  <a:lnTo>
                    <a:pt x="268" y="2911"/>
                  </a:lnTo>
                  <a:lnTo>
                    <a:pt x="268" y="1776"/>
                  </a:lnTo>
                  <a:lnTo>
                    <a:pt x="227" y="847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6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2" name="Google Shape;462;p27">
              <a:extLst>
                <a:ext uri="{FF2B5EF4-FFF2-40B4-BE49-F238E27FC236}">
                  <a16:creationId xmlns:a16="http://schemas.microsoft.com/office/drawing/2014/main" id="{055FC173-E609-B8E5-9BEB-F0B3DEB42CC5}"/>
                </a:ext>
              </a:extLst>
            </p:cNvPr>
            <p:cNvSpPr/>
            <p:nvPr/>
          </p:nvSpPr>
          <p:spPr>
            <a:xfrm>
              <a:off x="577400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1"/>
                  </a:moveTo>
                  <a:lnTo>
                    <a:pt x="145" y="5801"/>
                  </a:lnTo>
                  <a:lnTo>
                    <a:pt x="124" y="5801"/>
                  </a:lnTo>
                  <a:lnTo>
                    <a:pt x="124" y="5739"/>
                  </a:lnTo>
                  <a:lnTo>
                    <a:pt x="83" y="5574"/>
                  </a:lnTo>
                  <a:lnTo>
                    <a:pt x="41" y="4955"/>
                  </a:lnTo>
                  <a:lnTo>
                    <a:pt x="21" y="402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1" y="847"/>
                  </a:lnTo>
                  <a:lnTo>
                    <a:pt x="83" y="228"/>
                  </a:lnTo>
                  <a:lnTo>
                    <a:pt x="12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6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27" y="847"/>
                  </a:lnTo>
                  <a:lnTo>
                    <a:pt x="268" y="1776"/>
                  </a:lnTo>
                  <a:lnTo>
                    <a:pt x="268" y="2911"/>
                  </a:lnTo>
                  <a:lnTo>
                    <a:pt x="268" y="2911"/>
                  </a:lnTo>
                  <a:lnTo>
                    <a:pt x="268" y="4026"/>
                  </a:lnTo>
                  <a:lnTo>
                    <a:pt x="227" y="4955"/>
                  </a:lnTo>
                  <a:lnTo>
                    <a:pt x="186" y="5574"/>
                  </a:lnTo>
                  <a:lnTo>
                    <a:pt x="165" y="5739"/>
                  </a:lnTo>
                  <a:lnTo>
                    <a:pt x="165" y="5801"/>
                  </a:lnTo>
                  <a:lnTo>
                    <a:pt x="14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3" name="Google Shape;463;p27">
              <a:extLst>
                <a:ext uri="{FF2B5EF4-FFF2-40B4-BE49-F238E27FC236}">
                  <a16:creationId xmlns:a16="http://schemas.microsoft.com/office/drawing/2014/main" id="{E52C9059-E3F4-36AE-609B-6249C83D07CC}"/>
                </a:ext>
              </a:extLst>
            </p:cNvPr>
            <p:cNvSpPr/>
            <p:nvPr/>
          </p:nvSpPr>
          <p:spPr>
            <a:xfrm>
              <a:off x="573012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47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26"/>
                  </a:lnTo>
                  <a:lnTo>
                    <a:pt x="42" y="4955"/>
                  </a:lnTo>
                  <a:lnTo>
                    <a:pt x="83" y="5574"/>
                  </a:lnTo>
                  <a:lnTo>
                    <a:pt x="104" y="5739"/>
                  </a:lnTo>
                  <a:lnTo>
                    <a:pt x="124" y="5801"/>
                  </a:lnTo>
                  <a:lnTo>
                    <a:pt x="145" y="5801"/>
                  </a:lnTo>
                  <a:lnTo>
                    <a:pt x="166" y="5739"/>
                  </a:lnTo>
                  <a:lnTo>
                    <a:pt x="186" y="5574"/>
                  </a:lnTo>
                  <a:lnTo>
                    <a:pt x="228" y="4955"/>
                  </a:lnTo>
                  <a:lnTo>
                    <a:pt x="248" y="402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47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4" name="Google Shape;464;p27">
              <a:extLst>
                <a:ext uri="{FF2B5EF4-FFF2-40B4-BE49-F238E27FC236}">
                  <a16:creationId xmlns:a16="http://schemas.microsoft.com/office/drawing/2014/main" id="{3FB68098-7F73-EC7D-6EE8-42D8C074B307}"/>
                </a:ext>
              </a:extLst>
            </p:cNvPr>
            <p:cNvSpPr/>
            <p:nvPr/>
          </p:nvSpPr>
          <p:spPr>
            <a:xfrm>
              <a:off x="573012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1"/>
                  </a:moveTo>
                  <a:lnTo>
                    <a:pt x="124" y="5801"/>
                  </a:lnTo>
                  <a:lnTo>
                    <a:pt x="124" y="5801"/>
                  </a:lnTo>
                  <a:lnTo>
                    <a:pt x="104" y="5739"/>
                  </a:lnTo>
                  <a:lnTo>
                    <a:pt x="83" y="5574"/>
                  </a:lnTo>
                  <a:lnTo>
                    <a:pt x="42" y="4955"/>
                  </a:lnTo>
                  <a:lnTo>
                    <a:pt x="1" y="402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47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28" y="847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26"/>
                  </a:lnTo>
                  <a:lnTo>
                    <a:pt x="228" y="4955"/>
                  </a:lnTo>
                  <a:lnTo>
                    <a:pt x="186" y="5574"/>
                  </a:lnTo>
                  <a:lnTo>
                    <a:pt x="166" y="5739"/>
                  </a:lnTo>
                  <a:lnTo>
                    <a:pt x="145" y="5801"/>
                  </a:lnTo>
                  <a:lnTo>
                    <a:pt x="124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5" name="Google Shape;465;p27">
              <a:extLst>
                <a:ext uri="{FF2B5EF4-FFF2-40B4-BE49-F238E27FC236}">
                  <a16:creationId xmlns:a16="http://schemas.microsoft.com/office/drawing/2014/main" id="{4B6E7DC1-3F74-D43B-A4E3-0114404D3700}"/>
                </a:ext>
              </a:extLst>
            </p:cNvPr>
            <p:cNvSpPr/>
            <p:nvPr/>
          </p:nvSpPr>
          <p:spPr>
            <a:xfrm>
              <a:off x="587100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45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47"/>
                  </a:lnTo>
                  <a:lnTo>
                    <a:pt x="21" y="1776"/>
                  </a:lnTo>
                  <a:lnTo>
                    <a:pt x="1" y="2911"/>
                  </a:lnTo>
                  <a:lnTo>
                    <a:pt x="21" y="4026"/>
                  </a:lnTo>
                  <a:lnTo>
                    <a:pt x="42" y="4955"/>
                  </a:lnTo>
                  <a:lnTo>
                    <a:pt x="83" y="5574"/>
                  </a:lnTo>
                  <a:lnTo>
                    <a:pt x="104" y="5739"/>
                  </a:lnTo>
                  <a:lnTo>
                    <a:pt x="124" y="5801"/>
                  </a:lnTo>
                  <a:lnTo>
                    <a:pt x="145" y="5801"/>
                  </a:lnTo>
                  <a:lnTo>
                    <a:pt x="166" y="5739"/>
                  </a:lnTo>
                  <a:lnTo>
                    <a:pt x="186" y="5574"/>
                  </a:lnTo>
                  <a:lnTo>
                    <a:pt x="228" y="4955"/>
                  </a:lnTo>
                  <a:lnTo>
                    <a:pt x="269" y="402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8" y="847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6" name="Google Shape;466;p27">
              <a:extLst>
                <a:ext uri="{FF2B5EF4-FFF2-40B4-BE49-F238E27FC236}">
                  <a16:creationId xmlns:a16="http://schemas.microsoft.com/office/drawing/2014/main" id="{EB6C1EAA-BDE4-855F-C2AC-2112236DB3D3}"/>
                </a:ext>
              </a:extLst>
            </p:cNvPr>
            <p:cNvSpPr/>
            <p:nvPr/>
          </p:nvSpPr>
          <p:spPr>
            <a:xfrm>
              <a:off x="587100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1"/>
                  </a:moveTo>
                  <a:lnTo>
                    <a:pt x="145" y="5801"/>
                  </a:lnTo>
                  <a:lnTo>
                    <a:pt x="124" y="5801"/>
                  </a:lnTo>
                  <a:lnTo>
                    <a:pt x="104" y="5739"/>
                  </a:lnTo>
                  <a:lnTo>
                    <a:pt x="83" y="5574"/>
                  </a:lnTo>
                  <a:lnTo>
                    <a:pt x="42" y="4955"/>
                  </a:lnTo>
                  <a:lnTo>
                    <a:pt x="21" y="402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21" y="1776"/>
                  </a:lnTo>
                  <a:lnTo>
                    <a:pt x="42" y="847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28" y="847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26"/>
                  </a:lnTo>
                  <a:lnTo>
                    <a:pt x="228" y="4955"/>
                  </a:lnTo>
                  <a:lnTo>
                    <a:pt x="186" y="5574"/>
                  </a:lnTo>
                  <a:lnTo>
                    <a:pt x="166" y="5739"/>
                  </a:lnTo>
                  <a:lnTo>
                    <a:pt x="145" y="5801"/>
                  </a:lnTo>
                  <a:lnTo>
                    <a:pt x="14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7" name="Google Shape;467;p27">
              <a:extLst>
                <a:ext uri="{FF2B5EF4-FFF2-40B4-BE49-F238E27FC236}">
                  <a16:creationId xmlns:a16="http://schemas.microsoft.com/office/drawing/2014/main" id="{9430DB14-9609-40B4-A5AA-0E4428AEEAE1}"/>
                </a:ext>
              </a:extLst>
            </p:cNvPr>
            <p:cNvSpPr/>
            <p:nvPr/>
          </p:nvSpPr>
          <p:spPr>
            <a:xfrm>
              <a:off x="582715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1"/>
                  </a:moveTo>
                  <a:lnTo>
                    <a:pt x="124" y="21"/>
                  </a:lnTo>
                  <a:lnTo>
                    <a:pt x="103" y="63"/>
                  </a:lnTo>
                  <a:lnTo>
                    <a:pt x="83" y="228"/>
                  </a:lnTo>
                  <a:lnTo>
                    <a:pt x="41" y="847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26"/>
                  </a:lnTo>
                  <a:lnTo>
                    <a:pt x="41" y="4955"/>
                  </a:lnTo>
                  <a:lnTo>
                    <a:pt x="83" y="5574"/>
                  </a:lnTo>
                  <a:lnTo>
                    <a:pt x="103" y="5739"/>
                  </a:lnTo>
                  <a:lnTo>
                    <a:pt x="124" y="5801"/>
                  </a:lnTo>
                  <a:lnTo>
                    <a:pt x="145" y="5801"/>
                  </a:lnTo>
                  <a:lnTo>
                    <a:pt x="145" y="5739"/>
                  </a:lnTo>
                  <a:lnTo>
                    <a:pt x="186" y="5574"/>
                  </a:lnTo>
                  <a:lnTo>
                    <a:pt x="227" y="4955"/>
                  </a:lnTo>
                  <a:lnTo>
                    <a:pt x="248" y="4026"/>
                  </a:lnTo>
                  <a:lnTo>
                    <a:pt x="268" y="2911"/>
                  </a:lnTo>
                  <a:lnTo>
                    <a:pt x="248" y="1776"/>
                  </a:lnTo>
                  <a:lnTo>
                    <a:pt x="227" y="847"/>
                  </a:lnTo>
                  <a:lnTo>
                    <a:pt x="186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8" name="Google Shape;468;p27">
              <a:extLst>
                <a:ext uri="{FF2B5EF4-FFF2-40B4-BE49-F238E27FC236}">
                  <a16:creationId xmlns:a16="http://schemas.microsoft.com/office/drawing/2014/main" id="{FE196E37-F88B-3D25-8590-44E147857892}"/>
                </a:ext>
              </a:extLst>
            </p:cNvPr>
            <p:cNvSpPr/>
            <p:nvPr/>
          </p:nvSpPr>
          <p:spPr>
            <a:xfrm>
              <a:off x="582715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1"/>
                  </a:moveTo>
                  <a:lnTo>
                    <a:pt x="124" y="5801"/>
                  </a:lnTo>
                  <a:lnTo>
                    <a:pt x="124" y="5801"/>
                  </a:lnTo>
                  <a:lnTo>
                    <a:pt x="103" y="5739"/>
                  </a:lnTo>
                  <a:lnTo>
                    <a:pt x="83" y="5574"/>
                  </a:lnTo>
                  <a:lnTo>
                    <a:pt x="41" y="4955"/>
                  </a:lnTo>
                  <a:lnTo>
                    <a:pt x="0" y="402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41" y="847"/>
                  </a:lnTo>
                  <a:lnTo>
                    <a:pt x="83" y="228"/>
                  </a:lnTo>
                  <a:lnTo>
                    <a:pt x="103" y="63"/>
                  </a:lnTo>
                  <a:lnTo>
                    <a:pt x="12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45" y="63"/>
                  </a:lnTo>
                  <a:lnTo>
                    <a:pt x="186" y="228"/>
                  </a:lnTo>
                  <a:lnTo>
                    <a:pt x="227" y="847"/>
                  </a:lnTo>
                  <a:lnTo>
                    <a:pt x="248" y="1776"/>
                  </a:lnTo>
                  <a:lnTo>
                    <a:pt x="268" y="2911"/>
                  </a:lnTo>
                  <a:lnTo>
                    <a:pt x="268" y="2911"/>
                  </a:lnTo>
                  <a:lnTo>
                    <a:pt x="248" y="4026"/>
                  </a:lnTo>
                  <a:lnTo>
                    <a:pt x="227" y="4955"/>
                  </a:lnTo>
                  <a:lnTo>
                    <a:pt x="186" y="5574"/>
                  </a:lnTo>
                  <a:lnTo>
                    <a:pt x="145" y="5739"/>
                  </a:lnTo>
                  <a:lnTo>
                    <a:pt x="145" y="5801"/>
                  </a:lnTo>
                  <a:lnTo>
                    <a:pt x="124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9" name="Google Shape;469;p27">
              <a:extLst>
                <a:ext uri="{FF2B5EF4-FFF2-40B4-BE49-F238E27FC236}">
                  <a16:creationId xmlns:a16="http://schemas.microsoft.com/office/drawing/2014/main" id="{028EC90C-9E56-DD64-D7D5-CBF88E0FA063}"/>
                </a:ext>
              </a:extLst>
            </p:cNvPr>
            <p:cNvSpPr/>
            <p:nvPr/>
          </p:nvSpPr>
          <p:spPr>
            <a:xfrm>
              <a:off x="596802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1"/>
                  </a:moveTo>
                  <a:lnTo>
                    <a:pt x="124" y="21"/>
                  </a:lnTo>
                  <a:lnTo>
                    <a:pt x="103" y="63"/>
                  </a:lnTo>
                  <a:lnTo>
                    <a:pt x="83" y="228"/>
                  </a:lnTo>
                  <a:lnTo>
                    <a:pt x="41" y="847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26"/>
                  </a:lnTo>
                  <a:lnTo>
                    <a:pt x="41" y="4955"/>
                  </a:lnTo>
                  <a:lnTo>
                    <a:pt x="83" y="5574"/>
                  </a:lnTo>
                  <a:lnTo>
                    <a:pt x="103" y="5739"/>
                  </a:lnTo>
                  <a:lnTo>
                    <a:pt x="124" y="5801"/>
                  </a:lnTo>
                  <a:lnTo>
                    <a:pt x="145" y="5801"/>
                  </a:lnTo>
                  <a:lnTo>
                    <a:pt x="165" y="5739"/>
                  </a:lnTo>
                  <a:lnTo>
                    <a:pt x="186" y="5574"/>
                  </a:lnTo>
                  <a:lnTo>
                    <a:pt x="227" y="4955"/>
                  </a:lnTo>
                  <a:lnTo>
                    <a:pt x="248" y="402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7" y="847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0" name="Google Shape;470;p27">
              <a:extLst>
                <a:ext uri="{FF2B5EF4-FFF2-40B4-BE49-F238E27FC236}">
                  <a16:creationId xmlns:a16="http://schemas.microsoft.com/office/drawing/2014/main" id="{91383307-963E-76B2-96B3-7F3473274C74}"/>
                </a:ext>
              </a:extLst>
            </p:cNvPr>
            <p:cNvSpPr/>
            <p:nvPr/>
          </p:nvSpPr>
          <p:spPr>
            <a:xfrm>
              <a:off x="596802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1"/>
                  </a:moveTo>
                  <a:lnTo>
                    <a:pt x="124" y="5801"/>
                  </a:lnTo>
                  <a:lnTo>
                    <a:pt x="124" y="5801"/>
                  </a:lnTo>
                  <a:lnTo>
                    <a:pt x="103" y="5739"/>
                  </a:lnTo>
                  <a:lnTo>
                    <a:pt x="83" y="5574"/>
                  </a:lnTo>
                  <a:lnTo>
                    <a:pt x="41" y="4955"/>
                  </a:lnTo>
                  <a:lnTo>
                    <a:pt x="0" y="402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41" y="847"/>
                  </a:lnTo>
                  <a:lnTo>
                    <a:pt x="83" y="228"/>
                  </a:lnTo>
                  <a:lnTo>
                    <a:pt x="103" y="63"/>
                  </a:lnTo>
                  <a:lnTo>
                    <a:pt x="12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27" y="847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26"/>
                  </a:lnTo>
                  <a:lnTo>
                    <a:pt x="227" y="4955"/>
                  </a:lnTo>
                  <a:lnTo>
                    <a:pt x="186" y="5574"/>
                  </a:lnTo>
                  <a:lnTo>
                    <a:pt x="165" y="5739"/>
                  </a:lnTo>
                  <a:lnTo>
                    <a:pt x="145" y="5801"/>
                  </a:lnTo>
                  <a:lnTo>
                    <a:pt x="124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1" name="Google Shape;471;p27">
              <a:extLst>
                <a:ext uri="{FF2B5EF4-FFF2-40B4-BE49-F238E27FC236}">
                  <a16:creationId xmlns:a16="http://schemas.microsoft.com/office/drawing/2014/main" id="{644B1E60-4D4E-273E-DFDD-DEC1AE6C774D}"/>
                </a:ext>
              </a:extLst>
            </p:cNvPr>
            <p:cNvSpPr/>
            <p:nvPr/>
          </p:nvSpPr>
          <p:spPr>
            <a:xfrm>
              <a:off x="592365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45" y="1"/>
                  </a:moveTo>
                  <a:lnTo>
                    <a:pt x="124" y="21"/>
                  </a:lnTo>
                  <a:lnTo>
                    <a:pt x="124" y="63"/>
                  </a:lnTo>
                  <a:lnTo>
                    <a:pt x="83" y="228"/>
                  </a:lnTo>
                  <a:lnTo>
                    <a:pt x="41" y="847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26"/>
                  </a:lnTo>
                  <a:lnTo>
                    <a:pt x="41" y="4955"/>
                  </a:lnTo>
                  <a:lnTo>
                    <a:pt x="83" y="5574"/>
                  </a:lnTo>
                  <a:lnTo>
                    <a:pt x="124" y="5739"/>
                  </a:lnTo>
                  <a:lnTo>
                    <a:pt x="124" y="5801"/>
                  </a:lnTo>
                  <a:lnTo>
                    <a:pt x="165" y="5801"/>
                  </a:lnTo>
                  <a:lnTo>
                    <a:pt x="165" y="5739"/>
                  </a:lnTo>
                  <a:lnTo>
                    <a:pt x="186" y="5574"/>
                  </a:lnTo>
                  <a:lnTo>
                    <a:pt x="248" y="4955"/>
                  </a:lnTo>
                  <a:lnTo>
                    <a:pt x="268" y="4026"/>
                  </a:lnTo>
                  <a:lnTo>
                    <a:pt x="268" y="2911"/>
                  </a:lnTo>
                  <a:lnTo>
                    <a:pt x="268" y="1776"/>
                  </a:lnTo>
                  <a:lnTo>
                    <a:pt x="248" y="847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6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2" name="Google Shape;472;p27">
              <a:extLst>
                <a:ext uri="{FF2B5EF4-FFF2-40B4-BE49-F238E27FC236}">
                  <a16:creationId xmlns:a16="http://schemas.microsoft.com/office/drawing/2014/main" id="{41131341-D3D9-3B9A-2890-EFF420F1EF00}"/>
                </a:ext>
              </a:extLst>
            </p:cNvPr>
            <p:cNvSpPr/>
            <p:nvPr/>
          </p:nvSpPr>
          <p:spPr>
            <a:xfrm>
              <a:off x="592365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1"/>
                  </a:moveTo>
                  <a:lnTo>
                    <a:pt x="145" y="5801"/>
                  </a:lnTo>
                  <a:lnTo>
                    <a:pt x="124" y="5801"/>
                  </a:lnTo>
                  <a:lnTo>
                    <a:pt x="124" y="5739"/>
                  </a:lnTo>
                  <a:lnTo>
                    <a:pt x="83" y="5574"/>
                  </a:lnTo>
                  <a:lnTo>
                    <a:pt x="41" y="4955"/>
                  </a:lnTo>
                  <a:lnTo>
                    <a:pt x="21" y="402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1" y="847"/>
                  </a:lnTo>
                  <a:lnTo>
                    <a:pt x="83" y="228"/>
                  </a:lnTo>
                  <a:lnTo>
                    <a:pt x="12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6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48" y="847"/>
                  </a:lnTo>
                  <a:lnTo>
                    <a:pt x="268" y="1776"/>
                  </a:lnTo>
                  <a:lnTo>
                    <a:pt x="268" y="2911"/>
                  </a:lnTo>
                  <a:lnTo>
                    <a:pt x="268" y="2911"/>
                  </a:lnTo>
                  <a:lnTo>
                    <a:pt x="268" y="4026"/>
                  </a:lnTo>
                  <a:lnTo>
                    <a:pt x="248" y="4955"/>
                  </a:lnTo>
                  <a:lnTo>
                    <a:pt x="186" y="5574"/>
                  </a:lnTo>
                  <a:lnTo>
                    <a:pt x="165" y="5739"/>
                  </a:lnTo>
                  <a:lnTo>
                    <a:pt x="165" y="5801"/>
                  </a:lnTo>
                  <a:lnTo>
                    <a:pt x="14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3" name="Google Shape;473;p27">
              <a:extLst>
                <a:ext uri="{FF2B5EF4-FFF2-40B4-BE49-F238E27FC236}">
                  <a16:creationId xmlns:a16="http://schemas.microsoft.com/office/drawing/2014/main" id="{9CA483F8-5E16-2C95-01DF-2A91E209E3BF}"/>
                </a:ext>
              </a:extLst>
            </p:cNvPr>
            <p:cNvSpPr/>
            <p:nvPr/>
          </p:nvSpPr>
          <p:spPr>
            <a:xfrm>
              <a:off x="6065025" y="5166725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47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26"/>
                  </a:lnTo>
                  <a:lnTo>
                    <a:pt x="42" y="4955"/>
                  </a:lnTo>
                  <a:lnTo>
                    <a:pt x="83" y="5574"/>
                  </a:lnTo>
                  <a:lnTo>
                    <a:pt x="104" y="5739"/>
                  </a:lnTo>
                  <a:lnTo>
                    <a:pt x="125" y="5801"/>
                  </a:lnTo>
                  <a:lnTo>
                    <a:pt x="145" y="5801"/>
                  </a:lnTo>
                  <a:lnTo>
                    <a:pt x="145" y="5739"/>
                  </a:lnTo>
                  <a:lnTo>
                    <a:pt x="186" y="5574"/>
                  </a:lnTo>
                  <a:lnTo>
                    <a:pt x="228" y="4955"/>
                  </a:lnTo>
                  <a:lnTo>
                    <a:pt x="248" y="402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47"/>
                  </a:lnTo>
                  <a:lnTo>
                    <a:pt x="186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4" name="Google Shape;474;p27">
              <a:extLst>
                <a:ext uri="{FF2B5EF4-FFF2-40B4-BE49-F238E27FC236}">
                  <a16:creationId xmlns:a16="http://schemas.microsoft.com/office/drawing/2014/main" id="{C06921A8-C435-5813-8F1E-40989433974A}"/>
                </a:ext>
              </a:extLst>
            </p:cNvPr>
            <p:cNvSpPr/>
            <p:nvPr/>
          </p:nvSpPr>
          <p:spPr>
            <a:xfrm>
              <a:off x="6065025" y="5166725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1"/>
                  </a:moveTo>
                  <a:lnTo>
                    <a:pt x="125" y="5801"/>
                  </a:lnTo>
                  <a:lnTo>
                    <a:pt x="125" y="5801"/>
                  </a:lnTo>
                  <a:lnTo>
                    <a:pt x="104" y="5739"/>
                  </a:lnTo>
                  <a:lnTo>
                    <a:pt x="83" y="5574"/>
                  </a:lnTo>
                  <a:lnTo>
                    <a:pt x="42" y="4955"/>
                  </a:lnTo>
                  <a:lnTo>
                    <a:pt x="1" y="402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47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5" y="2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21"/>
                  </a:lnTo>
                  <a:lnTo>
                    <a:pt x="145" y="63"/>
                  </a:lnTo>
                  <a:lnTo>
                    <a:pt x="186" y="228"/>
                  </a:lnTo>
                  <a:lnTo>
                    <a:pt x="228" y="847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26"/>
                  </a:lnTo>
                  <a:lnTo>
                    <a:pt x="228" y="4955"/>
                  </a:lnTo>
                  <a:lnTo>
                    <a:pt x="186" y="5574"/>
                  </a:lnTo>
                  <a:lnTo>
                    <a:pt x="145" y="5739"/>
                  </a:lnTo>
                  <a:lnTo>
                    <a:pt x="145" y="5801"/>
                  </a:lnTo>
                  <a:lnTo>
                    <a:pt x="12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5" name="Google Shape;475;p27">
              <a:extLst>
                <a:ext uri="{FF2B5EF4-FFF2-40B4-BE49-F238E27FC236}">
                  <a16:creationId xmlns:a16="http://schemas.microsoft.com/office/drawing/2014/main" id="{1E26D394-8C0F-977F-7140-3615907E0692}"/>
                </a:ext>
              </a:extLst>
            </p:cNvPr>
            <p:cNvSpPr/>
            <p:nvPr/>
          </p:nvSpPr>
          <p:spPr>
            <a:xfrm>
              <a:off x="602065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45" y="1"/>
                  </a:moveTo>
                  <a:lnTo>
                    <a:pt x="124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47"/>
                  </a:lnTo>
                  <a:lnTo>
                    <a:pt x="21" y="1776"/>
                  </a:lnTo>
                  <a:lnTo>
                    <a:pt x="1" y="2911"/>
                  </a:lnTo>
                  <a:lnTo>
                    <a:pt x="21" y="4026"/>
                  </a:lnTo>
                  <a:lnTo>
                    <a:pt x="42" y="4955"/>
                  </a:lnTo>
                  <a:lnTo>
                    <a:pt x="83" y="5574"/>
                  </a:lnTo>
                  <a:lnTo>
                    <a:pt x="104" y="5739"/>
                  </a:lnTo>
                  <a:lnTo>
                    <a:pt x="124" y="5801"/>
                  </a:lnTo>
                  <a:lnTo>
                    <a:pt x="145" y="5801"/>
                  </a:lnTo>
                  <a:lnTo>
                    <a:pt x="166" y="5739"/>
                  </a:lnTo>
                  <a:lnTo>
                    <a:pt x="186" y="5574"/>
                  </a:lnTo>
                  <a:lnTo>
                    <a:pt x="228" y="4955"/>
                  </a:lnTo>
                  <a:lnTo>
                    <a:pt x="269" y="402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8" y="847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6" name="Google Shape;476;p27">
              <a:extLst>
                <a:ext uri="{FF2B5EF4-FFF2-40B4-BE49-F238E27FC236}">
                  <a16:creationId xmlns:a16="http://schemas.microsoft.com/office/drawing/2014/main" id="{DC580F49-7B9D-5618-D54F-B0AF91CA741C}"/>
                </a:ext>
              </a:extLst>
            </p:cNvPr>
            <p:cNvSpPr/>
            <p:nvPr/>
          </p:nvSpPr>
          <p:spPr>
            <a:xfrm>
              <a:off x="602065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1"/>
                  </a:moveTo>
                  <a:lnTo>
                    <a:pt x="145" y="5801"/>
                  </a:lnTo>
                  <a:lnTo>
                    <a:pt x="124" y="5801"/>
                  </a:lnTo>
                  <a:lnTo>
                    <a:pt x="104" y="5739"/>
                  </a:lnTo>
                  <a:lnTo>
                    <a:pt x="83" y="5574"/>
                  </a:lnTo>
                  <a:lnTo>
                    <a:pt x="42" y="4955"/>
                  </a:lnTo>
                  <a:lnTo>
                    <a:pt x="21" y="402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21" y="1776"/>
                  </a:lnTo>
                  <a:lnTo>
                    <a:pt x="42" y="847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28" y="847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26"/>
                  </a:lnTo>
                  <a:lnTo>
                    <a:pt x="228" y="4955"/>
                  </a:lnTo>
                  <a:lnTo>
                    <a:pt x="186" y="5574"/>
                  </a:lnTo>
                  <a:lnTo>
                    <a:pt x="166" y="5739"/>
                  </a:lnTo>
                  <a:lnTo>
                    <a:pt x="145" y="5801"/>
                  </a:lnTo>
                  <a:lnTo>
                    <a:pt x="14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7" name="Google Shape;477;p27">
              <a:extLst>
                <a:ext uri="{FF2B5EF4-FFF2-40B4-BE49-F238E27FC236}">
                  <a16:creationId xmlns:a16="http://schemas.microsoft.com/office/drawing/2014/main" id="{586939CB-CD50-29F3-43E1-76B182E976A1}"/>
                </a:ext>
              </a:extLst>
            </p:cNvPr>
            <p:cNvSpPr/>
            <p:nvPr/>
          </p:nvSpPr>
          <p:spPr>
            <a:xfrm>
              <a:off x="616152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45" y="1"/>
                  </a:moveTo>
                  <a:lnTo>
                    <a:pt x="124" y="21"/>
                  </a:lnTo>
                  <a:lnTo>
                    <a:pt x="124" y="63"/>
                  </a:lnTo>
                  <a:lnTo>
                    <a:pt x="83" y="228"/>
                  </a:lnTo>
                  <a:lnTo>
                    <a:pt x="42" y="847"/>
                  </a:lnTo>
                  <a:lnTo>
                    <a:pt x="21" y="1776"/>
                  </a:lnTo>
                  <a:lnTo>
                    <a:pt x="1" y="2911"/>
                  </a:lnTo>
                  <a:lnTo>
                    <a:pt x="21" y="4026"/>
                  </a:lnTo>
                  <a:lnTo>
                    <a:pt x="42" y="4955"/>
                  </a:lnTo>
                  <a:lnTo>
                    <a:pt x="83" y="5574"/>
                  </a:lnTo>
                  <a:lnTo>
                    <a:pt x="124" y="5739"/>
                  </a:lnTo>
                  <a:lnTo>
                    <a:pt x="124" y="5801"/>
                  </a:lnTo>
                  <a:lnTo>
                    <a:pt x="166" y="5801"/>
                  </a:lnTo>
                  <a:lnTo>
                    <a:pt x="166" y="5739"/>
                  </a:lnTo>
                  <a:lnTo>
                    <a:pt x="186" y="5574"/>
                  </a:lnTo>
                  <a:lnTo>
                    <a:pt x="248" y="4955"/>
                  </a:lnTo>
                  <a:lnTo>
                    <a:pt x="269" y="402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48" y="847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66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8" name="Google Shape;478;p27">
              <a:extLst>
                <a:ext uri="{FF2B5EF4-FFF2-40B4-BE49-F238E27FC236}">
                  <a16:creationId xmlns:a16="http://schemas.microsoft.com/office/drawing/2014/main" id="{BFDD8FC3-3441-73E7-DADE-540B638519F6}"/>
                </a:ext>
              </a:extLst>
            </p:cNvPr>
            <p:cNvSpPr/>
            <p:nvPr/>
          </p:nvSpPr>
          <p:spPr>
            <a:xfrm>
              <a:off x="616152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1"/>
                  </a:moveTo>
                  <a:lnTo>
                    <a:pt x="145" y="5801"/>
                  </a:lnTo>
                  <a:lnTo>
                    <a:pt x="124" y="5801"/>
                  </a:lnTo>
                  <a:lnTo>
                    <a:pt x="124" y="5739"/>
                  </a:lnTo>
                  <a:lnTo>
                    <a:pt x="83" y="5574"/>
                  </a:lnTo>
                  <a:lnTo>
                    <a:pt x="42" y="4955"/>
                  </a:lnTo>
                  <a:lnTo>
                    <a:pt x="21" y="402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21" y="1776"/>
                  </a:lnTo>
                  <a:lnTo>
                    <a:pt x="42" y="847"/>
                  </a:lnTo>
                  <a:lnTo>
                    <a:pt x="83" y="228"/>
                  </a:lnTo>
                  <a:lnTo>
                    <a:pt x="124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66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48" y="847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26"/>
                  </a:lnTo>
                  <a:lnTo>
                    <a:pt x="248" y="4955"/>
                  </a:lnTo>
                  <a:lnTo>
                    <a:pt x="186" y="5574"/>
                  </a:lnTo>
                  <a:lnTo>
                    <a:pt x="166" y="5739"/>
                  </a:lnTo>
                  <a:lnTo>
                    <a:pt x="166" y="5801"/>
                  </a:lnTo>
                  <a:lnTo>
                    <a:pt x="14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9" name="Google Shape;479;p27">
              <a:extLst>
                <a:ext uri="{FF2B5EF4-FFF2-40B4-BE49-F238E27FC236}">
                  <a16:creationId xmlns:a16="http://schemas.microsoft.com/office/drawing/2014/main" id="{726B79E0-1733-A77B-045A-CB3C4B91E186}"/>
                </a:ext>
              </a:extLst>
            </p:cNvPr>
            <p:cNvSpPr/>
            <p:nvPr/>
          </p:nvSpPr>
          <p:spPr>
            <a:xfrm>
              <a:off x="611767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1"/>
                  </a:moveTo>
                  <a:lnTo>
                    <a:pt x="124" y="21"/>
                  </a:lnTo>
                  <a:lnTo>
                    <a:pt x="103" y="63"/>
                  </a:lnTo>
                  <a:lnTo>
                    <a:pt x="83" y="228"/>
                  </a:lnTo>
                  <a:lnTo>
                    <a:pt x="41" y="847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26"/>
                  </a:lnTo>
                  <a:lnTo>
                    <a:pt x="41" y="4955"/>
                  </a:lnTo>
                  <a:lnTo>
                    <a:pt x="83" y="5574"/>
                  </a:lnTo>
                  <a:lnTo>
                    <a:pt x="103" y="5739"/>
                  </a:lnTo>
                  <a:lnTo>
                    <a:pt x="124" y="5801"/>
                  </a:lnTo>
                  <a:lnTo>
                    <a:pt x="145" y="5801"/>
                  </a:lnTo>
                  <a:lnTo>
                    <a:pt x="165" y="5739"/>
                  </a:lnTo>
                  <a:lnTo>
                    <a:pt x="186" y="5574"/>
                  </a:lnTo>
                  <a:lnTo>
                    <a:pt x="227" y="4955"/>
                  </a:lnTo>
                  <a:lnTo>
                    <a:pt x="248" y="4026"/>
                  </a:lnTo>
                  <a:lnTo>
                    <a:pt x="268" y="2911"/>
                  </a:lnTo>
                  <a:lnTo>
                    <a:pt x="248" y="1776"/>
                  </a:lnTo>
                  <a:lnTo>
                    <a:pt x="227" y="847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0" name="Google Shape;480;p27">
              <a:extLst>
                <a:ext uri="{FF2B5EF4-FFF2-40B4-BE49-F238E27FC236}">
                  <a16:creationId xmlns:a16="http://schemas.microsoft.com/office/drawing/2014/main" id="{9087ED53-BF5F-BB44-CE9A-0E3F2C609A1B}"/>
                </a:ext>
              </a:extLst>
            </p:cNvPr>
            <p:cNvSpPr/>
            <p:nvPr/>
          </p:nvSpPr>
          <p:spPr>
            <a:xfrm>
              <a:off x="6117675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1"/>
                  </a:moveTo>
                  <a:lnTo>
                    <a:pt x="124" y="5801"/>
                  </a:lnTo>
                  <a:lnTo>
                    <a:pt x="124" y="5801"/>
                  </a:lnTo>
                  <a:lnTo>
                    <a:pt x="103" y="5739"/>
                  </a:lnTo>
                  <a:lnTo>
                    <a:pt x="83" y="5574"/>
                  </a:lnTo>
                  <a:lnTo>
                    <a:pt x="41" y="4955"/>
                  </a:lnTo>
                  <a:lnTo>
                    <a:pt x="0" y="402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41" y="847"/>
                  </a:lnTo>
                  <a:lnTo>
                    <a:pt x="83" y="228"/>
                  </a:lnTo>
                  <a:lnTo>
                    <a:pt x="103" y="63"/>
                  </a:lnTo>
                  <a:lnTo>
                    <a:pt x="124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27" y="847"/>
                  </a:lnTo>
                  <a:lnTo>
                    <a:pt x="248" y="1776"/>
                  </a:lnTo>
                  <a:lnTo>
                    <a:pt x="268" y="2911"/>
                  </a:lnTo>
                  <a:lnTo>
                    <a:pt x="268" y="2911"/>
                  </a:lnTo>
                  <a:lnTo>
                    <a:pt x="248" y="4026"/>
                  </a:lnTo>
                  <a:lnTo>
                    <a:pt x="227" y="4955"/>
                  </a:lnTo>
                  <a:lnTo>
                    <a:pt x="186" y="5574"/>
                  </a:lnTo>
                  <a:lnTo>
                    <a:pt x="165" y="5739"/>
                  </a:lnTo>
                  <a:lnTo>
                    <a:pt x="145" y="5801"/>
                  </a:lnTo>
                  <a:lnTo>
                    <a:pt x="124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1" name="Google Shape;481;p27">
              <a:extLst>
                <a:ext uri="{FF2B5EF4-FFF2-40B4-BE49-F238E27FC236}">
                  <a16:creationId xmlns:a16="http://schemas.microsoft.com/office/drawing/2014/main" id="{D90EFE79-9308-0B9E-F614-7FAB7E5A9188}"/>
                </a:ext>
              </a:extLst>
            </p:cNvPr>
            <p:cNvSpPr/>
            <p:nvPr/>
          </p:nvSpPr>
          <p:spPr>
            <a:xfrm>
              <a:off x="625855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45" y="1"/>
                  </a:moveTo>
                  <a:lnTo>
                    <a:pt x="124" y="21"/>
                  </a:lnTo>
                  <a:lnTo>
                    <a:pt x="103" y="63"/>
                  </a:lnTo>
                  <a:lnTo>
                    <a:pt x="83" y="228"/>
                  </a:lnTo>
                  <a:lnTo>
                    <a:pt x="41" y="847"/>
                  </a:lnTo>
                  <a:lnTo>
                    <a:pt x="21" y="1776"/>
                  </a:lnTo>
                  <a:lnTo>
                    <a:pt x="0" y="2911"/>
                  </a:lnTo>
                  <a:lnTo>
                    <a:pt x="21" y="4026"/>
                  </a:lnTo>
                  <a:lnTo>
                    <a:pt x="41" y="4955"/>
                  </a:lnTo>
                  <a:lnTo>
                    <a:pt x="83" y="5574"/>
                  </a:lnTo>
                  <a:lnTo>
                    <a:pt x="103" y="5739"/>
                  </a:lnTo>
                  <a:lnTo>
                    <a:pt x="124" y="5801"/>
                  </a:lnTo>
                  <a:lnTo>
                    <a:pt x="145" y="5801"/>
                  </a:lnTo>
                  <a:lnTo>
                    <a:pt x="165" y="5739"/>
                  </a:lnTo>
                  <a:lnTo>
                    <a:pt x="186" y="5574"/>
                  </a:lnTo>
                  <a:lnTo>
                    <a:pt x="227" y="4955"/>
                  </a:lnTo>
                  <a:lnTo>
                    <a:pt x="269" y="4026"/>
                  </a:lnTo>
                  <a:lnTo>
                    <a:pt x="269" y="2911"/>
                  </a:lnTo>
                  <a:lnTo>
                    <a:pt x="269" y="1776"/>
                  </a:lnTo>
                  <a:lnTo>
                    <a:pt x="227" y="847"/>
                  </a:lnTo>
                  <a:lnTo>
                    <a:pt x="186" y="228"/>
                  </a:lnTo>
                  <a:lnTo>
                    <a:pt x="165" y="63"/>
                  </a:lnTo>
                  <a:lnTo>
                    <a:pt x="145" y="21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2" name="Google Shape;482;p27">
              <a:extLst>
                <a:ext uri="{FF2B5EF4-FFF2-40B4-BE49-F238E27FC236}">
                  <a16:creationId xmlns:a16="http://schemas.microsoft.com/office/drawing/2014/main" id="{B1D323B1-6437-C07B-857B-3FCCA90D923C}"/>
                </a:ext>
              </a:extLst>
            </p:cNvPr>
            <p:cNvSpPr/>
            <p:nvPr/>
          </p:nvSpPr>
          <p:spPr>
            <a:xfrm>
              <a:off x="625855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1"/>
                  </a:moveTo>
                  <a:lnTo>
                    <a:pt x="145" y="5801"/>
                  </a:lnTo>
                  <a:lnTo>
                    <a:pt x="124" y="5801"/>
                  </a:lnTo>
                  <a:lnTo>
                    <a:pt x="103" y="5739"/>
                  </a:lnTo>
                  <a:lnTo>
                    <a:pt x="83" y="5574"/>
                  </a:lnTo>
                  <a:lnTo>
                    <a:pt x="41" y="4955"/>
                  </a:lnTo>
                  <a:lnTo>
                    <a:pt x="21" y="402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21" y="1776"/>
                  </a:lnTo>
                  <a:lnTo>
                    <a:pt x="41" y="847"/>
                  </a:lnTo>
                  <a:lnTo>
                    <a:pt x="83" y="228"/>
                  </a:lnTo>
                  <a:lnTo>
                    <a:pt x="103" y="63"/>
                  </a:lnTo>
                  <a:lnTo>
                    <a:pt x="124" y="21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145" y="21"/>
                  </a:lnTo>
                  <a:lnTo>
                    <a:pt x="165" y="63"/>
                  </a:lnTo>
                  <a:lnTo>
                    <a:pt x="186" y="228"/>
                  </a:lnTo>
                  <a:lnTo>
                    <a:pt x="227" y="847"/>
                  </a:lnTo>
                  <a:lnTo>
                    <a:pt x="269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69" y="4026"/>
                  </a:lnTo>
                  <a:lnTo>
                    <a:pt x="227" y="4955"/>
                  </a:lnTo>
                  <a:lnTo>
                    <a:pt x="186" y="5574"/>
                  </a:lnTo>
                  <a:lnTo>
                    <a:pt x="165" y="5739"/>
                  </a:lnTo>
                  <a:lnTo>
                    <a:pt x="145" y="5801"/>
                  </a:lnTo>
                  <a:lnTo>
                    <a:pt x="14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3" name="Google Shape;483;p27">
              <a:extLst>
                <a:ext uri="{FF2B5EF4-FFF2-40B4-BE49-F238E27FC236}">
                  <a16:creationId xmlns:a16="http://schemas.microsoft.com/office/drawing/2014/main" id="{31B4312B-9127-6D63-0997-E0591CA05D25}"/>
                </a:ext>
              </a:extLst>
            </p:cNvPr>
            <p:cNvSpPr/>
            <p:nvPr/>
          </p:nvSpPr>
          <p:spPr>
            <a:xfrm>
              <a:off x="6214675" y="5166725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47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26"/>
                  </a:lnTo>
                  <a:lnTo>
                    <a:pt x="42" y="4955"/>
                  </a:lnTo>
                  <a:lnTo>
                    <a:pt x="83" y="5574"/>
                  </a:lnTo>
                  <a:lnTo>
                    <a:pt x="104" y="5739"/>
                  </a:lnTo>
                  <a:lnTo>
                    <a:pt x="125" y="5801"/>
                  </a:lnTo>
                  <a:lnTo>
                    <a:pt x="145" y="5801"/>
                  </a:lnTo>
                  <a:lnTo>
                    <a:pt x="166" y="5739"/>
                  </a:lnTo>
                  <a:lnTo>
                    <a:pt x="186" y="5574"/>
                  </a:lnTo>
                  <a:lnTo>
                    <a:pt x="228" y="4955"/>
                  </a:lnTo>
                  <a:lnTo>
                    <a:pt x="248" y="402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47"/>
                  </a:lnTo>
                  <a:lnTo>
                    <a:pt x="186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4" name="Google Shape;484;p27">
              <a:extLst>
                <a:ext uri="{FF2B5EF4-FFF2-40B4-BE49-F238E27FC236}">
                  <a16:creationId xmlns:a16="http://schemas.microsoft.com/office/drawing/2014/main" id="{2E37FD25-0804-1597-C0FF-0E436E1CD189}"/>
                </a:ext>
              </a:extLst>
            </p:cNvPr>
            <p:cNvSpPr/>
            <p:nvPr/>
          </p:nvSpPr>
          <p:spPr>
            <a:xfrm>
              <a:off x="6214675" y="5166725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1"/>
                  </a:moveTo>
                  <a:lnTo>
                    <a:pt x="125" y="5801"/>
                  </a:lnTo>
                  <a:lnTo>
                    <a:pt x="125" y="5801"/>
                  </a:lnTo>
                  <a:lnTo>
                    <a:pt x="104" y="5739"/>
                  </a:lnTo>
                  <a:lnTo>
                    <a:pt x="83" y="5574"/>
                  </a:lnTo>
                  <a:lnTo>
                    <a:pt x="42" y="4955"/>
                  </a:lnTo>
                  <a:lnTo>
                    <a:pt x="1" y="402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47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5" y="2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6" y="228"/>
                  </a:lnTo>
                  <a:lnTo>
                    <a:pt x="228" y="847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26"/>
                  </a:lnTo>
                  <a:lnTo>
                    <a:pt x="228" y="4955"/>
                  </a:lnTo>
                  <a:lnTo>
                    <a:pt x="186" y="5574"/>
                  </a:lnTo>
                  <a:lnTo>
                    <a:pt x="166" y="5739"/>
                  </a:lnTo>
                  <a:lnTo>
                    <a:pt x="145" y="5801"/>
                  </a:lnTo>
                  <a:lnTo>
                    <a:pt x="12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5" name="Google Shape;485;p27">
              <a:extLst>
                <a:ext uri="{FF2B5EF4-FFF2-40B4-BE49-F238E27FC236}">
                  <a16:creationId xmlns:a16="http://schemas.microsoft.com/office/drawing/2014/main" id="{3A8D0B9E-B960-F16C-759B-E6AB2D58B65F}"/>
                </a:ext>
              </a:extLst>
            </p:cNvPr>
            <p:cNvSpPr/>
            <p:nvPr/>
          </p:nvSpPr>
          <p:spPr>
            <a:xfrm>
              <a:off x="6355550" y="5166725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1"/>
                  </a:moveTo>
                  <a:lnTo>
                    <a:pt x="125" y="21"/>
                  </a:lnTo>
                  <a:lnTo>
                    <a:pt x="104" y="63"/>
                  </a:lnTo>
                  <a:lnTo>
                    <a:pt x="83" y="228"/>
                  </a:lnTo>
                  <a:lnTo>
                    <a:pt x="42" y="847"/>
                  </a:lnTo>
                  <a:lnTo>
                    <a:pt x="1" y="1776"/>
                  </a:lnTo>
                  <a:lnTo>
                    <a:pt x="1" y="2911"/>
                  </a:lnTo>
                  <a:lnTo>
                    <a:pt x="1" y="4026"/>
                  </a:lnTo>
                  <a:lnTo>
                    <a:pt x="42" y="4955"/>
                  </a:lnTo>
                  <a:lnTo>
                    <a:pt x="83" y="5574"/>
                  </a:lnTo>
                  <a:lnTo>
                    <a:pt x="104" y="5739"/>
                  </a:lnTo>
                  <a:lnTo>
                    <a:pt x="125" y="5801"/>
                  </a:lnTo>
                  <a:lnTo>
                    <a:pt x="145" y="5801"/>
                  </a:lnTo>
                  <a:lnTo>
                    <a:pt x="166" y="5739"/>
                  </a:lnTo>
                  <a:lnTo>
                    <a:pt x="187" y="5574"/>
                  </a:lnTo>
                  <a:lnTo>
                    <a:pt x="228" y="4955"/>
                  </a:lnTo>
                  <a:lnTo>
                    <a:pt x="248" y="402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8" y="847"/>
                  </a:lnTo>
                  <a:lnTo>
                    <a:pt x="187" y="228"/>
                  </a:lnTo>
                  <a:lnTo>
                    <a:pt x="166" y="63"/>
                  </a:lnTo>
                  <a:lnTo>
                    <a:pt x="145" y="2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6" name="Google Shape;486;p27">
              <a:extLst>
                <a:ext uri="{FF2B5EF4-FFF2-40B4-BE49-F238E27FC236}">
                  <a16:creationId xmlns:a16="http://schemas.microsoft.com/office/drawing/2014/main" id="{46A5B6AE-AE68-ABEA-5100-17E393F7DFFF}"/>
                </a:ext>
              </a:extLst>
            </p:cNvPr>
            <p:cNvSpPr/>
            <p:nvPr/>
          </p:nvSpPr>
          <p:spPr>
            <a:xfrm>
              <a:off x="6355550" y="5166725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1"/>
                  </a:moveTo>
                  <a:lnTo>
                    <a:pt x="125" y="5801"/>
                  </a:lnTo>
                  <a:lnTo>
                    <a:pt x="125" y="5801"/>
                  </a:lnTo>
                  <a:lnTo>
                    <a:pt x="104" y="5739"/>
                  </a:lnTo>
                  <a:lnTo>
                    <a:pt x="83" y="5574"/>
                  </a:lnTo>
                  <a:lnTo>
                    <a:pt x="42" y="4955"/>
                  </a:lnTo>
                  <a:lnTo>
                    <a:pt x="1" y="4026"/>
                  </a:lnTo>
                  <a:lnTo>
                    <a:pt x="1" y="2911"/>
                  </a:lnTo>
                  <a:lnTo>
                    <a:pt x="1" y="2911"/>
                  </a:lnTo>
                  <a:lnTo>
                    <a:pt x="1" y="1776"/>
                  </a:lnTo>
                  <a:lnTo>
                    <a:pt x="42" y="847"/>
                  </a:lnTo>
                  <a:lnTo>
                    <a:pt x="83" y="228"/>
                  </a:lnTo>
                  <a:lnTo>
                    <a:pt x="104" y="63"/>
                  </a:lnTo>
                  <a:lnTo>
                    <a:pt x="125" y="2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145" y="21"/>
                  </a:lnTo>
                  <a:lnTo>
                    <a:pt x="166" y="63"/>
                  </a:lnTo>
                  <a:lnTo>
                    <a:pt x="187" y="228"/>
                  </a:lnTo>
                  <a:lnTo>
                    <a:pt x="228" y="847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26"/>
                  </a:lnTo>
                  <a:lnTo>
                    <a:pt x="228" y="4955"/>
                  </a:lnTo>
                  <a:lnTo>
                    <a:pt x="187" y="5574"/>
                  </a:lnTo>
                  <a:lnTo>
                    <a:pt x="166" y="5739"/>
                  </a:lnTo>
                  <a:lnTo>
                    <a:pt x="145" y="5801"/>
                  </a:lnTo>
                  <a:lnTo>
                    <a:pt x="125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7" name="Google Shape;487;p27">
              <a:extLst>
                <a:ext uri="{FF2B5EF4-FFF2-40B4-BE49-F238E27FC236}">
                  <a16:creationId xmlns:a16="http://schemas.microsoft.com/office/drawing/2014/main" id="{6C2C9274-FFB9-0AFA-EB31-CCC9C1C89734}"/>
                </a:ext>
              </a:extLst>
            </p:cNvPr>
            <p:cNvSpPr/>
            <p:nvPr/>
          </p:nvSpPr>
          <p:spPr>
            <a:xfrm>
              <a:off x="631170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1"/>
                  </a:moveTo>
                  <a:lnTo>
                    <a:pt x="103" y="21"/>
                  </a:lnTo>
                  <a:lnTo>
                    <a:pt x="103" y="63"/>
                  </a:lnTo>
                  <a:lnTo>
                    <a:pt x="62" y="228"/>
                  </a:lnTo>
                  <a:lnTo>
                    <a:pt x="21" y="847"/>
                  </a:lnTo>
                  <a:lnTo>
                    <a:pt x="0" y="1776"/>
                  </a:lnTo>
                  <a:lnTo>
                    <a:pt x="0" y="2911"/>
                  </a:lnTo>
                  <a:lnTo>
                    <a:pt x="0" y="4026"/>
                  </a:lnTo>
                  <a:lnTo>
                    <a:pt x="21" y="4955"/>
                  </a:lnTo>
                  <a:lnTo>
                    <a:pt x="62" y="5574"/>
                  </a:lnTo>
                  <a:lnTo>
                    <a:pt x="103" y="5739"/>
                  </a:lnTo>
                  <a:lnTo>
                    <a:pt x="103" y="5801"/>
                  </a:lnTo>
                  <a:lnTo>
                    <a:pt x="145" y="5801"/>
                  </a:lnTo>
                  <a:lnTo>
                    <a:pt x="145" y="5739"/>
                  </a:lnTo>
                  <a:lnTo>
                    <a:pt x="186" y="5574"/>
                  </a:lnTo>
                  <a:lnTo>
                    <a:pt x="227" y="4955"/>
                  </a:lnTo>
                  <a:lnTo>
                    <a:pt x="248" y="4026"/>
                  </a:lnTo>
                  <a:lnTo>
                    <a:pt x="269" y="2911"/>
                  </a:lnTo>
                  <a:lnTo>
                    <a:pt x="248" y="1776"/>
                  </a:lnTo>
                  <a:lnTo>
                    <a:pt x="227" y="847"/>
                  </a:lnTo>
                  <a:lnTo>
                    <a:pt x="186" y="228"/>
                  </a:lnTo>
                  <a:lnTo>
                    <a:pt x="145" y="63"/>
                  </a:lnTo>
                  <a:lnTo>
                    <a:pt x="145" y="2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8" name="Google Shape;488;p27">
              <a:extLst>
                <a:ext uri="{FF2B5EF4-FFF2-40B4-BE49-F238E27FC236}">
                  <a16:creationId xmlns:a16="http://schemas.microsoft.com/office/drawing/2014/main" id="{77828042-1E4B-EFF5-976A-AB52EA8D7CA2}"/>
                </a:ext>
              </a:extLst>
            </p:cNvPr>
            <p:cNvSpPr/>
            <p:nvPr/>
          </p:nvSpPr>
          <p:spPr>
            <a:xfrm>
              <a:off x="6311700" y="5166725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1"/>
                  </a:moveTo>
                  <a:lnTo>
                    <a:pt x="124" y="5801"/>
                  </a:lnTo>
                  <a:lnTo>
                    <a:pt x="103" y="5801"/>
                  </a:lnTo>
                  <a:lnTo>
                    <a:pt x="103" y="5739"/>
                  </a:lnTo>
                  <a:lnTo>
                    <a:pt x="62" y="5574"/>
                  </a:lnTo>
                  <a:lnTo>
                    <a:pt x="21" y="4955"/>
                  </a:lnTo>
                  <a:lnTo>
                    <a:pt x="0" y="4026"/>
                  </a:lnTo>
                  <a:lnTo>
                    <a:pt x="0" y="2911"/>
                  </a:lnTo>
                  <a:lnTo>
                    <a:pt x="0" y="2911"/>
                  </a:lnTo>
                  <a:lnTo>
                    <a:pt x="0" y="1776"/>
                  </a:lnTo>
                  <a:lnTo>
                    <a:pt x="21" y="847"/>
                  </a:lnTo>
                  <a:lnTo>
                    <a:pt x="62" y="228"/>
                  </a:lnTo>
                  <a:lnTo>
                    <a:pt x="103" y="63"/>
                  </a:lnTo>
                  <a:lnTo>
                    <a:pt x="103" y="2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145" y="21"/>
                  </a:lnTo>
                  <a:lnTo>
                    <a:pt x="145" y="63"/>
                  </a:lnTo>
                  <a:lnTo>
                    <a:pt x="186" y="228"/>
                  </a:lnTo>
                  <a:lnTo>
                    <a:pt x="227" y="847"/>
                  </a:lnTo>
                  <a:lnTo>
                    <a:pt x="248" y="1776"/>
                  </a:lnTo>
                  <a:lnTo>
                    <a:pt x="269" y="2911"/>
                  </a:lnTo>
                  <a:lnTo>
                    <a:pt x="269" y="2911"/>
                  </a:lnTo>
                  <a:lnTo>
                    <a:pt x="248" y="4026"/>
                  </a:lnTo>
                  <a:lnTo>
                    <a:pt x="227" y="4955"/>
                  </a:lnTo>
                  <a:lnTo>
                    <a:pt x="186" y="5574"/>
                  </a:lnTo>
                  <a:lnTo>
                    <a:pt x="145" y="5739"/>
                  </a:lnTo>
                  <a:lnTo>
                    <a:pt x="145" y="5801"/>
                  </a:lnTo>
                  <a:lnTo>
                    <a:pt x="124" y="58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9" name="Google Shape;489;p27">
              <a:extLst>
                <a:ext uri="{FF2B5EF4-FFF2-40B4-BE49-F238E27FC236}">
                  <a16:creationId xmlns:a16="http://schemas.microsoft.com/office/drawing/2014/main" id="{34C24269-2C06-5CCC-4259-320FC9FAC050}"/>
                </a:ext>
              </a:extLst>
            </p:cNvPr>
            <p:cNvSpPr/>
            <p:nvPr/>
          </p:nvSpPr>
          <p:spPr>
            <a:xfrm>
              <a:off x="5598025" y="5161050"/>
              <a:ext cx="810200" cy="6725"/>
            </a:xfrm>
            <a:custGeom>
              <a:avLst/>
              <a:gdLst/>
              <a:ahLst/>
              <a:cxnLst/>
              <a:rect l="l" t="t" r="r" b="b"/>
              <a:pathLst>
                <a:path w="32408" h="269" extrusionOk="0">
                  <a:moveTo>
                    <a:pt x="16204" y="1"/>
                  </a:moveTo>
                  <a:lnTo>
                    <a:pt x="9888" y="21"/>
                  </a:lnTo>
                  <a:lnTo>
                    <a:pt x="4748" y="42"/>
                  </a:lnTo>
                  <a:lnTo>
                    <a:pt x="1260" y="83"/>
                  </a:lnTo>
                  <a:lnTo>
                    <a:pt x="331" y="104"/>
                  </a:lnTo>
                  <a:lnTo>
                    <a:pt x="83" y="124"/>
                  </a:lnTo>
                  <a:lnTo>
                    <a:pt x="0" y="145"/>
                  </a:lnTo>
                  <a:lnTo>
                    <a:pt x="83" y="145"/>
                  </a:lnTo>
                  <a:lnTo>
                    <a:pt x="331" y="166"/>
                  </a:lnTo>
                  <a:lnTo>
                    <a:pt x="1260" y="186"/>
                  </a:lnTo>
                  <a:lnTo>
                    <a:pt x="4748" y="228"/>
                  </a:lnTo>
                  <a:lnTo>
                    <a:pt x="9888" y="269"/>
                  </a:lnTo>
                  <a:lnTo>
                    <a:pt x="22499" y="269"/>
                  </a:lnTo>
                  <a:lnTo>
                    <a:pt x="27660" y="228"/>
                  </a:lnTo>
                  <a:lnTo>
                    <a:pt x="31127" y="186"/>
                  </a:lnTo>
                  <a:lnTo>
                    <a:pt x="32077" y="166"/>
                  </a:lnTo>
                  <a:lnTo>
                    <a:pt x="32325" y="145"/>
                  </a:lnTo>
                  <a:lnTo>
                    <a:pt x="32407" y="145"/>
                  </a:lnTo>
                  <a:lnTo>
                    <a:pt x="32325" y="124"/>
                  </a:lnTo>
                  <a:lnTo>
                    <a:pt x="32077" y="104"/>
                  </a:lnTo>
                  <a:lnTo>
                    <a:pt x="31127" y="83"/>
                  </a:lnTo>
                  <a:lnTo>
                    <a:pt x="27660" y="42"/>
                  </a:lnTo>
                  <a:lnTo>
                    <a:pt x="22499" y="21"/>
                  </a:lnTo>
                  <a:lnTo>
                    <a:pt x="1620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0" name="Google Shape;490;p27">
              <a:extLst>
                <a:ext uri="{FF2B5EF4-FFF2-40B4-BE49-F238E27FC236}">
                  <a16:creationId xmlns:a16="http://schemas.microsoft.com/office/drawing/2014/main" id="{4A3353FE-1AAE-671C-2B89-3E86E8661C3F}"/>
                </a:ext>
              </a:extLst>
            </p:cNvPr>
            <p:cNvSpPr/>
            <p:nvPr/>
          </p:nvSpPr>
          <p:spPr>
            <a:xfrm>
              <a:off x="5598025" y="5161050"/>
              <a:ext cx="810200" cy="6725"/>
            </a:xfrm>
            <a:custGeom>
              <a:avLst/>
              <a:gdLst/>
              <a:ahLst/>
              <a:cxnLst/>
              <a:rect l="l" t="t" r="r" b="b"/>
              <a:pathLst>
                <a:path w="32408" h="269" fill="none" extrusionOk="0">
                  <a:moveTo>
                    <a:pt x="32407" y="145"/>
                  </a:moveTo>
                  <a:lnTo>
                    <a:pt x="32407" y="145"/>
                  </a:lnTo>
                  <a:lnTo>
                    <a:pt x="32325" y="145"/>
                  </a:lnTo>
                  <a:lnTo>
                    <a:pt x="32077" y="166"/>
                  </a:lnTo>
                  <a:lnTo>
                    <a:pt x="31127" y="186"/>
                  </a:lnTo>
                  <a:lnTo>
                    <a:pt x="27660" y="228"/>
                  </a:lnTo>
                  <a:lnTo>
                    <a:pt x="22499" y="269"/>
                  </a:lnTo>
                  <a:lnTo>
                    <a:pt x="16204" y="269"/>
                  </a:lnTo>
                  <a:lnTo>
                    <a:pt x="16204" y="269"/>
                  </a:lnTo>
                  <a:lnTo>
                    <a:pt x="9888" y="269"/>
                  </a:lnTo>
                  <a:lnTo>
                    <a:pt x="4748" y="228"/>
                  </a:lnTo>
                  <a:lnTo>
                    <a:pt x="1260" y="186"/>
                  </a:lnTo>
                  <a:lnTo>
                    <a:pt x="331" y="166"/>
                  </a:lnTo>
                  <a:lnTo>
                    <a:pt x="83" y="145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83" y="124"/>
                  </a:lnTo>
                  <a:lnTo>
                    <a:pt x="331" y="104"/>
                  </a:lnTo>
                  <a:lnTo>
                    <a:pt x="1260" y="83"/>
                  </a:lnTo>
                  <a:lnTo>
                    <a:pt x="4748" y="42"/>
                  </a:lnTo>
                  <a:lnTo>
                    <a:pt x="9888" y="21"/>
                  </a:lnTo>
                  <a:lnTo>
                    <a:pt x="16204" y="1"/>
                  </a:lnTo>
                  <a:lnTo>
                    <a:pt x="16204" y="1"/>
                  </a:lnTo>
                  <a:lnTo>
                    <a:pt x="22499" y="21"/>
                  </a:lnTo>
                  <a:lnTo>
                    <a:pt x="27660" y="42"/>
                  </a:lnTo>
                  <a:lnTo>
                    <a:pt x="31127" y="83"/>
                  </a:lnTo>
                  <a:lnTo>
                    <a:pt x="32077" y="104"/>
                  </a:lnTo>
                  <a:lnTo>
                    <a:pt x="32325" y="124"/>
                  </a:lnTo>
                  <a:lnTo>
                    <a:pt x="32407" y="14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1" name="Google Shape;491;p27">
              <a:extLst>
                <a:ext uri="{FF2B5EF4-FFF2-40B4-BE49-F238E27FC236}">
                  <a16:creationId xmlns:a16="http://schemas.microsoft.com/office/drawing/2014/main" id="{BE68B1C3-88AE-75A7-E853-F7D787808120}"/>
                </a:ext>
              </a:extLst>
            </p:cNvPr>
            <p:cNvSpPr/>
            <p:nvPr/>
          </p:nvSpPr>
          <p:spPr>
            <a:xfrm>
              <a:off x="5682650" y="5312775"/>
              <a:ext cx="806075" cy="146575"/>
            </a:xfrm>
            <a:custGeom>
              <a:avLst/>
              <a:gdLst/>
              <a:ahLst/>
              <a:cxnLst/>
              <a:rect l="l" t="t" r="r" b="b"/>
              <a:pathLst>
                <a:path w="32243" h="5863" extrusionOk="0">
                  <a:moveTo>
                    <a:pt x="1" y="0"/>
                  </a:moveTo>
                  <a:lnTo>
                    <a:pt x="1" y="5862"/>
                  </a:lnTo>
                  <a:lnTo>
                    <a:pt x="32242" y="5862"/>
                  </a:lnTo>
                  <a:lnTo>
                    <a:pt x="322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2" name="Google Shape;492;p27">
              <a:extLst>
                <a:ext uri="{FF2B5EF4-FFF2-40B4-BE49-F238E27FC236}">
                  <a16:creationId xmlns:a16="http://schemas.microsoft.com/office/drawing/2014/main" id="{7F4AE334-0335-1060-E041-025BEB925524}"/>
                </a:ext>
              </a:extLst>
            </p:cNvPr>
            <p:cNvSpPr/>
            <p:nvPr/>
          </p:nvSpPr>
          <p:spPr>
            <a:xfrm>
              <a:off x="5682650" y="5312775"/>
              <a:ext cx="806075" cy="146575"/>
            </a:xfrm>
            <a:custGeom>
              <a:avLst/>
              <a:gdLst/>
              <a:ahLst/>
              <a:cxnLst/>
              <a:rect l="l" t="t" r="r" b="b"/>
              <a:pathLst>
                <a:path w="32243" h="5863" fill="none" extrusionOk="0">
                  <a:moveTo>
                    <a:pt x="32242" y="5862"/>
                  </a:moveTo>
                  <a:lnTo>
                    <a:pt x="1" y="5862"/>
                  </a:lnTo>
                  <a:lnTo>
                    <a:pt x="1" y="0"/>
                  </a:lnTo>
                  <a:lnTo>
                    <a:pt x="32242" y="0"/>
                  </a:lnTo>
                  <a:lnTo>
                    <a:pt x="32242" y="586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3" name="Google Shape;493;p27">
              <a:extLst>
                <a:ext uri="{FF2B5EF4-FFF2-40B4-BE49-F238E27FC236}">
                  <a16:creationId xmlns:a16="http://schemas.microsoft.com/office/drawing/2014/main" id="{16D2AAB6-E5A3-6ED3-6FBC-EF487CA46999}"/>
                </a:ext>
              </a:extLst>
            </p:cNvPr>
            <p:cNvSpPr/>
            <p:nvPr/>
          </p:nvSpPr>
          <p:spPr>
            <a:xfrm>
              <a:off x="575800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3" y="62"/>
                  </a:lnTo>
                  <a:lnTo>
                    <a:pt x="83" y="227"/>
                  </a:lnTo>
                  <a:lnTo>
                    <a:pt x="41" y="847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1" y="4954"/>
                  </a:lnTo>
                  <a:lnTo>
                    <a:pt x="83" y="5573"/>
                  </a:lnTo>
                  <a:lnTo>
                    <a:pt x="103" y="5739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5" y="5739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7" y="847"/>
                  </a:lnTo>
                  <a:lnTo>
                    <a:pt x="186" y="227"/>
                  </a:lnTo>
                  <a:lnTo>
                    <a:pt x="16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4" name="Google Shape;494;p27">
              <a:extLst>
                <a:ext uri="{FF2B5EF4-FFF2-40B4-BE49-F238E27FC236}">
                  <a16:creationId xmlns:a16="http://schemas.microsoft.com/office/drawing/2014/main" id="{B6A36DD1-7B3F-F51C-D857-1ECA2680B452}"/>
                </a:ext>
              </a:extLst>
            </p:cNvPr>
            <p:cNvSpPr/>
            <p:nvPr/>
          </p:nvSpPr>
          <p:spPr>
            <a:xfrm>
              <a:off x="575800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03" y="5739"/>
                  </a:lnTo>
                  <a:lnTo>
                    <a:pt x="83" y="5573"/>
                  </a:lnTo>
                  <a:lnTo>
                    <a:pt x="41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1" y="847"/>
                  </a:lnTo>
                  <a:lnTo>
                    <a:pt x="83" y="227"/>
                  </a:lnTo>
                  <a:lnTo>
                    <a:pt x="103" y="62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5" y="62"/>
                  </a:lnTo>
                  <a:lnTo>
                    <a:pt x="186" y="227"/>
                  </a:lnTo>
                  <a:lnTo>
                    <a:pt x="227" y="847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5" y="5739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5" name="Google Shape;495;p27">
              <a:extLst>
                <a:ext uri="{FF2B5EF4-FFF2-40B4-BE49-F238E27FC236}">
                  <a16:creationId xmlns:a16="http://schemas.microsoft.com/office/drawing/2014/main" id="{CE7C47C2-7B77-F9E0-C97A-48AC932C63A2}"/>
                </a:ext>
              </a:extLst>
            </p:cNvPr>
            <p:cNvSpPr/>
            <p:nvPr/>
          </p:nvSpPr>
          <p:spPr>
            <a:xfrm>
              <a:off x="571412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9"/>
                  </a:lnTo>
                  <a:lnTo>
                    <a:pt x="125" y="5780"/>
                  </a:lnTo>
                  <a:lnTo>
                    <a:pt x="125" y="5800"/>
                  </a:lnTo>
                  <a:lnTo>
                    <a:pt x="145" y="5780"/>
                  </a:lnTo>
                  <a:lnTo>
                    <a:pt x="166" y="5739"/>
                  </a:lnTo>
                  <a:lnTo>
                    <a:pt x="186" y="5573"/>
                  </a:lnTo>
                  <a:lnTo>
                    <a:pt x="228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8" y="847"/>
                  </a:lnTo>
                  <a:lnTo>
                    <a:pt x="186" y="227"/>
                  </a:lnTo>
                  <a:lnTo>
                    <a:pt x="166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6" name="Google Shape;496;p27">
              <a:extLst>
                <a:ext uri="{FF2B5EF4-FFF2-40B4-BE49-F238E27FC236}">
                  <a16:creationId xmlns:a16="http://schemas.microsoft.com/office/drawing/2014/main" id="{ABF2DC43-C9BC-F0BF-3FC0-176D79EB9BB1}"/>
                </a:ext>
              </a:extLst>
            </p:cNvPr>
            <p:cNvSpPr/>
            <p:nvPr/>
          </p:nvSpPr>
          <p:spPr>
            <a:xfrm>
              <a:off x="571412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0"/>
                  </a:moveTo>
                  <a:lnTo>
                    <a:pt x="125" y="5800"/>
                  </a:lnTo>
                  <a:lnTo>
                    <a:pt x="125" y="5780"/>
                  </a:lnTo>
                  <a:lnTo>
                    <a:pt x="104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1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4" y="62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66" y="62"/>
                  </a:lnTo>
                  <a:lnTo>
                    <a:pt x="186" y="227"/>
                  </a:lnTo>
                  <a:lnTo>
                    <a:pt x="228" y="847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8" y="4954"/>
                  </a:lnTo>
                  <a:lnTo>
                    <a:pt x="186" y="5573"/>
                  </a:lnTo>
                  <a:lnTo>
                    <a:pt x="166" y="5739"/>
                  </a:lnTo>
                  <a:lnTo>
                    <a:pt x="145" y="5780"/>
                  </a:lnTo>
                  <a:lnTo>
                    <a:pt x="12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7" name="Google Shape;497;p27">
              <a:extLst>
                <a:ext uri="{FF2B5EF4-FFF2-40B4-BE49-F238E27FC236}">
                  <a16:creationId xmlns:a16="http://schemas.microsoft.com/office/drawing/2014/main" id="{D02D32A3-7BCC-3B64-356C-7164295564EB}"/>
                </a:ext>
              </a:extLst>
            </p:cNvPr>
            <p:cNvSpPr/>
            <p:nvPr/>
          </p:nvSpPr>
          <p:spPr>
            <a:xfrm>
              <a:off x="5855000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9"/>
                  </a:lnTo>
                  <a:lnTo>
                    <a:pt x="125" y="5780"/>
                  </a:lnTo>
                  <a:lnTo>
                    <a:pt x="125" y="5800"/>
                  </a:lnTo>
                  <a:lnTo>
                    <a:pt x="145" y="5780"/>
                  </a:lnTo>
                  <a:lnTo>
                    <a:pt x="166" y="5739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8" y="847"/>
                  </a:lnTo>
                  <a:lnTo>
                    <a:pt x="187" y="227"/>
                  </a:lnTo>
                  <a:lnTo>
                    <a:pt x="166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8" name="Google Shape;498;p27">
              <a:extLst>
                <a:ext uri="{FF2B5EF4-FFF2-40B4-BE49-F238E27FC236}">
                  <a16:creationId xmlns:a16="http://schemas.microsoft.com/office/drawing/2014/main" id="{9B1C90F0-A0DB-B14C-A4FC-C869337E5A1B}"/>
                </a:ext>
              </a:extLst>
            </p:cNvPr>
            <p:cNvSpPr/>
            <p:nvPr/>
          </p:nvSpPr>
          <p:spPr>
            <a:xfrm>
              <a:off x="5855000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0"/>
                  </a:moveTo>
                  <a:lnTo>
                    <a:pt x="125" y="5800"/>
                  </a:lnTo>
                  <a:lnTo>
                    <a:pt x="125" y="5780"/>
                  </a:lnTo>
                  <a:lnTo>
                    <a:pt x="104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1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4" y="62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66" y="62"/>
                  </a:lnTo>
                  <a:lnTo>
                    <a:pt x="187" y="227"/>
                  </a:lnTo>
                  <a:lnTo>
                    <a:pt x="228" y="847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66" y="5739"/>
                  </a:lnTo>
                  <a:lnTo>
                    <a:pt x="145" y="5780"/>
                  </a:lnTo>
                  <a:lnTo>
                    <a:pt x="12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9" name="Google Shape;499;p27">
              <a:extLst>
                <a:ext uri="{FF2B5EF4-FFF2-40B4-BE49-F238E27FC236}">
                  <a16:creationId xmlns:a16="http://schemas.microsoft.com/office/drawing/2014/main" id="{712F8920-540C-A587-70AF-5AB0FFF28636}"/>
                </a:ext>
              </a:extLst>
            </p:cNvPr>
            <p:cNvSpPr/>
            <p:nvPr/>
          </p:nvSpPr>
          <p:spPr>
            <a:xfrm>
              <a:off x="581115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03" y="0"/>
                  </a:moveTo>
                  <a:lnTo>
                    <a:pt x="103" y="62"/>
                  </a:lnTo>
                  <a:lnTo>
                    <a:pt x="62" y="227"/>
                  </a:lnTo>
                  <a:lnTo>
                    <a:pt x="21" y="847"/>
                  </a:lnTo>
                  <a:lnTo>
                    <a:pt x="0" y="1775"/>
                  </a:lnTo>
                  <a:lnTo>
                    <a:pt x="0" y="2890"/>
                  </a:lnTo>
                  <a:lnTo>
                    <a:pt x="0" y="4025"/>
                  </a:lnTo>
                  <a:lnTo>
                    <a:pt x="21" y="4954"/>
                  </a:lnTo>
                  <a:lnTo>
                    <a:pt x="62" y="5573"/>
                  </a:lnTo>
                  <a:lnTo>
                    <a:pt x="103" y="5739"/>
                  </a:lnTo>
                  <a:lnTo>
                    <a:pt x="103" y="5780"/>
                  </a:lnTo>
                  <a:lnTo>
                    <a:pt x="124" y="5800"/>
                  </a:lnTo>
                  <a:lnTo>
                    <a:pt x="145" y="5780"/>
                  </a:lnTo>
                  <a:lnTo>
                    <a:pt x="145" y="5739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7" y="847"/>
                  </a:lnTo>
                  <a:lnTo>
                    <a:pt x="186" y="227"/>
                  </a:lnTo>
                  <a:lnTo>
                    <a:pt x="14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0" name="Google Shape;500;p27">
              <a:extLst>
                <a:ext uri="{FF2B5EF4-FFF2-40B4-BE49-F238E27FC236}">
                  <a16:creationId xmlns:a16="http://schemas.microsoft.com/office/drawing/2014/main" id="{5E9761C9-19B7-2E49-F361-D002A4011D69}"/>
                </a:ext>
              </a:extLst>
            </p:cNvPr>
            <p:cNvSpPr/>
            <p:nvPr/>
          </p:nvSpPr>
          <p:spPr>
            <a:xfrm>
              <a:off x="581115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0"/>
                  </a:moveTo>
                  <a:lnTo>
                    <a:pt x="124" y="5800"/>
                  </a:lnTo>
                  <a:lnTo>
                    <a:pt x="103" y="5780"/>
                  </a:lnTo>
                  <a:lnTo>
                    <a:pt x="103" y="5739"/>
                  </a:lnTo>
                  <a:lnTo>
                    <a:pt x="62" y="5573"/>
                  </a:lnTo>
                  <a:lnTo>
                    <a:pt x="21" y="4954"/>
                  </a:lnTo>
                  <a:lnTo>
                    <a:pt x="0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0" y="1775"/>
                  </a:lnTo>
                  <a:lnTo>
                    <a:pt x="21" y="847"/>
                  </a:lnTo>
                  <a:lnTo>
                    <a:pt x="62" y="227"/>
                  </a:lnTo>
                  <a:lnTo>
                    <a:pt x="103" y="62"/>
                  </a:lnTo>
                  <a:lnTo>
                    <a:pt x="103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62"/>
                  </a:lnTo>
                  <a:lnTo>
                    <a:pt x="186" y="227"/>
                  </a:lnTo>
                  <a:lnTo>
                    <a:pt x="227" y="847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45" y="5739"/>
                  </a:lnTo>
                  <a:lnTo>
                    <a:pt x="145" y="5780"/>
                  </a:lnTo>
                  <a:lnTo>
                    <a:pt x="124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1" name="Google Shape;501;p27">
              <a:extLst>
                <a:ext uri="{FF2B5EF4-FFF2-40B4-BE49-F238E27FC236}">
                  <a16:creationId xmlns:a16="http://schemas.microsoft.com/office/drawing/2014/main" id="{B54A895B-1A5E-2643-5423-937B89DF5643}"/>
                </a:ext>
              </a:extLst>
            </p:cNvPr>
            <p:cNvSpPr/>
            <p:nvPr/>
          </p:nvSpPr>
          <p:spPr>
            <a:xfrm>
              <a:off x="5952025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3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0" y="1775"/>
                  </a:lnTo>
                  <a:lnTo>
                    <a:pt x="0" y="2890"/>
                  </a:lnTo>
                  <a:lnTo>
                    <a:pt x="0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3" y="5739"/>
                  </a:lnTo>
                  <a:lnTo>
                    <a:pt x="124" y="5780"/>
                  </a:lnTo>
                  <a:lnTo>
                    <a:pt x="124" y="5800"/>
                  </a:lnTo>
                  <a:lnTo>
                    <a:pt x="145" y="5780"/>
                  </a:lnTo>
                  <a:lnTo>
                    <a:pt x="165" y="5739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7" y="847"/>
                  </a:lnTo>
                  <a:lnTo>
                    <a:pt x="186" y="227"/>
                  </a:lnTo>
                  <a:lnTo>
                    <a:pt x="16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2" name="Google Shape;502;p27">
              <a:extLst>
                <a:ext uri="{FF2B5EF4-FFF2-40B4-BE49-F238E27FC236}">
                  <a16:creationId xmlns:a16="http://schemas.microsoft.com/office/drawing/2014/main" id="{08AF8F2E-501E-A99A-24FB-B36735760139}"/>
                </a:ext>
              </a:extLst>
            </p:cNvPr>
            <p:cNvSpPr/>
            <p:nvPr/>
          </p:nvSpPr>
          <p:spPr>
            <a:xfrm>
              <a:off x="5952025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0"/>
                  </a:moveTo>
                  <a:lnTo>
                    <a:pt x="124" y="5800"/>
                  </a:lnTo>
                  <a:lnTo>
                    <a:pt x="124" y="5780"/>
                  </a:lnTo>
                  <a:lnTo>
                    <a:pt x="103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0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0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3" y="62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65" y="62"/>
                  </a:lnTo>
                  <a:lnTo>
                    <a:pt x="186" y="227"/>
                  </a:lnTo>
                  <a:lnTo>
                    <a:pt x="227" y="847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5" y="5739"/>
                  </a:lnTo>
                  <a:lnTo>
                    <a:pt x="145" y="5780"/>
                  </a:lnTo>
                  <a:lnTo>
                    <a:pt x="124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3" name="Google Shape;503;p27">
              <a:extLst>
                <a:ext uri="{FF2B5EF4-FFF2-40B4-BE49-F238E27FC236}">
                  <a16:creationId xmlns:a16="http://schemas.microsoft.com/office/drawing/2014/main" id="{FC15A610-AFA2-7F85-5074-23DD602080F3}"/>
                </a:ext>
              </a:extLst>
            </p:cNvPr>
            <p:cNvSpPr/>
            <p:nvPr/>
          </p:nvSpPr>
          <p:spPr>
            <a:xfrm>
              <a:off x="590765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3" y="62"/>
                  </a:lnTo>
                  <a:lnTo>
                    <a:pt x="83" y="227"/>
                  </a:lnTo>
                  <a:lnTo>
                    <a:pt x="41" y="847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1" y="4954"/>
                  </a:lnTo>
                  <a:lnTo>
                    <a:pt x="83" y="5573"/>
                  </a:lnTo>
                  <a:lnTo>
                    <a:pt x="103" y="5739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5" y="5739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68" y="4025"/>
                  </a:lnTo>
                  <a:lnTo>
                    <a:pt x="268" y="2890"/>
                  </a:lnTo>
                  <a:lnTo>
                    <a:pt x="268" y="1775"/>
                  </a:lnTo>
                  <a:lnTo>
                    <a:pt x="227" y="847"/>
                  </a:lnTo>
                  <a:lnTo>
                    <a:pt x="186" y="227"/>
                  </a:lnTo>
                  <a:lnTo>
                    <a:pt x="16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4" name="Google Shape;504;p27">
              <a:extLst>
                <a:ext uri="{FF2B5EF4-FFF2-40B4-BE49-F238E27FC236}">
                  <a16:creationId xmlns:a16="http://schemas.microsoft.com/office/drawing/2014/main" id="{B6D5FB12-6574-D466-0DD0-1F5D8E94301C}"/>
                </a:ext>
              </a:extLst>
            </p:cNvPr>
            <p:cNvSpPr/>
            <p:nvPr/>
          </p:nvSpPr>
          <p:spPr>
            <a:xfrm>
              <a:off x="590765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03" y="5739"/>
                  </a:lnTo>
                  <a:lnTo>
                    <a:pt x="83" y="5573"/>
                  </a:lnTo>
                  <a:lnTo>
                    <a:pt x="41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1" y="847"/>
                  </a:lnTo>
                  <a:lnTo>
                    <a:pt x="83" y="227"/>
                  </a:lnTo>
                  <a:lnTo>
                    <a:pt x="103" y="62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5" y="62"/>
                  </a:lnTo>
                  <a:lnTo>
                    <a:pt x="186" y="227"/>
                  </a:lnTo>
                  <a:lnTo>
                    <a:pt x="227" y="847"/>
                  </a:lnTo>
                  <a:lnTo>
                    <a:pt x="268" y="1775"/>
                  </a:lnTo>
                  <a:lnTo>
                    <a:pt x="268" y="2890"/>
                  </a:lnTo>
                  <a:lnTo>
                    <a:pt x="268" y="2890"/>
                  </a:lnTo>
                  <a:lnTo>
                    <a:pt x="268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5" y="5739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5" name="Google Shape;505;p27">
              <a:extLst>
                <a:ext uri="{FF2B5EF4-FFF2-40B4-BE49-F238E27FC236}">
                  <a16:creationId xmlns:a16="http://schemas.microsoft.com/office/drawing/2014/main" id="{E7C476D8-1A03-D4B1-98D9-5B22C626CD25}"/>
                </a:ext>
              </a:extLst>
            </p:cNvPr>
            <p:cNvSpPr/>
            <p:nvPr/>
          </p:nvSpPr>
          <p:spPr>
            <a:xfrm>
              <a:off x="604902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04" y="0"/>
                  </a:moveTo>
                  <a:lnTo>
                    <a:pt x="104" y="62"/>
                  </a:lnTo>
                  <a:lnTo>
                    <a:pt x="63" y="227"/>
                  </a:lnTo>
                  <a:lnTo>
                    <a:pt x="21" y="847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21" y="4954"/>
                  </a:lnTo>
                  <a:lnTo>
                    <a:pt x="63" y="5573"/>
                  </a:lnTo>
                  <a:lnTo>
                    <a:pt x="104" y="5739"/>
                  </a:lnTo>
                  <a:lnTo>
                    <a:pt x="104" y="5780"/>
                  </a:lnTo>
                  <a:lnTo>
                    <a:pt x="125" y="5800"/>
                  </a:lnTo>
                  <a:lnTo>
                    <a:pt x="145" y="5780"/>
                  </a:lnTo>
                  <a:lnTo>
                    <a:pt x="145" y="5739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49" y="4025"/>
                  </a:lnTo>
                  <a:lnTo>
                    <a:pt x="269" y="2890"/>
                  </a:lnTo>
                  <a:lnTo>
                    <a:pt x="249" y="1775"/>
                  </a:lnTo>
                  <a:lnTo>
                    <a:pt x="228" y="847"/>
                  </a:lnTo>
                  <a:lnTo>
                    <a:pt x="187" y="227"/>
                  </a:lnTo>
                  <a:lnTo>
                    <a:pt x="14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6" name="Google Shape;506;p27">
              <a:extLst>
                <a:ext uri="{FF2B5EF4-FFF2-40B4-BE49-F238E27FC236}">
                  <a16:creationId xmlns:a16="http://schemas.microsoft.com/office/drawing/2014/main" id="{D300CF59-264C-933A-9B71-BD9C7D38EC97}"/>
                </a:ext>
              </a:extLst>
            </p:cNvPr>
            <p:cNvSpPr/>
            <p:nvPr/>
          </p:nvSpPr>
          <p:spPr>
            <a:xfrm>
              <a:off x="604902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0"/>
                  </a:moveTo>
                  <a:lnTo>
                    <a:pt x="125" y="5800"/>
                  </a:lnTo>
                  <a:lnTo>
                    <a:pt x="104" y="5780"/>
                  </a:lnTo>
                  <a:lnTo>
                    <a:pt x="104" y="5739"/>
                  </a:lnTo>
                  <a:lnTo>
                    <a:pt x="63" y="5573"/>
                  </a:lnTo>
                  <a:lnTo>
                    <a:pt x="21" y="4954"/>
                  </a:lnTo>
                  <a:lnTo>
                    <a:pt x="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1" y="1775"/>
                  </a:lnTo>
                  <a:lnTo>
                    <a:pt x="21" y="847"/>
                  </a:lnTo>
                  <a:lnTo>
                    <a:pt x="63" y="227"/>
                  </a:lnTo>
                  <a:lnTo>
                    <a:pt x="104" y="62"/>
                  </a:lnTo>
                  <a:lnTo>
                    <a:pt x="104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62"/>
                  </a:lnTo>
                  <a:lnTo>
                    <a:pt x="187" y="227"/>
                  </a:lnTo>
                  <a:lnTo>
                    <a:pt x="228" y="847"/>
                  </a:lnTo>
                  <a:lnTo>
                    <a:pt x="24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9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45" y="5739"/>
                  </a:lnTo>
                  <a:lnTo>
                    <a:pt x="145" y="5780"/>
                  </a:lnTo>
                  <a:lnTo>
                    <a:pt x="12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7" name="Google Shape;507;p27">
              <a:extLst>
                <a:ext uri="{FF2B5EF4-FFF2-40B4-BE49-F238E27FC236}">
                  <a16:creationId xmlns:a16="http://schemas.microsoft.com/office/drawing/2014/main" id="{B8EF8FE6-7DE7-17EE-35D5-ED818A1E85B4}"/>
                </a:ext>
              </a:extLst>
            </p:cNvPr>
            <p:cNvSpPr/>
            <p:nvPr/>
          </p:nvSpPr>
          <p:spPr>
            <a:xfrm>
              <a:off x="6004650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21" y="1775"/>
                  </a:lnTo>
                  <a:lnTo>
                    <a:pt x="1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9"/>
                  </a:lnTo>
                  <a:lnTo>
                    <a:pt x="125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6" y="5739"/>
                  </a:lnTo>
                  <a:lnTo>
                    <a:pt x="186" y="5573"/>
                  </a:lnTo>
                  <a:lnTo>
                    <a:pt x="228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8" y="847"/>
                  </a:lnTo>
                  <a:lnTo>
                    <a:pt x="186" y="227"/>
                  </a:lnTo>
                  <a:lnTo>
                    <a:pt x="166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8" name="Google Shape;508;p27">
              <a:extLst>
                <a:ext uri="{FF2B5EF4-FFF2-40B4-BE49-F238E27FC236}">
                  <a16:creationId xmlns:a16="http://schemas.microsoft.com/office/drawing/2014/main" id="{C708342A-947E-0387-5814-70A7EFA4A0C4}"/>
                </a:ext>
              </a:extLst>
            </p:cNvPr>
            <p:cNvSpPr/>
            <p:nvPr/>
          </p:nvSpPr>
          <p:spPr>
            <a:xfrm>
              <a:off x="6004650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5" y="5780"/>
                  </a:lnTo>
                  <a:lnTo>
                    <a:pt x="104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21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4" y="62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62"/>
                  </a:lnTo>
                  <a:lnTo>
                    <a:pt x="186" y="227"/>
                  </a:lnTo>
                  <a:lnTo>
                    <a:pt x="228" y="847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8" y="4954"/>
                  </a:lnTo>
                  <a:lnTo>
                    <a:pt x="186" y="5573"/>
                  </a:lnTo>
                  <a:lnTo>
                    <a:pt x="166" y="5739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9" name="Google Shape;509;p27">
              <a:extLst>
                <a:ext uri="{FF2B5EF4-FFF2-40B4-BE49-F238E27FC236}">
                  <a16:creationId xmlns:a16="http://schemas.microsoft.com/office/drawing/2014/main" id="{0BE7F025-9B6B-FAC1-05A7-DB5B84D07C42}"/>
                </a:ext>
              </a:extLst>
            </p:cNvPr>
            <p:cNvSpPr/>
            <p:nvPr/>
          </p:nvSpPr>
          <p:spPr>
            <a:xfrm>
              <a:off x="614552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21" y="1775"/>
                  </a:lnTo>
                  <a:lnTo>
                    <a:pt x="1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9"/>
                  </a:lnTo>
                  <a:lnTo>
                    <a:pt x="125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6" y="5739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8" y="847"/>
                  </a:lnTo>
                  <a:lnTo>
                    <a:pt x="187" y="227"/>
                  </a:lnTo>
                  <a:lnTo>
                    <a:pt x="166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0" name="Google Shape;510;p27">
              <a:extLst>
                <a:ext uri="{FF2B5EF4-FFF2-40B4-BE49-F238E27FC236}">
                  <a16:creationId xmlns:a16="http://schemas.microsoft.com/office/drawing/2014/main" id="{05C62FBE-46BF-258C-087F-901C7715E00B}"/>
                </a:ext>
              </a:extLst>
            </p:cNvPr>
            <p:cNvSpPr/>
            <p:nvPr/>
          </p:nvSpPr>
          <p:spPr>
            <a:xfrm>
              <a:off x="614552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5" y="5780"/>
                  </a:lnTo>
                  <a:lnTo>
                    <a:pt x="104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21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4" y="62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62"/>
                  </a:lnTo>
                  <a:lnTo>
                    <a:pt x="187" y="227"/>
                  </a:lnTo>
                  <a:lnTo>
                    <a:pt x="228" y="847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66" y="5739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1" name="Google Shape;511;p27">
              <a:extLst>
                <a:ext uri="{FF2B5EF4-FFF2-40B4-BE49-F238E27FC236}">
                  <a16:creationId xmlns:a16="http://schemas.microsoft.com/office/drawing/2014/main" id="{A5243686-D927-8927-3B12-15D817393412}"/>
                </a:ext>
              </a:extLst>
            </p:cNvPr>
            <p:cNvSpPr/>
            <p:nvPr/>
          </p:nvSpPr>
          <p:spPr>
            <a:xfrm>
              <a:off x="6101675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3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0" y="1775"/>
                  </a:lnTo>
                  <a:lnTo>
                    <a:pt x="0" y="2890"/>
                  </a:lnTo>
                  <a:lnTo>
                    <a:pt x="0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3" y="5739"/>
                  </a:lnTo>
                  <a:lnTo>
                    <a:pt x="124" y="5780"/>
                  </a:lnTo>
                  <a:lnTo>
                    <a:pt x="124" y="5800"/>
                  </a:lnTo>
                  <a:lnTo>
                    <a:pt x="145" y="5780"/>
                  </a:lnTo>
                  <a:lnTo>
                    <a:pt x="165" y="5739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7" y="847"/>
                  </a:lnTo>
                  <a:lnTo>
                    <a:pt x="186" y="227"/>
                  </a:lnTo>
                  <a:lnTo>
                    <a:pt x="16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2" name="Google Shape;512;p27">
              <a:extLst>
                <a:ext uri="{FF2B5EF4-FFF2-40B4-BE49-F238E27FC236}">
                  <a16:creationId xmlns:a16="http://schemas.microsoft.com/office/drawing/2014/main" id="{7F1CDC6C-CA20-1226-9434-06A146B62440}"/>
                </a:ext>
              </a:extLst>
            </p:cNvPr>
            <p:cNvSpPr/>
            <p:nvPr/>
          </p:nvSpPr>
          <p:spPr>
            <a:xfrm>
              <a:off x="6101675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24" y="5800"/>
                  </a:moveTo>
                  <a:lnTo>
                    <a:pt x="124" y="5800"/>
                  </a:lnTo>
                  <a:lnTo>
                    <a:pt x="124" y="5780"/>
                  </a:lnTo>
                  <a:lnTo>
                    <a:pt x="103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0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0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3" y="62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65" y="62"/>
                  </a:lnTo>
                  <a:lnTo>
                    <a:pt x="186" y="227"/>
                  </a:lnTo>
                  <a:lnTo>
                    <a:pt x="227" y="847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5" y="5739"/>
                  </a:lnTo>
                  <a:lnTo>
                    <a:pt x="145" y="5780"/>
                  </a:lnTo>
                  <a:lnTo>
                    <a:pt x="124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3" name="Google Shape;513;p27">
              <a:extLst>
                <a:ext uri="{FF2B5EF4-FFF2-40B4-BE49-F238E27FC236}">
                  <a16:creationId xmlns:a16="http://schemas.microsoft.com/office/drawing/2014/main" id="{40DF4524-0E28-B6CD-F806-25F008A14459}"/>
                </a:ext>
              </a:extLst>
            </p:cNvPr>
            <p:cNvSpPr/>
            <p:nvPr/>
          </p:nvSpPr>
          <p:spPr>
            <a:xfrm>
              <a:off x="624255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4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9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5" y="5739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7" y="847"/>
                  </a:lnTo>
                  <a:lnTo>
                    <a:pt x="186" y="227"/>
                  </a:lnTo>
                  <a:lnTo>
                    <a:pt x="16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4" name="Google Shape;514;p27">
              <a:extLst>
                <a:ext uri="{FF2B5EF4-FFF2-40B4-BE49-F238E27FC236}">
                  <a16:creationId xmlns:a16="http://schemas.microsoft.com/office/drawing/2014/main" id="{0BF03BA9-7B36-5447-544A-7C78991730F4}"/>
                </a:ext>
              </a:extLst>
            </p:cNvPr>
            <p:cNvSpPr/>
            <p:nvPr/>
          </p:nvSpPr>
          <p:spPr>
            <a:xfrm>
              <a:off x="624255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04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4" y="62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5" y="62"/>
                  </a:lnTo>
                  <a:lnTo>
                    <a:pt x="186" y="227"/>
                  </a:lnTo>
                  <a:lnTo>
                    <a:pt x="227" y="847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5" y="5739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5" name="Google Shape;515;p27">
              <a:extLst>
                <a:ext uri="{FF2B5EF4-FFF2-40B4-BE49-F238E27FC236}">
                  <a16:creationId xmlns:a16="http://schemas.microsoft.com/office/drawing/2014/main" id="{215CE32B-689A-FBC4-8001-4FB07E728C1D}"/>
                </a:ext>
              </a:extLst>
            </p:cNvPr>
            <p:cNvSpPr/>
            <p:nvPr/>
          </p:nvSpPr>
          <p:spPr>
            <a:xfrm>
              <a:off x="619867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04" y="0"/>
                  </a:moveTo>
                  <a:lnTo>
                    <a:pt x="104" y="62"/>
                  </a:lnTo>
                  <a:lnTo>
                    <a:pt x="83" y="227"/>
                  </a:lnTo>
                  <a:lnTo>
                    <a:pt x="21" y="847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21" y="4954"/>
                  </a:lnTo>
                  <a:lnTo>
                    <a:pt x="83" y="5573"/>
                  </a:lnTo>
                  <a:lnTo>
                    <a:pt x="104" y="5739"/>
                  </a:lnTo>
                  <a:lnTo>
                    <a:pt x="104" y="5780"/>
                  </a:lnTo>
                  <a:lnTo>
                    <a:pt x="125" y="5800"/>
                  </a:lnTo>
                  <a:lnTo>
                    <a:pt x="145" y="5780"/>
                  </a:lnTo>
                  <a:lnTo>
                    <a:pt x="145" y="5739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8" y="847"/>
                  </a:lnTo>
                  <a:lnTo>
                    <a:pt x="187" y="227"/>
                  </a:lnTo>
                  <a:lnTo>
                    <a:pt x="14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6" name="Google Shape;516;p27">
              <a:extLst>
                <a:ext uri="{FF2B5EF4-FFF2-40B4-BE49-F238E27FC236}">
                  <a16:creationId xmlns:a16="http://schemas.microsoft.com/office/drawing/2014/main" id="{51AC8E94-9B15-FBD8-A2FC-2C063958B1D8}"/>
                </a:ext>
              </a:extLst>
            </p:cNvPr>
            <p:cNvSpPr/>
            <p:nvPr/>
          </p:nvSpPr>
          <p:spPr>
            <a:xfrm>
              <a:off x="619867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0"/>
                  </a:moveTo>
                  <a:lnTo>
                    <a:pt x="125" y="5800"/>
                  </a:lnTo>
                  <a:lnTo>
                    <a:pt x="104" y="5780"/>
                  </a:lnTo>
                  <a:lnTo>
                    <a:pt x="104" y="5739"/>
                  </a:lnTo>
                  <a:lnTo>
                    <a:pt x="83" y="5573"/>
                  </a:lnTo>
                  <a:lnTo>
                    <a:pt x="21" y="4954"/>
                  </a:lnTo>
                  <a:lnTo>
                    <a:pt x="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1" y="1775"/>
                  </a:lnTo>
                  <a:lnTo>
                    <a:pt x="21" y="847"/>
                  </a:lnTo>
                  <a:lnTo>
                    <a:pt x="83" y="227"/>
                  </a:lnTo>
                  <a:lnTo>
                    <a:pt x="104" y="62"/>
                  </a:lnTo>
                  <a:lnTo>
                    <a:pt x="104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62"/>
                  </a:lnTo>
                  <a:lnTo>
                    <a:pt x="187" y="227"/>
                  </a:lnTo>
                  <a:lnTo>
                    <a:pt x="228" y="847"/>
                  </a:lnTo>
                  <a:lnTo>
                    <a:pt x="248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8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45" y="5739"/>
                  </a:lnTo>
                  <a:lnTo>
                    <a:pt x="145" y="5780"/>
                  </a:lnTo>
                  <a:lnTo>
                    <a:pt x="12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7" name="Google Shape;517;p27">
              <a:extLst>
                <a:ext uri="{FF2B5EF4-FFF2-40B4-BE49-F238E27FC236}">
                  <a16:creationId xmlns:a16="http://schemas.microsoft.com/office/drawing/2014/main" id="{02B25587-9E01-92F3-0D40-509E1D9BB207}"/>
                </a:ext>
              </a:extLst>
            </p:cNvPr>
            <p:cNvSpPr/>
            <p:nvPr/>
          </p:nvSpPr>
          <p:spPr>
            <a:xfrm>
              <a:off x="6339550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04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1" y="1775"/>
                  </a:lnTo>
                  <a:lnTo>
                    <a:pt x="1" y="2890"/>
                  </a:lnTo>
                  <a:lnTo>
                    <a:pt x="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9"/>
                  </a:lnTo>
                  <a:lnTo>
                    <a:pt x="125" y="5780"/>
                  </a:lnTo>
                  <a:lnTo>
                    <a:pt x="125" y="5800"/>
                  </a:lnTo>
                  <a:lnTo>
                    <a:pt x="145" y="5780"/>
                  </a:lnTo>
                  <a:lnTo>
                    <a:pt x="166" y="5739"/>
                  </a:lnTo>
                  <a:lnTo>
                    <a:pt x="187" y="5573"/>
                  </a:lnTo>
                  <a:lnTo>
                    <a:pt x="228" y="4954"/>
                  </a:lnTo>
                  <a:lnTo>
                    <a:pt x="249" y="4025"/>
                  </a:lnTo>
                  <a:lnTo>
                    <a:pt x="269" y="2890"/>
                  </a:lnTo>
                  <a:lnTo>
                    <a:pt x="249" y="1775"/>
                  </a:lnTo>
                  <a:lnTo>
                    <a:pt x="228" y="847"/>
                  </a:lnTo>
                  <a:lnTo>
                    <a:pt x="187" y="227"/>
                  </a:lnTo>
                  <a:lnTo>
                    <a:pt x="166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8" name="Google Shape;518;p27">
              <a:extLst>
                <a:ext uri="{FF2B5EF4-FFF2-40B4-BE49-F238E27FC236}">
                  <a16:creationId xmlns:a16="http://schemas.microsoft.com/office/drawing/2014/main" id="{993A1774-6E78-84D2-A8FA-8A1C983536D2}"/>
                </a:ext>
              </a:extLst>
            </p:cNvPr>
            <p:cNvSpPr/>
            <p:nvPr/>
          </p:nvSpPr>
          <p:spPr>
            <a:xfrm>
              <a:off x="6339550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25" y="5800"/>
                  </a:moveTo>
                  <a:lnTo>
                    <a:pt x="125" y="5800"/>
                  </a:lnTo>
                  <a:lnTo>
                    <a:pt x="125" y="5780"/>
                  </a:lnTo>
                  <a:lnTo>
                    <a:pt x="104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1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4" y="62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66" y="62"/>
                  </a:lnTo>
                  <a:lnTo>
                    <a:pt x="187" y="227"/>
                  </a:lnTo>
                  <a:lnTo>
                    <a:pt x="228" y="847"/>
                  </a:lnTo>
                  <a:lnTo>
                    <a:pt x="24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49" y="4025"/>
                  </a:lnTo>
                  <a:lnTo>
                    <a:pt x="228" y="4954"/>
                  </a:lnTo>
                  <a:lnTo>
                    <a:pt x="187" y="5573"/>
                  </a:lnTo>
                  <a:lnTo>
                    <a:pt x="166" y="5739"/>
                  </a:lnTo>
                  <a:lnTo>
                    <a:pt x="145" y="5780"/>
                  </a:lnTo>
                  <a:lnTo>
                    <a:pt x="12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9" name="Google Shape;519;p27">
              <a:extLst>
                <a:ext uri="{FF2B5EF4-FFF2-40B4-BE49-F238E27FC236}">
                  <a16:creationId xmlns:a16="http://schemas.microsoft.com/office/drawing/2014/main" id="{EEF212B9-9693-6651-DEB6-80E17EF76E73}"/>
                </a:ext>
              </a:extLst>
            </p:cNvPr>
            <p:cNvSpPr/>
            <p:nvPr/>
          </p:nvSpPr>
          <p:spPr>
            <a:xfrm>
              <a:off x="629517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extrusionOk="0">
                  <a:moveTo>
                    <a:pt x="125" y="0"/>
                  </a:moveTo>
                  <a:lnTo>
                    <a:pt x="125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21" y="1775"/>
                  </a:lnTo>
                  <a:lnTo>
                    <a:pt x="1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25" y="5739"/>
                  </a:lnTo>
                  <a:lnTo>
                    <a:pt x="125" y="5780"/>
                  </a:lnTo>
                  <a:lnTo>
                    <a:pt x="145" y="5800"/>
                  </a:lnTo>
                  <a:lnTo>
                    <a:pt x="166" y="5780"/>
                  </a:lnTo>
                  <a:lnTo>
                    <a:pt x="166" y="5739"/>
                  </a:lnTo>
                  <a:lnTo>
                    <a:pt x="186" y="5573"/>
                  </a:lnTo>
                  <a:lnTo>
                    <a:pt x="228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8" y="847"/>
                  </a:lnTo>
                  <a:lnTo>
                    <a:pt x="186" y="227"/>
                  </a:lnTo>
                  <a:lnTo>
                    <a:pt x="166" y="6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0" name="Google Shape;520;p27">
              <a:extLst>
                <a:ext uri="{FF2B5EF4-FFF2-40B4-BE49-F238E27FC236}">
                  <a16:creationId xmlns:a16="http://schemas.microsoft.com/office/drawing/2014/main" id="{23D5B0C4-AE57-27F0-EB15-2184B80AE709}"/>
                </a:ext>
              </a:extLst>
            </p:cNvPr>
            <p:cNvSpPr/>
            <p:nvPr/>
          </p:nvSpPr>
          <p:spPr>
            <a:xfrm>
              <a:off x="6295175" y="5315350"/>
              <a:ext cx="6750" cy="145025"/>
            </a:xfrm>
            <a:custGeom>
              <a:avLst/>
              <a:gdLst/>
              <a:ahLst/>
              <a:cxnLst/>
              <a:rect l="l" t="t" r="r" b="b"/>
              <a:pathLst>
                <a:path w="270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5" y="5780"/>
                  </a:lnTo>
                  <a:lnTo>
                    <a:pt x="125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1" y="2890"/>
                  </a:lnTo>
                  <a:lnTo>
                    <a:pt x="1" y="2890"/>
                  </a:lnTo>
                  <a:lnTo>
                    <a:pt x="21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25" y="62"/>
                  </a:lnTo>
                  <a:lnTo>
                    <a:pt x="12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6" y="0"/>
                  </a:lnTo>
                  <a:lnTo>
                    <a:pt x="166" y="62"/>
                  </a:lnTo>
                  <a:lnTo>
                    <a:pt x="186" y="227"/>
                  </a:lnTo>
                  <a:lnTo>
                    <a:pt x="228" y="847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8" y="4954"/>
                  </a:lnTo>
                  <a:lnTo>
                    <a:pt x="186" y="5573"/>
                  </a:lnTo>
                  <a:lnTo>
                    <a:pt x="166" y="5739"/>
                  </a:lnTo>
                  <a:lnTo>
                    <a:pt x="166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1" name="Google Shape;521;p27">
              <a:extLst>
                <a:ext uri="{FF2B5EF4-FFF2-40B4-BE49-F238E27FC236}">
                  <a16:creationId xmlns:a16="http://schemas.microsoft.com/office/drawing/2014/main" id="{97EB1360-0EE9-0040-98CD-4DCB3AFC96A1}"/>
                </a:ext>
              </a:extLst>
            </p:cNvPr>
            <p:cNvSpPr/>
            <p:nvPr/>
          </p:nvSpPr>
          <p:spPr>
            <a:xfrm>
              <a:off x="6436575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04" y="0"/>
                  </a:moveTo>
                  <a:lnTo>
                    <a:pt x="104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0" y="1775"/>
                  </a:lnTo>
                  <a:lnTo>
                    <a:pt x="0" y="2890"/>
                  </a:lnTo>
                  <a:lnTo>
                    <a:pt x="0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4" y="5739"/>
                  </a:lnTo>
                  <a:lnTo>
                    <a:pt x="104" y="5780"/>
                  </a:lnTo>
                  <a:lnTo>
                    <a:pt x="124" y="5800"/>
                  </a:lnTo>
                  <a:lnTo>
                    <a:pt x="145" y="5780"/>
                  </a:lnTo>
                  <a:lnTo>
                    <a:pt x="145" y="5739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48" y="4025"/>
                  </a:lnTo>
                  <a:lnTo>
                    <a:pt x="269" y="2890"/>
                  </a:lnTo>
                  <a:lnTo>
                    <a:pt x="248" y="1775"/>
                  </a:lnTo>
                  <a:lnTo>
                    <a:pt x="227" y="847"/>
                  </a:lnTo>
                  <a:lnTo>
                    <a:pt x="186" y="227"/>
                  </a:lnTo>
                  <a:lnTo>
                    <a:pt x="14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2" name="Google Shape;522;p27">
              <a:extLst>
                <a:ext uri="{FF2B5EF4-FFF2-40B4-BE49-F238E27FC236}">
                  <a16:creationId xmlns:a16="http://schemas.microsoft.com/office/drawing/2014/main" id="{DC371CDC-23FB-2BCF-3429-52C85FCDD59C}"/>
                </a:ext>
              </a:extLst>
            </p:cNvPr>
            <p:cNvSpPr/>
            <p:nvPr/>
          </p:nvSpPr>
          <p:spPr>
            <a:xfrm>
              <a:off x="639220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extrusionOk="0">
                  <a:moveTo>
                    <a:pt x="124" y="0"/>
                  </a:moveTo>
                  <a:lnTo>
                    <a:pt x="103" y="62"/>
                  </a:lnTo>
                  <a:lnTo>
                    <a:pt x="83" y="227"/>
                  </a:lnTo>
                  <a:lnTo>
                    <a:pt x="42" y="847"/>
                  </a:lnTo>
                  <a:lnTo>
                    <a:pt x="21" y="1775"/>
                  </a:lnTo>
                  <a:lnTo>
                    <a:pt x="0" y="2890"/>
                  </a:lnTo>
                  <a:lnTo>
                    <a:pt x="21" y="4025"/>
                  </a:lnTo>
                  <a:lnTo>
                    <a:pt x="42" y="4954"/>
                  </a:lnTo>
                  <a:lnTo>
                    <a:pt x="83" y="5573"/>
                  </a:lnTo>
                  <a:lnTo>
                    <a:pt x="103" y="5739"/>
                  </a:lnTo>
                  <a:lnTo>
                    <a:pt x="124" y="5780"/>
                  </a:lnTo>
                  <a:lnTo>
                    <a:pt x="145" y="5800"/>
                  </a:lnTo>
                  <a:lnTo>
                    <a:pt x="145" y="5780"/>
                  </a:lnTo>
                  <a:lnTo>
                    <a:pt x="165" y="5739"/>
                  </a:lnTo>
                  <a:lnTo>
                    <a:pt x="186" y="5573"/>
                  </a:lnTo>
                  <a:lnTo>
                    <a:pt x="227" y="4954"/>
                  </a:lnTo>
                  <a:lnTo>
                    <a:pt x="269" y="4025"/>
                  </a:lnTo>
                  <a:lnTo>
                    <a:pt x="269" y="2890"/>
                  </a:lnTo>
                  <a:lnTo>
                    <a:pt x="269" y="1775"/>
                  </a:lnTo>
                  <a:lnTo>
                    <a:pt x="227" y="847"/>
                  </a:lnTo>
                  <a:lnTo>
                    <a:pt x="186" y="227"/>
                  </a:lnTo>
                  <a:lnTo>
                    <a:pt x="165" y="62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3" name="Google Shape;523;p27">
              <a:extLst>
                <a:ext uri="{FF2B5EF4-FFF2-40B4-BE49-F238E27FC236}">
                  <a16:creationId xmlns:a16="http://schemas.microsoft.com/office/drawing/2014/main" id="{F3A3BC2F-D359-1E43-A3E4-9971FEAD650E}"/>
                </a:ext>
              </a:extLst>
            </p:cNvPr>
            <p:cNvSpPr/>
            <p:nvPr/>
          </p:nvSpPr>
          <p:spPr>
            <a:xfrm>
              <a:off x="6392200" y="5315350"/>
              <a:ext cx="6725" cy="145025"/>
            </a:xfrm>
            <a:custGeom>
              <a:avLst/>
              <a:gdLst/>
              <a:ahLst/>
              <a:cxnLst/>
              <a:rect l="l" t="t" r="r" b="b"/>
              <a:pathLst>
                <a:path w="269" h="5801" fill="none" extrusionOk="0">
                  <a:moveTo>
                    <a:pt x="145" y="5800"/>
                  </a:moveTo>
                  <a:lnTo>
                    <a:pt x="145" y="5800"/>
                  </a:lnTo>
                  <a:lnTo>
                    <a:pt x="124" y="5780"/>
                  </a:lnTo>
                  <a:lnTo>
                    <a:pt x="103" y="5739"/>
                  </a:lnTo>
                  <a:lnTo>
                    <a:pt x="83" y="5573"/>
                  </a:lnTo>
                  <a:lnTo>
                    <a:pt x="42" y="4954"/>
                  </a:lnTo>
                  <a:lnTo>
                    <a:pt x="21" y="4025"/>
                  </a:lnTo>
                  <a:lnTo>
                    <a:pt x="0" y="2890"/>
                  </a:lnTo>
                  <a:lnTo>
                    <a:pt x="0" y="2890"/>
                  </a:lnTo>
                  <a:lnTo>
                    <a:pt x="21" y="1775"/>
                  </a:lnTo>
                  <a:lnTo>
                    <a:pt x="42" y="847"/>
                  </a:lnTo>
                  <a:lnTo>
                    <a:pt x="83" y="227"/>
                  </a:lnTo>
                  <a:lnTo>
                    <a:pt x="103" y="62"/>
                  </a:lnTo>
                  <a:lnTo>
                    <a:pt x="124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65" y="62"/>
                  </a:lnTo>
                  <a:lnTo>
                    <a:pt x="186" y="227"/>
                  </a:lnTo>
                  <a:lnTo>
                    <a:pt x="227" y="847"/>
                  </a:lnTo>
                  <a:lnTo>
                    <a:pt x="269" y="1775"/>
                  </a:lnTo>
                  <a:lnTo>
                    <a:pt x="269" y="2890"/>
                  </a:lnTo>
                  <a:lnTo>
                    <a:pt x="269" y="2890"/>
                  </a:lnTo>
                  <a:lnTo>
                    <a:pt x="269" y="4025"/>
                  </a:lnTo>
                  <a:lnTo>
                    <a:pt x="227" y="4954"/>
                  </a:lnTo>
                  <a:lnTo>
                    <a:pt x="186" y="5573"/>
                  </a:lnTo>
                  <a:lnTo>
                    <a:pt x="165" y="5739"/>
                  </a:lnTo>
                  <a:lnTo>
                    <a:pt x="145" y="5780"/>
                  </a:lnTo>
                  <a:lnTo>
                    <a:pt x="145" y="58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4" name="Google Shape;524;p27">
              <a:extLst>
                <a:ext uri="{FF2B5EF4-FFF2-40B4-BE49-F238E27FC236}">
                  <a16:creationId xmlns:a16="http://schemas.microsoft.com/office/drawing/2014/main" id="{A8FDCFDF-EF04-8BD7-8608-83CA0A2B70D2}"/>
                </a:ext>
              </a:extLst>
            </p:cNvPr>
            <p:cNvSpPr/>
            <p:nvPr/>
          </p:nvSpPr>
          <p:spPr>
            <a:xfrm>
              <a:off x="5678525" y="5309675"/>
              <a:ext cx="810200" cy="6725"/>
            </a:xfrm>
            <a:custGeom>
              <a:avLst/>
              <a:gdLst/>
              <a:ahLst/>
              <a:cxnLst/>
              <a:rect l="l" t="t" r="r" b="b"/>
              <a:pathLst>
                <a:path w="32408" h="269" extrusionOk="0">
                  <a:moveTo>
                    <a:pt x="9908" y="0"/>
                  </a:moveTo>
                  <a:lnTo>
                    <a:pt x="4748" y="42"/>
                  </a:lnTo>
                  <a:lnTo>
                    <a:pt x="1280" y="83"/>
                  </a:lnTo>
                  <a:lnTo>
                    <a:pt x="331" y="103"/>
                  </a:lnTo>
                  <a:lnTo>
                    <a:pt x="83" y="124"/>
                  </a:lnTo>
                  <a:lnTo>
                    <a:pt x="0" y="124"/>
                  </a:lnTo>
                  <a:lnTo>
                    <a:pt x="83" y="145"/>
                  </a:lnTo>
                  <a:lnTo>
                    <a:pt x="331" y="165"/>
                  </a:lnTo>
                  <a:lnTo>
                    <a:pt x="1280" y="186"/>
                  </a:lnTo>
                  <a:lnTo>
                    <a:pt x="4748" y="227"/>
                  </a:lnTo>
                  <a:lnTo>
                    <a:pt x="9908" y="248"/>
                  </a:lnTo>
                  <a:lnTo>
                    <a:pt x="16204" y="269"/>
                  </a:lnTo>
                  <a:lnTo>
                    <a:pt x="22520" y="248"/>
                  </a:lnTo>
                  <a:lnTo>
                    <a:pt x="27660" y="227"/>
                  </a:lnTo>
                  <a:lnTo>
                    <a:pt x="31148" y="186"/>
                  </a:lnTo>
                  <a:lnTo>
                    <a:pt x="32077" y="165"/>
                  </a:lnTo>
                  <a:lnTo>
                    <a:pt x="32325" y="145"/>
                  </a:lnTo>
                  <a:lnTo>
                    <a:pt x="32407" y="124"/>
                  </a:lnTo>
                  <a:lnTo>
                    <a:pt x="32325" y="124"/>
                  </a:lnTo>
                  <a:lnTo>
                    <a:pt x="32077" y="103"/>
                  </a:lnTo>
                  <a:lnTo>
                    <a:pt x="31148" y="83"/>
                  </a:lnTo>
                  <a:lnTo>
                    <a:pt x="27660" y="42"/>
                  </a:lnTo>
                  <a:lnTo>
                    <a:pt x="22520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5" name="Google Shape;525;p27">
              <a:extLst>
                <a:ext uri="{FF2B5EF4-FFF2-40B4-BE49-F238E27FC236}">
                  <a16:creationId xmlns:a16="http://schemas.microsoft.com/office/drawing/2014/main" id="{BEE8BF0A-66BC-49BB-D475-69E438F75D98}"/>
                </a:ext>
              </a:extLst>
            </p:cNvPr>
            <p:cNvSpPr/>
            <p:nvPr/>
          </p:nvSpPr>
          <p:spPr>
            <a:xfrm>
              <a:off x="5678525" y="5309675"/>
              <a:ext cx="810200" cy="6725"/>
            </a:xfrm>
            <a:custGeom>
              <a:avLst/>
              <a:gdLst/>
              <a:ahLst/>
              <a:cxnLst/>
              <a:rect l="l" t="t" r="r" b="b"/>
              <a:pathLst>
                <a:path w="32408" h="269" fill="none" extrusionOk="0">
                  <a:moveTo>
                    <a:pt x="32407" y="124"/>
                  </a:moveTo>
                  <a:lnTo>
                    <a:pt x="32407" y="124"/>
                  </a:lnTo>
                  <a:lnTo>
                    <a:pt x="32325" y="145"/>
                  </a:lnTo>
                  <a:lnTo>
                    <a:pt x="32077" y="165"/>
                  </a:lnTo>
                  <a:lnTo>
                    <a:pt x="31148" y="186"/>
                  </a:lnTo>
                  <a:lnTo>
                    <a:pt x="27660" y="227"/>
                  </a:lnTo>
                  <a:lnTo>
                    <a:pt x="22520" y="248"/>
                  </a:lnTo>
                  <a:lnTo>
                    <a:pt x="16204" y="269"/>
                  </a:lnTo>
                  <a:lnTo>
                    <a:pt x="16204" y="269"/>
                  </a:lnTo>
                  <a:lnTo>
                    <a:pt x="9908" y="248"/>
                  </a:lnTo>
                  <a:lnTo>
                    <a:pt x="4748" y="227"/>
                  </a:lnTo>
                  <a:lnTo>
                    <a:pt x="1280" y="186"/>
                  </a:lnTo>
                  <a:lnTo>
                    <a:pt x="331" y="165"/>
                  </a:lnTo>
                  <a:lnTo>
                    <a:pt x="83" y="145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83" y="124"/>
                  </a:lnTo>
                  <a:lnTo>
                    <a:pt x="331" y="103"/>
                  </a:lnTo>
                  <a:lnTo>
                    <a:pt x="1280" y="83"/>
                  </a:lnTo>
                  <a:lnTo>
                    <a:pt x="4748" y="42"/>
                  </a:lnTo>
                  <a:lnTo>
                    <a:pt x="9908" y="0"/>
                  </a:lnTo>
                  <a:lnTo>
                    <a:pt x="16204" y="0"/>
                  </a:lnTo>
                  <a:lnTo>
                    <a:pt x="16204" y="0"/>
                  </a:lnTo>
                  <a:lnTo>
                    <a:pt x="22520" y="0"/>
                  </a:lnTo>
                  <a:lnTo>
                    <a:pt x="27660" y="42"/>
                  </a:lnTo>
                  <a:lnTo>
                    <a:pt x="31148" y="83"/>
                  </a:lnTo>
                  <a:lnTo>
                    <a:pt x="32077" y="103"/>
                  </a:lnTo>
                  <a:lnTo>
                    <a:pt x="32325" y="124"/>
                  </a:lnTo>
                  <a:lnTo>
                    <a:pt x="32407" y="1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6" name="Google Shape;526;p27">
              <a:extLst>
                <a:ext uri="{FF2B5EF4-FFF2-40B4-BE49-F238E27FC236}">
                  <a16:creationId xmlns:a16="http://schemas.microsoft.com/office/drawing/2014/main" id="{B9CCAAA0-A358-8FF0-0649-433A88BC748C}"/>
                </a:ext>
              </a:extLst>
            </p:cNvPr>
            <p:cNvSpPr/>
            <p:nvPr/>
          </p:nvSpPr>
          <p:spPr>
            <a:xfrm>
              <a:off x="5667675" y="5019650"/>
              <a:ext cx="714750" cy="29975"/>
            </a:xfrm>
            <a:custGeom>
              <a:avLst/>
              <a:gdLst/>
              <a:ahLst/>
              <a:cxnLst/>
              <a:rect l="l" t="t" r="r" b="b"/>
              <a:pathLst>
                <a:path w="28590" h="1199" extrusionOk="0">
                  <a:moveTo>
                    <a:pt x="28403" y="63"/>
                  </a:moveTo>
                  <a:lnTo>
                    <a:pt x="28349" y="65"/>
                  </a:lnTo>
                  <a:lnTo>
                    <a:pt x="28349" y="65"/>
                  </a:lnTo>
                  <a:lnTo>
                    <a:pt x="28589" y="63"/>
                  </a:lnTo>
                  <a:close/>
                  <a:moveTo>
                    <a:pt x="28349" y="65"/>
                  </a:moveTo>
                  <a:lnTo>
                    <a:pt x="26319" y="83"/>
                  </a:lnTo>
                  <a:lnTo>
                    <a:pt x="26339" y="125"/>
                  </a:lnTo>
                  <a:lnTo>
                    <a:pt x="27371" y="104"/>
                  </a:lnTo>
                  <a:lnTo>
                    <a:pt x="28349" y="65"/>
                  </a:lnTo>
                  <a:close/>
                  <a:moveTo>
                    <a:pt x="26298" y="83"/>
                  </a:moveTo>
                  <a:lnTo>
                    <a:pt x="24564" y="104"/>
                  </a:lnTo>
                  <a:lnTo>
                    <a:pt x="24585" y="228"/>
                  </a:lnTo>
                  <a:lnTo>
                    <a:pt x="26277" y="145"/>
                  </a:lnTo>
                  <a:lnTo>
                    <a:pt x="26298" y="83"/>
                  </a:lnTo>
                  <a:close/>
                  <a:moveTo>
                    <a:pt x="22438" y="104"/>
                  </a:moveTo>
                  <a:lnTo>
                    <a:pt x="22479" y="393"/>
                  </a:lnTo>
                  <a:lnTo>
                    <a:pt x="24502" y="249"/>
                  </a:lnTo>
                  <a:lnTo>
                    <a:pt x="24523" y="104"/>
                  </a:lnTo>
                  <a:close/>
                  <a:moveTo>
                    <a:pt x="20683" y="104"/>
                  </a:moveTo>
                  <a:lnTo>
                    <a:pt x="20704" y="269"/>
                  </a:lnTo>
                  <a:lnTo>
                    <a:pt x="20745" y="558"/>
                  </a:lnTo>
                  <a:lnTo>
                    <a:pt x="22355" y="414"/>
                  </a:lnTo>
                  <a:lnTo>
                    <a:pt x="22397" y="104"/>
                  </a:lnTo>
                  <a:close/>
                  <a:moveTo>
                    <a:pt x="18578" y="104"/>
                  </a:moveTo>
                  <a:lnTo>
                    <a:pt x="18599" y="352"/>
                  </a:lnTo>
                  <a:lnTo>
                    <a:pt x="18640" y="744"/>
                  </a:lnTo>
                  <a:lnTo>
                    <a:pt x="20580" y="579"/>
                  </a:lnTo>
                  <a:lnTo>
                    <a:pt x="20622" y="290"/>
                  </a:lnTo>
                  <a:lnTo>
                    <a:pt x="20642" y="104"/>
                  </a:lnTo>
                  <a:close/>
                  <a:moveTo>
                    <a:pt x="1" y="1"/>
                  </a:moveTo>
                  <a:lnTo>
                    <a:pt x="1239" y="290"/>
                  </a:lnTo>
                  <a:lnTo>
                    <a:pt x="1260" y="125"/>
                  </a:lnTo>
                  <a:lnTo>
                    <a:pt x="1281" y="63"/>
                  </a:lnTo>
                  <a:lnTo>
                    <a:pt x="1301" y="83"/>
                  </a:lnTo>
                  <a:lnTo>
                    <a:pt x="1301" y="125"/>
                  </a:lnTo>
                  <a:lnTo>
                    <a:pt x="1343" y="310"/>
                  </a:lnTo>
                  <a:lnTo>
                    <a:pt x="2148" y="476"/>
                  </a:lnTo>
                  <a:lnTo>
                    <a:pt x="2973" y="599"/>
                  </a:lnTo>
                  <a:lnTo>
                    <a:pt x="3015" y="207"/>
                  </a:lnTo>
                  <a:lnTo>
                    <a:pt x="3035" y="104"/>
                  </a:lnTo>
                  <a:lnTo>
                    <a:pt x="3056" y="63"/>
                  </a:lnTo>
                  <a:lnTo>
                    <a:pt x="3077" y="104"/>
                  </a:lnTo>
                  <a:lnTo>
                    <a:pt x="3097" y="228"/>
                  </a:lnTo>
                  <a:lnTo>
                    <a:pt x="3118" y="641"/>
                  </a:lnTo>
                  <a:lnTo>
                    <a:pt x="4088" y="765"/>
                  </a:lnTo>
                  <a:lnTo>
                    <a:pt x="5058" y="888"/>
                  </a:lnTo>
                  <a:lnTo>
                    <a:pt x="5099" y="352"/>
                  </a:lnTo>
                  <a:lnTo>
                    <a:pt x="5120" y="166"/>
                  </a:lnTo>
                  <a:lnTo>
                    <a:pt x="5141" y="83"/>
                  </a:lnTo>
                  <a:lnTo>
                    <a:pt x="1879" y="42"/>
                  </a:lnTo>
                  <a:lnTo>
                    <a:pt x="1" y="1"/>
                  </a:lnTo>
                  <a:close/>
                  <a:moveTo>
                    <a:pt x="18537" y="104"/>
                  </a:moveTo>
                  <a:lnTo>
                    <a:pt x="16803" y="125"/>
                  </a:lnTo>
                  <a:lnTo>
                    <a:pt x="16844" y="393"/>
                  </a:lnTo>
                  <a:lnTo>
                    <a:pt x="16886" y="909"/>
                  </a:lnTo>
                  <a:lnTo>
                    <a:pt x="18454" y="765"/>
                  </a:lnTo>
                  <a:lnTo>
                    <a:pt x="18496" y="352"/>
                  </a:lnTo>
                  <a:lnTo>
                    <a:pt x="18537" y="104"/>
                  </a:lnTo>
                  <a:close/>
                  <a:moveTo>
                    <a:pt x="5182" y="83"/>
                  </a:moveTo>
                  <a:lnTo>
                    <a:pt x="5203" y="166"/>
                  </a:lnTo>
                  <a:lnTo>
                    <a:pt x="5223" y="352"/>
                  </a:lnTo>
                  <a:lnTo>
                    <a:pt x="5244" y="909"/>
                  </a:lnTo>
                  <a:lnTo>
                    <a:pt x="6028" y="992"/>
                  </a:lnTo>
                  <a:lnTo>
                    <a:pt x="6813" y="1054"/>
                  </a:lnTo>
                  <a:lnTo>
                    <a:pt x="6854" y="414"/>
                  </a:lnTo>
                  <a:lnTo>
                    <a:pt x="6875" y="207"/>
                  </a:lnTo>
                  <a:lnTo>
                    <a:pt x="6916" y="83"/>
                  </a:lnTo>
                  <a:close/>
                  <a:moveTo>
                    <a:pt x="14698" y="125"/>
                  </a:moveTo>
                  <a:lnTo>
                    <a:pt x="14739" y="455"/>
                  </a:lnTo>
                  <a:lnTo>
                    <a:pt x="14780" y="1074"/>
                  </a:lnTo>
                  <a:lnTo>
                    <a:pt x="16700" y="930"/>
                  </a:lnTo>
                  <a:lnTo>
                    <a:pt x="16720" y="414"/>
                  </a:lnTo>
                  <a:lnTo>
                    <a:pt x="16762" y="125"/>
                  </a:lnTo>
                  <a:close/>
                  <a:moveTo>
                    <a:pt x="12943" y="104"/>
                  </a:moveTo>
                  <a:lnTo>
                    <a:pt x="12964" y="249"/>
                  </a:lnTo>
                  <a:lnTo>
                    <a:pt x="12984" y="476"/>
                  </a:lnTo>
                  <a:lnTo>
                    <a:pt x="13026" y="1157"/>
                  </a:lnTo>
                  <a:lnTo>
                    <a:pt x="14574" y="1074"/>
                  </a:lnTo>
                  <a:lnTo>
                    <a:pt x="14615" y="455"/>
                  </a:lnTo>
                  <a:lnTo>
                    <a:pt x="14656" y="125"/>
                  </a:lnTo>
                  <a:lnTo>
                    <a:pt x="12943" y="104"/>
                  </a:lnTo>
                  <a:close/>
                  <a:moveTo>
                    <a:pt x="6936" y="104"/>
                  </a:moveTo>
                  <a:lnTo>
                    <a:pt x="6957" y="207"/>
                  </a:lnTo>
                  <a:lnTo>
                    <a:pt x="6978" y="414"/>
                  </a:lnTo>
                  <a:lnTo>
                    <a:pt x="7019" y="1074"/>
                  </a:lnTo>
                  <a:lnTo>
                    <a:pt x="7968" y="1136"/>
                  </a:lnTo>
                  <a:lnTo>
                    <a:pt x="8939" y="1177"/>
                  </a:lnTo>
                  <a:lnTo>
                    <a:pt x="8959" y="476"/>
                  </a:lnTo>
                  <a:lnTo>
                    <a:pt x="8980" y="249"/>
                  </a:lnTo>
                  <a:lnTo>
                    <a:pt x="9021" y="104"/>
                  </a:lnTo>
                  <a:close/>
                  <a:moveTo>
                    <a:pt x="9062" y="104"/>
                  </a:moveTo>
                  <a:lnTo>
                    <a:pt x="9083" y="249"/>
                  </a:lnTo>
                  <a:lnTo>
                    <a:pt x="9104" y="476"/>
                  </a:lnTo>
                  <a:lnTo>
                    <a:pt x="9145" y="1177"/>
                  </a:lnTo>
                  <a:lnTo>
                    <a:pt x="10693" y="1198"/>
                  </a:lnTo>
                  <a:lnTo>
                    <a:pt x="10734" y="496"/>
                  </a:lnTo>
                  <a:lnTo>
                    <a:pt x="10755" y="249"/>
                  </a:lnTo>
                  <a:lnTo>
                    <a:pt x="10776" y="104"/>
                  </a:lnTo>
                  <a:close/>
                  <a:moveTo>
                    <a:pt x="10817" y="104"/>
                  </a:moveTo>
                  <a:lnTo>
                    <a:pt x="10838" y="249"/>
                  </a:lnTo>
                  <a:lnTo>
                    <a:pt x="10879" y="496"/>
                  </a:lnTo>
                  <a:lnTo>
                    <a:pt x="10900" y="1198"/>
                  </a:lnTo>
                  <a:lnTo>
                    <a:pt x="11849" y="1198"/>
                  </a:lnTo>
                  <a:lnTo>
                    <a:pt x="12799" y="1157"/>
                  </a:lnTo>
                  <a:lnTo>
                    <a:pt x="12840" y="476"/>
                  </a:lnTo>
                  <a:lnTo>
                    <a:pt x="12860" y="249"/>
                  </a:lnTo>
                  <a:lnTo>
                    <a:pt x="12881" y="104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7" name="Google Shape;527;p27">
              <a:extLst>
                <a:ext uri="{FF2B5EF4-FFF2-40B4-BE49-F238E27FC236}">
                  <a16:creationId xmlns:a16="http://schemas.microsoft.com/office/drawing/2014/main" id="{00893FB9-13FE-41F0-6C10-04BA627E3A5E}"/>
                </a:ext>
              </a:extLst>
            </p:cNvPr>
            <p:cNvSpPr/>
            <p:nvPr/>
          </p:nvSpPr>
          <p:spPr>
            <a:xfrm>
              <a:off x="6035100" y="5022750"/>
              <a:ext cx="51625" cy="23775"/>
            </a:xfrm>
            <a:custGeom>
              <a:avLst/>
              <a:gdLst/>
              <a:ahLst/>
              <a:cxnLst/>
              <a:rect l="l" t="t" r="r" b="b"/>
              <a:pathLst>
                <a:path w="2065" h="95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2" y="331"/>
                  </a:lnTo>
                  <a:lnTo>
                    <a:pt x="83" y="950"/>
                  </a:lnTo>
                  <a:lnTo>
                    <a:pt x="83" y="950"/>
                  </a:lnTo>
                  <a:lnTo>
                    <a:pt x="83" y="950"/>
                  </a:lnTo>
                  <a:lnTo>
                    <a:pt x="83" y="950"/>
                  </a:lnTo>
                  <a:lnTo>
                    <a:pt x="2003" y="806"/>
                  </a:lnTo>
                  <a:lnTo>
                    <a:pt x="2003" y="806"/>
                  </a:lnTo>
                  <a:lnTo>
                    <a:pt x="2023" y="290"/>
                  </a:lnTo>
                  <a:lnTo>
                    <a:pt x="2065" y="1"/>
                  </a:lnTo>
                  <a:lnTo>
                    <a:pt x="2065" y="1"/>
                  </a:lnTo>
                  <a:lnTo>
                    <a:pt x="1198" y="1"/>
                  </a:lnTo>
                  <a:lnTo>
                    <a:pt x="1198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8" name="Google Shape;528;p27">
              <a:extLst>
                <a:ext uri="{FF2B5EF4-FFF2-40B4-BE49-F238E27FC236}">
                  <a16:creationId xmlns:a16="http://schemas.microsoft.com/office/drawing/2014/main" id="{73E118DE-310D-4913-106B-424C25A5F3C7}"/>
                </a:ext>
              </a:extLst>
            </p:cNvPr>
            <p:cNvSpPr/>
            <p:nvPr/>
          </p:nvSpPr>
          <p:spPr>
            <a:xfrm>
              <a:off x="6087725" y="5022250"/>
              <a:ext cx="43375" cy="20150"/>
            </a:xfrm>
            <a:custGeom>
              <a:avLst/>
              <a:gdLst/>
              <a:ahLst/>
              <a:cxnLst/>
              <a:rect l="l" t="t" r="r" b="b"/>
              <a:pathLst>
                <a:path w="1735" h="806" fill="none" extrusionOk="0">
                  <a:moveTo>
                    <a:pt x="1735" y="0"/>
                  </a:moveTo>
                  <a:lnTo>
                    <a:pt x="1735" y="0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42" y="289"/>
                  </a:lnTo>
                  <a:lnTo>
                    <a:pt x="84" y="805"/>
                  </a:lnTo>
                  <a:lnTo>
                    <a:pt x="84" y="805"/>
                  </a:lnTo>
                  <a:lnTo>
                    <a:pt x="1652" y="661"/>
                  </a:lnTo>
                  <a:lnTo>
                    <a:pt x="1652" y="661"/>
                  </a:lnTo>
                  <a:lnTo>
                    <a:pt x="1694" y="248"/>
                  </a:lnTo>
                  <a:lnTo>
                    <a:pt x="173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9" name="Google Shape;529;p27">
              <a:extLst>
                <a:ext uri="{FF2B5EF4-FFF2-40B4-BE49-F238E27FC236}">
                  <a16:creationId xmlns:a16="http://schemas.microsoft.com/office/drawing/2014/main" id="{282FF840-314A-CBB3-6A06-B3EDF52E3092}"/>
                </a:ext>
              </a:extLst>
            </p:cNvPr>
            <p:cNvSpPr/>
            <p:nvPr/>
          </p:nvSpPr>
          <p:spPr>
            <a:xfrm>
              <a:off x="5991250" y="5022250"/>
              <a:ext cx="42850" cy="26325"/>
            </a:xfrm>
            <a:custGeom>
              <a:avLst/>
              <a:gdLst/>
              <a:ahLst/>
              <a:cxnLst/>
              <a:rect l="l" t="t" r="r" b="b"/>
              <a:pathLst>
                <a:path w="1714" h="1053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145"/>
                  </a:lnTo>
                  <a:lnTo>
                    <a:pt x="41" y="372"/>
                  </a:lnTo>
                  <a:lnTo>
                    <a:pt x="83" y="1053"/>
                  </a:lnTo>
                  <a:lnTo>
                    <a:pt x="83" y="1053"/>
                  </a:lnTo>
                  <a:lnTo>
                    <a:pt x="1631" y="970"/>
                  </a:lnTo>
                  <a:lnTo>
                    <a:pt x="1631" y="970"/>
                  </a:lnTo>
                  <a:lnTo>
                    <a:pt x="1672" y="351"/>
                  </a:lnTo>
                  <a:lnTo>
                    <a:pt x="1713" y="21"/>
                  </a:lnTo>
                  <a:lnTo>
                    <a:pt x="1713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0" name="Google Shape;530;p27">
              <a:extLst>
                <a:ext uri="{FF2B5EF4-FFF2-40B4-BE49-F238E27FC236}">
                  <a16:creationId xmlns:a16="http://schemas.microsoft.com/office/drawing/2014/main" id="{43B33006-6CE9-8FBD-DC6A-ACEFC03A7480}"/>
                </a:ext>
              </a:extLst>
            </p:cNvPr>
            <p:cNvSpPr/>
            <p:nvPr/>
          </p:nvSpPr>
          <p:spPr>
            <a:xfrm>
              <a:off x="6132125" y="5022250"/>
              <a:ext cx="51625" cy="16000"/>
            </a:xfrm>
            <a:custGeom>
              <a:avLst/>
              <a:gdLst/>
              <a:ahLst/>
              <a:cxnLst/>
              <a:rect l="l" t="t" r="r" b="b"/>
              <a:pathLst>
                <a:path w="2065" h="640" fill="none" extrusionOk="0">
                  <a:moveTo>
                    <a:pt x="2064" y="0"/>
                  </a:moveTo>
                  <a:lnTo>
                    <a:pt x="2064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1" y="248"/>
                  </a:lnTo>
                  <a:lnTo>
                    <a:pt x="62" y="640"/>
                  </a:lnTo>
                  <a:lnTo>
                    <a:pt x="62" y="640"/>
                  </a:lnTo>
                  <a:lnTo>
                    <a:pt x="2002" y="475"/>
                  </a:lnTo>
                  <a:lnTo>
                    <a:pt x="2002" y="475"/>
                  </a:lnTo>
                  <a:lnTo>
                    <a:pt x="2044" y="186"/>
                  </a:lnTo>
                  <a:lnTo>
                    <a:pt x="206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1" name="Google Shape;531;p27">
              <a:extLst>
                <a:ext uri="{FF2B5EF4-FFF2-40B4-BE49-F238E27FC236}">
                  <a16:creationId xmlns:a16="http://schemas.microsoft.com/office/drawing/2014/main" id="{B8E26340-9969-563E-3B21-A0B7E9C63890}"/>
                </a:ext>
              </a:extLst>
            </p:cNvPr>
            <p:cNvSpPr/>
            <p:nvPr/>
          </p:nvSpPr>
          <p:spPr>
            <a:xfrm>
              <a:off x="5938075" y="5022250"/>
              <a:ext cx="51650" cy="27375"/>
            </a:xfrm>
            <a:custGeom>
              <a:avLst/>
              <a:gdLst/>
              <a:ahLst/>
              <a:cxnLst/>
              <a:rect l="l" t="t" r="r" b="b"/>
              <a:pathLst>
                <a:path w="2066" h="1095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2" y="145"/>
                  </a:lnTo>
                  <a:lnTo>
                    <a:pt x="63" y="392"/>
                  </a:lnTo>
                  <a:lnTo>
                    <a:pt x="84" y="1094"/>
                  </a:lnTo>
                  <a:lnTo>
                    <a:pt x="84" y="1094"/>
                  </a:lnTo>
                  <a:lnTo>
                    <a:pt x="1033" y="1094"/>
                  </a:lnTo>
                  <a:lnTo>
                    <a:pt x="1983" y="1053"/>
                  </a:lnTo>
                  <a:lnTo>
                    <a:pt x="1983" y="1053"/>
                  </a:lnTo>
                  <a:lnTo>
                    <a:pt x="2024" y="372"/>
                  </a:lnTo>
                  <a:lnTo>
                    <a:pt x="2044" y="145"/>
                  </a:lnTo>
                  <a:lnTo>
                    <a:pt x="2065" y="0"/>
                  </a:lnTo>
                  <a:lnTo>
                    <a:pt x="2065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2" name="Google Shape;532;p27">
              <a:extLst>
                <a:ext uri="{FF2B5EF4-FFF2-40B4-BE49-F238E27FC236}">
                  <a16:creationId xmlns:a16="http://schemas.microsoft.com/office/drawing/2014/main" id="{58F9BA99-8734-4FCA-9355-AFEF9FA38DD0}"/>
                </a:ext>
              </a:extLst>
            </p:cNvPr>
            <p:cNvSpPr/>
            <p:nvPr/>
          </p:nvSpPr>
          <p:spPr>
            <a:xfrm>
              <a:off x="6184750" y="5022250"/>
              <a:ext cx="42850" cy="11375"/>
            </a:xfrm>
            <a:custGeom>
              <a:avLst/>
              <a:gdLst/>
              <a:ahLst/>
              <a:cxnLst/>
              <a:rect l="l" t="t" r="r" b="b"/>
              <a:pathLst>
                <a:path w="1714" h="455" fill="none" extrusionOk="0">
                  <a:moveTo>
                    <a:pt x="1714" y="0"/>
                  </a:moveTo>
                  <a:lnTo>
                    <a:pt x="1714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1" y="165"/>
                  </a:lnTo>
                  <a:lnTo>
                    <a:pt x="62" y="454"/>
                  </a:lnTo>
                  <a:lnTo>
                    <a:pt x="62" y="454"/>
                  </a:lnTo>
                  <a:lnTo>
                    <a:pt x="1672" y="310"/>
                  </a:lnTo>
                  <a:lnTo>
                    <a:pt x="1672" y="310"/>
                  </a:lnTo>
                  <a:lnTo>
                    <a:pt x="17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3" name="Google Shape;533;p27">
              <a:extLst>
                <a:ext uri="{FF2B5EF4-FFF2-40B4-BE49-F238E27FC236}">
                  <a16:creationId xmlns:a16="http://schemas.microsoft.com/office/drawing/2014/main" id="{1AED9653-8981-EB54-D496-AED5B574A637}"/>
                </a:ext>
              </a:extLst>
            </p:cNvPr>
            <p:cNvSpPr/>
            <p:nvPr/>
          </p:nvSpPr>
          <p:spPr>
            <a:xfrm>
              <a:off x="5894225" y="5022250"/>
              <a:ext cx="42850" cy="27375"/>
            </a:xfrm>
            <a:custGeom>
              <a:avLst/>
              <a:gdLst/>
              <a:ahLst/>
              <a:cxnLst/>
              <a:rect l="l" t="t" r="r" b="b"/>
              <a:pathLst>
                <a:path w="1714" h="109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145"/>
                  </a:lnTo>
                  <a:lnTo>
                    <a:pt x="42" y="372"/>
                  </a:lnTo>
                  <a:lnTo>
                    <a:pt x="83" y="1073"/>
                  </a:lnTo>
                  <a:lnTo>
                    <a:pt x="83" y="1073"/>
                  </a:lnTo>
                  <a:lnTo>
                    <a:pt x="1631" y="1094"/>
                  </a:lnTo>
                  <a:lnTo>
                    <a:pt x="1631" y="1094"/>
                  </a:lnTo>
                  <a:lnTo>
                    <a:pt x="1672" y="392"/>
                  </a:lnTo>
                  <a:lnTo>
                    <a:pt x="1693" y="145"/>
                  </a:lnTo>
                  <a:lnTo>
                    <a:pt x="1714" y="0"/>
                  </a:lnTo>
                  <a:lnTo>
                    <a:pt x="1714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4" name="Google Shape;534;p27">
              <a:extLst>
                <a:ext uri="{FF2B5EF4-FFF2-40B4-BE49-F238E27FC236}">
                  <a16:creationId xmlns:a16="http://schemas.microsoft.com/office/drawing/2014/main" id="{A6E0E2B1-6E26-EEFC-C3E8-EF272ECE51CC}"/>
                </a:ext>
              </a:extLst>
            </p:cNvPr>
            <p:cNvSpPr/>
            <p:nvPr/>
          </p:nvSpPr>
          <p:spPr>
            <a:xfrm>
              <a:off x="6228600" y="5022250"/>
              <a:ext cx="52150" cy="7250"/>
            </a:xfrm>
            <a:custGeom>
              <a:avLst/>
              <a:gdLst/>
              <a:ahLst/>
              <a:cxnLst/>
              <a:rect l="l" t="t" r="r" b="b"/>
              <a:pathLst>
                <a:path w="2086" h="290" fill="none" extrusionOk="0">
                  <a:moveTo>
                    <a:pt x="2086" y="0"/>
                  </a:moveTo>
                  <a:lnTo>
                    <a:pt x="2086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42" y="289"/>
                  </a:lnTo>
                  <a:lnTo>
                    <a:pt x="42" y="289"/>
                  </a:lnTo>
                  <a:lnTo>
                    <a:pt x="2065" y="145"/>
                  </a:lnTo>
                  <a:lnTo>
                    <a:pt x="2065" y="145"/>
                  </a:lnTo>
                  <a:lnTo>
                    <a:pt x="208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5" name="Google Shape;535;p27">
              <a:extLst>
                <a:ext uri="{FF2B5EF4-FFF2-40B4-BE49-F238E27FC236}">
                  <a16:creationId xmlns:a16="http://schemas.microsoft.com/office/drawing/2014/main" id="{1B3FB7B6-69E2-7605-8D9D-4F33843FF8E6}"/>
                </a:ext>
              </a:extLst>
            </p:cNvPr>
            <p:cNvSpPr/>
            <p:nvPr/>
          </p:nvSpPr>
          <p:spPr>
            <a:xfrm>
              <a:off x="5841075" y="5022250"/>
              <a:ext cx="52150" cy="26850"/>
            </a:xfrm>
            <a:custGeom>
              <a:avLst/>
              <a:gdLst/>
              <a:ahLst/>
              <a:cxnLst/>
              <a:rect l="l" t="t" r="r" b="b"/>
              <a:pathLst>
                <a:path w="2086" h="1074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103"/>
                  </a:lnTo>
                  <a:lnTo>
                    <a:pt x="42" y="310"/>
                  </a:lnTo>
                  <a:lnTo>
                    <a:pt x="83" y="970"/>
                  </a:lnTo>
                  <a:lnTo>
                    <a:pt x="83" y="970"/>
                  </a:lnTo>
                  <a:lnTo>
                    <a:pt x="1032" y="1032"/>
                  </a:lnTo>
                  <a:lnTo>
                    <a:pt x="2003" y="1073"/>
                  </a:lnTo>
                  <a:lnTo>
                    <a:pt x="2003" y="1073"/>
                  </a:lnTo>
                  <a:lnTo>
                    <a:pt x="2023" y="372"/>
                  </a:lnTo>
                  <a:lnTo>
                    <a:pt x="2044" y="145"/>
                  </a:lnTo>
                  <a:lnTo>
                    <a:pt x="2085" y="0"/>
                  </a:lnTo>
                  <a:lnTo>
                    <a:pt x="2085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6" name="Google Shape;536;p27">
              <a:extLst>
                <a:ext uri="{FF2B5EF4-FFF2-40B4-BE49-F238E27FC236}">
                  <a16:creationId xmlns:a16="http://schemas.microsoft.com/office/drawing/2014/main" id="{18B597FF-1C6A-0136-9609-D79109A296B0}"/>
                </a:ext>
              </a:extLst>
            </p:cNvPr>
            <p:cNvSpPr/>
            <p:nvPr/>
          </p:nvSpPr>
          <p:spPr>
            <a:xfrm>
              <a:off x="6281775" y="5021725"/>
              <a:ext cx="43350" cy="3625"/>
            </a:xfrm>
            <a:custGeom>
              <a:avLst/>
              <a:gdLst/>
              <a:ahLst/>
              <a:cxnLst/>
              <a:rect l="l" t="t" r="r" b="b"/>
              <a:pathLst>
                <a:path w="1734" h="145" fill="none" extrusionOk="0">
                  <a:moveTo>
                    <a:pt x="1734" y="0"/>
                  </a:moveTo>
                  <a:lnTo>
                    <a:pt x="1734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1" y="145"/>
                  </a:lnTo>
                  <a:lnTo>
                    <a:pt x="21" y="145"/>
                  </a:lnTo>
                  <a:lnTo>
                    <a:pt x="1713" y="62"/>
                  </a:lnTo>
                  <a:lnTo>
                    <a:pt x="1713" y="62"/>
                  </a:lnTo>
                  <a:lnTo>
                    <a:pt x="173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7" name="Google Shape;537;p27">
              <a:extLst>
                <a:ext uri="{FF2B5EF4-FFF2-40B4-BE49-F238E27FC236}">
                  <a16:creationId xmlns:a16="http://schemas.microsoft.com/office/drawing/2014/main" id="{65264654-9F4E-4CCF-E4E0-09D8A93EB549}"/>
                </a:ext>
              </a:extLst>
            </p:cNvPr>
            <p:cNvSpPr/>
            <p:nvPr/>
          </p:nvSpPr>
          <p:spPr>
            <a:xfrm>
              <a:off x="5797200" y="5021725"/>
              <a:ext cx="43375" cy="24275"/>
            </a:xfrm>
            <a:custGeom>
              <a:avLst/>
              <a:gdLst/>
              <a:ahLst/>
              <a:cxnLst/>
              <a:rect l="l" t="t" r="r" b="b"/>
              <a:pathLst>
                <a:path w="1735" h="9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2" y="83"/>
                  </a:lnTo>
                  <a:lnTo>
                    <a:pt x="42" y="269"/>
                  </a:lnTo>
                  <a:lnTo>
                    <a:pt x="63" y="826"/>
                  </a:lnTo>
                  <a:lnTo>
                    <a:pt x="63" y="826"/>
                  </a:lnTo>
                  <a:lnTo>
                    <a:pt x="847" y="909"/>
                  </a:lnTo>
                  <a:lnTo>
                    <a:pt x="1632" y="971"/>
                  </a:lnTo>
                  <a:lnTo>
                    <a:pt x="1632" y="971"/>
                  </a:lnTo>
                  <a:lnTo>
                    <a:pt x="1673" y="331"/>
                  </a:lnTo>
                  <a:lnTo>
                    <a:pt x="1694" y="124"/>
                  </a:lnTo>
                  <a:lnTo>
                    <a:pt x="1735" y="0"/>
                  </a:lnTo>
                  <a:lnTo>
                    <a:pt x="1735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8" name="Google Shape;538;p27">
              <a:extLst>
                <a:ext uri="{FF2B5EF4-FFF2-40B4-BE49-F238E27FC236}">
                  <a16:creationId xmlns:a16="http://schemas.microsoft.com/office/drawing/2014/main" id="{92308F22-004C-F28C-5A13-E0304F9BA9F1}"/>
                </a:ext>
              </a:extLst>
            </p:cNvPr>
            <p:cNvSpPr/>
            <p:nvPr/>
          </p:nvSpPr>
          <p:spPr>
            <a:xfrm>
              <a:off x="6325625" y="5021200"/>
              <a:ext cx="62475" cy="1575"/>
            </a:xfrm>
            <a:custGeom>
              <a:avLst/>
              <a:gdLst/>
              <a:ahLst/>
              <a:cxnLst/>
              <a:rect l="l" t="t" r="r" b="b"/>
              <a:pathLst>
                <a:path w="2499" h="63" fill="none" extrusionOk="0">
                  <a:moveTo>
                    <a:pt x="2271" y="1"/>
                  </a:moveTo>
                  <a:lnTo>
                    <a:pt x="2271" y="1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21" y="63"/>
                  </a:lnTo>
                  <a:lnTo>
                    <a:pt x="21" y="63"/>
                  </a:lnTo>
                  <a:lnTo>
                    <a:pt x="1053" y="42"/>
                  </a:lnTo>
                  <a:lnTo>
                    <a:pt x="2085" y="1"/>
                  </a:lnTo>
                  <a:lnTo>
                    <a:pt x="2085" y="1"/>
                  </a:lnTo>
                  <a:lnTo>
                    <a:pt x="2106" y="1"/>
                  </a:lnTo>
                  <a:lnTo>
                    <a:pt x="2106" y="1"/>
                  </a:lnTo>
                  <a:lnTo>
                    <a:pt x="2106" y="1"/>
                  </a:lnTo>
                  <a:lnTo>
                    <a:pt x="2106" y="1"/>
                  </a:lnTo>
                  <a:lnTo>
                    <a:pt x="2498" y="1"/>
                  </a:lnTo>
                  <a:lnTo>
                    <a:pt x="227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9" name="Google Shape;539;p27">
              <a:extLst>
                <a:ext uri="{FF2B5EF4-FFF2-40B4-BE49-F238E27FC236}">
                  <a16:creationId xmlns:a16="http://schemas.microsoft.com/office/drawing/2014/main" id="{57D7E627-D234-9BBD-0ADA-D44DD733274F}"/>
                </a:ext>
              </a:extLst>
            </p:cNvPr>
            <p:cNvSpPr/>
            <p:nvPr/>
          </p:nvSpPr>
          <p:spPr>
            <a:xfrm>
              <a:off x="5667675" y="5019650"/>
              <a:ext cx="128525" cy="22225"/>
            </a:xfrm>
            <a:custGeom>
              <a:avLst/>
              <a:gdLst/>
              <a:ahLst/>
              <a:cxnLst/>
              <a:rect l="l" t="t" r="r" b="b"/>
              <a:pathLst>
                <a:path w="5141" h="88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239" y="290"/>
                  </a:lnTo>
                  <a:lnTo>
                    <a:pt x="1239" y="290"/>
                  </a:lnTo>
                  <a:lnTo>
                    <a:pt x="1260" y="125"/>
                  </a:lnTo>
                  <a:lnTo>
                    <a:pt x="1281" y="63"/>
                  </a:lnTo>
                  <a:lnTo>
                    <a:pt x="1281" y="63"/>
                  </a:lnTo>
                  <a:lnTo>
                    <a:pt x="1301" y="83"/>
                  </a:lnTo>
                  <a:lnTo>
                    <a:pt x="1301" y="125"/>
                  </a:lnTo>
                  <a:lnTo>
                    <a:pt x="1343" y="310"/>
                  </a:lnTo>
                  <a:lnTo>
                    <a:pt x="1343" y="310"/>
                  </a:lnTo>
                  <a:lnTo>
                    <a:pt x="2148" y="476"/>
                  </a:lnTo>
                  <a:lnTo>
                    <a:pt x="2973" y="599"/>
                  </a:lnTo>
                  <a:lnTo>
                    <a:pt x="2973" y="599"/>
                  </a:lnTo>
                  <a:lnTo>
                    <a:pt x="3015" y="207"/>
                  </a:lnTo>
                  <a:lnTo>
                    <a:pt x="3035" y="104"/>
                  </a:lnTo>
                  <a:lnTo>
                    <a:pt x="3056" y="63"/>
                  </a:lnTo>
                  <a:lnTo>
                    <a:pt x="3056" y="63"/>
                  </a:lnTo>
                  <a:lnTo>
                    <a:pt x="3077" y="104"/>
                  </a:lnTo>
                  <a:lnTo>
                    <a:pt x="3097" y="228"/>
                  </a:lnTo>
                  <a:lnTo>
                    <a:pt x="3118" y="641"/>
                  </a:lnTo>
                  <a:lnTo>
                    <a:pt x="3118" y="641"/>
                  </a:lnTo>
                  <a:lnTo>
                    <a:pt x="4088" y="765"/>
                  </a:lnTo>
                  <a:lnTo>
                    <a:pt x="5058" y="888"/>
                  </a:lnTo>
                  <a:lnTo>
                    <a:pt x="5058" y="888"/>
                  </a:lnTo>
                  <a:lnTo>
                    <a:pt x="5099" y="352"/>
                  </a:lnTo>
                  <a:lnTo>
                    <a:pt x="5120" y="166"/>
                  </a:lnTo>
                  <a:lnTo>
                    <a:pt x="5141" y="83"/>
                  </a:lnTo>
                  <a:lnTo>
                    <a:pt x="5141" y="83"/>
                  </a:lnTo>
                  <a:lnTo>
                    <a:pt x="1879" y="4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0" name="Google Shape;540;p27">
              <a:extLst>
                <a:ext uri="{FF2B5EF4-FFF2-40B4-BE49-F238E27FC236}">
                  <a16:creationId xmlns:a16="http://schemas.microsoft.com/office/drawing/2014/main" id="{F31C8F0D-C7CF-9351-3BD5-16243A6DBBFD}"/>
                </a:ext>
              </a:extLst>
            </p:cNvPr>
            <p:cNvSpPr/>
            <p:nvPr/>
          </p:nvSpPr>
          <p:spPr>
            <a:xfrm>
              <a:off x="5742000" y="5021200"/>
              <a:ext cx="3625" cy="14475"/>
            </a:xfrm>
            <a:custGeom>
              <a:avLst/>
              <a:gdLst/>
              <a:ahLst/>
              <a:cxnLst/>
              <a:rect l="l" t="t" r="r" b="b"/>
              <a:pathLst>
                <a:path w="145" h="579" extrusionOk="0">
                  <a:moveTo>
                    <a:pt x="83" y="1"/>
                  </a:moveTo>
                  <a:lnTo>
                    <a:pt x="62" y="42"/>
                  </a:lnTo>
                  <a:lnTo>
                    <a:pt x="42" y="145"/>
                  </a:lnTo>
                  <a:lnTo>
                    <a:pt x="0" y="537"/>
                  </a:lnTo>
                  <a:lnTo>
                    <a:pt x="145" y="579"/>
                  </a:lnTo>
                  <a:lnTo>
                    <a:pt x="124" y="166"/>
                  </a:lnTo>
                  <a:lnTo>
                    <a:pt x="104" y="4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1" name="Google Shape;541;p27">
              <a:extLst>
                <a:ext uri="{FF2B5EF4-FFF2-40B4-BE49-F238E27FC236}">
                  <a16:creationId xmlns:a16="http://schemas.microsoft.com/office/drawing/2014/main" id="{C8327C52-FDCE-A23C-BEB9-CEF531D6CD80}"/>
                </a:ext>
              </a:extLst>
            </p:cNvPr>
            <p:cNvSpPr/>
            <p:nvPr/>
          </p:nvSpPr>
          <p:spPr>
            <a:xfrm>
              <a:off x="5742000" y="5021200"/>
              <a:ext cx="3625" cy="14475"/>
            </a:xfrm>
            <a:custGeom>
              <a:avLst/>
              <a:gdLst/>
              <a:ahLst/>
              <a:cxnLst/>
              <a:rect l="l" t="t" r="r" b="b"/>
              <a:pathLst>
                <a:path w="145" h="579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2" y="42"/>
                  </a:lnTo>
                  <a:lnTo>
                    <a:pt x="42" y="145"/>
                  </a:lnTo>
                  <a:lnTo>
                    <a:pt x="0" y="537"/>
                  </a:lnTo>
                  <a:lnTo>
                    <a:pt x="0" y="537"/>
                  </a:lnTo>
                  <a:lnTo>
                    <a:pt x="145" y="579"/>
                  </a:lnTo>
                  <a:lnTo>
                    <a:pt x="145" y="579"/>
                  </a:lnTo>
                  <a:lnTo>
                    <a:pt x="124" y="166"/>
                  </a:lnTo>
                  <a:lnTo>
                    <a:pt x="104" y="42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2" name="Google Shape;542;p27">
              <a:extLst>
                <a:ext uri="{FF2B5EF4-FFF2-40B4-BE49-F238E27FC236}">
                  <a16:creationId xmlns:a16="http://schemas.microsoft.com/office/drawing/2014/main" id="{A4CC87DE-D837-69E5-02AE-59374AAA28CD}"/>
                </a:ext>
              </a:extLst>
            </p:cNvPr>
            <p:cNvSpPr/>
            <p:nvPr/>
          </p:nvSpPr>
          <p:spPr>
            <a:xfrm>
              <a:off x="5698650" y="5021200"/>
              <a:ext cx="2600" cy="6225"/>
            </a:xfrm>
            <a:custGeom>
              <a:avLst/>
              <a:gdLst/>
              <a:ahLst/>
              <a:cxnLst/>
              <a:rect l="l" t="t" r="r" b="b"/>
              <a:pathLst>
                <a:path w="104" h="249" extrusionOk="0">
                  <a:moveTo>
                    <a:pt x="42" y="1"/>
                  </a:moveTo>
                  <a:lnTo>
                    <a:pt x="21" y="63"/>
                  </a:lnTo>
                  <a:lnTo>
                    <a:pt x="0" y="228"/>
                  </a:lnTo>
                  <a:lnTo>
                    <a:pt x="104" y="248"/>
                  </a:lnTo>
                  <a:lnTo>
                    <a:pt x="104" y="248"/>
                  </a:lnTo>
                  <a:lnTo>
                    <a:pt x="62" y="63"/>
                  </a:lnTo>
                  <a:lnTo>
                    <a:pt x="62" y="21"/>
                  </a:lnTo>
                  <a:lnTo>
                    <a:pt x="42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3" name="Google Shape;543;p27">
              <a:extLst>
                <a:ext uri="{FF2B5EF4-FFF2-40B4-BE49-F238E27FC236}">
                  <a16:creationId xmlns:a16="http://schemas.microsoft.com/office/drawing/2014/main" id="{FB1D3CED-C821-F7AD-DF19-DE38F1098CF4}"/>
                </a:ext>
              </a:extLst>
            </p:cNvPr>
            <p:cNvSpPr/>
            <p:nvPr/>
          </p:nvSpPr>
          <p:spPr>
            <a:xfrm>
              <a:off x="5698650" y="5021200"/>
              <a:ext cx="2600" cy="6225"/>
            </a:xfrm>
            <a:custGeom>
              <a:avLst/>
              <a:gdLst/>
              <a:ahLst/>
              <a:cxnLst/>
              <a:rect l="l" t="t" r="r" b="b"/>
              <a:pathLst>
                <a:path w="104" h="249" fill="none" extrusionOk="0">
                  <a:moveTo>
                    <a:pt x="42" y="1"/>
                  </a:moveTo>
                  <a:lnTo>
                    <a:pt x="42" y="1"/>
                  </a:lnTo>
                  <a:lnTo>
                    <a:pt x="21" y="63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104" y="248"/>
                  </a:lnTo>
                  <a:lnTo>
                    <a:pt x="104" y="248"/>
                  </a:lnTo>
                  <a:lnTo>
                    <a:pt x="62" y="63"/>
                  </a:lnTo>
                  <a:lnTo>
                    <a:pt x="62" y="21"/>
                  </a:lnTo>
                  <a:lnTo>
                    <a:pt x="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4" name="Google Shape;544;p27">
              <a:extLst>
                <a:ext uri="{FF2B5EF4-FFF2-40B4-BE49-F238E27FC236}">
                  <a16:creationId xmlns:a16="http://schemas.microsoft.com/office/drawing/2014/main" id="{0640628D-59FE-5C2E-A35C-FD743DBC7596}"/>
                </a:ext>
              </a:extLst>
            </p:cNvPr>
            <p:cNvSpPr/>
            <p:nvPr/>
          </p:nvSpPr>
          <p:spPr>
            <a:xfrm>
              <a:off x="5837975" y="5021725"/>
              <a:ext cx="5175" cy="24800"/>
            </a:xfrm>
            <a:custGeom>
              <a:avLst/>
              <a:gdLst/>
              <a:ahLst/>
              <a:cxnLst/>
              <a:rect l="l" t="t" r="r" b="b"/>
              <a:pathLst>
                <a:path w="207" h="992" extrusionOk="0">
                  <a:moveTo>
                    <a:pt x="104" y="0"/>
                  </a:moveTo>
                  <a:lnTo>
                    <a:pt x="63" y="124"/>
                  </a:lnTo>
                  <a:lnTo>
                    <a:pt x="42" y="331"/>
                  </a:lnTo>
                  <a:lnTo>
                    <a:pt x="1" y="971"/>
                  </a:lnTo>
                  <a:lnTo>
                    <a:pt x="207" y="991"/>
                  </a:lnTo>
                  <a:lnTo>
                    <a:pt x="166" y="331"/>
                  </a:lnTo>
                  <a:lnTo>
                    <a:pt x="145" y="124"/>
                  </a:lnTo>
                  <a:lnTo>
                    <a:pt x="124" y="21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5" name="Google Shape;545;p27">
              <a:extLst>
                <a:ext uri="{FF2B5EF4-FFF2-40B4-BE49-F238E27FC236}">
                  <a16:creationId xmlns:a16="http://schemas.microsoft.com/office/drawing/2014/main" id="{FD8752F2-D5E5-6E6B-F40A-BDF9C968C962}"/>
                </a:ext>
              </a:extLst>
            </p:cNvPr>
            <p:cNvSpPr/>
            <p:nvPr/>
          </p:nvSpPr>
          <p:spPr>
            <a:xfrm>
              <a:off x="5837975" y="5021725"/>
              <a:ext cx="5175" cy="24800"/>
            </a:xfrm>
            <a:custGeom>
              <a:avLst/>
              <a:gdLst/>
              <a:ahLst/>
              <a:cxnLst/>
              <a:rect l="l" t="t" r="r" b="b"/>
              <a:pathLst>
                <a:path w="207" h="992" fill="none" extrusionOk="0">
                  <a:moveTo>
                    <a:pt x="104" y="0"/>
                  </a:moveTo>
                  <a:lnTo>
                    <a:pt x="104" y="0"/>
                  </a:lnTo>
                  <a:lnTo>
                    <a:pt x="63" y="124"/>
                  </a:lnTo>
                  <a:lnTo>
                    <a:pt x="42" y="331"/>
                  </a:lnTo>
                  <a:lnTo>
                    <a:pt x="1" y="971"/>
                  </a:lnTo>
                  <a:lnTo>
                    <a:pt x="1" y="971"/>
                  </a:lnTo>
                  <a:lnTo>
                    <a:pt x="207" y="991"/>
                  </a:lnTo>
                  <a:lnTo>
                    <a:pt x="207" y="991"/>
                  </a:lnTo>
                  <a:lnTo>
                    <a:pt x="166" y="331"/>
                  </a:lnTo>
                  <a:lnTo>
                    <a:pt x="145" y="124"/>
                  </a:lnTo>
                  <a:lnTo>
                    <a:pt x="124" y="21"/>
                  </a:lnTo>
                  <a:lnTo>
                    <a:pt x="124" y="21"/>
                  </a:lnTo>
                  <a:lnTo>
                    <a:pt x="10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6" name="Google Shape;546;p27">
              <a:extLst>
                <a:ext uri="{FF2B5EF4-FFF2-40B4-BE49-F238E27FC236}">
                  <a16:creationId xmlns:a16="http://schemas.microsoft.com/office/drawing/2014/main" id="{8E866912-37A7-47B8-6F03-33FB0FD06475}"/>
                </a:ext>
              </a:extLst>
            </p:cNvPr>
            <p:cNvSpPr/>
            <p:nvPr/>
          </p:nvSpPr>
          <p:spPr>
            <a:xfrm>
              <a:off x="5794125" y="5021725"/>
              <a:ext cx="4650" cy="20675"/>
            </a:xfrm>
            <a:custGeom>
              <a:avLst/>
              <a:gdLst/>
              <a:ahLst/>
              <a:cxnLst/>
              <a:rect l="l" t="t" r="r" b="b"/>
              <a:pathLst>
                <a:path w="186" h="827" extrusionOk="0">
                  <a:moveTo>
                    <a:pt x="83" y="0"/>
                  </a:moveTo>
                  <a:lnTo>
                    <a:pt x="62" y="83"/>
                  </a:lnTo>
                  <a:lnTo>
                    <a:pt x="41" y="269"/>
                  </a:lnTo>
                  <a:lnTo>
                    <a:pt x="0" y="805"/>
                  </a:lnTo>
                  <a:lnTo>
                    <a:pt x="186" y="826"/>
                  </a:lnTo>
                  <a:lnTo>
                    <a:pt x="165" y="269"/>
                  </a:lnTo>
                  <a:lnTo>
                    <a:pt x="145" y="8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7" name="Google Shape;547;p27">
              <a:extLst>
                <a:ext uri="{FF2B5EF4-FFF2-40B4-BE49-F238E27FC236}">
                  <a16:creationId xmlns:a16="http://schemas.microsoft.com/office/drawing/2014/main" id="{9031E7F1-4BD7-9C4E-91DD-871DE7BAC4FC}"/>
                </a:ext>
              </a:extLst>
            </p:cNvPr>
            <p:cNvSpPr/>
            <p:nvPr/>
          </p:nvSpPr>
          <p:spPr>
            <a:xfrm>
              <a:off x="5794125" y="5021725"/>
              <a:ext cx="4650" cy="20675"/>
            </a:xfrm>
            <a:custGeom>
              <a:avLst/>
              <a:gdLst/>
              <a:ahLst/>
              <a:cxnLst/>
              <a:rect l="l" t="t" r="r" b="b"/>
              <a:pathLst>
                <a:path w="186" h="827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62" y="83"/>
                  </a:lnTo>
                  <a:lnTo>
                    <a:pt x="41" y="269"/>
                  </a:lnTo>
                  <a:lnTo>
                    <a:pt x="0" y="805"/>
                  </a:lnTo>
                  <a:lnTo>
                    <a:pt x="0" y="805"/>
                  </a:lnTo>
                  <a:lnTo>
                    <a:pt x="186" y="826"/>
                  </a:lnTo>
                  <a:lnTo>
                    <a:pt x="186" y="826"/>
                  </a:lnTo>
                  <a:lnTo>
                    <a:pt x="165" y="269"/>
                  </a:lnTo>
                  <a:lnTo>
                    <a:pt x="145" y="83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8" name="Google Shape;548;p27">
              <a:extLst>
                <a:ext uri="{FF2B5EF4-FFF2-40B4-BE49-F238E27FC236}">
                  <a16:creationId xmlns:a16="http://schemas.microsoft.com/office/drawing/2014/main" id="{0F16A52C-BFE5-CEA0-2B99-65CEAA27BFD3}"/>
                </a:ext>
              </a:extLst>
            </p:cNvPr>
            <p:cNvSpPr/>
            <p:nvPr/>
          </p:nvSpPr>
          <p:spPr>
            <a:xfrm>
              <a:off x="5935000" y="5022250"/>
              <a:ext cx="5175" cy="27375"/>
            </a:xfrm>
            <a:custGeom>
              <a:avLst/>
              <a:gdLst/>
              <a:ahLst/>
              <a:cxnLst/>
              <a:rect l="l" t="t" r="r" b="b"/>
              <a:pathLst>
                <a:path w="207" h="1095" extrusionOk="0">
                  <a:moveTo>
                    <a:pt x="83" y="0"/>
                  </a:moveTo>
                  <a:lnTo>
                    <a:pt x="62" y="145"/>
                  </a:lnTo>
                  <a:lnTo>
                    <a:pt x="41" y="392"/>
                  </a:lnTo>
                  <a:lnTo>
                    <a:pt x="0" y="1094"/>
                  </a:lnTo>
                  <a:lnTo>
                    <a:pt x="207" y="1094"/>
                  </a:lnTo>
                  <a:lnTo>
                    <a:pt x="186" y="392"/>
                  </a:lnTo>
                  <a:lnTo>
                    <a:pt x="145" y="145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9" name="Google Shape;549;p27">
              <a:extLst>
                <a:ext uri="{FF2B5EF4-FFF2-40B4-BE49-F238E27FC236}">
                  <a16:creationId xmlns:a16="http://schemas.microsoft.com/office/drawing/2014/main" id="{5FBF6EEA-2743-0518-39E1-5CFD7D4B9D64}"/>
                </a:ext>
              </a:extLst>
            </p:cNvPr>
            <p:cNvSpPr/>
            <p:nvPr/>
          </p:nvSpPr>
          <p:spPr>
            <a:xfrm>
              <a:off x="5935000" y="5022250"/>
              <a:ext cx="5175" cy="27375"/>
            </a:xfrm>
            <a:custGeom>
              <a:avLst/>
              <a:gdLst/>
              <a:ahLst/>
              <a:cxnLst/>
              <a:rect l="l" t="t" r="r" b="b"/>
              <a:pathLst>
                <a:path w="207" h="1095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62" y="145"/>
                  </a:lnTo>
                  <a:lnTo>
                    <a:pt x="41" y="392"/>
                  </a:lnTo>
                  <a:lnTo>
                    <a:pt x="0" y="1094"/>
                  </a:lnTo>
                  <a:lnTo>
                    <a:pt x="0" y="1094"/>
                  </a:lnTo>
                  <a:lnTo>
                    <a:pt x="62" y="1094"/>
                  </a:lnTo>
                  <a:lnTo>
                    <a:pt x="62" y="1094"/>
                  </a:lnTo>
                  <a:lnTo>
                    <a:pt x="207" y="1094"/>
                  </a:lnTo>
                  <a:lnTo>
                    <a:pt x="207" y="1094"/>
                  </a:lnTo>
                  <a:lnTo>
                    <a:pt x="186" y="392"/>
                  </a:lnTo>
                  <a:lnTo>
                    <a:pt x="145" y="145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0" name="Google Shape;550;p27">
              <a:extLst>
                <a:ext uri="{FF2B5EF4-FFF2-40B4-BE49-F238E27FC236}">
                  <a16:creationId xmlns:a16="http://schemas.microsoft.com/office/drawing/2014/main" id="{810D1AD5-C513-82B9-BDAB-98827016F7A2}"/>
                </a:ext>
              </a:extLst>
            </p:cNvPr>
            <p:cNvSpPr/>
            <p:nvPr/>
          </p:nvSpPr>
          <p:spPr>
            <a:xfrm>
              <a:off x="5891125" y="5022250"/>
              <a:ext cx="5200" cy="26850"/>
            </a:xfrm>
            <a:custGeom>
              <a:avLst/>
              <a:gdLst/>
              <a:ahLst/>
              <a:cxnLst/>
              <a:rect l="l" t="t" r="r" b="b"/>
              <a:pathLst>
                <a:path w="208" h="1074" extrusionOk="0">
                  <a:moveTo>
                    <a:pt x="83" y="0"/>
                  </a:moveTo>
                  <a:lnTo>
                    <a:pt x="42" y="145"/>
                  </a:lnTo>
                  <a:lnTo>
                    <a:pt x="21" y="372"/>
                  </a:lnTo>
                  <a:lnTo>
                    <a:pt x="1" y="1073"/>
                  </a:lnTo>
                  <a:lnTo>
                    <a:pt x="207" y="1073"/>
                  </a:lnTo>
                  <a:lnTo>
                    <a:pt x="166" y="372"/>
                  </a:lnTo>
                  <a:lnTo>
                    <a:pt x="145" y="145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1" name="Google Shape;551;p27">
              <a:extLst>
                <a:ext uri="{FF2B5EF4-FFF2-40B4-BE49-F238E27FC236}">
                  <a16:creationId xmlns:a16="http://schemas.microsoft.com/office/drawing/2014/main" id="{8B467B48-F4D5-35DA-D651-BDCD1144F87C}"/>
                </a:ext>
              </a:extLst>
            </p:cNvPr>
            <p:cNvSpPr/>
            <p:nvPr/>
          </p:nvSpPr>
          <p:spPr>
            <a:xfrm>
              <a:off x="5891125" y="5022250"/>
              <a:ext cx="5200" cy="26850"/>
            </a:xfrm>
            <a:custGeom>
              <a:avLst/>
              <a:gdLst/>
              <a:ahLst/>
              <a:cxnLst/>
              <a:rect l="l" t="t" r="r" b="b"/>
              <a:pathLst>
                <a:path w="208" h="1074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42" y="145"/>
                  </a:lnTo>
                  <a:lnTo>
                    <a:pt x="21" y="372"/>
                  </a:lnTo>
                  <a:lnTo>
                    <a:pt x="1" y="1073"/>
                  </a:lnTo>
                  <a:lnTo>
                    <a:pt x="1" y="1073"/>
                  </a:lnTo>
                  <a:lnTo>
                    <a:pt x="207" y="1073"/>
                  </a:lnTo>
                  <a:lnTo>
                    <a:pt x="207" y="1073"/>
                  </a:lnTo>
                  <a:lnTo>
                    <a:pt x="166" y="372"/>
                  </a:lnTo>
                  <a:lnTo>
                    <a:pt x="145" y="145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2" name="Google Shape;552;p27">
              <a:extLst>
                <a:ext uri="{FF2B5EF4-FFF2-40B4-BE49-F238E27FC236}">
                  <a16:creationId xmlns:a16="http://schemas.microsoft.com/office/drawing/2014/main" id="{67CEF62A-4039-374F-0F89-44C2781BF475}"/>
                </a:ext>
              </a:extLst>
            </p:cNvPr>
            <p:cNvSpPr/>
            <p:nvPr/>
          </p:nvSpPr>
          <p:spPr>
            <a:xfrm>
              <a:off x="6032000" y="5022750"/>
              <a:ext cx="5200" cy="23775"/>
            </a:xfrm>
            <a:custGeom>
              <a:avLst/>
              <a:gdLst/>
              <a:ahLst/>
              <a:cxnLst/>
              <a:rect l="l" t="t" r="r" b="b"/>
              <a:pathLst>
                <a:path w="208" h="951" extrusionOk="0">
                  <a:moveTo>
                    <a:pt x="83" y="1"/>
                  </a:moveTo>
                  <a:lnTo>
                    <a:pt x="42" y="331"/>
                  </a:lnTo>
                  <a:lnTo>
                    <a:pt x="1" y="950"/>
                  </a:lnTo>
                  <a:lnTo>
                    <a:pt x="207" y="950"/>
                  </a:lnTo>
                  <a:lnTo>
                    <a:pt x="166" y="33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3" name="Google Shape;553;p27">
              <a:extLst>
                <a:ext uri="{FF2B5EF4-FFF2-40B4-BE49-F238E27FC236}">
                  <a16:creationId xmlns:a16="http://schemas.microsoft.com/office/drawing/2014/main" id="{0AADF0B8-5183-2FFC-1413-B0AA13596CD0}"/>
                </a:ext>
              </a:extLst>
            </p:cNvPr>
            <p:cNvSpPr/>
            <p:nvPr/>
          </p:nvSpPr>
          <p:spPr>
            <a:xfrm>
              <a:off x="6032000" y="5022750"/>
              <a:ext cx="5200" cy="23775"/>
            </a:xfrm>
            <a:custGeom>
              <a:avLst/>
              <a:gdLst/>
              <a:ahLst/>
              <a:cxnLst/>
              <a:rect l="l" t="t" r="r" b="b"/>
              <a:pathLst>
                <a:path w="208" h="951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42" y="331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07" y="950"/>
                  </a:lnTo>
                  <a:lnTo>
                    <a:pt x="207" y="950"/>
                  </a:lnTo>
                  <a:lnTo>
                    <a:pt x="166" y="33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4" name="Google Shape;554;p27">
              <a:extLst>
                <a:ext uri="{FF2B5EF4-FFF2-40B4-BE49-F238E27FC236}">
                  <a16:creationId xmlns:a16="http://schemas.microsoft.com/office/drawing/2014/main" id="{0C0F1982-AD4D-475C-BBEC-E5F94286F014}"/>
                </a:ext>
              </a:extLst>
            </p:cNvPr>
            <p:cNvSpPr/>
            <p:nvPr/>
          </p:nvSpPr>
          <p:spPr>
            <a:xfrm>
              <a:off x="5987625" y="5022250"/>
              <a:ext cx="5700" cy="26325"/>
            </a:xfrm>
            <a:custGeom>
              <a:avLst/>
              <a:gdLst/>
              <a:ahLst/>
              <a:cxnLst/>
              <a:rect l="l" t="t" r="r" b="b"/>
              <a:pathLst>
                <a:path w="228" h="1053" extrusionOk="0">
                  <a:moveTo>
                    <a:pt x="83" y="0"/>
                  </a:moveTo>
                  <a:lnTo>
                    <a:pt x="62" y="145"/>
                  </a:lnTo>
                  <a:lnTo>
                    <a:pt x="42" y="372"/>
                  </a:lnTo>
                  <a:lnTo>
                    <a:pt x="1" y="1053"/>
                  </a:lnTo>
                  <a:lnTo>
                    <a:pt x="228" y="1053"/>
                  </a:lnTo>
                  <a:lnTo>
                    <a:pt x="186" y="372"/>
                  </a:lnTo>
                  <a:lnTo>
                    <a:pt x="166" y="145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5" name="Google Shape;555;p27">
              <a:extLst>
                <a:ext uri="{FF2B5EF4-FFF2-40B4-BE49-F238E27FC236}">
                  <a16:creationId xmlns:a16="http://schemas.microsoft.com/office/drawing/2014/main" id="{A4530BF7-92D6-8D36-713E-4464E8585E5F}"/>
                </a:ext>
              </a:extLst>
            </p:cNvPr>
            <p:cNvSpPr/>
            <p:nvPr/>
          </p:nvSpPr>
          <p:spPr>
            <a:xfrm>
              <a:off x="5987625" y="5022250"/>
              <a:ext cx="5700" cy="26325"/>
            </a:xfrm>
            <a:custGeom>
              <a:avLst/>
              <a:gdLst/>
              <a:ahLst/>
              <a:cxnLst/>
              <a:rect l="l" t="t" r="r" b="b"/>
              <a:pathLst>
                <a:path w="228" h="1053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62" y="145"/>
                  </a:lnTo>
                  <a:lnTo>
                    <a:pt x="42" y="372"/>
                  </a:lnTo>
                  <a:lnTo>
                    <a:pt x="1" y="1053"/>
                  </a:lnTo>
                  <a:lnTo>
                    <a:pt x="1" y="1053"/>
                  </a:lnTo>
                  <a:lnTo>
                    <a:pt x="228" y="1053"/>
                  </a:lnTo>
                  <a:lnTo>
                    <a:pt x="228" y="1053"/>
                  </a:lnTo>
                  <a:lnTo>
                    <a:pt x="186" y="372"/>
                  </a:lnTo>
                  <a:lnTo>
                    <a:pt x="166" y="145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6" name="Google Shape;556;p27">
              <a:extLst>
                <a:ext uri="{FF2B5EF4-FFF2-40B4-BE49-F238E27FC236}">
                  <a16:creationId xmlns:a16="http://schemas.microsoft.com/office/drawing/2014/main" id="{AA1DC42E-74E4-1668-0D8F-DDCCD8BBC0C7}"/>
                </a:ext>
              </a:extLst>
            </p:cNvPr>
            <p:cNvSpPr/>
            <p:nvPr/>
          </p:nvSpPr>
          <p:spPr>
            <a:xfrm>
              <a:off x="6129025" y="5022250"/>
              <a:ext cx="4650" cy="16525"/>
            </a:xfrm>
            <a:custGeom>
              <a:avLst/>
              <a:gdLst/>
              <a:ahLst/>
              <a:cxnLst/>
              <a:rect l="l" t="t" r="r" b="b"/>
              <a:pathLst>
                <a:path w="186" h="661" extrusionOk="0">
                  <a:moveTo>
                    <a:pt x="83" y="0"/>
                  </a:moveTo>
                  <a:lnTo>
                    <a:pt x="42" y="248"/>
                  </a:lnTo>
                  <a:lnTo>
                    <a:pt x="0" y="661"/>
                  </a:lnTo>
                  <a:lnTo>
                    <a:pt x="0" y="661"/>
                  </a:lnTo>
                  <a:lnTo>
                    <a:pt x="186" y="640"/>
                  </a:lnTo>
                  <a:lnTo>
                    <a:pt x="145" y="248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7" name="Google Shape;557;p27">
              <a:extLst>
                <a:ext uri="{FF2B5EF4-FFF2-40B4-BE49-F238E27FC236}">
                  <a16:creationId xmlns:a16="http://schemas.microsoft.com/office/drawing/2014/main" id="{A82F9B3D-D68C-310B-E503-9790FE5AF2B3}"/>
                </a:ext>
              </a:extLst>
            </p:cNvPr>
            <p:cNvSpPr/>
            <p:nvPr/>
          </p:nvSpPr>
          <p:spPr>
            <a:xfrm>
              <a:off x="6129025" y="5022250"/>
              <a:ext cx="4650" cy="16525"/>
            </a:xfrm>
            <a:custGeom>
              <a:avLst/>
              <a:gdLst/>
              <a:ahLst/>
              <a:cxnLst/>
              <a:rect l="l" t="t" r="r" b="b"/>
              <a:pathLst>
                <a:path w="186" h="661" fill="none" extrusionOk="0">
                  <a:moveTo>
                    <a:pt x="124" y="0"/>
                  </a:moveTo>
                  <a:lnTo>
                    <a:pt x="124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42" y="248"/>
                  </a:lnTo>
                  <a:lnTo>
                    <a:pt x="0" y="661"/>
                  </a:lnTo>
                  <a:lnTo>
                    <a:pt x="0" y="661"/>
                  </a:lnTo>
                  <a:lnTo>
                    <a:pt x="186" y="640"/>
                  </a:lnTo>
                  <a:lnTo>
                    <a:pt x="186" y="640"/>
                  </a:lnTo>
                  <a:lnTo>
                    <a:pt x="145" y="248"/>
                  </a:lnTo>
                  <a:lnTo>
                    <a:pt x="12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8" name="Google Shape;558;p27">
              <a:extLst>
                <a:ext uri="{FF2B5EF4-FFF2-40B4-BE49-F238E27FC236}">
                  <a16:creationId xmlns:a16="http://schemas.microsoft.com/office/drawing/2014/main" id="{2FB918CF-2132-526F-5AD0-DFDAF02042A9}"/>
                </a:ext>
              </a:extLst>
            </p:cNvPr>
            <p:cNvSpPr/>
            <p:nvPr/>
          </p:nvSpPr>
          <p:spPr>
            <a:xfrm>
              <a:off x="6085150" y="5022750"/>
              <a:ext cx="4675" cy="20150"/>
            </a:xfrm>
            <a:custGeom>
              <a:avLst/>
              <a:gdLst/>
              <a:ahLst/>
              <a:cxnLst/>
              <a:rect l="l" t="t" r="r" b="b"/>
              <a:pathLst>
                <a:path w="187" h="806" extrusionOk="0">
                  <a:moveTo>
                    <a:pt x="63" y="1"/>
                  </a:moveTo>
                  <a:lnTo>
                    <a:pt x="21" y="290"/>
                  </a:lnTo>
                  <a:lnTo>
                    <a:pt x="1" y="806"/>
                  </a:lnTo>
                  <a:lnTo>
                    <a:pt x="1" y="806"/>
                  </a:lnTo>
                  <a:lnTo>
                    <a:pt x="187" y="785"/>
                  </a:lnTo>
                  <a:lnTo>
                    <a:pt x="145" y="269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9" name="Google Shape;559;p27">
              <a:extLst>
                <a:ext uri="{FF2B5EF4-FFF2-40B4-BE49-F238E27FC236}">
                  <a16:creationId xmlns:a16="http://schemas.microsoft.com/office/drawing/2014/main" id="{7C291DBC-4DDA-45A3-3C3D-1680270ACB77}"/>
                </a:ext>
              </a:extLst>
            </p:cNvPr>
            <p:cNvSpPr/>
            <p:nvPr/>
          </p:nvSpPr>
          <p:spPr>
            <a:xfrm>
              <a:off x="6085150" y="5022750"/>
              <a:ext cx="4675" cy="20150"/>
            </a:xfrm>
            <a:custGeom>
              <a:avLst/>
              <a:gdLst/>
              <a:ahLst/>
              <a:cxnLst/>
              <a:rect l="l" t="t" r="r" b="b"/>
              <a:pathLst>
                <a:path w="187" h="806" fill="none" extrusionOk="0">
                  <a:moveTo>
                    <a:pt x="104" y="1"/>
                  </a:moveTo>
                  <a:lnTo>
                    <a:pt x="104" y="1"/>
                  </a:lnTo>
                  <a:lnTo>
                    <a:pt x="63" y="1"/>
                  </a:lnTo>
                  <a:lnTo>
                    <a:pt x="63" y="1"/>
                  </a:lnTo>
                  <a:lnTo>
                    <a:pt x="21" y="290"/>
                  </a:lnTo>
                  <a:lnTo>
                    <a:pt x="1" y="806"/>
                  </a:lnTo>
                  <a:lnTo>
                    <a:pt x="1" y="806"/>
                  </a:lnTo>
                  <a:lnTo>
                    <a:pt x="187" y="785"/>
                  </a:lnTo>
                  <a:lnTo>
                    <a:pt x="187" y="785"/>
                  </a:lnTo>
                  <a:lnTo>
                    <a:pt x="145" y="269"/>
                  </a:lnTo>
                  <a:lnTo>
                    <a:pt x="10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0" name="Google Shape;560;p27">
              <a:extLst>
                <a:ext uri="{FF2B5EF4-FFF2-40B4-BE49-F238E27FC236}">
                  <a16:creationId xmlns:a16="http://schemas.microsoft.com/office/drawing/2014/main" id="{2D0F6225-227C-714D-495D-E64896177394}"/>
                </a:ext>
              </a:extLst>
            </p:cNvPr>
            <p:cNvSpPr/>
            <p:nvPr/>
          </p:nvSpPr>
          <p:spPr>
            <a:xfrm>
              <a:off x="6226550" y="5022250"/>
              <a:ext cx="3125" cy="7750"/>
            </a:xfrm>
            <a:custGeom>
              <a:avLst/>
              <a:gdLst/>
              <a:ahLst/>
              <a:cxnLst/>
              <a:rect l="l" t="t" r="r" b="b"/>
              <a:pathLst>
                <a:path w="125" h="310" extrusionOk="0">
                  <a:moveTo>
                    <a:pt x="42" y="0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124" y="289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1" name="Google Shape;561;p27">
              <a:extLst>
                <a:ext uri="{FF2B5EF4-FFF2-40B4-BE49-F238E27FC236}">
                  <a16:creationId xmlns:a16="http://schemas.microsoft.com/office/drawing/2014/main" id="{059F3F4D-BD44-4E14-8AF7-48D2F7980237}"/>
                </a:ext>
              </a:extLst>
            </p:cNvPr>
            <p:cNvSpPr/>
            <p:nvPr/>
          </p:nvSpPr>
          <p:spPr>
            <a:xfrm>
              <a:off x="6226550" y="5022250"/>
              <a:ext cx="3125" cy="7750"/>
            </a:xfrm>
            <a:custGeom>
              <a:avLst/>
              <a:gdLst/>
              <a:ahLst/>
              <a:cxnLst/>
              <a:rect l="l" t="t" r="r" b="b"/>
              <a:pathLst>
                <a:path w="125" h="310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0" y="310"/>
                  </a:lnTo>
                  <a:lnTo>
                    <a:pt x="0" y="310"/>
                  </a:lnTo>
                  <a:lnTo>
                    <a:pt x="124" y="289"/>
                  </a:lnTo>
                  <a:lnTo>
                    <a:pt x="124" y="289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2" name="Google Shape;562;p27">
              <a:extLst>
                <a:ext uri="{FF2B5EF4-FFF2-40B4-BE49-F238E27FC236}">
                  <a16:creationId xmlns:a16="http://schemas.microsoft.com/office/drawing/2014/main" id="{3C250ABA-D843-2DB2-19AE-4DB26583E0AA}"/>
                </a:ext>
              </a:extLst>
            </p:cNvPr>
            <p:cNvSpPr/>
            <p:nvPr/>
          </p:nvSpPr>
          <p:spPr>
            <a:xfrm>
              <a:off x="6182175" y="5022250"/>
              <a:ext cx="4150" cy="11875"/>
            </a:xfrm>
            <a:custGeom>
              <a:avLst/>
              <a:gdLst/>
              <a:ahLst/>
              <a:cxnLst/>
              <a:rect l="l" t="t" r="r" b="b"/>
              <a:pathLst>
                <a:path w="166" h="475" extrusionOk="0">
                  <a:moveTo>
                    <a:pt x="62" y="0"/>
                  </a:moveTo>
                  <a:lnTo>
                    <a:pt x="42" y="186"/>
                  </a:lnTo>
                  <a:lnTo>
                    <a:pt x="0" y="475"/>
                  </a:lnTo>
                  <a:lnTo>
                    <a:pt x="165" y="454"/>
                  </a:lnTo>
                  <a:lnTo>
                    <a:pt x="124" y="165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3" name="Google Shape;563;p27">
              <a:extLst>
                <a:ext uri="{FF2B5EF4-FFF2-40B4-BE49-F238E27FC236}">
                  <a16:creationId xmlns:a16="http://schemas.microsoft.com/office/drawing/2014/main" id="{B6CB2629-DD4C-FBFD-6AF2-B9EB0992BB51}"/>
                </a:ext>
              </a:extLst>
            </p:cNvPr>
            <p:cNvSpPr/>
            <p:nvPr/>
          </p:nvSpPr>
          <p:spPr>
            <a:xfrm>
              <a:off x="6182175" y="5022250"/>
              <a:ext cx="4150" cy="11875"/>
            </a:xfrm>
            <a:custGeom>
              <a:avLst/>
              <a:gdLst/>
              <a:ahLst/>
              <a:cxnLst/>
              <a:rect l="l" t="t" r="r" b="b"/>
              <a:pathLst>
                <a:path w="166" h="475" fill="none" extrusionOk="0">
                  <a:moveTo>
                    <a:pt x="103" y="0"/>
                  </a:moveTo>
                  <a:lnTo>
                    <a:pt x="103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42" y="186"/>
                  </a:lnTo>
                  <a:lnTo>
                    <a:pt x="0" y="475"/>
                  </a:lnTo>
                  <a:lnTo>
                    <a:pt x="0" y="475"/>
                  </a:lnTo>
                  <a:lnTo>
                    <a:pt x="165" y="454"/>
                  </a:lnTo>
                  <a:lnTo>
                    <a:pt x="165" y="454"/>
                  </a:lnTo>
                  <a:lnTo>
                    <a:pt x="124" y="165"/>
                  </a:lnTo>
                  <a:lnTo>
                    <a:pt x="10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4" name="Google Shape;564;p27">
              <a:extLst>
                <a:ext uri="{FF2B5EF4-FFF2-40B4-BE49-F238E27FC236}">
                  <a16:creationId xmlns:a16="http://schemas.microsoft.com/office/drawing/2014/main" id="{AC63A570-8D8F-8096-7163-8A25DF4684BF}"/>
                </a:ext>
              </a:extLst>
            </p:cNvPr>
            <p:cNvSpPr/>
            <p:nvPr/>
          </p:nvSpPr>
          <p:spPr>
            <a:xfrm>
              <a:off x="6324600" y="5021725"/>
              <a:ext cx="1575" cy="1575"/>
            </a:xfrm>
            <a:custGeom>
              <a:avLst/>
              <a:gdLst/>
              <a:ahLst/>
              <a:cxnLst/>
              <a:rect l="l" t="t" r="r" b="b"/>
              <a:pathLst>
                <a:path w="63" h="63" extrusionOk="0">
                  <a:moveTo>
                    <a:pt x="21" y="0"/>
                  </a:moveTo>
                  <a:lnTo>
                    <a:pt x="0" y="62"/>
                  </a:lnTo>
                  <a:lnTo>
                    <a:pt x="0" y="62"/>
                  </a:lnTo>
                  <a:lnTo>
                    <a:pt x="62" y="4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5" name="Google Shape;565;p27">
              <a:extLst>
                <a:ext uri="{FF2B5EF4-FFF2-40B4-BE49-F238E27FC236}">
                  <a16:creationId xmlns:a16="http://schemas.microsoft.com/office/drawing/2014/main" id="{074F630A-5964-112C-AD07-898E40DEF717}"/>
                </a:ext>
              </a:extLst>
            </p:cNvPr>
            <p:cNvSpPr/>
            <p:nvPr/>
          </p:nvSpPr>
          <p:spPr>
            <a:xfrm>
              <a:off x="6324600" y="5021725"/>
              <a:ext cx="1575" cy="1575"/>
            </a:xfrm>
            <a:custGeom>
              <a:avLst/>
              <a:gdLst/>
              <a:ahLst/>
              <a:cxnLst/>
              <a:rect l="l" t="t" r="r" b="b"/>
              <a:pathLst>
                <a:path w="63" h="63" fill="none" extrusionOk="0">
                  <a:moveTo>
                    <a:pt x="42" y="0"/>
                  </a:moveTo>
                  <a:lnTo>
                    <a:pt x="42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62" y="42"/>
                  </a:lnTo>
                  <a:lnTo>
                    <a:pt x="62" y="42"/>
                  </a:lnTo>
                  <a:lnTo>
                    <a:pt x="4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6" name="Google Shape;566;p27">
              <a:extLst>
                <a:ext uri="{FF2B5EF4-FFF2-40B4-BE49-F238E27FC236}">
                  <a16:creationId xmlns:a16="http://schemas.microsoft.com/office/drawing/2014/main" id="{4B6329FE-7DB4-CACC-1D18-B7A2AAF61BEC}"/>
                </a:ext>
              </a:extLst>
            </p:cNvPr>
            <p:cNvSpPr/>
            <p:nvPr/>
          </p:nvSpPr>
          <p:spPr>
            <a:xfrm>
              <a:off x="6280225" y="5022250"/>
              <a:ext cx="2075" cy="3625"/>
            </a:xfrm>
            <a:custGeom>
              <a:avLst/>
              <a:gdLst/>
              <a:ahLst/>
              <a:cxnLst/>
              <a:rect l="l" t="t" r="r" b="b"/>
              <a:pathLst>
                <a:path w="83" h="145" extrusionOk="0">
                  <a:moveTo>
                    <a:pt x="21" y="0"/>
                  </a:moveTo>
                  <a:lnTo>
                    <a:pt x="0" y="145"/>
                  </a:lnTo>
                  <a:lnTo>
                    <a:pt x="0" y="145"/>
                  </a:lnTo>
                  <a:lnTo>
                    <a:pt x="83" y="124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7" name="Google Shape;567;p27">
              <a:extLst>
                <a:ext uri="{FF2B5EF4-FFF2-40B4-BE49-F238E27FC236}">
                  <a16:creationId xmlns:a16="http://schemas.microsoft.com/office/drawing/2014/main" id="{3A7BC5BA-E438-B69B-FCAF-FD998B88325A}"/>
                </a:ext>
              </a:extLst>
            </p:cNvPr>
            <p:cNvSpPr/>
            <p:nvPr/>
          </p:nvSpPr>
          <p:spPr>
            <a:xfrm>
              <a:off x="6280225" y="5022250"/>
              <a:ext cx="2075" cy="3625"/>
            </a:xfrm>
            <a:custGeom>
              <a:avLst/>
              <a:gdLst/>
              <a:ahLst/>
              <a:cxnLst/>
              <a:rect l="l" t="t" r="r" b="b"/>
              <a:pathLst>
                <a:path w="83" h="145" fill="none" extrusionOk="0">
                  <a:moveTo>
                    <a:pt x="62" y="0"/>
                  </a:moveTo>
                  <a:lnTo>
                    <a:pt x="62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83" y="124"/>
                  </a:lnTo>
                  <a:lnTo>
                    <a:pt x="83" y="124"/>
                  </a:lnTo>
                  <a:lnTo>
                    <a:pt x="6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8" name="Google Shape;568;p27">
              <a:extLst>
                <a:ext uri="{FF2B5EF4-FFF2-40B4-BE49-F238E27FC236}">
                  <a16:creationId xmlns:a16="http://schemas.microsoft.com/office/drawing/2014/main" id="{F84AC4A0-9416-FF6A-AF45-D32B64019578}"/>
                </a:ext>
              </a:extLst>
            </p:cNvPr>
            <p:cNvSpPr/>
            <p:nvPr/>
          </p:nvSpPr>
          <p:spPr>
            <a:xfrm>
              <a:off x="6377750" y="5021200"/>
              <a:ext cx="525" cy="25"/>
            </a:xfrm>
            <a:custGeom>
              <a:avLst/>
              <a:gdLst/>
              <a:ahLst/>
              <a:cxnLst/>
              <a:rect l="l" t="t" r="r" b="b"/>
              <a:pathLst>
                <a:path w="21" h="1" extrusionOk="0">
                  <a:moveTo>
                    <a:pt x="21" y="1"/>
                  </a:moveTo>
                  <a:lnTo>
                    <a:pt x="2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21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9" name="Google Shape;569;p27">
              <a:extLst>
                <a:ext uri="{FF2B5EF4-FFF2-40B4-BE49-F238E27FC236}">
                  <a16:creationId xmlns:a16="http://schemas.microsoft.com/office/drawing/2014/main" id="{F8F8BF6C-8BE6-CED5-92BC-0B1B3C0B4EE5}"/>
                </a:ext>
              </a:extLst>
            </p:cNvPr>
            <p:cNvSpPr/>
            <p:nvPr/>
          </p:nvSpPr>
          <p:spPr>
            <a:xfrm>
              <a:off x="6377750" y="5021200"/>
              <a:ext cx="525" cy="25"/>
            </a:xfrm>
            <a:custGeom>
              <a:avLst/>
              <a:gdLst/>
              <a:ahLst/>
              <a:cxnLst/>
              <a:rect l="l" t="t" r="r" b="b"/>
              <a:pathLst>
                <a:path w="21" h="1" fill="none" extrusionOk="0">
                  <a:moveTo>
                    <a:pt x="21" y="1"/>
                  </a:moveTo>
                  <a:lnTo>
                    <a:pt x="2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0" name="Google Shape;570;p27">
              <a:extLst>
                <a:ext uri="{FF2B5EF4-FFF2-40B4-BE49-F238E27FC236}">
                  <a16:creationId xmlns:a16="http://schemas.microsoft.com/office/drawing/2014/main" id="{4978B0DF-398B-279F-9E10-7E17E99D7B8D}"/>
                </a:ext>
              </a:extLst>
            </p:cNvPr>
            <p:cNvSpPr/>
            <p:nvPr/>
          </p:nvSpPr>
          <p:spPr>
            <a:xfrm>
              <a:off x="5664600" y="5019150"/>
              <a:ext cx="717825" cy="3625"/>
            </a:xfrm>
            <a:custGeom>
              <a:avLst/>
              <a:gdLst/>
              <a:ahLst/>
              <a:cxnLst/>
              <a:rect l="l" t="t" r="r" b="b"/>
              <a:pathLst>
                <a:path w="28713" h="145" extrusionOk="0">
                  <a:moveTo>
                    <a:pt x="0" y="0"/>
                  </a:moveTo>
                  <a:lnTo>
                    <a:pt x="124" y="21"/>
                  </a:lnTo>
                  <a:lnTo>
                    <a:pt x="2002" y="62"/>
                  </a:lnTo>
                  <a:lnTo>
                    <a:pt x="5264" y="103"/>
                  </a:lnTo>
                  <a:lnTo>
                    <a:pt x="7039" y="103"/>
                  </a:lnTo>
                  <a:lnTo>
                    <a:pt x="7059" y="124"/>
                  </a:lnTo>
                  <a:lnTo>
                    <a:pt x="13066" y="124"/>
                  </a:lnTo>
                  <a:lnTo>
                    <a:pt x="14779" y="145"/>
                  </a:lnTo>
                  <a:lnTo>
                    <a:pt x="16926" y="145"/>
                  </a:lnTo>
                  <a:lnTo>
                    <a:pt x="18660" y="124"/>
                  </a:lnTo>
                  <a:lnTo>
                    <a:pt x="24687" y="124"/>
                  </a:lnTo>
                  <a:lnTo>
                    <a:pt x="26421" y="103"/>
                  </a:lnTo>
                  <a:lnTo>
                    <a:pt x="26442" y="103"/>
                  </a:lnTo>
                  <a:lnTo>
                    <a:pt x="28712" y="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1" name="Google Shape;571;p27">
              <a:extLst>
                <a:ext uri="{FF2B5EF4-FFF2-40B4-BE49-F238E27FC236}">
                  <a16:creationId xmlns:a16="http://schemas.microsoft.com/office/drawing/2014/main" id="{DF01098C-3DCB-B103-1CF4-34A213B92A3C}"/>
                </a:ext>
              </a:extLst>
            </p:cNvPr>
            <p:cNvSpPr/>
            <p:nvPr/>
          </p:nvSpPr>
          <p:spPr>
            <a:xfrm>
              <a:off x="5664600" y="5019150"/>
              <a:ext cx="717825" cy="3625"/>
            </a:xfrm>
            <a:custGeom>
              <a:avLst/>
              <a:gdLst/>
              <a:ahLst/>
              <a:cxnLst/>
              <a:rect l="l" t="t" r="r" b="b"/>
              <a:pathLst>
                <a:path w="28713" h="14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124" y="21"/>
                  </a:lnTo>
                  <a:lnTo>
                    <a:pt x="124" y="21"/>
                  </a:lnTo>
                  <a:lnTo>
                    <a:pt x="2002" y="62"/>
                  </a:lnTo>
                  <a:lnTo>
                    <a:pt x="5264" y="103"/>
                  </a:lnTo>
                  <a:lnTo>
                    <a:pt x="5264" y="103"/>
                  </a:lnTo>
                  <a:lnTo>
                    <a:pt x="5305" y="103"/>
                  </a:lnTo>
                  <a:lnTo>
                    <a:pt x="5305" y="103"/>
                  </a:lnTo>
                  <a:lnTo>
                    <a:pt x="7039" y="103"/>
                  </a:lnTo>
                  <a:lnTo>
                    <a:pt x="7039" y="103"/>
                  </a:lnTo>
                  <a:lnTo>
                    <a:pt x="7059" y="124"/>
                  </a:lnTo>
                  <a:lnTo>
                    <a:pt x="7059" y="124"/>
                  </a:lnTo>
                  <a:lnTo>
                    <a:pt x="9144" y="124"/>
                  </a:lnTo>
                  <a:lnTo>
                    <a:pt x="9144" y="124"/>
                  </a:lnTo>
                  <a:lnTo>
                    <a:pt x="9185" y="124"/>
                  </a:lnTo>
                  <a:lnTo>
                    <a:pt x="9185" y="124"/>
                  </a:lnTo>
                  <a:lnTo>
                    <a:pt x="10899" y="124"/>
                  </a:lnTo>
                  <a:lnTo>
                    <a:pt x="10899" y="124"/>
                  </a:lnTo>
                  <a:lnTo>
                    <a:pt x="10940" y="124"/>
                  </a:lnTo>
                  <a:lnTo>
                    <a:pt x="10940" y="124"/>
                  </a:lnTo>
                  <a:lnTo>
                    <a:pt x="13004" y="124"/>
                  </a:lnTo>
                  <a:lnTo>
                    <a:pt x="13004" y="124"/>
                  </a:lnTo>
                  <a:lnTo>
                    <a:pt x="13066" y="124"/>
                  </a:lnTo>
                  <a:lnTo>
                    <a:pt x="13066" y="124"/>
                  </a:lnTo>
                  <a:lnTo>
                    <a:pt x="14779" y="145"/>
                  </a:lnTo>
                  <a:lnTo>
                    <a:pt x="14779" y="145"/>
                  </a:lnTo>
                  <a:lnTo>
                    <a:pt x="14821" y="145"/>
                  </a:lnTo>
                  <a:lnTo>
                    <a:pt x="14821" y="145"/>
                  </a:lnTo>
                  <a:lnTo>
                    <a:pt x="16018" y="145"/>
                  </a:lnTo>
                  <a:lnTo>
                    <a:pt x="16018" y="145"/>
                  </a:lnTo>
                  <a:lnTo>
                    <a:pt x="16885" y="145"/>
                  </a:lnTo>
                  <a:lnTo>
                    <a:pt x="16885" y="145"/>
                  </a:lnTo>
                  <a:lnTo>
                    <a:pt x="16926" y="145"/>
                  </a:lnTo>
                  <a:lnTo>
                    <a:pt x="16926" y="145"/>
                  </a:lnTo>
                  <a:lnTo>
                    <a:pt x="18660" y="124"/>
                  </a:lnTo>
                  <a:lnTo>
                    <a:pt x="18660" y="124"/>
                  </a:lnTo>
                  <a:lnTo>
                    <a:pt x="18701" y="124"/>
                  </a:lnTo>
                  <a:lnTo>
                    <a:pt x="18701" y="124"/>
                  </a:lnTo>
                  <a:lnTo>
                    <a:pt x="20765" y="124"/>
                  </a:lnTo>
                  <a:lnTo>
                    <a:pt x="20765" y="124"/>
                  </a:lnTo>
                  <a:lnTo>
                    <a:pt x="20806" y="124"/>
                  </a:lnTo>
                  <a:lnTo>
                    <a:pt x="20806" y="124"/>
                  </a:lnTo>
                  <a:lnTo>
                    <a:pt x="22520" y="124"/>
                  </a:lnTo>
                  <a:lnTo>
                    <a:pt x="22520" y="124"/>
                  </a:lnTo>
                  <a:lnTo>
                    <a:pt x="22561" y="124"/>
                  </a:lnTo>
                  <a:lnTo>
                    <a:pt x="22561" y="124"/>
                  </a:lnTo>
                  <a:lnTo>
                    <a:pt x="24646" y="124"/>
                  </a:lnTo>
                  <a:lnTo>
                    <a:pt x="24646" y="124"/>
                  </a:lnTo>
                  <a:lnTo>
                    <a:pt x="24687" y="124"/>
                  </a:lnTo>
                  <a:lnTo>
                    <a:pt x="24687" y="124"/>
                  </a:lnTo>
                  <a:lnTo>
                    <a:pt x="26421" y="103"/>
                  </a:lnTo>
                  <a:lnTo>
                    <a:pt x="26421" y="103"/>
                  </a:lnTo>
                  <a:lnTo>
                    <a:pt x="26442" y="103"/>
                  </a:lnTo>
                  <a:lnTo>
                    <a:pt x="26442" y="103"/>
                  </a:lnTo>
                  <a:lnTo>
                    <a:pt x="28712" y="83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2" name="Google Shape;572;p27">
              <a:extLst>
                <a:ext uri="{FF2B5EF4-FFF2-40B4-BE49-F238E27FC236}">
                  <a16:creationId xmlns:a16="http://schemas.microsoft.com/office/drawing/2014/main" id="{B98CDA67-D6FA-453A-4329-18FF4497CCFF}"/>
                </a:ext>
              </a:extLst>
            </p:cNvPr>
            <p:cNvSpPr/>
            <p:nvPr/>
          </p:nvSpPr>
          <p:spPr>
            <a:xfrm>
              <a:off x="6388075" y="5021200"/>
              <a:ext cx="22200" cy="25"/>
            </a:xfrm>
            <a:custGeom>
              <a:avLst/>
              <a:gdLst/>
              <a:ahLst/>
              <a:cxnLst/>
              <a:rect l="l" t="t" r="r" b="b"/>
              <a:pathLst>
                <a:path w="888" h="1" extrusionOk="0">
                  <a:moveTo>
                    <a:pt x="289" y="1"/>
                  </a:moveTo>
                  <a:lnTo>
                    <a:pt x="289" y="1"/>
                  </a:lnTo>
                  <a:lnTo>
                    <a:pt x="0" y="1"/>
                  </a:lnTo>
                  <a:lnTo>
                    <a:pt x="888" y="1"/>
                  </a:lnTo>
                  <a:lnTo>
                    <a:pt x="888" y="1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B250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3" name="Google Shape;573;p27">
              <a:extLst>
                <a:ext uri="{FF2B5EF4-FFF2-40B4-BE49-F238E27FC236}">
                  <a16:creationId xmlns:a16="http://schemas.microsoft.com/office/drawing/2014/main" id="{1F4F01DA-B855-BAC3-957A-462A66B35CE4}"/>
                </a:ext>
              </a:extLst>
            </p:cNvPr>
            <p:cNvSpPr/>
            <p:nvPr/>
          </p:nvSpPr>
          <p:spPr>
            <a:xfrm>
              <a:off x="6388075" y="5021200"/>
              <a:ext cx="22200" cy="25"/>
            </a:xfrm>
            <a:custGeom>
              <a:avLst/>
              <a:gdLst/>
              <a:ahLst/>
              <a:cxnLst/>
              <a:rect l="l" t="t" r="r" b="b"/>
              <a:pathLst>
                <a:path w="888" h="1" fill="none" extrusionOk="0">
                  <a:moveTo>
                    <a:pt x="289" y="1"/>
                  </a:moveTo>
                  <a:lnTo>
                    <a:pt x="289" y="1"/>
                  </a:lnTo>
                  <a:lnTo>
                    <a:pt x="0" y="1"/>
                  </a:lnTo>
                  <a:lnTo>
                    <a:pt x="888" y="1"/>
                  </a:lnTo>
                  <a:lnTo>
                    <a:pt x="888" y="1"/>
                  </a:lnTo>
                  <a:lnTo>
                    <a:pt x="28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4" name="Google Shape;574;p27">
              <a:extLst>
                <a:ext uri="{FF2B5EF4-FFF2-40B4-BE49-F238E27FC236}">
                  <a16:creationId xmlns:a16="http://schemas.microsoft.com/office/drawing/2014/main" id="{1D80A7A8-54A8-7051-6654-87DC8978B31B}"/>
                </a:ext>
              </a:extLst>
            </p:cNvPr>
            <p:cNvSpPr/>
            <p:nvPr/>
          </p:nvSpPr>
          <p:spPr>
            <a:xfrm>
              <a:off x="5673375" y="4873625"/>
              <a:ext cx="721950" cy="30475"/>
            </a:xfrm>
            <a:custGeom>
              <a:avLst/>
              <a:gdLst/>
              <a:ahLst/>
              <a:cxnLst/>
              <a:rect l="l" t="t" r="r" b="b"/>
              <a:pathLst>
                <a:path w="28878" h="1219" extrusionOk="0">
                  <a:moveTo>
                    <a:pt x="27350" y="62"/>
                  </a:moveTo>
                  <a:lnTo>
                    <a:pt x="27350" y="104"/>
                  </a:lnTo>
                  <a:lnTo>
                    <a:pt x="28877" y="83"/>
                  </a:lnTo>
                  <a:lnTo>
                    <a:pt x="27350" y="62"/>
                  </a:lnTo>
                  <a:close/>
                  <a:moveTo>
                    <a:pt x="25575" y="62"/>
                  </a:moveTo>
                  <a:lnTo>
                    <a:pt x="25595" y="186"/>
                  </a:lnTo>
                  <a:lnTo>
                    <a:pt x="27288" y="104"/>
                  </a:lnTo>
                  <a:lnTo>
                    <a:pt x="27288" y="62"/>
                  </a:lnTo>
                  <a:close/>
                  <a:moveTo>
                    <a:pt x="23469" y="62"/>
                  </a:moveTo>
                  <a:lnTo>
                    <a:pt x="23490" y="331"/>
                  </a:lnTo>
                  <a:lnTo>
                    <a:pt x="25513" y="186"/>
                  </a:lnTo>
                  <a:lnTo>
                    <a:pt x="25533" y="62"/>
                  </a:lnTo>
                  <a:close/>
                  <a:moveTo>
                    <a:pt x="0" y="0"/>
                  </a:moveTo>
                  <a:lnTo>
                    <a:pt x="165" y="42"/>
                  </a:lnTo>
                  <a:lnTo>
                    <a:pt x="186" y="21"/>
                  </a:lnTo>
                  <a:lnTo>
                    <a:pt x="206" y="62"/>
                  </a:lnTo>
                  <a:lnTo>
                    <a:pt x="1218" y="269"/>
                  </a:lnTo>
                  <a:lnTo>
                    <a:pt x="2229" y="475"/>
                  </a:lnTo>
                  <a:lnTo>
                    <a:pt x="2250" y="166"/>
                  </a:lnTo>
                  <a:lnTo>
                    <a:pt x="2291" y="21"/>
                  </a:lnTo>
                  <a:lnTo>
                    <a:pt x="0" y="0"/>
                  </a:lnTo>
                  <a:close/>
                  <a:moveTo>
                    <a:pt x="21694" y="62"/>
                  </a:moveTo>
                  <a:lnTo>
                    <a:pt x="21715" y="207"/>
                  </a:lnTo>
                  <a:lnTo>
                    <a:pt x="21756" y="475"/>
                  </a:lnTo>
                  <a:lnTo>
                    <a:pt x="23387" y="351"/>
                  </a:lnTo>
                  <a:lnTo>
                    <a:pt x="23407" y="62"/>
                  </a:lnTo>
                  <a:close/>
                  <a:moveTo>
                    <a:pt x="19589" y="42"/>
                  </a:moveTo>
                  <a:lnTo>
                    <a:pt x="19609" y="269"/>
                  </a:lnTo>
                  <a:lnTo>
                    <a:pt x="19650" y="682"/>
                  </a:lnTo>
                  <a:lnTo>
                    <a:pt x="21591" y="496"/>
                  </a:lnTo>
                  <a:lnTo>
                    <a:pt x="21632" y="227"/>
                  </a:lnTo>
                  <a:lnTo>
                    <a:pt x="21653" y="62"/>
                  </a:lnTo>
                  <a:lnTo>
                    <a:pt x="19589" y="42"/>
                  </a:lnTo>
                  <a:close/>
                  <a:moveTo>
                    <a:pt x="2312" y="21"/>
                  </a:moveTo>
                  <a:lnTo>
                    <a:pt x="2332" y="186"/>
                  </a:lnTo>
                  <a:lnTo>
                    <a:pt x="2374" y="496"/>
                  </a:lnTo>
                  <a:lnTo>
                    <a:pt x="3158" y="640"/>
                  </a:lnTo>
                  <a:lnTo>
                    <a:pt x="3963" y="764"/>
                  </a:lnTo>
                  <a:lnTo>
                    <a:pt x="4004" y="289"/>
                  </a:lnTo>
                  <a:lnTo>
                    <a:pt x="4046" y="42"/>
                  </a:lnTo>
                  <a:lnTo>
                    <a:pt x="2312" y="21"/>
                  </a:lnTo>
                  <a:close/>
                  <a:moveTo>
                    <a:pt x="19341" y="42"/>
                  </a:moveTo>
                  <a:lnTo>
                    <a:pt x="17813" y="62"/>
                  </a:lnTo>
                  <a:lnTo>
                    <a:pt x="17855" y="331"/>
                  </a:lnTo>
                  <a:lnTo>
                    <a:pt x="17896" y="826"/>
                  </a:lnTo>
                  <a:lnTo>
                    <a:pt x="19485" y="682"/>
                  </a:lnTo>
                  <a:lnTo>
                    <a:pt x="19506" y="269"/>
                  </a:lnTo>
                  <a:lnTo>
                    <a:pt x="19547" y="42"/>
                  </a:lnTo>
                  <a:close/>
                  <a:moveTo>
                    <a:pt x="4087" y="42"/>
                  </a:moveTo>
                  <a:lnTo>
                    <a:pt x="4108" y="289"/>
                  </a:lnTo>
                  <a:lnTo>
                    <a:pt x="4149" y="785"/>
                  </a:lnTo>
                  <a:lnTo>
                    <a:pt x="5098" y="909"/>
                  </a:lnTo>
                  <a:lnTo>
                    <a:pt x="6069" y="991"/>
                  </a:lnTo>
                  <a:lnTo>
                    <a:pt x="6110" y="372"/>
                  </a:lnTo>
                  <a:lnTo>
                    <a:pt x="6130" y="166"/>
                  </a:lnTo>
                  <a:lnTo>
                    <a:pt x="6151" y="42"/>
                  </a:lnTo>
                  <a:close/>
                  <a:moveTo>
                    <a:pt x="15708" y="62"/>
                  </a:moveTo>
                  <a:lnTo>
                    <a:pt x="15749" y="393"/>
                  </a:lnTo>
                  <a:lnTo>
                    <a:pt x="15791" y="1012"/>
                  </a:lnTo>
                  <a:lnTo>
                    <a:pt x="17710" y="847"/>
                  </a:lnTo>
                  <a:lnTo>
                    <a:pt x="17731" y="331"/>
                  </a:lnTo>
                  <a:lnTo>
                    <a:pt x="17772" y="62"/>
                  </a:lnTo>
                  <a:close/>
                  <a:moveTo>
                    <a:pt x="13954" y="62"/>
                  </a:moveTo>
                  <a:lnTo>
                    <a:pt x="13974" y="207"/>
                  </a:lnTo>
                  <a:lnTo>
                    <a:pt x="13995" y="434"/>
                  </a:lnTo>
                  <a:lnTo>
                    <a:pt x="14036" y="1115"/>
                  </a:lnTo>
                  <a:lnTo>
                    <a:pt x="14841" y="1074"/>
                  </a:lnTo>
                  <a:lnTo>
                    <a:pt x="15584" y="1032"/>
                  </a:lnTo>
                  <a:lnTo>
                    <a:pt x="15625" y="393"/>
                  </a:lnTo>
                  <a:lnTo>
                    <a:pt x="15667" y="62"/>
                  </a:lnTo>
                  <a:close/>
                  <a:moveTo>
                    <a:pt x="6192" y="42"/>
                  </a:moveTo>
                  <a:lnTo>
                    <a:pt x="6213" y="166"/>
                  </a:lnTo>
                  <a:lnTo>
                    <a:pt x="6234" y="372"/>
                  </a:lnTo>
                  <a:lnTo>
                    <a:pt x="6275" y="1012"/>
                  </a:lnTo>
                  <a:lnTo>
                    <a:pt x="7059" y="1074"/>
                  </a:lnTo>
                  <a:lnTo>
                    <a:pt x="7823" y="1136"/>
                  </a:lnTo>
                  <a:lnTo>
                    <a:pt x="7864" y="434"/>
                  </a:lnTo>
                  <a:lnTo>
                    <a:pt x="7885" y="186"/>
                  </a:lnTo>
                  <a:lnTo>
                    <a:pt x="7906" y="42"/>
                  </a:lnTo>
                  <a:close/>
                  <a:moveTo>
                    <a:pt x="7968" y="62"/>
                  </a:moveTo>
                  <a:lnTo>
                    <a:pt x="7988" y="186"/>
                  </a:lnTo>
                  <a:lnTo>
                    <a:pt x="8009" y="434"/>
                  </a:lnTo>
                  <a:lnTo>
                    <a:pt x="8050" y="1136"/>
                  </a:lnTo>
                  <a:lnTo>
                    <a:pt x="9000" y="1177"/>
                  </a:lnTo>
                  <a:lnTo>
                    <a:pt x="9928" y="1198"/>
                  </a:lnTo>
                  <a:lnTo>
                    <a:pt x="9970" y="454"/>
                  </a:lnTo>
                  <a:lnTo>
                    <a:pt x="9990" y="207"/>
                  </a:lnTo>
                  <a:lnTo>
                    <a:pt x="10032" y="62"/>
                  </a:lnTo>
                  <a:close/>
                  <a:moveTo>
                    <a:pt x="11827" y="62"/>
                  </a:moveTo>
                  <a:lnTo>
                    <a:pt x="11869" y="207"/>
                  </a:lnTo>
                  <a:lnTo>
                    <a:pt x="11889" y="454"/>
                  </a:lnTo>
                  <a:lnTo>
                    <a:pt x="11910" y="1198"/>
                  </a:lnTo>
                  <a:lnTo>
                    <a:pt x="12860" y="1177"/>
                  </a:lnTo>
                  <a:lnTo>
                    <a:pt x="13809" y="1136"/>
                  </a:lnTo>
                  <a:lnTo>
                    <a:pt x="13850" y="434"/>
                  </a:lnTo>
                  <a:lnTo>
                    <a:pt x="13871" y="207"/>
                  </a:lnTo>
                  <a:lnTo>
                    <a:pt x="13892" y="62"/>
                  </a:lnTo>
                  <a:close/>
                  <a:moveTo>
                    <a:pt x="10073" y="62"/>
                  </a:moveTo>
                  <a:lnTo>
                    <a:pt x="10094" y="207"/>
                  </a:lnTo>
                  <a:lnTo>
                    <a:pt x="10114" y="454"/>
                  </a:lnTo>
                  <a:lnTo>
                    <a:pt x="10156" y="1218"/>
                  </a:lnTo>
                  <a:lnTo>
                    <a:pt x="10816" y="1218"/>
                  </a:lnTo>
                  <a:lnTo>
                    <a:pt x="11704" y="1198"/>
                  </a:lnTo>
                  <a:lnTo>
                    <a:pt x="11745" y="454"/>
                  </a:lnTo>
                  <a:lnTo>
                    <a:pt x="11766" y="207"/>
                  </a:lnTo>
                  <a:lnTo>
                    <a:pt x="11786" y="62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5" name="Google Shape;575;p27">
              <a:extLst>
                <a:ext uri="{FF2B5EF4-FFF2-40B4-BE49-F238E27FC236}">
                  <a16:creationId xmlns:a16="http://schemas.microsoft.com/office/drawing/2014/main" id="{A420FEE3-7915-D82B-C72E-C60F8D559931}"/>
                </a:ext>
              </a:extLst>
            </p:cNvPr>
            <p:cNvSpPr/>
            <p:nvPr/>
          </p:nvSpPr>
          <p:spPr>
            <a:xfrm>
              <a:off x="6357100" y="4875175"/>
              <a:ext cx="38225" cy="1050"/>
            </a:xfrm>
            <a:custGeom>
              <a:avLst/>
              <a:gdLst/>
              <a:ahLst/>
              <a:cxnLst/>
              <a:rect l="l" t="t" r="r" b="b"/>
              <a:pathLst>
                <a:path w="1529" h="42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42"/>
                  </a:lnTo>
                  <a:lnTo>
                    <a:pt x="1" y="42"/>
                  </a:lnTo>
                  <a:lnTo>
                    <a:pt x="1528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6" name="Google Shape;576;p27">
              <a:extLst>
                <a:ext uri="{FF2B5EF4-FFF2-40B4-BE49-F238E27FC236}">
                  <a16:creationId xmlns:a16="http://schemas.microsoft.com/office/drawing/2014/main" id="{BEFDD739-A627-435A-45AB-0E4B3E41A3E0}"/>
                </a:ext>
              </a:extLst>
            </p:cNvPr>
            <p:cNvSpPr/>
            <p:nvPr/>
          </p:nvSpPr>
          <p:spPr>
            <a:xfrm>
              <a:off x="6312725" y="4875175"/>
              <a:ext cx="42850" cy="3125"/>
            </a:xfrm>
            <a:custGeom>
              <a:avLst/>
              <a:gdLst/>
              <a:ahLst/>
              <a:cxnLst/>
              <a:rect l="l" t="t" r="r" b="b"/>
              <a:pathLst>
                <a:path w="1714" h="125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124"/>
                  </a:lnTo>
                  <a:lnTo>
                    <a:pt x="21" y="124"/>
                  </a:lnTo>
                  <a:lnTo>
                    <a:pt x="1714" y="42"/>
                  </a:lnTo>
                  <a:lnTo>
                    <a:pt x="1714" y="42"/>
                  </a:lnTo>
                  <a:lnTo>
                    <a:pt x="1714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7" name="Google Shape;577;p27">
              <a:extLst>
                <a:ext uri="{FF2B5EF4-FFF2-40B4-BE49-F238E27FC236}">
                  <a16:creationId xmlns:a16="http://schemas.microsoft.com/office/drawing/2014/main" id="{37B985BC-B203-5653-D123-1E199F6119C2}"/>
                </a:ext>
              </a:extLst>
            </p:cNvPr>
            <p:cNvSpPr/>
            <p:nvPr/>
          </p:nvSpPr>
          <p:spPr>
            <a:xfrm>
              <a:off x="6260100" y="4875175"/>
              <a:ext cx="51625" cy="6725"/>
            </a:xfrm>
            <a:custGeom>
              <a:avLst/>
              <a:gdLst/>
              <a:ahLst/>
              <a:cxnLst/>
              <a:rect l="l" t="t" r="r" b="b"/>
              <a:pathLst>
                <a:path w="2065" h="26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269"/>
                  </a:lnTo>
                  <a:lnTo>
                    <a:pt x="21" y="269"/>
                  </a:lnTo>
                  <a:lnTo>
                    <a:pt x="2044" y="124"/>
                  </a:lnTo>
                  <a:lnTo>
                    <a:pt x="2044" y="124"/>
                  </a:lnTo>
                  <a:lnTo>
                    <a:pt x="2064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8" name="Google Shape;578;p27">
              <a:extLst>
                <a:ext uri="{FF2B5EF4-FFF2-40B4-BE49-F238E27FC236}">
                  <a16:creationId xmlns:a16="http://schemas.microsoft.com/office/drawing/2014/main" id="{28B39B8E-C2B9-31F9-FE2A-578277DA6396}"/>
                </a:ext>
              </a:extLst>
            </p:cNvPr>
            <p:cNvSpPr/>
            <p:nvPr/>
          </p:nvSpPr>
          <p:spPr>
            <a:xfrm>
              <a:off x="5969050" y="4875175"/>
              <a:ext cx="51625" cy="28400"/>
            </a:xfrm>
            <a:custGeom>
              <a:avLst/>
              <a:gdLst/>
              <a:ahLst/>
              <a:cxnLst/>
              <a:rect l="l" t="t" r="r" b="b"/>
              <a:pathLst>
                <a:path w="2065" h="1136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2" y="145"/>
                  </a:lnTo>
                  <a:lnTo>
                    <a:pt x="62" y="392"/>
                  </a:lnTo>
                  <a:lnTo>
                    <a:pt x="83" y="1136"/>
                  </a:lnTo>
                  <a:lnTo>
                    <a:pt x="83" y="1136"/>
                  </a:lnTo>
                  <a:lnTo>
                    <a:pt x="1033" y="1115"/>
                  </a:lnTo>
                  <a:lnTo>
                    <a:pt x="1982" y="1074"/>
                  </a:lnTo>
                  <a:lnTo>
                    <a:pt x="1982" y="1074"/>
                  </a:lnTo>
                  <a:lnTo>
                    <a:pt x="2023" y="372"/>
                  </a:lnTo>
                  <a:lnTo>
                    <a:pt x="2044" y="145"/>
                  </a:lnTo>
                  <a:lnTo>
                    <a:pt x="2065" y="0"/>
                  </a:lnTo>
                  <a:lnTo>
                    <a:pt x="2065" y="0"/>
                  </a:lnTo>
                  <a:lnTo>
                    <a:pt x="1260" y="0"/>
                  </a:lnTo>
                  <a:lnTo>
                    <a:pt x="126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9" name="Google Shape;579;p27">
              <a:extLst>
                <a:ext uri="{FF2B5EF4-FFF2-40B4-BE49-F238E27FC236}">
                  <a16:creationId xmlns:a16="http://schemas.microsoft.com/office/drawing/2014/main" id="{ADEEFE7F-A14F-729E-5019-36FDC35B8A6C}"/>
                </a:ext>
              </a:extLst>
            </p:cNvPr>
            <p:cNvSpPr/>
            <p:nvPr/>
          </p:nvSpPr>
          <p:spPr>
            <a:xfrm>
              <a:off x="6022200" y="4875175"/>
              <a:ext cx="42850" cy="26325"/>
            </a:xfrm>
            <a:custGeom>
              <a:avLst/>
              <a:gdLst/>
              <a:ahLst/>
              <a:cxnLst/>
              <a:rect l="l" t="t" r="r" b="b"/>
              <a:pathLst>
                <a:path w="1714" h="1053" fill="none" extrusionOk="0">
                  <a:moveTo>
                    <a:pt x="1714" y="0"/>
                  </a:moveTo>
                  <a:lnTo>
                    <a:pt x="1714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1" y="145"/>
                  </a:lnTo>
                  <a:lnTo>
                    <a:pt x="42" y="372"/>
                  </a:lnTo>
                  <a:lnTo>
                    <a:pt x="83" y="1053"/>
                  </a:lnTo>
                  <a:lnTo>
                    <a:pt x="83" y="1053"/>
                  </a:lnTo>
                  <a:lnTo>
                    <a:pt x="888" y="1012"/>
                  </a:lnTo>
                  <a:lnTo>
                    <a:pt x="888" y="1012"/>
                  </a:lnTo>
                  <a:lnTo>
                    <a:pt x="1631" y="970"/>
                  </a:lnTo>
                  <a:lnTo>
                    <a:pt x="1631" y="970"/>
                  </a:lnTo>
                  <a:lnTo>
                    <a:pt x="1672" y="331"/>
                  </a:lnTo>
                  <a:lnTo>
                    <a:pt x="17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0" name="Google Shape;580;p27">
              <a:extLst>
                <a:ext uri="{FF2B5EF4-FFF2-40B4-BE49-F238E27FC236}">
                  <a16:creationId xmlns:a16="http://schemas.microsoft.com/office/drawing/2014/main" id="{10ACCD33-20FA-F59F-7938-CCC0C455DC35}"/>
                </a:ext>
              </a:extLst>
            </p:cNvPr>
            <p:cNvSpPr/>
            <p:nvPr/>
          </p:nvSpPr>
          <p:spPr>
            <a:xfrm>
              <a:off x="5925175" y="4875175"/>
              <a:ext cx="42875" cy="28925"/>
            </a:xfrm>
            <a:custGeom>
              <a:avLst/>
              <a:gdLst/>
              <a:ahLst/>
              <a:cxnLst/>
              <a:rect l="l" t="t" r="r" b="b"/>
              <a:pathLst>
                <a:path w="1715" h="1157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2" y="145"/>
                  </a:lnTo>
                  <a:lnTo>
                    <a:pt x="42" y="392"/>
                  </a:lnTo>
                  <a:lnTo>
                    <a:pt x="84" y="1156"/>
                  </a:lnTo>
                  <a:lnTo>
                    <a:pt x="84" y="1156"/>
                  </a:lnTo>
                  <a:lnTo>
                    <a:pt x="744" y="1156"/>
                  </a:lnTo>
                  <a:lnTo>
                    <a:pt x="744" y="1156"/>
                  </a:lnTo>
                  <a:lnTo>
                    <a:pt x="1632" y="1136"/>
                  </a:lnTo>
                  <a:lnTo>
                    <a:pt x="1632" y="1136"/>
                  </a:lnTo>
                  <a:lnTo>
                    <a:pt x="1673" y="392"/>
                  </a:lnTo>
                  <a:lnTo>
                    <a:pt x="1694" y="145"/>
                  </a:lnTo>
                  <a:lnTo>
                    <a:pt x="1714" y="0"/>
                  </a:lnTo>
                  <a:lnTo>
                    <a:pt x="1714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1" name="Google Shape;581;p27">
              <a:extLst>
                <a:ext uri="{FF2B5EF4-FFF2-40B4-BE49-F238E27FC236}">
                  <a16:creationId xmlns:a16="http://schemas.microsoft.com/office/drawing/2014/main" id="{187C9781-CE95-D5F5-B687-757CCD01F4BE}"/>
                </a:ext>
              </a:extLst>
            </p:cNvPr>
            <p:cNvSpPr/>
            <p:nvPr/>
          </p:nvSpPr>
          <p:spPr>
            <a:xfrm>
              <a:off x="6215700" y="4875175"/>
              <a:ext cx="42875" cy="10350"/>
            </a:xfrm>
            <a:custGeom>
              <a:avLst/>
              <a:gdLst/>
              <a:ahLst/>
              <a:cxnLst/>
              <a:rect l="l" t="t" r="r" b="b"/>
              <a:pathLst>
                <a:path w="1715" h="41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2" y="145"/>
                  </a:lnTo>
                  <a:lnTo>
                    <a:pt x="63" y="413"/>
                  </a:lnTo>
                  <a:lnTo>
                    <a:pt x="63" y="413"/>
                  </a:lnTo>
                  <a:lnTo>
                    <a:pt x="1694" y="289"/>
                  </a:lnTo>
                  <a:lnTo>
                    <a:pt x="1694" y="289"/>
                  </a:lnTo>
                  <a:lnTo>
                    <a:pt x="1714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2" name="Google Shape;582;p27">
              <a:extLst>
                <a:ext uri="{FF2B5EF4-FFF2-40B4-BE49-F238E27FC236}">
                  <a16:creationId xmlns:a16="http://schemas.microsoft.com/office/drawing/2014/main" id="{94CC29EF-DD01-11AC-A11D-28274DD804E0}"/>
                </a:ext>
              </a:extLst>
            </p:cNvPr>
            <p:cNvSpPr/>
            <p:nvPr/>
          </p:nvSpPr>
          <p:spPr>
            <a:xfrm>
              <a:off x="6066075" y="4875175"/>
              <a:ext cx="51625" cy="23750"/>
            </a:xfrm>
            <a:custGeom>
              <a:avLst/>
              <a:gdLst/>
              <a:ahLst/>
              <a:cxnLst/>
              <a:rect l="l" t="t" r="r" b="b"/>
              <a:pathLst>
                <a:path w="2065" h="950" fill="none" extrusionOk="0">
                  <a:moveTo>
                    <a:pt x="2064" y="0"/>
                  </a:moveTo>
                  <a:lnTo>
                    <a:pt x="2064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1" y="331"/>
                  </a:lnTo>
                  <a:lnTo>
                    <a:pt x="83" y="950"/>
                  </a:lnTo>
                  <a:lnTo>
                    <a:pt x="83" y="950"/>
                  </a:lnTo>
                  <a:lnTo>
                    <a:pt x="2002" y="785"/>
                  </a:lnTo>
                  <a:lnTo>
                    <a:pt x="2002" y="785"/>
                  </a:lnTo>
                  <a:lnTo>
                    <a:pt x="2023" y="269"/>
                  </a:lnTo>
                  <a:lnTo>
                    <a:pt x="206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3" name="Google Shape;583;p27">
              <a:extLst>
                <a:ext uri="{FF2B5EF4-FFF2-40B4-BE49-F238E27FC236}">
                  <a16:creationId xmlns:a16="http://schemas.microsoft.com/office/drawing/2014/main" id="{4AE2E5FD-48B9-4513-7AC2-FC97D02F0922}"/>
                </a:ext>
              </a:extLst>
            </p:cNvPr>
            <p:cNvSpPr/>
            <p:nvPr/>
          </p:nvSpPr>
          <p:spPr>
            <a:xfrm>
              <a:off x="5872550" y="4875175"/>
              <a:ext cx="51625" cy="28400"/>
            </a:xfrm>
            <a:custGeom>
              <a:avLst/>
              <a:gdLst/>
              <a:ahLst/>
              <a:cxnLst/>
              <a:rect l="l" t="t" r="r" b="b"/>
              <a:pathLst>
                <a:path w="2065" h="1136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124"/>
                  </a:lnTo>
                  <a:lnTo>
                    <a:pt x="42" y="372"/>
                  </a:lnTo>
                  <a:lnTo>
                    <a:pt x="83" y="1074"/>
                  </a:lnTo>
                  <a:lnTo>
                    <a:pt x="83" y="1074"/>
                  </a:lnTo>
                  <a:lnTo>
                    <a:pt x="1033" y="1115"/>
                  </a:lnTo>
                  <a:lnTo>
                    <a:pt x="1961" y="1136"/>
                  </a:lnTo>
                  <a:lnTo>
                    <a:pt x="1961" y="1136"/>
                  </a:lnTo>
                  <a:lnTo>
                    <a:pt x="2003" y="392"/>
                  </a:lnTo>
                  <a:lnTo>
                    <a:pt x="2023" y="145"/>
                  </a:lnTo>
                  <a:lnTo>
                    <a:pt x="2065" y="0"/>
                  </a:lnTo>
                  <a:lnTo>
                    <a:pt x="2065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4" name="Google Shape;584;p27">
              <a:extLst>
                <a:ext uri="{FF2B5EF4-FFF2-40B4-BE49-F238E27FC236}">
                  <a16:creationId xmlns:a16="http://schemas.microsoft.com/office/drawing/2014/main" id="{CEC1BF6D-09EB-38A3-910F-5E1DE1B4A234}"/>
                </a:ext>
              </a:extLst>
            </p:cNvPr>
            <p:cNvSpPr/>
            <p:nvPr/>
          </p:nvSpPr>
          <p:spPr>
            <a:xfrm>
              <a:off x="6163075" y="4874650"/>
              <a:ext cx="51625" cy="16025"/>
            </a:xfrm>
            <a:custGeom>
              <a:avLst/>
              <a:gdLst/>
              <a:ahLst/>
              <a:cxnLst/>
              <a:rect l="l" t="t" r="r" b="b"/>
              <a:pathLst>
                <a:path w="2065" h="64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228"/>
                  </a:lnTo>
                  <a:lnTo>
                    <a:pt x="62" y="641"/>
                  </a:lnTo>
                  <a:lnTo>
                    <a:pt x="62" y="641"/>
                  </a:lnTo>
                  <a:lnTo>
                    <a:pt x="2003" y="455"/>
                  </a:lnTo>
                  <a:lnTo>
                    <a:pt x="2003" y="455"/>
                  </a:lnTo>
                  <a:lnTo>
                    <a:pt x="2044" y="186"/>
                  </a:lnTo>
                  <a:lnTo>
                    <a:pt x="2065" y="2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5" name="Google Shape;585;p27">
              <a:extLst>
                <a:ext uri="{FF2B5EF4-FFF2-40B4-BE49-F238E27FC236}">
                  <a16:creationId xmlns:a16="http://schemas.microsoft.com/office/drawing/2014/main" id="{CDC95A8A-0C05-BAF8-C1CA-1DE05254C341}"/>
                </a:ext>
              </a:extLst>
            </p:cNvPr>
            <p:cNvSpPr/>
            <p:nvPr/>
          </p:nvSpPr>
          <p:spPr>
            <a:xfrm>
              <a:off x="6118700" y="4874650"/>
              <a:ext cx="43375" cy="19650"/>
            </a:xfrm>
            <a:custGeom>
              <a:avLst/>
              <a:gdLst/>
              <a:ahLst/>
              <a:cxnLst/>
              <a:rect l="l" t="t" r="r" b="b"/>
              <a:pathLst>
                <a:path w="1735" h="786" fill="none" extrusionOk="0">
                  <a:moveTo>
                    <a:pt x="1528" y="1"/>
                  </a:moveTo>
                  <a:lnTo>
                    <a:pt x="1528" y="1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42" y="290"/>
                  </a:lnTo>
                  <a:lnTo>
                    <a:pt x="83" y="785"/>
                  </a:lnTo>
                  <a:lnTo>
                    <a:pt x="83" y="785"/>
                  </a:lnTo>
                  <a:lnTo>
                    <a:pt x="1672" y="641"/>
                  </a:lnTo>
                  <a:lnTo>
                    <a:pt x="1672" y="641"/>
                  </a:lnTo>
                  <a:lnTo>
                    <a:pt x="1693" y="228"/>
                  </a:lnTo>
                  <a:lnTo>
                    <a:pt x="1734" y="1"/>
                  </a:lnTo>
                  <a:lnTo>
                    <a:pt x="152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6" name="Google Shape;586;p27">
              <a:extLst>
                <a:ext uri="{FF2B5EF4-FFF2-40B4-BE49-F238E27FC236}">
                  <a16:creationId xmlns:a16="http://schemas.microsoft.com/office/drawing/2014/main" id="{AE8CCE37-119F-1531-BFC8-8039E25DFDE4}"/>
                </a:ext>
              </a:extLst>
            </p:cNvPr>
            <p:cNvSpPr/>
            <p:nvPr/>
          </p:nvSpPr>
          <p:spPr>
            <a:xfrm>
              <a:off x="5828175" y="4874650"/>
              <a:ext cx="42850" cy="27375"/>
            </a:xfrm>
            <a:custGeom>
              <a:avLst/>
              <a:gdLst/>
              <a:ahLst/>
              <a:cxnLst/>
              <a:rect l="l" t="t" r="r" b="b"/>
              <a:pathLst>
                <a:path w="1714" h="1095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25"/>
                  </a:lnTo>
                  <a:lnTo>
                    <a:pt x="42" y="331"/>
                  </a:lnTo>
                  <a:lnTo>
                    <a:pt x="83" y="971"/>
                  </a:lnTo>
                  <a:lnTo>
                    <a:pt x="83" y="971"/>
                  </a:lnTo>
                  <a:lnTo>
                    <a:pt x="867" y="1033"/>
                  </a:lnTo>
                  <a:lnTo>
                    <a:pt x="1631" y="1095"/>
                  </a:lnTo>
                  <a:lnTo>
                    <a:pt x="1631" y="1095"/>
                  </a:lnTo>
                  <a:lnTo>
                    <a:pt x="1672" y="393"/>
                  </a:lnTo>
                  <a:lnTo>
                    <a:pt x="1693" y="145"/>
                  </a:lnTo>
                  <a:lnTo>
                    <a:pt x="1714" y="1"/>
                  </a:lnTo>
                  <a:lnTo>
                    <a:pt x="1714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7" name="Google Shape;587;p27">
              <a:extLst>
                <a:ext uri="{FF2B5EF4-FFF2-40B4-BE49-F238E27FC236}">
                  <a16:creationId xmlns:a16="http://schemas.microsoft.com/office/drawing/2014/main" id="{22622E63-C2A3-483C-4FC3-D9FEE6611F3C}"/>
                </a:ext>
              </a:extLst>
            </p:cNvPr>
            <p:cNvSpPr/>
            <p:nvPr/>
          </p:nvSpPr>
          <p:spPr>
            <a:xfrm>
              <a:off x="5775525" y="4874650"/>
              <a:ext cx="51650" cy="23775"/>
            </a:xfrm>
            <a:custGeom>
              <a:avLst/>
              <a:gdLst/>
              <a:ahLst/>
              <a:cxnLst/>
              <a:rect l="l" t="t" r="r" b="b"/>
              <a:pathLst>
                <a:path w="2066" h="95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248"/>
                  </a:lnTo>
                  <a:lnTo>
                    <a:pt x="63" y="744"/>
                  </a:lnTo>
                  <a:lnTo>
                    <a:pt x="63" y="744"/>
                  </a:lnTo>
                  <a:lnTo>
                    <a:pt x="1012" y="868"/>
                  </a:lnTo>
                  <a:lnTo>
                    <a:pt x="1983" y="950"/>
                  </a:lnTo>
                  <a:lnTo>
                    <a:pt x="1983" y="950"/>
                  </a:lnTo>
                  <a:lnTo>
                    <a:pt x="2024" y="331"/>
                  </a:lnTo>
                  <a:lnTo>
                    <a:pt x="2044" y="125"/>
                  </a:lnTo>
                  <a:lnTo>
                    <a:pt x="2065" y="1"/>
                  </a:lnTo>
                  <a:lnTo>
                    <a:pt x="2065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8" name="Google Shape;588;p27">
              <a:extLst>
                <a:ext uri="{FF2B5EF4-FFF2-40B4-BE49-F238E27FC236}">
                  <a16:creationId xmlns:a16="http://schemas.microsoft.com/office/drawing/2014/main" id="{E006180C-ABE8-79D3-3AD3-6AAF24779AA7}"/>
                </a:ext>
              </a:extLst>
            </p:cNvPr>
            <p:cNvSpPr/>
            <p:nvPr/>
          </p:nvSpPr>
          <p:spPr>
            <a:xfrm>
              <a:off x="5731150" y="4874150"/>
              <a:ext cx="43375" cy="18600"/>
            </a:xfrm>
            <a:custGeom>
              <a:avLst/>
              <a:gdLst/>
              <a:ahLst/>
              <a:cxnLst/>
              <a:rect l="l" t="t" r="r" b="b"/>
              <a:pathLst>
                <a:path w="1735" h="74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165"/>
                  </a:lnTo>
                  <a:lnTo>
                    <a:pt x="63" y="475"/>
                  </a:lnTo>
                  <a:lnTo>
                    <a:pt x="63" y="475"/>
                  </a:lnTo>
                  <a:lnTo>
                    <a:pt x="847" y="619"/>
                  </a:lnTo>
                  <a:lnTo>
                    <a:pt x="1652" y="743"/>
                  </a:lnTo>
                  <a:lnTo>
                    <a:pt x="1652" y="743"/>
                  </a:lnTo>
                  <a:lnTo>
                    <a:pt x="1693" y="268"/>
                  </a:lnTo>
                  <a:lnTo>
                    <a:pt x="1735" y="21"/>
                  </a:lnTo>
                  <a:lnTo>
                    <a:pt x="1735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9" name="Google Shape;589;p27">
              <a:extLst>
                <a:ext uri="{FF2B5EF4-FFF2-40B4-BE49-F238E27FC236}">
                  <a16:creationId xmlns:a16="http://schemas.microsoft.com/office/drawing/2014/main" id="{0F1DE36B-8538-727E-05E1-60A5503126E9}"/>
                </a:ext>
              </a:extLst>
            </p:cNvPr>
            <p:cNvSpPr/>
            <p:nvPr/>
          </p:nvSpPr>
          <p:spPr>
            <a:xfrm>
              <a:off x="5673375" y="4873625"/>
              <a:ext cx="57300" cy="11900"/>
            </a:xfrm>
            <a:custGeom>
              <a:avLst/>
              <a:gdLst/>
              <a:ahLst/>
              <a:cxnLst/>
              <a:rect l="l" t="t" r="r" b="b"/>
              <a:pathLst>
                <a:path w="2292" h="476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165" y="42"/>
                  </a:lnTo>
                  <a:lnTo>
                    <a:pt x="165" y="42"/>
                  </a:lnTo>
                  <a:lnTo>
                    <a:pt x="186" y="21"/>
                  </a:lnTo>
                  <a:lnTo>
                    <a:pt x="186" y="21"/>
                  </a:lnTo>
                  <a:lnTo>
                    <a:pt x="206" y="62"/>
                  </a:lnTo>
                  <a:lnTo>
                    <a:pt x="206" y="62"/>
                  </a:lnTo>
                  <a:lnTo>
                    <a:pt x="1218" y="269"/>
                  </a:lnTo>
                  <a:lnTo>
                    <a:pt x="2229" y="475"/>
                  </a:lnTo>
                  <a:lnTo>
                    <a:pt x="2229" y="475"/>
                  </a:lnTo>
                  <a:lnTo>
                    <a:pt x="2250" y="166"/>
                  </a:lnTo>
                  <a:lnTo>
                    <a:pt x="2291" y="21"/>
                  </a:lnTo>
                  <a:lnTo>
                    <a:pt x="2291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0" name="Google Shape;590;p27">
              <a:extLst>
                <a:ext uri="{FF2B5EF4-FFF2-40B4-BE49-F238E27FC236}">
                  <a16:creationId xmlns:a16="http://schemas.microsoft.com/office/drawing/2014/main" id="{961AEDE5-7737-67CF-9661-94CE77B17461}"/>
                </a:ext>
              </a:extLst>
            </p:cNvPr>
            <p:cNvSpPr/>
            <p:nvPr/>
          </p:nvSpPr>
          <p:spPr>
            <a:xfrm>
              <a:off x="5677500" y="4874150"/>
              <a:ext cx="1050" cy="1050"/>
            </a:xfrm>
            <a:custGeom>
              <a:avLst/>
              <a:gdLst/>
              <a:ahLst/>
              <a:cxnLst/>
              <a:rect l="l" t="t" r="r" b="b"/>
              <a:pathLst>
                <a:path w="42" h="42" extrusionOk="0">
                  <a:moveTo>
                    <a:pt x="21" y="0"/>
                  </a:moveTo>
                  <a:lnTo>
                    <a:pt x="0" y="21"/>
                  </a:lnTo>
                  <a:lnTo>
                    <a:pt x="41" y="4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1" name="Google Shape;591;p27">
              <a:extLst>
                <a:ext uri="{FF2B5EF4-FFF2-40B4-BE49-F238E27FC236}">
                  <a16:creationId xmlns:a16="http://schemas.microsoft.com/office/drawing/2014/main" id="{D2CCBA8A-767A-65A8-B0C8-E550784D3693}"/>
                </a:ext>
              </a:extLst>
            </p:cNvPr>
            <p:cNvSpPr/>
            <p:nvPr/>
          </p:nvSpPr>
          <p:spPr>
            <a:xfrm>
              <a:off x="5677500" y="4874150"/>
              <a:ext cx="1050" cy="1050"/>
            </a:xfrm>
            <a:custGeom>
              <a:avLst/>
              <a:gdLst/>
              <a:ahLst/>
              <a:cxnLst/>
              <a:rect l="l" t="t" r="r" b="b"/>
              <a:pathLst>
                <a:path w="42" h="42" fill="none" extrusionOk="0">
                  <a:moveTo>
                    <a:pt x="21" y="0"/>
                  </a:moveTo>
                  <a:lnTo>
                    <a:pt x="21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2" name="Google Shape;592;p27">
              <a:extLst>
                <a:ext uri="{FF2B5EF4-FFF2-40B4-BE49-F238E27FC236}">
                  <a16:creationId xmlns:a16="http://schemas.microsoft.com/office/drawing/2014/main" id="{352A3403-46B7-582A-0155-7550AB19D2F3}"/>
                </a:ext>
              </a:extLst>
            </p:cNvPr>
            <p:cNvSpPr/>
            <p:nvPr/>
          </p:nvSpPr>
          <p:spPr>
            <a:xfrm>
              <a:off x="5772450" y="4874650"/>
              <a:ext cx="4650" cy="18600"/>
            </a:xfrm>
            <a:custGeom>
              <a:avLst/>
              <a:gdLst/>
              <a:ahLst/>
              <a:cxnLst/>
              <a:rect l="l" t="t" r="r" b="b"/>
              <a:pathLst>
                <a:path w="186" h="744" extrusionOk="0">
                  <a:moveTo>
                    <a:pt x="83" y="1"/>
                  </a:moveTo>
                  <a:lnTo>
                    <a:pt x="41" y="248"/>
                  </a:lnTo>
                  <a:lnTo>
                    <a:pt x="0" y="723"/>
                  </a:lnTo>
                  <a:lnTo>
                    <a:pt x="186" y="744"/>
                  </a:lnTo>
                  <a:lnTo>
                    <a:pt x="145" y="248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3" name="Google Shape;593;p27">
              <a:extLst>
                <a:ext uri="{FF2B5EF4-FFF2-40B4-BE49-F238E27FC236}">
                  <a16:creationId xmlns:a16="http://schemas.microsoft.com/office/drawing/2014/main" id="{1C64795A-99D5-6B9A-370E-8721B1E77010}"/>
                </a:ext>
              </a:extLst>
            </p:cNvPr>
            <p:cNvSpPr/>
            <p:nvPr/>
          </p:nvSpPr>
          <p:spPr>
            <a:xfrm>
              <a:off x="5772450" y="4874650"/>
              <a:ext cx="4650" cy="18600"/>
            </a:xfrm>
            <a:custGeom>
              <a:avLst/>
              <a:gdLst/>
              <a:ahLst/>
              <a:cxnLst/>
              <a:rect l="l" t="t" r="r" b="b"/>
              <a:pathLst>
                <a:path w="186" h="744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41" y="248"/>
                  </a:lnTo>
                  <a:lnTo>
                    <a:pt x="0" y="723"/>
                  </a:lnTo>
                  <a:lnTo>
                    <a:pt x="0" y="723"/>
                  </a:lnTo>
                  <a:lnTo>
                    <a:pt x="186" y="744"/>
                  </a:lnTo>
                  <a:lnTo>
                    <a:pt x="186" y="744"/>
                  </a:lnTo>
                  <a:lnTo>
                    <a:pt x="145" y="248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" name="Google Shape;594;p27">
              <a:extLst>
                <a:ext uri="{FF2B5EF4-FFF2-40B4-BE49-F238E27FC236}">
                  <a16:creationId xmlns:a16="http://schemas.microsoft.com/office/drawing/2014/main" id="{C9EFB963-44F2-7327-FC5A-88B3C19DABE9}"/>
                </a:ext>
              </a:extLst>
            </p:cNvPr>
            <p:cNvSpPr/>
            <p:nvPr/>
          </p:nvSpPr>
          <p:spPr>
            <a:xfrm>
              <a:off x="5729100" y="4874150"/>
              <a:ext cx="3625" cy="11875"/>
            </a:xfrm>
            <a:custGeom>
              <a:avLst/>
              <a:gdLst/>
              <a:ahLst/>
              <a:cxnLst/>
              <a:rect l="l" t="t" r="r" b="b"/>
              <a:pathLst>
                <a:path w="145" h="475" extrusionOk="0">
                  <a:moveTo>
                    <a:pt x="62" y="0"/>
                  </a:moveTo>
                  <a:lnTo>
                    <a:pt x="21" y="145"/>
                  </a:lnTo>
                  <a:lnTo>
                    <a:pt x="0" y="454"/>
                  </a:lnTo>
                  <a:lnTo>
                    <a:pt x="145" y="475"/>
                  </a:lnTo>
                  <a:lnTo>
                    <a:pt x="103" y="16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5" name="Google Shape;595;p27">
              <a:extLst>
                <a:ext uri="{FF2B5EF4-FFF2-40B4-BE49-F238E27FC236}">
                  <a16:creationId xmlns:a16="http://schemas.microsoft.com/office/drawing/2014/main" id="{4C467E4E-BD5F-8EBD-753A-D40BFD4542D9}"/>
                </a:ext>
              </a:extLst>
            </p:cNvPr>
            <p:cNvSpPr/>
            <p:nvPr/>
          </p:nvSpPr>
          <p:spPr>
            <a:xfrm>
              <a:off x="5729100" y="4874150"/>
              <a:ext cx="3625" cy="11875"/>
            </a:xfrm>
            <a:custGeom>
              <a:avLst/>
              <a:gdLst/>
              <a:ahLst/>
              <a:cxnLst/>
              <a:rect l="l" t="t" r="r" b="b"/>
              <a:pathLst>
                <a:path w="145" h="475" fill="none" extrusionOk="0">
                  <a:moveTo>
                    <a:pt x="62" y="0"/>
                  </a:moveTo>
                  <a:lnTo>
                    <a:pt x="62" y="0"/>
                  </a:lnTo>
                  <a:lnTo>
                    <a:pt x="21" y="145"/>
                  </a:lnTo>
                  <a:lnTo>
                    <a:pt x="0" y="454"/>
                  </a:lnTo>
                  <a:lnTo>
                    <a:pt x="0" y="454"/>
                  </a:lnTo>
                  <a:lnTo>
                    <a:pt x="145" y="475"/>
                  </a:lnTo>
                  <a:lnTo>
                    <a:pt x="145" y="475"/>
                  </a:lnTo>
                  <a:lnTo>
                    <a:pt x="103" y="165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6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6" name="Google Shape;596;p27">
              <a:extLst>
                <a:ext uri="{FF2B5EF4-FFF2-40B4-BE49-F238E27FC236}">
                  <a16:creationId xmlns:a16="http://schemas.microsoft.com/office/drawing/2014/main" id="{6826B9E6-0DE6-A856-4A25-CBD97A8E984C}"/>
                </a:ext>
              </a:extLst>
            </p:cNvPr>
            <p:cNvSpPr/>
            <p:nvPr/>
          </p:nvSpPr>
          <p:spPr>
            <a:xfrm>
              <a:off x="5868950" y="4874650"/>
              <a:ext cx="5700" cy="27375"/>
            </a:xfrm>
            <a:custGeom>
              <a:avLst/>
              <a:gdLst/>
              <a:ahLst/>
              <a:cxnLst/>
              <a:rect l="l" t="t" r="r" b="b"/>
              <a:pathLst>
                <a:path w="228" h="1095" extrusionOk="0">
                  <a:moveTo>
                    <a:pt x="83" y="1"/>
                  </a:moveTo>
                  <a:lnTo>
                    <a:pt x="62" y="145"/>
                  </a:lnTo>
                  <a:lnTo>
                    <a:pt x="41" y="393"/>
                  </a:lnTo>
                  <a:lnTo>
                    <a:pt x="0" y="1095"/>
                  </a:lnTo>
                  <a:lnTo>
                    <a:pt x="227" y="1095"/>
                  </a:lnTo>
                  <a:lnTo>
                    <a:pt x="186" y="393"/>
                  </a:lnTo>
                  <a:lnTo>
                    <a:pt x="165" y="145"/>
                  </a:lnTo>
                  <a:lnTo>
                    <a:pt x="145" y="2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7" name="Google Shape;597;p27">
              <a:extLst>
                <a:ext uri="{FF2B5EF4-FFF2-40B4-BE49-F238E27FC236}">
                  <a16:creationId xmlns:a16="http://schemas.microsoft.com/office/drawing/2014/main" id="{32F3849C-3390-16F0-E2D2-86BF58C12784}"/>
                </a:ext>
              </a:extLst>
            </p:cNvPr>
            <p:cNvSpPr/>
            <p:nvPr/>
          </p:nvSpPr>
          <p:spPr>
            <a:xfrm>
              <a:off x="5868950" y="4874650"/>
              <a:ext cx="5700" cy="27375"/>
            </a:xfrm>
            <a:custGeom>
              <a:avLst/>
              <a:gdLst/>
              <a:ahLst/>
              <a:cxnLst/>
              <a:rect l="l" t="t" r="r" b="b"/>
              <a:pathLst>
                <a:path w="228" h="1095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2" y="145"/>
                  </a:lnTo>
                  <a:lnTo>
                    <a:pt x="41" y="393"/>
                  </a:lnTo>
                  <a:lnTo>
                    <a:pt x="0" y="1095"/>
                  </a:lnTo>
                  <a:lnTo>
                    <a:pt x="0" y="1095"/>
                  </a:lnTo>
                  <a:lnTo>
                    <a:pt x="227" y="1095"/>
                  </a:lnTo>
                  <a:lnTo>
                    <a:pt x="227" y="1095"/>
                  </a:lnTo>
                  <a:lnTo>
                    <a:pt x="186" y="393"/>
                  </a:lnTo>
                  <a:lnTo>
                    <a:pt x="165" y="145"/>
                  </a:lnTo>
                  <a:lnTo>
                    <a:pt x="145" y="21"/>
                  </a:lnTo>
                  <a:lnTo>
                    <a:pt x="145" y="2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8" name="Google Shape;598;p27">
              <a:extLst>
                <a:ext uri="{FF2B5EF4-FFF2-40B4-BE49-F238E27FC236}">
                  <a16:creationId xmlns:a16="http://schemas.microsoft.com/office/drawing/2014/main" id="{95B2BDA7-8EFF-F23B-1863-4C4B1905BAC1}"/>
                </a:ext>
              </a:extLst>
            </p:cNvPr>
            <p:cNvSpPr/>
            <p:nvPr/>
          </p:nvSpPr>
          <p:spPr>
            <a:xfrm>
              <a:off x="5825075" y="4874650"/>
              <a:ext cx="5175" cy="24275"/>
            </a:xfrm>
            <a:custGeom>
              <a:avLst/>
              <a:gdLst/>
              <a:ahLst/>
              <a:cxnLst/>
              <a:rect l="l" t="t" r="r" b="b"/>
              <a:pathLst>
                <a:path w="207" h="971" extrusionOk="0">
                  <a:moveTo>
                    <a:pt x="83" y="1"/>
                  </a:moveTo>
                  <a:lnTo>
                    <a:pt x="62" y="125"/>
                  </a:lnTo>
                  <a:lnTo>
                    <a:pt x="42" y="331"/>
                  </a:lnTo>
                  <a:lnTo>
                    <a:pt x="1" y="950"/>
                  </a:lnTo>
                  <a:lnTo>
                    <a:pt x="207" y="971"/>
                  </a:lnTo>
                  <a:lnTo>
                    <a:pt x="166" y="331"/>
                  </a:lnTo>
                  <a:lnTo>
                    <a:pt x="145" y="12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9" name="Google Shape;599;p27">
              <a:extLst>
                <a:ext uri="{FF2B5EF4-FFF2-40B4-BE49-F238E27FC236}">
                  <a16:creationId xmlns:a16="http://schemas.microsoft.com/office/drawing/2014/main" id="{350F9C9C-2732-1A8D-9421-1FE7AD6390BA}"/>
                </a:ext>
              </a:extLst>
            </p:cNvPr>
            <p:cNvSpPr/>
            <p:nvPr/>
          </p:nvSpPr>
          <p:spPr>
            <a:xfrm>
              <a:off x="5825075" y="4874650"/>
              <a:ext cx="5175" cy="24275"/>
            </a:xfrm>
            <a:custGeom>
              <a:avLst/>
              <a:gdLst/>
              <a:ahLst/>
              <a:cxnLst/>
              <a:rect l="l" t="t" r="r" b="b"/>
              <a:pathLst>
                <a:path w="207" h="971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2" y="125"/>
                  </a:lnTo>
                  <a:lnTo>
                    <a:pt x="42" y="331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07" y="971"/>
                  </a:lnTo>
                  <a:lnTo>
                    <a:pt x="207" y="971"/>
                  </a:lnTo>
                  <a:lnTo>
                    <a:pt x="166" y="331"/>
                  </a:lnTo>
                  <a:lnTo>
                    <a:pt x="145" y="125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0" name="Google Shape;600;p27">
              <a:extLst>
                <a:ext uri="{FF2B5EF4-FFF2-40B4-BE49-F238E27FC236}">
                  <a16:creationId xmlns:a16="http://schemas.microsoft.com/office/drawing/2014/main" id="{1B444143-E6AB-476D-A393-BB202EDF99B5}"/>
                </a:ext>
              </a:extLst>
            </p:cNvPr>
            <p:cNvSpPr/>
            <p:nvPr/>
          </p:nvSpPr>
          <p:spPr>
            <a:xfrm>
              <a:off x="5965950" y="4875175"/>
              <a:ext cx="5200" cy="28400"/>
            </a:xfrm>
            <a:custGeom>
              <a:avLst/>
              <a:gdLst/>
              <a:ahLst/>
              <a:cxnLst/>
              <a:rect l="l" t="t" r="r" b="b"/>
              <a:pathLst>
                <a:path w="208" h="1136" extrusionOk="0">
                  <a:moveTo>
                    <a:pt x="83" y="0"/>
                  </a:moveTo>
                  <a:lnTo>
                    <a:pt x="63" y="145"/>
                  </a:lnTo>
                  <a:lnTo>
                    <a:pt x="42" y="392"/>
                  </a:lnTo>
                  <a:lnTo>
                    <a:pt x="1" y="1136"/>
                  </a:lnTo>
                  <a:lnTo>
                    <a:pt x="207" y="1136"/>
                  </a:lnTo>
                  <a:lnTo>
                    <a:pt x="186" y="392"/>
                  </a:lnTo>
                  <a:lnTo>
                    <a:pt x="166" y="145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1" name="Google Shape;601;p27">
              <a:extLst>
                <a:ext uri="{FF2B5EF4-FFF2-40B4-BE49-F238E27FC236}">
                  <a16:creationId xmlns:a16="http://schemas.microsoft.com/office/drawing/2014/main" id="{B3E97B2A-CCA2-917D-68F6-1E62630D3FAE}"/>
                </a:ext>
              </a:extLst>
            </p:cNvPr>
            <p:cNvSpPr/>
            <p:nvPr/>
          </p:nvSpPr>
          <p:spPr>
            <a:xfrm>
              <a:off x="5965950" y="4875175"/>
              <a:ext cx="5200" cy="28400"/>
            </a:xfrm>
            <a:custGeom>
              <a:avLst/>
              <a:gdLst/>
              <a:ahLst/>
              <a:cxnLst/>
              <a:rect l="l" t="t" r="r" b="b"/>
              <a:pathLst>
                <a:path w="208" h="1136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63" y="145"/>
                  </a:lnTo>
                  <a:lnTo>
                    <a:pt x="42" y="392"/>
                  </a:lnTo>
                  <a:lnTo>
                    <a:pt x="1" y="1136"/>
                  </a:lnTo>
                  <a:lnTo>
                    <a:pt x="1" y="1136"/>
                  </a:lnTo>
                  <a:lnTo>
                    <a:pt x="207" y="1136"/>
                  </a:lnTo>
                  <a:lnTo>
                    <a:pt x="207" y="1136"/>
                  </a:lnTo>
                  <a:lnTo>
                    <a:pt x="186" y="392"/>
                  </a:lnTo>
                  <a:lnTo>
                    <a:pt x="166" y="145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2" name="Google Shape;602;p27">
              <a:extLst>
                <a:ext uri="{FF2B5EF4-FFF2-40B4-BE49-F238E27FC236}">
                  <a16:creationId xmlns:a16="http://schemas.microsoft.com/office/drawing/2014/main" id="{99341FDF-38C2-2EB7-FADE-1E6391B7380B}"/>
                </a:ext>
              </a:extLst>
            </p:cNvPr>
            <p:cNvSpPr/>
            <p:nvPr/>
          </p:nvSpPr>
          <p:spPr>
            <a:xfrm>
              <a:off x="5921575" y="4875175"/>
              <a:ext cx="5700" cy="28925"/>
            </a:xfrm>
            <a:custGeom>
              <a:avLst/>
              <a:gdLst/>
              <a:ahLst/>
              <a:cxnLst/>
              <a:rect l="l" t="t" r="r" b="b"/>
              <a:pathLst>
                <a:path w="228" h="1157" extrusionOk="0">
                  <a:moveTo>
                    <a:pt x="104" y="0"/>
                  </a:moveTo>
                  <a:lnTo>
                    <a:pt x="62" y="145"/>
                  </a:lnTo>
                  <a:lnTo>
                    <a:pt x="42" y="392"/>
                  </a:lnTo>
                  <a:lnTo>
                    <a:pt x="0" y="1136"/>
                  </a:lnTo>
                  <a:lnTo>
                    <a:pt x="228" y="1156"/>
                  </a:lnTo>
                  <a:lnTo>
                    <a:pt x="186" y="392"/>
                  </a:lnTo>
                  <a:lnTo>
                    <a:pt x="166" y="145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3" name="Google Shape;603;p27">
              <a:extLst>
                <a:ext uri="{FF2B5EF4-FFF2-40B4-BE49-F238E27FC236}">
                  <a16:creationId xmlns:a16="http://schemas.microsoft.com/office/drawing/2014/main" id="{0B8C06F7-0F52-83F0-C5A8-17E6BF4E9327}"/>
                </a:ext>
              </a:extLst>
            </p:cNvPr>
            <p:cNvSpPr/>
            <p:nvPr/>
          </p:nvSpPr>
          <p:spPr>
            <a:xfrm>
              <a:off x="5921575" y="4875175"/>
              <a:ext cx="5700" cy="28925"/>
            </a:xfrm>
            <a:custGeom>
              <a:avLst/>
              <a:gdLst/>
              <a:ahLst/>
              <a:cxnLst/>
              <a:rect l="l" t="t" r="r" b="b"/>
              <a:pathLst>
                <a:path w="228" h="1157" fill="none" extrusionOk="0">
                  <a:moveTo>
                    <a:pt x="104" y="0"/>
                  </a:moveTo>
                  <a:lnTo>
                    <a:pt x="104" y="0"/>
                  </a:lnTo>
                  <a:lnTo>
                    <a:pt x="62" y="145"/>
                  </a:lnTo>
                  <a:lnTo>
                    <a:pt x="42" y="392"/>
                  </a:lnTo>
                  <a:lnTo>
                    <a:pt x="0" y="1136"/>
                  </a:lnTo>
                  <a:lnTo>
                    <a:pt x="0" y="1136"/>
                  </a:lnTo>
                  <a:lnTo>
                    <a:pt x="228" y="1156"/>
                  </a:lnTo>
                  <a:lnTo>
                    <a:pt x="228" y="1156"/>
                  </a:lnTo>
                  <a:lnTo>
                    <a:pt x="186" y="392"/>
                  </a:lnTo>
                  <a:lnTo>
                    <a:pt x="166" y="145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0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" name="Google Shape;604;p27">
              <a:extLst>
                <a:ext uri="{FF2B5EF4-FFF2-40B4-BE49-F238E27FC236}">
                  <a16:creationId xmlns:a16="http://schemas.microsoft.com/office/drawing/2014/main" id="{6B9C4AA9-5571-1A0B-8E30-0B0FB8EE67EA}"/>
                </a:ext>
              </a:extLst>
            </p:cNvPr>
            <p:cNvSpPr/>
            <p:nvPr/>
          </p:nvSpPr>
          <p:spPr>
            <a:xfrm>
              <a:off x="6062975" y="4875175"/>
              <a:ext cx="5175" cy="24275"/>
            </a:xfrm>
            <a:custGeom>
              <a:avLst/>
              <a:gdLst/>
              <a:ahLst/>
              <a:cxnLst/>
              <a:rect l="l" t="t" r="r" b="b"/>
              <a:pathLst>
                <a:path w="207" h="971" extrusionOk="0">
                  <a:moveTo>
                    <a:pt x="83" y="0"/>
                  </a:moveTo>
                  <a:lnTo>
                    <a:pt x="41" y="331"/>
                  </a:lnTo>
                  <a:lnTo>
                    <a:pt x="0" y="970"/>
                  </a:lnTo>
                  <a:lnTo>
                    <a:pt x="0" y="970"/>
                  </a:lnTo>
                  <a:lnTo>
                    <a:pt x="207" y="950"/>
                  </a:lnTo>
                  <a:lnTo>
                    <a:pt x="165" y="33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5" name="Google Shape;605;p27">
              <a:extLst>
                <a:ext uri="{FF2B5EF4-FFF2-40B4-BE49-F238E27FC236}">
                  <a16:creationId xmlns:a16="http://schemas.microsoft.com/office/drawing/2014/main" id="{871957C9-200E-A44B-F8A3-EBC2071FBD00}"/>
                </a:ext>
              </a:extLst>
            </p:cNvPr>
            <p:cNvSpPr/>
            <p:nvPr/>
          </p:nvSpPr>
          <p:spPr>
            <a:xfrm>
              <a:off x="6062975" y="4875175"/>
              <a:ext cx="5175" cy="24275"/>
            </a:xfrm>
            <a:custGeom>
              <a:avLst/>
              <a:gdLst/>
              <a:ahLst/>
              <a:cxnLst/>
              <a:rect l="l" t="t" r="r" b="b"/>
              <a:pathLst>
                <a:path w="207" h="971" fill="none" extrusionOk="0">
                  <a:moveTo>
                    <a:pt x="124" y="0"/>
                  </a:moveTo>
                  <a:lnTo>
                    <a:pt x="124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41" y="331"/>
                  </a:lnTo>
                  <a:lnTo>
                    <a:pt x="0" y="970"/>
                  </a:lnTo>
                  <a:lnTo>
                    <a:pt x="0" y="970"/>
                  </a:lnTo>
                  <a:lnTo>
                    <a:pt x="207" y="950"/>
                  </a:lnTo>
                  <a:lnTo>
                    <a:pt x="207" y="950"/>
                  </a:lnTo>
                  <a:lnTo>
                    <a:pt x="165" y="331"/>
                  </a:lnTo>
                  <a:lnTo>
                    <a:pt x="12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6" name="Google Shape;606;p27">
              <a:extLst>
                <a:ext uri="{FF2B5EF4-FFF2-40B4-BE49-F238E27FC236}">
                  <a16:creationId xmlns:a16="http://schemas.microsoft.com/office/drawing/2014/main" id="{EBB44A36-FF98-084F-87F7-432C080792BF}"/>
                </a:ext>
              </a:extLst>
            </p:cNvPr>
            <p:cNvSpPr/>
            <p:nvPr/>
          </p:nvSpPr>
          <p:spPr>
            <a:xfrm>
              <a:off x="6018600" y="4875175"/>
              <a:ext cx="5700" cy="26850"/>
            </a:xfrm>
            <a:custGeom>
              <a:avLst/>
              <a:gdLst/>
              <a:ahLst/>
              <a:cxnLst/>
              <a:rect l="l" t="t" r="r" b="b"/>
              <a:pathLst>
                <a:path w="228" h="1074" extrusionOk="0">
                  <a:moveTo>
                    <a:pt x="83" y="0"/>
                  </a:moveTo>
                  <a:lnTo>
                    <a:pt x="62" y="145"/>
                  </a:lnTo>
                  <a:lnTo>
                    <a:pt x="41" y="372"/>
                  </a:lnTo>
                  <a:lnTo>
                    <a:pt x="0" y="1074"/>
                  </a:lnTo>
                  <a:lnTo>
                    <a:pt x="0" y="1074"/>
                  </a:lnTo>
                  <a:lnTo>
                    <a:pt x="227" y="1053"/>
                  </a:lnTo>
                  <a:lnTo>
                    <a:pt x="186" y="372"/>
                  </a:lnTo>
                  <a:lnTo>
                    <a:pt x="165" y="145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7" name="Google Shape;607;p27">
              <a:extLst>
                <a:ext uri="{FF2B5EF4-FFF2-40B4-BE49-F238E27FC236}">
                  <a16:creationId xmlns:a16="http://schemas.microsoft.com/office/drawing/2014/main" id="{23174A07-CA52-35CD-09E0-ADBFC96BBA48}"/>
                </a:ext>
              </a:extLst>
            </p:cNvPr>
            <p:cNvSpPr/>
            <p:nvPr/>
          </p:nvSpPr>
          <p:spPr>
            <a:xfrm>
              <a:off x="6018600" y="4875175"/>
              <a:ext cx="5700" cy="26850"/>
            </a:xfrm>
            <a:custGeom>
              <a:avLst/>
              <a:gdLst/>
              <a:ahLst/>
              <a:cxnLst/>
              <a:rect l="l" t="t" r="r" b="b"/>
              <a:pathLst>
                <a:path w="228" h="1074" fill="none" extrusionOk="0">
                  <a:moveTo>
                    <a:pt x="145" y="0"/>
                  </a:moveTo>
                  <a:lnTo>
                    <a:pt x="145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62" y="145"/>
                  </a:lnTo>
                  <a:lnTo>
                    <a:pt x="41" y="372"/>
                  </a:lnTo>
                  <a:lnTo>
                    <a:pt x="0" y="1074"/>
                  </a:lnTo>
                  <a:lnTo>
                    <a:pt x="0" y="1074"/>
                  </a:lnTo>
                  <a:lnTo>
                    <a:pt x="227" y="1053"/>
                  </a:lnTo>
                  <a:lnTo>
                    <a:pt x="227" y="1053"/>
                  </a:lnTo>
                  <a:lnTo>
                    <a:pt x="186" y="372"/>
                  </a:lnTo>
                  <a:lnTo>
                    <a:pt x="165" y="145"/>
                  </a:lnTo>
                  <a:lnTo>
                    <a:pt x="14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8" name="Google Shape;608;p27">
              <a:extLst>
                <a:ext uri="{FF2B5EF4-FFF2-40B4-BE49-F238E27FC236}">
                  <a16:creationId xmlns:a16="http://schemas.microsoft.com/office/drawing/2014/main" id="{B3E5A21E-7409-3791-A60C-413AF3F05E2E}"/>
                </a:ext>
              </a:extLst>
            </p:cNvPr>
            <p:cNvSpPr/>
            <p:nvPr/>
          </p:nvSpPr>
          <p:spPr>
            <a:xfrm>
              <a:off x="6160500" y="4874650"/>
              <a:ext cx="4150" cy="16025"/>
            </a:xfrm>
            <a:custGeom>
              <a:avLst/>
              <a:gdLst/>
              <a:ahLst/>
              <a:cxnLst/>
              <a:rect l="l" t="t" r="r" b="b"/>
              <a:pathLst>
                <a:path w="166" h="641" extrusionOk="0">
                  <a:moveTo>
                    <a:pt x="62" y="1"/>
                  </a:moveTo>
                  <a:lnTo>
                    <a:pt x="21" y="228"/>
                  </a:lnTo>
                  <a:lnTo>
                    <a:pt x="0" y="641"/>
                  </a:lnTo>
                  <a:lnTo>
                    <a:pt x="165" y="641"/>
                  </a:lnTo>
                  <a:lnTo>
                    <a:pt x="124" y="228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9" name="Google Shape;609;p27">
              <a:extLst>
                <a:ext uri="{FF2B5EF4-FFF2-40B4-BE49-F238E27FC236}">
                  <a16:creationId xmlns:a16="http://schemas.microsoft.com/office/drawing/2014/main" id="{DF047345-4A84-8E1E-4B84-C9AB2A74916A}"/>
                </a:ext>
              </a:extLst>
            </p:cNvPr>
            <p:cNvSpPr/>
            <p:nvPr/>
          </p:nvSpPr>
          <p:spPr>
            <a:xfrm>
              <a:off x="6160500" y="4874650"/>
              <a:ext cx="4150" cy="16025"/>
            </a:xfrm>
            <a:custGeom>
              <a:avLst/>
              <a:gdLst/>
              <a:ahLst/>
              <a:cxnLst/>
              <a:rect l="l" t="t" r="r" b="b"/>
              <a:pathLst>
                <a:path w="166" h="641" fill="none" extrusionOk="0">
                  <a:moveTo>
                    <a:pt x="62" y="1"/>
                  </a:moveTo>
                  <a:lnTo>
                    <a:pt x="62" y="1"/>
                  </a:lnTo>
                  <a:lnTo>
                    <a:pt x="21" y="228"/>
                  </a:lnTo>
                  <a:lnTo>
                    <a:pt x="0" y="641"/>
                  </a:lnTo>
                  <a:lnTo>
                    <a:pt x="0" y="641"/>
                  </a:lnTo>
                  <a:lnTo>
                    <a:pt x="165" y="641"/>
                  </a:lnTo>
                  <a:lnTo>
                    <a:pt x="165" y="641"/>
                  </a:lnTo>
                  <a:lnTo>
                    <a:pt x="124" y="228"/>
                  </a:lnTo>
                  <a:lnTo>
                    <a:pt x="104" y="1"/>
                  </a:lnTo>
                  <a:lnTo>
                    <a:pt x="6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0" name="Google Shape;610;p27">
              <a:extLst>
                <a:ext uri="{FF2B5EF4-FFF2-40B4-BE49-F238E27FC236}">
                  <a16:creationId xmlns:a16="http://schemas.microsoft.com/office/drawing/2014/main" id="{1E8DB4A0-F900-2BB6-5160-528E46C20D6C}"/>
                </a:ext>
              </a:extLst>
            </p:cNvPr>
            <p:cNvSpPr/>
            <p:nvPr/>
          </p:nvSpPr>
          <p:spPr>
            <a:xfrm>
              <a:off x="6116125" y="4875175"/>
              <a:ext cx="4650" cy="19625"/>
            </a:xfrm>
            <a:custGeom>
              <a:avLst/>
              <a:gdLst/>
              <a:ahLst/>
              <a:cxnLst/>
              <a:rect l="l" t="t" r="r" b="b"/>
              <a:pathLst>
                <a:path w="186" h="785" extrusionOk="0">
                  <a:moveTo>
                    <a:pt x="62" y="0"/>
                  </a:moveTo>
                  <a:lnTo>
                    <a:pt x="21" y="269"/>
                  </a:lnTo>
                  <a:lnTo>
                    <a:pt x="0" y="785"/>
                  </a:lnTo>
                  <a:lnTo>
                    <a:pt x="186" y="764"/>
                  </a:lnTo>
                  <a:lnTo>
                    <a:pt x="145" y="269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1" name="Google Shape;611;p27">
              <a:extLst>
                <a:ext uri="{FF2B5EF4-FFF2-40B4-BE49-F238E27FC236}">
                  <a16:creationId xmlns:a16="http://schemas.microsoft.com/office/drawing/2014/main" id="{E4002069-7C3B-621F-E501-15400E4C12E1}"/>
                </a:ext>
              </a:extLst>
            </p:cNvPr>
            <p:cNvSpPr/>
            <p:nvPr/>
          </p:nvSpPr>
          <p:spPr>
            <a:xfrm>
              <a:off x="6116125" y="4875175"/>
              <a:ext cx="4650" cy="19625"/>
            </a:xfrm>
            <a:custGeom>
              <a:avLst/>
              <a:gdLst/>
              <a:ahLst/>
              <a:cxnLst/>
              <a:rect l="l" t="t" r="r" b="b"/>
              <a:pathLst>
                <a:path w="186" h="785" fill="none" extrusionOk="0">
                  <a:moveTo>
                    <a:pt x="103" y="0"/>
                  </a:moveTo>
                  <a:lnTo>
                    <a:pt x="103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21" y="269"/>
                  </a:lnTo>
                  <a:lnTo>
                    <a:pt x="0" y="785"/>
                  </a:lnTo>
                  <a:lnTo>
                    <a:pt x="0" y="785"/>
                  </a:lnTo>
                  <a:lnTo>
                    <a:pt x="186" y="764"/>
                  </a:lnTo>
                  <a:lnTo>
                    <a:pt x="186" y="764"/>
                  </a:lnTo>
                  <a:lnTo>
                    <a:pt x="145" y="269"/>
                  </a:lnTo>
                  <a:lnTo>
                    <a:pt x="10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2" name="Google Shape;612;p27">
              <a:extLst>
                <a:ext uri="{FF2B5EF4-FFF2-40B4-BE49-F238E27FC236}">
                  <a16:creationId xmlns:a16="http://schemas.microsoft.com/office/drawing/2014/main" id="{80EE5608-8FB9-DFCC-9045-CBFC686AA73E}"/>
                </a:ext>
              </a:extLst>
            </p:cNvPr>
            <p:cNvSpPr/>
            <p:nvPr/>
          </p:nvSpPr>
          <p:spPr>
            <a:xfrm>
              <a:off x="6258025" y="4875175"/>
              <a:ext cx="2600" cy="7250"/>
            </a:xfrm>
            <a:custGeom>
              <a:avLst/>
              <a:gdLst/>
              <a:ahLst/>
              <a:cxnLst/>
              <a:rect l="l" t="t" r="r" b="b"/>
              <a:pathLst>
                <a:path w="104" h="290" extrusionOk="0">
                  <a:moveTo>
                    <a:pt x="21" y="0"/>
                  </a:moveTo>
                  <a:lnTo>
                    <a:pt x="1" y="289"/>
                  </a:lnTo>
                  <a:lnTo>
                    <a:pt x="104" y="269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3" name="Google Shape;613;p27">
              <a:extLst>
                <a:ext uri="{FF2B5EF4-FFF2-40B4-BE49-F238E27FC236}">
                  <a16:creationId xmlns:a16="http://schemas.microsoft.com/office/drawing/2014/main" id="{4C40937D-7308-8329-578E-F148DB8D2922}"/>
                </a:ext>
              </a:extLst>
            </p:cNvPr>
            <p:cNvSpPr/>
            <p:nvPr/>
          </p:nvSpPr>
          <p:spPr>
            <a:xfrm>
              <a:off x="6258025" y="4875175"/>
              <a:ext cx="2600" cy="7250"/>
            </a:xfrm>
            <a:custGeom>
              <a:avLst/>
              <a:gdLst/>
              <a:ahLst/>
              <a:cxnLst/>
              <a:rect l="l" t="t" r="r" b="b"/>
              <a:pathLst>
                <a:path w="104" h="290" fill="none" extrusionOk="0">
                  <a:moveTo>
                    <a:pt x="21" y="0"/>
                  </a:moveTo>
                  <a:lnTo>
                    <a:pt x="21" y="0"/>
                  </a:lnTo>
                  <a:lnTo>
                    <a:pt x="1" y="289"/>
                  </a:lnTo>
                  <a:lnTo>
                    <a:pt x="1" y="289"/>
                  </a:lnTo>
                  <a:lnTo>
                    <a:pt x="104" y="269"/>
                  </a:lnTo>
                  <a:lnTo>
                    <a:pt x="104" y="269"/>
                  </a:lnTo>
                  <a:lnTo>
                    <a:pt x="83" y="0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" name="Google Shape;614;p27">
              <a:extLst>
                <a:ext uri="{FF2B5EF4-FFF2-40B4-BE49-F238E27FC236}">
                  <a16:creationId xmlns:a16="http://schemas.microsoft.com/office/drawing/2014/main" id="{C2C1CCBD-2B8D-0A01-78C0-253C0D4A719C}"/>
                </a:ext>
              </a:extLst>
            </p:cNvPr>
            <p:cNvSpPr/>
            <p:nvPr/>
          </p:nvSpPr>
          <p:spPr>
            <a:xfrm>
              <a:off x="6213125" y="4875175"/>
              <a:ext cx="4150" cy="10850"/>
            </a:xfrm>
            <a:custGeom>
              <a:avLst/>
              <a:gdLst/>
              <a:ahLst/>
              <a:cxnLst/>
              <a:rect l="l" t="t" r="r" b="b"/>
              <a:pathLst>
                <a:path w="166" h="434" extrusionOk="0">
                  <a:moveTo>
                    <a:pt x="63" y="0"/>
                  </a:moveTo>
                  <a:lnTo>
                    <a:pt x="42" y="165"/>
                  </a:lnTo>
                  <a:lnTo>
                    <a:pt x="1" y="434"/>
                  </a:lnTo>
                  <a:lnTo>
                    <a:pt x="166" y="413"/>
                  </a:lnTo>
                  <a:lnTo>
                    <a:pt x="125" y="145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5" name="Google Shape;615;p27">
              <a:extLst>
                <a:ext uri="{FF2B5EF4-FFF2-40B4-BE49-F238E27FC236}">
                  <a16:creationId xmlns:a16="http://schemas.microsoft.com/office/drawing/2014/main" id="{3A9618FA-4155-C891-985A-C9D06EDB1F10}"/>
                </a:ext>
              </a:extLst>
            </p:cNvPr>
            <p:cNvSpPr/>
            <p:nvPr/>
          </p:nvSpPr>
          <p:spPr>
            <a:xfrm>
              <a:off x="6213125" y="4875175"/>
              <a:ext cx="4150" cy="10850"/>
            </a:xfrm>
            <a:custGeom>
              <a:avLst/>
              <a:gdLst/>
              <a:ahLst/>
              <a:cxnLst/>
              <a:rect l="l" t="t" r="r" b="b"/>
              <a:pathLst>
                <a:path w="166" h="434" fill="none" extrusionOk="0">
                  <a:moveTo>
                    <a:pt x="63" y="0"/>
                  </a:moveTo>
                  <a:lnTo>
                    <a:pt x="63" y="0"/>
                  </a:lnTo>
                  <a:lnTo>
                    <a:pt x="42" y="165"/>
                  </a:lnTo>
                  <a:lnTo>
                    <a:pt x="1" y="434"/>
                  </a:lnTo>
                  <a:lnTo>
                    <a:pt x="1" y="434"/>
                  </a:lnTo>
                  <a:lnTo>
                    <a:pt x="166" y="413"/>
                  </a:lnTo>
                  <a:lnTo>
                    <a:pt x="166" y="413"/>
                  </a:lnTo>
                  <a:lnTo>
                    <a:pt x="125" y="145"/>
                  </a:lnTo>
                  <a:lnTo>
                    <a:pt x="104" y="0"/>
                  </a:lnTo>
                  <a:lnTo>
                    <a:pt x="6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6" name="Google Shape;616;p27">
              <a:extLst>
                <a:ext uri="{FF2B5EF4-FFF2-40B4-BE49-F238E27FC236}">
                  <a16:creationId xmlns:a16="http://schemas.microsoft.com/office/drawing/2014/main" id="{47E29FBD-ABB4-69F9-F738-7D39955C5D4D}"/>
                </a:ext>
              </a:extLst>
            </p:cNvPr>
            <p:cNvSpPr/>
            <p:nvPr/>
          </p:nvSpPr>
          <p:spPr>
            <a:xfrm>
              <a:off x="6355550" y="4875175"/>
              <a:ext cx="1575" cy="1050"/>
            </a:xfrm>
            <a:custGeom>
              <a:avLst/>
              <a:gdLst/>
              <a:ahLst/>
              <a:cxnLst/>
              <a:rect l="l" t="t" r="r" b="b"/>
              <a:pathLst>
                <a:path w="63" h="42" extrusionOk="0">
                  <a:moveTo>
                    <a:pt x="1" y="0"/>
                  </a:moveTo>
                  <a:lnTo>
                    <a:pt x="1" y="42"/>
                  </a:lnTo>
                  <a:lnTo>
                    <a:pt x="63" y="4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7" name="Google Shape;617;p27">
              <a:extLst>
                <a:ext uri="{FF2B5EF4-FFF2-40B4-BE49-F238E27FC236}">
                  <a16:creationId xmlns:a16="http://schemas.microsoft.com/office/drawing/2014/main" id="{5B7E118E-FE08-BF8A-EE77-E9F0071D6CA3}"/>
                </a:ext>
              </a:extLst>
            </p:cNvPr>
            <p:cNvSpPr/>
            <p:nvPr/>
          </p:nvSpPr>
          <p:spPr>
            <a:xfrm>
              <a:off x="6355550" y="4875175"/>
              <a:ext cx="1575" cy="1050"/>
            </a:xfrm>
            <a:custGeom>
              <a:avLst/>
              <a:gdLst/>
              <a:ahLst/>
              <a:cxnLst/>
              <a:rect l="l" t="t" r="r" b="b"/>
              <a:pathLst>
                <a:path w="63" h="42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42"/>
                  </a:lnTo>
                  <a:lnTo>
                    <a:pt x="1" y="42"/>
                  </a:lnTo>
                  <a:lnTo>
                    <a:pt x="63" y="42"/>
                  </a:lnTo>
                  <a:lnTo>
                    <a:pt x="63" y="42"/>
                  </a:lnTo>
                  <a:lnTo>
                    <a:pt x="63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8" name="Google Shape;618;p27">
              <a:extLst>
                <a:ext uri="{FF2B5EF4-FFF2-40B4-BE49-F238E27FC236}">
                  <a16:creationId xmlns:a16="http://schemas.microsoft.com/office/drawing/2014/main" id="{BE63EFD7-5F22-9AF6-A05C-E63950FB9F4C}"/>
                </a:ext>
              </a:extLst>
            </p:cNvPr>
            <p:cNvSpPr/>
            <p:nvPr/>
          </p:nvSpPr>
          <p:spPr>
            <a:xfrm>
              <a:off x="6311175" y="4875175"/>
              <a:ext cx="2100" cy="3125"/>
            </a:xfrm>
            <a:custGeom>
              <a:avLst/>
              <a:gdLst/>
              <a:ahLst/>
              <a:cxnLst/>
              <a:rect l="l" t="t" r="r" b="b"/>
              <a:pathLst>
                <a:path w="84" h="125" extrusionOk="0">
                  <a:moveTo>
                    <a:pt x="21" y="0"/>
                  </a:moveTo>
                  <a:lnTo>
                    <a:pt x="1" y="124"/>
                  </a:lnTo>
                  <a:lnTo>
                    <a:pt x="83" y="124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9" name="Google Shape;619;p27">
              <a:extLst>
                <a:ext uri="{FF2B5EF4-FFF2-40B4-BE49-F238E27FC236}">
                  <a16:creationId xmlns:a16="http://schemas.microsoft.com/office/drawing/2014/main" id="{199FB109-4EB9-AE25-0863-C1CA7359A3B7}"/>
                </a:ext>
              </a:extLst>
            </p:cNvPr>
            <p:cNvSpPr/>
            <p:nvPr/>
          </p:nvSpPr>
          <p:spPr>
            <a:xfrm>
              <a:off x="6311175" y="4875175"/>
              <a:ext cx="2100" cy="3125"/>
            </a:xfrm>
            <a:custGeom>
              <a:avLst/>
              <a:gdLst/>
              <a:ahLst/>
              <a:cxnLst/>
              <a:rect l="l" t="t" r="r" b="b"/>
              <a:pathLst>
                <a:path w="84" h="125" fill="none" extrusionOk="0">
                  <a:moveTo>
                    <a:pt x="21" y="0"/>
                  </a:moveTo>
                  <a:lnTo>
                    <a:pt x="21" y="0"/>
                  </a:lnTo>
                  <a:lnTo>
                    <a:pt x="1" y="124"/>
                  </a:lnTo>
                  <a:lnTo>
                    <a:pt x="1" y="124"/>
                  </a:lnTo>
                  <a:lnTo>
                    <a:pt x="83" y="124"/>
                  </a:lnTo>
                  <a:lnTo>
                    <a:pt x="83" y="124"/>
                  </a:lnTo>
                  <a:lnTo>
                    <a:pt x="63" y="0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0" name="Google Shape;620;p27">
              <a:extLst>
                <a:ext uri="{FF2B5EF4-FFF2-40B4-BE49-F238E27FC236}">
                  <a16:creationId xmlns:a16="http://schemas.microsoft.com/office/drawing/2014/main" id="{D68D7B79-D0DA-42F4-7290-CD20FEADBE33}"/>
                </a:ext>
              </a:extLst>
            </p:cNvPr>
            <p:cNvSpPr/>
            <p:nvPr/>
          </p:nvSpPr>
          <p:spPr>
            <a:xfrm>
              <a:off x="5672325" y="4873625"/>
              <a:ext cx="484575" cy="1575"/>
            </a:xfrm>
            <a:custGeom>
              <a:avLst/>
              <a:gdLst/>
              <a:ahLst/>
              <a:cxnLst/>
              <a:rect l="l" t="t" r="r" b="b"/>
              <a:pathLst>
                <a:path w="19383" h="63" extrusionOk="0">
                  <a:moveTo>
                    <a:pt x="1" y="0"/>
                  </a:moveTo>
                  <a:lnTo>
                    <a:pt x="55" y="0"/>
                  </a:lnTo>
                  <a:lnTo>
                    <a:pt x="55" y="0"/>
                  </a:lnTo>
                  <a:lnTo>
                    <a:pt x="42" y="0"/>
                  </a:lnTo>
                  <a:close/>
                  <a:moveTo>
                    <a:pt x="55" y="0"/>
                  </a:moveTo>
                  <a:lnTo>
                    <a:pt x="2333" y="21"/>
                  </a:lnTo>
                  <a:lnTo>
                    <a:pt x="2354" y="21"/>
                  </a:lnTo>
                  <a:lnTo>
                    <a:pt x="4088" y="42"/>
                  </a:lnTo>
                  <a:lnTo>
                    <a:pt x="7948" y="42"/>
                  </a:lnTo>
                  <a:lnTo>
                    <a:pt x="8010" y="62"/>
                  </a:lnTo>
                  <a:lnTo>
                    <a:pt x="17855" y="62"/>
                  </a:lnTo>
                  <a:lnTo>
                    <a:pt x="19383" y="42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1" name="Google Shape;621;p27">
              <a:extLst>
                <a:ext uri="{FF2B5EF4-FFF2-40B4-BE49-F238E27FC236}">
                  <a16:creationId xmlns:a16="http://schemas.microsoft.com/office/drawing/2014/main" id="{4272F530-503D-1166-1E8A-4C00A84A6F45}"/>
                </a:ext>
              </a:extLst>
            </p:cNvPr>
            <p:cNvSpPr/>
            <p:nvPr/>
          </p:nvSpPr>
          <p:spPr>
            <a:xfrm>
              <a:off x="5672325" y="4873625"/>
              <a:ext cx="484575" cy="1575"/>
            </a:xfrm>
            <a:custGeom>
              <a:avLst/>
              <a:gdLst/>
              <a:ahLst/>
              <a:cxnLst/>
              <a:rect l="l" t="t" r="r" b="b"/>
              <a:pathLst>
                <a:path w="19383" h="63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2333" y="21"/>
                  </a:lnTo>
                  <a:lnTo>
                    <a:pt x="2333" y="21"/>
                  </a:lnTo>
                  <a:lnTo>
                    <a:pt x="2354" y="21"/>
                  </a:lnTo>
                  <a:lnTo>
                    <a:pt x="2354" y="21"/>
                  </a:lnTo>
                  <a:lnTo>
                    <a:pt x="4088" y="42"/>
                  </a:lnTo>
                  <a:lnTo>
                    <a:pt x="4088" y="42"/>
                  </a:lnTo>
                  <a:lnTo>
                    <a:pt x="4129" y="42"/>
                  </a:lnTo>
                  <a:lnTo>
                    <a:pt x="4129" y="42"/>
                  </a:lnTo>
                  <a:lnTo>
                    <a:pt x="6193" y="42"/>
                  </a:lnTo>
                  <a:lnTo>
                    <a:pt x="6193" y="42"/>
                  </a:lnTo>
                  <a:lnTo>
                    <a:pt x="6234" y="42"/>
                  </a:lnTo>
                  <a:lnTo>
                    <a:pt x="6234" y="42"/>
                  </a:lnTo>
                  <a:lnTo>
                    <a:pt x="7948" y="42"/>
                  </a:lnTo>
                  <a:lnTo>
                    <a:pt x="7948" y="42"/>
                  </a:lnTo>
                  <a:lnTo>
                    <a:pt x="8010" y="62"/>
                  </a:lnTo>
                  <a:lnTo>
                    <a:pt x="8010" y="62"/>
                  </a:lnTo>
                  <a:lnTo>
                    <a:pt x="10074" y="62"/>
                  </a:lnTo>
                  <a:lnTo>
                    <a:pt x="10074" y="62"/>
                  </a:lnTo>
                  <a:lnTo>
                    <a:pt x="10115" y="62"/>
                  </a:lnTo>
                  <a:lnTo>
                    <a:pt x="10115" y="62"/>
                  </a:lnTo>
                  <a:lnTo>
                    <a:pt x="11828" y="62"/>
                  </a:lnTo>
                  <a:lnTo>
                    <a:pt x="11828" y="62"/>
                  </a:lnTo>
                  <a:lnTo>
                    <a:pt x="11869" y="62"/>
                  </a:lnTo>
                  <a:lnTo>
                    <a:pt x="11869" y="62"/>
                  </a:lnTo>
                  <a:lnTo>
                    <a:pt x="13129" y="62"/>
                  </a:lnTo>
                  <a:lnTo>
                    <a:pt x="13129" y="62"/>
                  </a:lnTo>
                  <a:lnTo>
                    <a:pt x="13934" y="62"/>
                  </a:lnTo>
                  <a:lnTo>
                    <a:pt x="13934" y="62"/>
                  </a:lnTo>
                  <a:lnTo>
                    <a:pt x="13996" y="62"/>
                  </a:lnTo>
                  <a:lnTo>
                    <a:pt x="13996" y="62"/>
                  </a:lnTo>
                  <a:lnTo>
                    <a:pt x="15709" y="62"/>
                  </a:lnTo>
                  <a:lnTo>
                    <a:pt x="15709" y="62"/>
                  </a:lnTo>
                  <a:lnTo>
                    <a:pt x="15750" y="62"/>
                  </a:lnTo>
                  <a:lnTo>
                    <a:pt x="15750" y="62"/>
                  </a:lnTo>
                  <a:lnTo>
                    <a:pt x="17814" y="62"/>
                  </a:lnTo>
                  <a:lnTo>
                    <a:pt x="17814" y="62"/>
                  </a:lnTo>
                  <a:lnTo>
                    <a:pt x="17855" y="62"/>
                  </a:lnTo>
                  <a:lnTo>
                    <a:pt x="17855" y="62"/>
                  </a:lnTo>
                  <a:lnTo>
                    <a:pt x="19383" y="42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2" name="Google Shape;622;p27">
              <a:extLst>
                <a:ext uri="{FF2B5EF4-FFF2-40B4-BE49-F238E27FC236}">
                  <a16:creationId xmlns:a16="http://schemas.microsoft.com/office/drawing/2014/main" id="{A9109B1B-E872-013A-B87E-33319F1B8C9A}"/>
                </a:ext>
              </a:extLst>
            </p:cNvPr>
            <p:cNvSpPr/>
            <p:nvPr/>
          </p:nvSpPr>
          <p:spPr>
            <a:xfrm>
              <a:off x="6405100" y="4875675"/>
              <a:ext cx="12400" cy="25"/>
            </a:xfrm>
            <a:custGeom>
              <a:avLst/>
              <a:gdLst/>
              <a:ahLst/>
              <a:cxnLst/>
              <a:rect l="l" t="t" r="r" b="b"/>
              <a:pathLst>
                <a:path w="496" h="1" extrusionOk="0">
                  <a:moveTo>
                    <a:pt x="0" y="1"/>
                  </a:moveTo>
                  <a:lnTo>
                    <a:pt x="0" y="1"/>
                  </a:lnTo>
                  <a:lnTo>
                    <a:pt x="496" y="1"/>
                  </a:lnTo>
                  <a:lnTo>
                    <a:pt x="49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3" name="Google Shape;623;p27">
              <a:extLst>
                <a:ext uri="{FF2B5EF4-FFF2-40B4-BE49-F238E27FC236}">
                  <a16:creationId xmlns:a16="http://schemas.microsoft.com/office/drawing/2014/main" id="{0B818CF9-5EC5-D0F8-2CD9-2F0A28F50912}"/>
                </a:ext>
              </a:extLst>
            </p:cNvPr>
            <p:cNvSpPr/>
            <p:nvPr/>
          </p:nvSpPr>
          <p:spPr>
            <a:xfrm>
              <a:off x="6405100" y="4875675"/>
              <a:ext cx="12400" cy="25"/>
            </a:xfrm>
            <a:custGeom>
              <a:avLst/>
              <a:gdLst/>
              <a:ahLst/>
              <a:cxnLst/>
              <a:rect l="l" t="t" r="r" b="b"/>
              <a:pathLst>
                <a:path w="496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96" y="1"/>
                  </a:lnTo>
                  <a:lnTo>
                    <a:pt x="496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4" name="Google Shape;624;p27">
              <a:extLst>
                <a:ext uri="{FF2B5EF4-FFF2-40B4-BE49-F238E27FC236}">
                  <a16:creationId xmlns:a16="http://schemas.microsoft.com/office/drawing/2014/main" id="{83048776-2801-9B85-2E28-3D3DA7117D53}"/>
                </a:ext>
              </a:extLst>
            </p:cNvPr>
            <p:cNvSpPr/>
            <p:nvPr/>
          </p:nvSpPr>
          <p:spPr>
            <a:xfrm>
              <a:off x="6395300" y="4875675"/>
              <a:ext cx="9825" cy="25"/>
            </a:xfrm>
            <a:custGeom>
              <a:avLst/>
              <a:gdLst/>
              <a:ahLst/>
              <a:cxnLst/>
              <a:rect l="l" t="t" r="r" b="b"/>
              <a:pathLst>
                <a:path w="393" h="1" extrusionOk="0">
                  <a:moveTo>
                    <a:pt x="289" y="1"/>
                  </a:moveTo>
                  <a:lnTo>
                    <a:pt x="289" y="1"/>
                  </a:lnTo>
                  <a:lnTo>
                    <a:pt x="0" y="1"/>
                  </a:lnTo>
                  <a:lnTo>
                    <a:pt x="392" y="1"/>
                  </a:lnTo>
                  <a:lnTo>
                    <a:pt x="392" y="1"/>
                  </a:lnTo>
                  <a:lnTo>
                    <a:pt x="392" y="1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B250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5" name="Google Shape;625;p27">
              <a:extLst>
                <a:ext uri="{FF2B5EF4-FFF2-40B4-BE49-F238E27FC236}">
                  <a16:creationId xmlns:a16="http://schemas.microsoft.com/office/drawing/2014/main" id="{E17F3CD4-EDD1-5E2B-E3F3-91CD261F4B6B}"/>
                </a:ext>
              </a:extLst>
            </p:cNvPr>
            <p:cNvSpPr/>
            <p:nvPr/>
          </p:nvSpPr>
          <p:spPr>
            <a:xfrm>
              <a:off x="6395300" y="4875675"/>
              <a:ext cx="9825" cy="25"/>
            </a:xfrm>
            <a:custGeom>
              <a:avLst/>
              <a:gdLst/>
              <a:ahLst/>
              <a:cxnLst/>
              <a:rect l="l" t="t" r="r" b="b"/>
              <a:pathLst>
                <a:path w="393" h="1" fill="none" extrusionOk="0">
                  <a:moveTo>
                    <a:pt x="289" y="1"/>
                  </a:moveTo>
                  <a:lnTo>
                    <a:pt x="289" y="1"/>
                  </a:lnTo>
                  <a:lnTo>
                    <a:pt x="0" y="1"/>
                  </a:lnTo>
                  <a:lnTo>
                    <a:pt x="392" y="1"/>
                  </a:lnTo>
                  <a:lnTo>
                    <a:pt x="392" y="1"/>
                  </a:lnTo>
                  <a:lnTo>
                    <a:pt x="392" y="1"/>
                  </a:lnTo>
                  <a:lnTo>
                    <a:pt x="28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6" name="Google Shape;626;p27">
              <a:extLst>
                <a:ext uri="{FF2B5EF4-FFF2-40B4-BE49-F238E27FC236}">
                  <a16:creationId xmlns:a16="http://schemas.microsoft.com/office/drawing/2014/main" id="{0E494B31-8892-24E5-DEEE-715391DB964F}"/>
                </a:ext>
              </a:extLst>
            </p:cNvPr>
            <p:cNvSpPr/>
            <p:nvPr/>
          </p:nvSpPr>
          <p:spPr>
            <a:xfrm>
              <a:off x="6408200" y="5167750"/>
              <a:ext cx="25825" cy="550"/>
            </a:xfrm>
            <a:custGeom>
              <a:avLst/>
              <a:gdLst/>
              <a:ahLst/>
              <a:cxnLst/>
              <a:rect l="l" t="t" r="r" b="b"/>
              <a:pathLst>
                <a:path w="1033" h="22" extrusionOk="0">
                  <a:moveTo>
                    <a:pt x="0" y="1"/>
                  </a:moveTo>
                  <a:lnTo>
                    <a:pt x="0" y="22"/>
                  </a:lnTo>
                  <a:lnTo>
                    <a:pt x="1032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7" name="Google Shape;627;p27">
              <a:extLst>
                <a:ext uri="{FF2B5EF4-FFF2-40B4-BE49-F238E27FC236}">
                  <a16:creationId xmlns:a16="http://schemas.microsoft.com/office/drawing/2014/main" id="{D8270E35-A268-C2C7-55C4-76931F1D5C12}"/>
                </a:ext>
              </a:extLst>
            </p:cNvPr>
            <p:cNvSpPr/>
            <p:nvPr/>
          </p:nvSpPr>
          <p:spPr>
            <a:xfrm>
              <a:off x="6408200" y="5167750"/>
              <a:ext cx="25825" cy="550"/>
            </a:xfrm>
            <a:custGeom>
              <a:avLst/>
              <a:gdLst/>
              <a:ahLst/>
              <a:cxnLst/>
              <a:rect l="l" t="t" r="r" b="b"/>
              <a:pathLst>
                <a:path w="1033" h="22" fill="none" extrusionOk="0">
                  <a:moveTo>
                    <a:pt x="0" y="1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1032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8" name="Google Shape;628;p27">
              <a:extLst>
                <a:ext uri="{FF2B5EF4-FFF2-40B4-BE49-F238E27FC236}">
                  <a16:creationId xmlns:a16="http://schemas.microsoft.com/office/drawing/2014/main" id="{A4D6D228-A49C-8719-9A62-64371525DDE8}"/>
                </a:ext>
              </a:extLst>
            </p:cNvPr>
            <p:cNvSpPr/>
            <p:nvPr/>
          </p:nvSpPr>
          <p:spPr>
            <a:xfrm>
              <a:off x="5714650" y="5166725"/>
              <a:ext cx="693575" cy="29950"/>
            </a:xfrm>
            <a:custGeom>
              <a:avLst/>
              <a:gdLst/>
              <a:ahLst/>
              <a:cxnLst/>
              <a:rect l="l" t="t" r="r" b="b"/>
              <a:pathLst>
                <a:path w="27743" h="1198" extrusionOk="0">
                  <a:moveTo>
                    <a:pt x="25802" y="42"/>
                  </a:moveTo>
                  <a:lnTo>
                    <a:pt x="25823" y="145"/>
                  </a:lnTo>
                  <a:lnTo>
                    <a:pt x="26772" y="104"/>
                  </a:lnTo>
                  <a:lnTo>
                    <a:pt x="27742" y="63"/>
                  </a:lnTo>
                  <a:lnTo>
                    <a:pt x="27742" y="42"/>
                  </a:lnTo>
                  <a:close/>
                  <a:moveTo>
                    <a:pt x="0" y="1"/>
                  </a:moveTo>
                  <a:lnTo>
                    <a:pt x="702" y="166"/>
                  </a:lnTo>
                  <a:lnTo>
                    <a:pt x="743" y="1"/>
                  </a:lnTo>
                  <a:close/>
                  <a:moveTo>
                    <a:pt x="24027" y="42"/>
                  </a:moveTo>
                  <a:lnTo>
                    <a:pt x="24068" y="269"/>
                  </a:lnTo>
                  <a:lnTo>
                    <a:pt x="25719" y="145"/>
                  </a:lnTo>
                  <a:lnTo>
                    <a:pt x="25740" y="42"/>
                  </a:lnTo>
                  <a:close/>
                  <a:moveTo>
                    <a:pt x="21921" y="42"/>
                  </a:moveTo>
                  <a:lnTo>
                    <a:pt x="21942" y="186"/>
                  </a:lnTo>
                  <a:lnTo>
                    <a:pt x="21963" y="434"/>
                  </a:lnTo>
                  <a:lnTo>
                    <a:pt x="23944" y="269"/>
                  </a:lnTo>
                  <a:lnTo>
                    <a:pt x="23985" y="42"/>
                  </a:lnTo>
                  <a:close/>
                  <a:moveTo>
                    <a:pt x="764" y="1"/>
                  </a:moveTo>
                  <a:lnTo>
                    <a:pt x="805" y="186"/>
                  </a:lnTo>
                  <a:lnTo>
                    <a:pt x="1610" y="352"/>
                  </a:lnTo>
                  <a:lnTo>
                    <a:pt x="2436" y="517"/>
                  </a:lnTo>
                  <a:lnTo>
                    <a:pt x="2477" y="186"/>
                  </a:lnTo>
                  <a:lnTo>
                    <a:pt x="2498" y="21"/>
                  </a:lnTo>
                  <a:lnTo>
                    <a:pt x="764" y="1"/>
                  </a:lnTo>
                  <a:close/>
                  <a:moveTo>
                    <a:pt x="20146" y="21"/>
                  </a:moveTo>
                  <a:lnTo>
                    <a:pt x="20187" y="228"/>
                  </a:lnTo>
                  <a:lnTo>
                    <a:pt x="20208" y="599"/>
                  </a:lnTo>
                  <a:lnTo>
                    <a:pt x="21818" y="434"/>
                  </a:lnTo>
                  <a:lnTo>
                    <a:pt x="21839" y="186"/>
                  </a:lnTo>
                  <a:lnTo>
                    <a:pt x="21880" y="42"/>
                  </a:lnTo>
                  <a:lnTo>
                    <a:pt x="20146" y="21"/>
                  </a:lnTo>
                  <a:close/>
                  <a:moveTo>
                    <a:pt x="19589" y="21"/>
                  </a:moveTo>
                  <a:lnTo>
                    <a:pt x="18041" y="42"/>
                  </a:lnTo>
                  <a:lnTo>
                    <a:pt x="18082" y="290"/>
                  </a:lnTo>
                  <a:lnTo>
                    <a:pt x="18103" y="785"/>
                  </a:lnTo>
                  <a:lnTo>
                    <a:pt x="20043" y="599"/>
                  </a:lnTo>
                  <a:lnTo>
                    <a:pt x="20084" y="228"/>
                  </a:lnTo>
                  <a:lnTo>
                    <a:pt x="20105" y="21"/>
                  </a:lnTo>
                  <a:close/>
                  <a:moveTo>
                    <a:pt x="2539" y="21"/>
                  </a:moveTo>
                  <a:lnTo>
                    <a:pt x="2560" y="207"/>
                  </a:lnTo>
                  <a:lnTo>
                    <a:pt x="2601" y="537"/>
                  </a:lnTo>
                  <a:lnTo>
                    <a:pt x="3571" y="682"/>
                  </a:lnTo>
                  <a:lnTo>
                    <a:pt x="4541" y="826"/>
                  </a:lnTo>
                  <a:lnTo>
                    <a:pt x="4562" y="310"/>
                  </a:lnTo>
                  <a:lnTo>
                    <a:pt x="4603" y="21"/>
                  </a:lnTo>
                  <a:close/>
                  <a:moveTo>
                    <a:pt x="16286" y="42"/>
                  </a:moveTo>
                  <a:lnTo>
                    <a:pt x="16328" y="352"/>
                  </a:lnTo>
                  <a:lnTo>
                    <a:pt x="16348" y="929"/>
                  </a:lnTo>
                  <a:lnTo>
                    <a:pt x="17917" y="806"/>
                  </a:lnTo>
                  <a:lnTo>
                    <a:pt x="17958" y="310"/>
                  </a:lnTo>
                  <a:lnTo>
                    <a:pt x="17999" y="42"/>
                  </a:lnTo>
                  <a:close/>
                  <a:moveTo>
                    <a:pt x="4645" y="21"/>
                  </a:moveTo>
                  <a:lnTo>
                    <a:pt x="4686" y="310"/>
                  </a:lnTo>
                  <a:lnTo>
                    <a:pt x="4727" y="847"/>
                  </a:lnTo>
                  <a:lnTo>
                    <a:pt x="5512" y="929"/>
                  </a:lnTo>
                  <a:lnTo>
                    <a:pt x="6296" y="1012"/>
                  </a:lnTo>
                  <a:lnTo>
                    <a:pt x="6317" y="372"/>
                  </a:lnTo>
                  <a:lnTo>
                    <a:pt x="6337" y="166"/>
                  </a:lnTo>
                  <a:lnTo>
                    <a:pt x="6378" y="42"/>
                  </a:lnTo>
                  <a:lnTo>
                    <a:pt x="4645" y="21"/>
                  </a:lnTo>
                  <a:close/>
                  <a:moveTo>
                    <a:pt x="14160" y="42"/>
                  </a:moveTo>
                  <a:lnTo>
                    <a:pt x="14181" y="186"/>
                  </a:lnTo>
                  <a:lnTo>
                    <a:pt x="14222" y="413"/>
                  </a:lnTo>
                  <a:lnTo>
                    <a:pt x="14243" y="1095"/>
                  </a:lnTo>
                  <a:lnTo>
                    <a:pt x="14759" y="1053"/>
                  </a:lnTo>
                  <a:lnTo>
                    <a:pt x="16162" y="950"/>
                  </a:lnTo>
                  <a:lnTo>
                    <a:pt x="16183" y="352"/>
                  </a:lnTo>
                  <a:lnTo>
                    <a:pt x="16224" y="42"/>
                  </a:lnTo>
                  <a:close/>
                  <a:moveTo>
                    <a:pt x="6420" y="42"/>
                  </a:moveTo>
                  <a:lnTo>
                    <a:pt x="6440" y="166"/>
                  </a:lnTo>
                  <a:lnTo>
                    <a:pt x="6461" y="372"/>
                  </a:lnTo>
                  <a:lnTo>
                    <a:pt x="6502" y="1012"/>
                  </a:lnTo>
                  <a:lnTo>
                    <a:pt x="7452" y="1095"/>
                  </a:lnTo>
                  <a:lnTo>
                    <a:pt x="8401" y="1136"/>
                  </a:lnTo>
                  <a:lnTo>
                    <a:pt x="8443" y="434"/>
                  </a:lnTo>
                  <a:lnTo>
                    <a:pt x="8463" y="186"/>
                  </a:lnTo>
                  <a:lnTo>
                    <a:pt x="8484" y="42"/>
                  </a:lnTo>
                  <a:close/>
                  <a:moveTo>
                    <a:pt x="12406" y="42"/>
                  </a:moveTo>
                  <a:lnTo>
                    <a:pt x="12426" y="186"/>
                  </a:lnTo>
                  <a:lnTo>
                    <a:pt x="12447" y="434"/>
                  </a:lnTo>
                  <a:lnTo>
                    <a:pt x="12488" y="1157"/>
                  </a:lnTo>
                  <a:lnTo>
                    <a:pt x="14036" y="1095"/>
                  </a:lnTo>
                  <a:lnTo>
                    <a:pt x="14078" y="413"/>
                  </a:lnTo>
                  <a:lnTo>
                    <a:pt x="14098" y="186"/>
                  </a:lnTo>
                  <a:lnTo>
                    <a:pt x="14119" y="42"/>
                  </a:lnTo>
                  <a:close/>
                  <a:moveTo>
                    <a:pt x="8525" y="42"/>
                  </a:moveTo>
                  <a:lnTo>
                    <a:pt x="8546" y="186"/>
                  </a:lnTo>
                  <a:lnTo>
                    <a:pt x="8566" y="434"/>
                  </a:lnTo>
                  <a:lnTo>
                    <a:pt x="8608" y="1157"/>
                  </a:lnTo>
                  <a:lnTo>
                    <a:pt x="10156" y="1177"/>
                  </a:lnTo>
                  <a:lnTo>
                    <a:pt x="10197" y="455"/>
                  </a:lnTo>
                  <a:lnTo>
                    <a:pt x="10218" y="186"/>
                  </a:lnTo>
                  <a:lnTo>
                    <a:pt x="10238" y="42"/>
                  </a:lnTo>
                  <a:close/>
                  <a:moveTo>
                    <a:pt x="10300" y="42"/>
                  </a:moveTo>
                  <a:lnTo>
                    <a:pt x="10321" y="207"/>
                  </a:lnTo>
                  <a:lnTo>
                    <a:pt x="10342" y="455"/>
                  </a:lnTo>
                  <a:lnTo>
                    <a:pt x="10383" y="1198"/>
                  </a:lnTo>
                  <a:lnTo>
                    <a:pt x="10734" y="1198"/>
                  </a:lnTo>
                  <a:lnTo>
                    <a:pt x="12261" y="1177"/>
                  </a:lnTo>
                  <a:lnTo>
                    <a:pt x="12303" y="434"/>
                  </a:lnTo>
                  <a:lnTo>
                    <a:pt x="12323" y="186"/>
                  </a:lnTo>
                  <a:lnTo>
                    <a:pt x="12364" y="42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9" name="Google Shape;629;p27">
              <a:extLst>
                <a:ext uri="{FF2B5EF4-FFF2-40B4-BE49-F238E27FC236}">
                  <a16:creationId xmlns:a16="http://schemas.microsoft.com/office/drawing/2014/main" id="{EAF6BE73-0D41-1256-67A8-A8C6C1315EA0}"/>
                </a:ext>
              </a:extLst>
            </p:cNvPr>
            <p:cNvSpPr/>
            <p:nvPr/>
          </p:nvSpPr>
          <p:spPr>
            <a:xfrm>
              <a:off x="6359675" y="5167750"/>
              <a:ext cx="48550" cy="2625"/>
            </a:xfrm>
            <a:custGeom>
              <a:avLst/>
              <a:gdLst/>
              <a:ahLst/>
              <a:cxnLst/>
              <a:rect l="l" t="t" r="r" b="b"/>
              <a:pathLst>
                <a:path w="1942" h="105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971" y="63"/>
                  </a:lnTo>
                  <a:lnTo>
                    <a:pt x="1941" y="22"/>
                  </a:lnTo>
                  <a:lnTo>
                    <a:pt x="194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0" name="Google Shape;630;p27">
              <a:extLst>
                <a:ext uri="{FF2B5EF4-FFF2-40B4-BE49-F238E27FC236}">
                  <a16:creationId xmlns:a16="http://schemas.microsoft.com/office/drawing/2014/main" id="{BBB157F0-25E5-7612-B665-53C39B7752B2}"/>
                </a:ext>
              </a:extLst>
            </p:cNvPr>
            <p:cNvSpPr/>
            <p:nvPr/>
          </p:nvSpPr>
          <p:spPr>
            <a:xfrm>
              <a:off x="5972150" y="5167750"/>
              <a:ext cx="51625" cy="28925"/>
            </a:xfrm>
            <a:custGeom>
              <a:avLst/>
              <a:gdLst/>
              <a:ahLst/>
              <a:cxnLst/>
              <a:rect l="l" t="t" r="r" b="b"/>
              <a:pathLst>
                <a:path w="2065" h="1157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66"/>
                  </a:lnTo>
                  <a:lnTo>
                    <a:pt x="42" y="414"/>
                  </a:lnTo>
                  <a:lnTo>
                    <a:pt x="83" y="1157"/>
                  </a:lnTo>
                  <a:lnTo>
                    <a:pt x="83" y="1157"/>
                  </a:lnTo>
                  <a:lnTo>
                    <a:pt x="434" y="1157"/>
                  </a:lnTo>
                  <a:lnTo>
                    <a:pt x="434" y="1157"/>
                  </a:lnTo>
                  <a:lnTo>
                    <a:pt x="1961" y="1136"/>
                  </a:lnTo>
                  <a:lnTo>
                    <a:pt x="1961" y="1136"/>
                  </a:lnTo>
                  <a:lnTo>
                    <a:pt x="2003" y="393"/>
                  </a:lnTo>
                  <a:lnTo>
                    <a:pt x="2023" y="145"/>
                  </a:lnTo>
                  <a:lnTo>
                    <a:pt x="2064" y="1"/>
                  </a:lnTo>
                  <a:lnTo>
                    <a:pt x="2064" y="1"/>
                  </a:lnTo>
                  <a:lnTo>
                    <a:pt x="1239" y="1"/>
                  </a:lnTo>
                  <a:lnTo>
                    <a:pt x="1239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1" name="Google Shape;631;p27">
              <a:extLst>
                <a:ext uri="{FF2B5EF4-FFF2-40B4-BE49-F238E27FC236}">
                  <a16:creationId xmlns:a16="http://schemas.microsoft.com/office/drawing/2014/main" id="{1C8D65F0-D57A-6533-7C86-02E915FF9272}"/>
                </a:ext>
              </a:extLst>
            </p:cNvPr>
            <p:cNvSpPr/>
            <p:nvPr/>
          </p:nvSpPr>
          <p:spPr>
            <a:xfrm>
              <a:off x="6024775" y="5167750"/>
              <a:ext cx="42850" cy="27900"/>
            </a:xfrm>
            <a:custGeom>
              <a:avLst/>
              <a:gdLst/>
              <a:ahLst/>
              <a:cxnLst/>
              <a:rect l="l" t="t" r="r" b="b"/>
              <a:pathLst>
                <a:path w="1714" h="1116" fill="none" extrusionOk="0">
                  <a:moveTo>
                    <a:pt x="1714" y="1"/>
                  </a:moveTo>
                  <a:lnTo>
                    <a:pt x="1714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1" y="145"/>
                  </a:lnTo>
                  <a:lnTo>
                    <a:pt x="42" y="393"/>
                  </a:lnTo>
                  <a:lnTo>
                    <a:pt x="83" y="1116"/>
                  </a:lnTo>
                  <a:lnTo>
                    <a:pt x="83" y="1116"/>
                  </a:lnTo>
                  <a:lnTo>
                    <a:pt x="1631" y="1054"/>
                  </a:lnTo>
                  <a:lnTo>
                    <a:pt x="1631" y="1054"/>
                  </a:lnTo>
                  <a:lnTo>
                    <a:pt x="1673" y="372"/>
                  </a:lnTo>
                  <a:lnTo>
                    <a:pt x="1693" y="145"/>
                  </a:lnTo>
                  <a:lnTo>
                    <a:pt x="171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2" name="Google Shape;632;p27">
              <a:extLst>
                <a:ext uri="{FF2B5EF4-FFF2-40B4-BE49-F238E27FC236}">
                  <a16:creationId xmlns:a16="http://schemas.microsoft.com/office/drawing/2014/main" id="{098D8573-945E-0C54-096E-7E8A238B5CFB}"/>
                </a:ext>
              </a:extLst>
            </p:cNvPr>
            <p:cNvSpPr/>
            <p:nvPr/>
          </p:nvSpPr>
          <p:spPr>
            <a:xfrm>
              <a:off x="5927775" y="5167750"/>
              <a:ext cx="42850" cy="28425"/>
            </a:xfrm>
            <a:custGeom>
              <a:avLst/>
              <a:gdLst/>
              <a:ahLst/>
              <a:cxnLst/>
              <a:rect l="l" t="t" r="r" b="b"/>
              <a:pathLst>
                <a:path w="1714" h="1137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45"/>
                  </a:lnTo>
                  <a:lnTo>
                    <a:pt x="41" y="393"/>
                  </a:lnTo>
                  <a:lnTo>
                    <a:pt x="83" y="1116"/>
                  </a:lnTo>
                  <a:lnTo>
                    <a:pt x="83" y="1116"/>
                  </a:lnTo>
                  <a:lnTo>
                    <a:pt x="1631" y="1136"/>
                  </a:lnTo>
                  <a:lnTo>
                    <a:pt x="1631" y="1136"/>
                  </a:lnTo>
                  <a:lnTo>
                    <a:pt x="1672" y="414"/>
                  </a:lnTo>
                  <a:lnTo>
                    <a:pt x="1693" y="145"/>
                  </a:lnTo>
                  <a:lnTo>
                    <a:pt x="1713" y="1"/>
                  </a:lnTo>
                  <a:lnTo>
                    <a:pt x="1713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3" name="Google Shape;633;p27">
              <a:extLst>
                <a:ext uri="{FF2B5EF4-FFF2-40B4-BE49-F238E27FC236}">
                  <a16:creationId xmlns:a16="http://schemas.microsoft.com/office/drawing/2014/main" id="{26F16F3C-4EC0-8802-CDC7-6B762D576B57}"/>
                </a:ext>
              </a:extLst>
            </p:cNvPr>
            <p:cNvSpPr/>
            <p:nvPr/>
          </p:nvSpPr>
          <p:spPr>
            <a:xfrm>
              <a:off x="6315300" y="5167750"/>
              <a:ext cx="42850" cy="5700"/>
            </a:xfrm>
            <a:custGeom>
              <a:avLst/>
              <a:gdLst/>
              <a:ahLst/>
              <a:cxnLst/>
              <a:rect l="l" t="t" r="r" b="b"/>
              <a:pathLst>
                <a:path w="1714" h="22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2" y="228"/>
                  </a:lnTo>
                  <a:lnTo>
                    <a:pt x="42" y="228"/>
                  </a:lnTo>
                  <a:lnTo>
                    <a:pt x="1693" y="104"/>
                  </a:lnTo>
                  <a:lnTo>
                    <a:pt x="1693" y="104"/>
                  </a:lnTo>
                  <a:lnTo>
                    <a:pt x="1714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4" name="Google Shape;634;p27">
              <a:extLst>
                <a:ext uri="{FF2B5EF4-FFF2-40B4-BE49-F238E27FC236}">
                  <a16:creationId xmlns:a16="http://schemas.microsoft.com/office/drawing/2014/main" id="{D1F7D470-7ED1-BC58-46AF-99A7B1EBCC4D}"/>
                </a:ext>
              </a:extLst>
            </p:cNvPr>
            <p:cNvSpPr/>
            <p:nvPr/>
          </p:nvSpPr>
          <p:spPr>
            <a:xfrm>
              <a:off x="6068650" y="5167750"/>
              <a:ext cx="51625" cy="26350"/>
            </a:xfrm>
            <a:custGeom>
              <a:avLst/>
              <a:gdLst/>
              <a:ahLst/>
              <a:cxnLst/>
              <a:rect l="l" t="t" r="r" b="b"/>
              <a:pathLst>
                <a:path w="2065" h="1054" fill="none" extrusionOk="0">
                  <a:moveTo>
                    <a:pt x="2064" y="1"/>
                  </a:moveTo>
                  <a:lnTo>
                    <a:pt x="2064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21" y="145"/>
                  </a:lnTo>
                  <a:lnTo>
                    <a:pt x="62" y="372"/>
                  </a:lnTo>
                  <a:lnTo>
                    <a:pt x="83" y="1054"/>
                  </a:lnTo>
                  <a:lnTo>
                    <a:pt x="83" y="1054"/>
                  </a:lnTo>
                  <a:lnTo>
                    <a:pt x="599" y="1012"/>
                  </a:lnTo>
                  <a:lnTo>
                    <a:pt x="599" y="1012"/>
                  </a:lnTo>
                  <a:lnTo>
                    <a:pt x="2002" y="909"/>
                  </a:lnTo>
                  <a:lnTo>
                    <a:pt x="2002" y="909"/>
                  </a:lnTo>
                  <a:lnTo>
                    <a:pt x="2023" y="311"/>
                  </a:lnTo>
                  <a:lnTo>
                    <a:pt x="206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5" name="Google Shape;635;p27">
              <a:extLst>
                <a:ext uri="{FF2B5EF4-FFF2-40B4-BE49-F238E27FC236}">
                  <a16:creationId xmlns:a16="http://schemas.microsoft.com/office/drawing/2014/main" id="{E921FBAD-B9DB-DFE6-56B7-BF66435A71E5}"/>
                </a:ext>
              </a:extLst>
            </p:cNvPr>
            <p:cNvSpPr/>
            <p:nvPr/>
          </p:nvSpPr>
          <p:spPr>
            <a:xfrm>
              <a:off x="5875125" y="5167750"/>
              <a:ext cx="51625" cy="27375"/>
            </a:xfrm>
            <a:custGeom>
              <a:avLst/>
              <a:gdLst/>
              <a:ahLst/>
              <a:cxnLst/>
              <a:rect l="l" t="t" r="r" b="b"/>
              <a:pathLst>
                <a:path w="2065" h="1095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1" y="125"/>
                  </a:lnTo>
                  <a:lnTo>
                    <a:pt x="42" y="331"/>
                  </a:lnTo>
                  <a:lnTo>
                    <a:pt x="83" y="971"/>
                  </a:lnTo>
                  <a:lnTo>
                    <a:pt x="83" y="971"/>
                  </a:lnTo>
                  <a:lnTo>
                    <a:pt x="1033" y="1054"/>
                  </a:lnTo>
                  <a:lnTo>
                    <a:pt x="1982" y="1095"/>
                  </a:lnTo>
                  <a:lnTo>
                    <a:pt x="1982" y="1095"/>
                  </a:lnTo>
                  <a:lnTo>
                    <a:pt x="2024" y="393"/>
                  </a:lnTo>
                  <a:lnTo>
                    <a:pt x="2044" y="145"/>
                  </a:lnTo>
                  <a:lnTo>
                    <a:pt x="2065" y="1"/>
                  </a:lnTo>
                  <a:lnTo>
                    <a:pt x="2065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6" name="Google Shape;636;p27">
              <a:extLst>
                <a:ext uri="{FF2B5EF4-FFF2-40B4-BE49-F238E27FC236}">
                  <a16:creationId xmlns:a16="http://schemas.microsoft.com/office/drawing/2014/main" id="{94F7C510-B7A7-0019-AC47-4E4D151CC099}"/>
                </a:ext>
              </a:extLst>
            </p:cNvPr>
            <p:cNvSpPr/>
            <p:nvPr/>
          </p:nvSpPr>
          <p:spPr>
            <a:xfrm>
              <a:off x="6262675" y="5167750"/>
              <a:ext cx="51625" cy="9850"/>
            </a:xfrm>
            <a:custGeom>
              <a:avLst/>
              <a:gdLst/>
              <a:ahLst/>
              <a:cxnLst/>
              <a:rect l="l" t="t" r="r" b="b"/>
              <a:pathLst>
                <a:path w="2065" h="39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45"/>
                  </a:lnTo>
                  <a:lnTo>
                    <a:pt x="42" y="393"/>
                  </a:lnTo>
                  <a:lnTo>
                    <a:pt x="42" y="393"/>
                  </a:lnTo>
                  <a:lnTo>
                    <a:pt x="2023" y="228"/>
                  </a:lnTo>
                  <a:lnTo>
                    <a:pt x="2023" y="228"/>
                  </a:lnTo>
                  <a:lnTo>
                    <a:pt x="2064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7" name="Google Shape;637;p27">
              <a:extLst>
                <a:ext uri="{FF2B5EF4-FFF2-40B4-BE49-F238E27FC236}">
                  <a16:creationId xmlns:a16="http://schemas.microsoft.com/office/drawing/2014/main" id="{209204A4-FD8A-04DC-AFB5-B497792579CF}"/>
                </a:ext>
              </a:extLst>
            </p:cNvPr>
            <p:cNvSpPr/>
            <p:nvPr/>
          </p:nvSpPr>
          <p:spPr>
            <a:xfrm>
              <a:off x="6121800" y="5167750"/>
              <a:ext cx="42850" cy="22225"/>
            </a:xfrm>
            <a:custGeom>
              <a:avLst/>
              <a:gdLst/>
              <a:ahLst/>
              <a:cxnLst/>
              <a:rect l="l" t="t" r="r" b="b"/>
              <a:pathLst>
                <a:path w="1714" h="889" fill="none" extrusionOk="0">
                  <a:moveTo>
                    <a:pt x="1713" y="1"/>
                  </a:moveTo>
                  <a:lnTo>
                    <a:pt x="1713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2" y="311"/>
                  </a:lnTo>
                  <a:lnTo>
                    <a:pt x="62" y="888"/>
                  </a:lnTo>
                  <a:lnTo>
                    <a:pt x="62" y="888"/>
                  </a:lnTo>
                  <a:lnTo>
                    <a:pt x="1631" y="765"/>
                  </a:lnTo>
                  <a:lnTo>
                    <a:pt x="1631" y="765"/>
                  </a:lnTo>
                  <a:lnTo>
                    <a:pt x="1672" y="269"/>
                  </a:lnTo>
                  <a:lnTo>
                    <a:pt x="171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8" name="Google Shape;638;p27">
              <a:extLst>
                <a:ext uri="{FF2B5EF4-FFF2-40B4-BE49-F238E27FC236}">
                  <a16:creationId xmlns:a16="http://schemas.microsoft.com/office/drawing/2014/main" id="{B7DD99C3-30BB-3C6E-DF02-BBB600CE7CD0}"/>
                </a:ext>
              </a:extLst>
            </p:cNvPr>
            <p:cNvSpPr/>
            <p:nvPr/>
          </p:nvSpPr>
          <p:spPr>
            <a:xfrm>
              <a:off x="5830750" y="5167250"/>
              <a:ext cx="43375" cy="24800"/>
            </a:xfrm>
            <a:custGeom>
              <a:avLst/>
              <a:gdLst/>
              <a:ahLst/>
              <a:cxnLst/>
              <a:rect l="l" t="t" r="r" b="b"/>
              <a:pathLst>
                <a:path w="1735" h="992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42" y="289"/>
                  </a:lnTo>
                  <a:lnTo>
                    <a:pt x="83" y="826"/>
                  </a:lnTo>
                  <a:lnTo>
                    <a:pt x="83" y="826"/>
                  </a:lnTo>
                  <a:lnTo>
                    <a:pt x="868" y="908"/>
                  </a:lnTo>
                  <a:lnTo>
                    <a:pt x="1652" y="991"/>
                  </a:lnTo>
                  <a:lnTo>
                    <a:pt x="1652" y="991"/>
                  </a:lnTo>
                  <a:lnTo>
                    <a:pt x="1673" y="351"/>
                  </a:lnTo>
                  <a:lnTo>
                    <a:pt x="1693" y="145"/>
                  </a:lnTo>
                  <a:lnTo>
                    <a:pt x="1734" y="21"/>
                  </a:lnTo>
                  <a:lnTo>
                    <a:pt x="1734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9" name="Google Shape;639;p27">
              <a:extLst>
                <a:ext uri="{FF2B5EF4-FFF2-40B4-BE49-F238E27FC236}">
                  <a16:creationId xmlns:a16="http://schemas.microsoft.com/office/drawing/2014/main" id="{AAF33A8F-2A2B-155E-1803-E27F8307AEC2}"/>
                </a:ext>
              </a:extLst>
            </p:cNvPr>
            <p:cNvSpPr/>
            <p:nvPr/>
          </p:nvSpPr>
          <p:spPr>
            <a:xfrm>
              <a:off x="6218300" y="5167250"/>
              <a:ext cx="43375" cy="14475"/>
            </a:xfrm>
            <a:custGeom>
              <a:avLst/>
              <a:gdLst/>
              <a:ahLst/>
              <a:cxnLst/>
              <a:rect l="l" t="t" r="r" b="b"/>
              <a:pathLst>
                <a:path w="1735" h="57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1" y="207"/>
                  </a:lnTo>
                  <a:lnTo>
                    <a:pt x="62" y="578"/>
                  </a:lnTo>
                  <a:lnTo>
                    <a:pt x="62" y="578"/>
                  </a:lnTo>
                  <a:lnTo>
                    <a:pt x="1672" y="413"/>
                  </a:lnTo>
                  <a:lnTo>
                    <a:pt x="1672" y="413"/>
                  </a:lnTo>
                  <a:lnTo>
                    <a:pt x="1693" y="165"/>
                  </a:lnTo>
                  <a:lnTo>
                    <a:pt x="1734" y="2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0" name="Google Shape;640;p27">
              <a:extLst>
                <a:ext uri="{FF2B5EF4-FFF2-40B4-BE49-F238E27FC236}">
                  <a16:creationId xmlns:a16="http://schemas.microsoft.com/office/drawing/2014/main" id="{15768E97-4833-8B0A-8611-2C58714168FC}"/>
                </a:ext>
              </a:extLst>
            </p:cNvPr>
            <p:cNvSpPr/>
            <p:nvPr/>
          </p:nvSpPr>
          <p:spPr>
            <a:xfrm>
              <a:off x="6165650" y="5167250"/>
              <a:ext cx="51625" cy="19100"/>
            </a:xfrm>
            <a:custGeom>
              <a:avLst/>
              <a:gdLst/>
              <a:ahLst/>
              <a:cxnLst/>
              <a:rect l="l" t="t" r="r" b="b"/>
              <a:pathLst>
                <a:path w="2065" h="764" fill="none" extrusionOk="0">
                  <a:moveTo>
                    <a:pt x="1549" y="0"/>
                  </a:moveTo>
                  <a:lnTo>
                    <a:pt x="1549" y="0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42" y="269"/>
                  </a:lnTo>
                  <a:lnTo>
                    <a:pt x="63" y="764"/>
                  </a:lnTo>
                  <a:lnTo>
                    <a:pt x="63" y="764"/>
                  </a:lnTo>
                  <a:lnTo>
                    <a:pt x="2003" y="578"/>
                  </a:lnTo>
                  <a:lnTo>
                    <a:pt x="2003" y="578"/>
                  </a:lnTo>
                  <a:lnTo>
                    <a:pt x="2044" y="207"/>
                  </a:lnTo>
                  <a:lnTo>
                    <a:pt x="2065" y="0"/>
                  </a:lnTo>
                  <a:lnTo>
                    <a:pt x="15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1" name="Google Shape;641;p27">
              <a:extLst>
                <a:ext uri="{FF2B5EF4-FFF2-40B4-BE49-F238E27FC236}">
                  <a16:creationId xmlns:a16="http://schemas.microsoft.com/office/drawing/2014/main" id="{1326C4C9-6162-DAC6-D5D3-30467D72905D}"/>
                </a:ext>
              </a:extLst>
            </p:cNvPr>
            <p:cNvSpPr/>
            <p:nvPr/>
          </p:nvSpPr>
          <p:spPr>
            <a:xfrm>
              <a:off x="5778125" y="5167250"/>
              <a:ext cx="51625" cy="20150"/>
            </a:xfrm>
            <a:custGeom>
              <a:avLst/>
              <a:gdLst/>
              <a:ahLst/>
              <a:cxnLst/>
              <a:rect l="l" t="t" r="r" b="b"/>
              <a:pathLst>
                <a:path w="2065" h="806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" y="186"/>
                  </a:lnTo>
                  <a:lnTo>
                    <a:pt x="62" y="516"/>
                  </a:lnTo>
                  <a:lnTo>
                    <a:pt x="62" y="516"/>
                  </a:lnTo>
                  <a:lnTo>
                    <a:pt x="1032" y="661"/>
                  </a:lnTo>
                  <a:lnTo>
                    <a:pt x="2002" y="805"/>
                  </a:lnTo>
                  <a:lnTo>
                    <a:pt x="2002" y="805"/>
                  </a:lnTo>
                  <a:lnTo>
                    <a:pt x="2023" y="289"/>
                  </a:lnTo>
                  <a:lnTo>
                    <a:pt x="2064" y="0"/>
                  </a:lnTo>
                  <a:lnTo>
                    <a:pt x="2064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2" name="Google Shape;642;p27">
              <a:extLst>
                <a:ext uri="{FF2B5EF4-FFF2-40B4-BE49-F238E27FC236}">
                  <a16:creationId xmlns:a16="http://schemas.microsoft.com/office/drawing/2014/main" id="{DC9B1854-28B6-BF3A-798D-7571E7018EBE}"/>
                </a:ext>
              </a:extLst>
            </p:cNvPr>
            <p:cNvSpPr/>
            <p:nvPr/>
          </p:nvSpPr>
          <p:spPr>
            <a:xfrm>
              <a:off x="5733750" y="5166725"/>
              <a:ext cx="43350" cy="12925"/>
            </a:xfrm>
            <a:custGeom>
              <a:avLst/>
              <a:gdLst/>
              <a:ahLst/>
              <a:cxnLst/>
              <a:rect l="l" t="t" r="r" b="b"/>
              <a:pathLst>
                <a:path w="1734" h="517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1" y="186"/>
                  </a:lnTo>
                  <a:lnTo>
                    <a:pt x="41" y="186"/>
                  </a:lnTo>
                  <a:lnTo>
                    <a:pt x="846" y="352"/>
                  </a:lnTo>
                  <a:lnTo>
                    <a:pt x="1672" y="517"/>
                  </a:lnTo>
                  <a:lnTo>
                    <a:pt x="1672" y="517"/>
                  </a:lnTo>
                  <a:lnTo>
                    <a:pt x="1713" y="186"/>
                  </a:lnTo>
                  <a:lnTo>
                    <a:pt x="1734" y="21"/>
                  </a:lnTo>
                  <a:lnTo>
                    <a:pt x="1734" y="2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3" name="Google Shape;643;p27">
              <a:extLst>
                <a:ext uri="{FF2B5EF4-FFF2-40B4-BE49-F238E27FC236}">
                  <a16:creationId xmlns:a16="http://schemas.microsoft.com/office/drawing/2014/main" id="{5CED2794-5CF3-97A5-5931-91346771303D}"/>
                </a:ext>
              </a:extLst>
            </p:cNvPr>
            <p:cNvSpPr/>
            <p:nvPr/>
          </p:nvSpPr>
          <p:spPr>
            <a:xfrm>
              <a:off x="5714650" y="5166725"/>
              <a:ext cx="18600" cy="4150"/>
            </a:xfrm>
            <a:custGeom>
              <a:avLst/>
              <a:gdLst/>
              <a:ahLst/>
              <a:cxnLst/>
              <a:rect l="l" t="t" r="r" b="b"/>
              <a:pathLst>
                <a:path w="744" h="166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702" y="166"/>
                  </a:lnTo>
                  <a:lnTo>
                    <a:pt x="702" y="166"/>
                  </a:lnTo>
                  <a:lnTo>
                    <a:pt x="743" y="1"/>
                  </a:lnTo>
                  <a:lnTo>
                    <a:pt x="743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4" name="Google Shape;644;p27">
              <a:extLst>
                <a:ext uri="{FF2B5EF4-FFF2-40B4-BE49-F238E27FC236}">
                  <a16:creationId xmlns:a16="http://schemas.microsoft.com/office/drawing/2014/main" id="{54BD9266-35C2-E76A-B0AC-04971D030290}"/>
                </a:ext>
              </a:extLst>
            </p:cNvPr>
            <p:cNvSpPr/>
            <p:nvPr/>
          </p:nvSpPr>
          <p:spPr>
            <a:xfrm>
              <a:off x="5775525" y="5167250"/>
              <a:ext cx="4175" cy="12925"/>
            </a:xfrm>
            <a:custGeom>
              <a:avLst/>
              <a:gdLst/>
              <a:ahLst/>
              <a:cxnLst/>
              <a:rect l="l" t="t" r="r" b="b"/>
              <a:pathLst>
                <a:path w="167" h="517" extrusionOk="0">
                  <a:moveTo>
                    <a:pt x="63" y="0"/>
                  </a:moveTo>
                  <a:lnTo>
                    <a:pt x="42" y="165"/>
                  </a:lnTo>
                  <a:lnTo>
                    <a:pt x="1" y="496"/>
                  </a:lnTo>
                  <a:lnTo>
                    <a:pt x="166" y="516"/>
                  </a:lnTo>
                  <a:lnTo>
                    <a:pt x="125" y="186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" name="Google Shape;645;p27">
              <a:extLst>
                <a:ext uri="{FF2B5EF4-FFF2-40B4-BE49-F238E27FC236}">
                  <a16:creationId xmlns:a16="http://schemas.microsoft.com/office/drawing/2014/main" id="{4B1ED958-5313-C62D-D560-B5114092328B}"/>
                </a:ext>
              </a:extLst>
            </p:cNvPr>
            <p:cNvSpPr/>
            <p:nvPr/>
          </p:nvSpPr>
          <p:spPr>
            <a:xfrm>
              <a:off x="5775525" y="5167250"/>
              <a:ext cx="4175" cy="12925"/>
            </a:xfrm>
            <a:custGeom>
              <a:avLst/>
              <a:gdLst/>
              <a:ahLst/>
              <a:cxnLst/>
              <a:rect l="l" t="t" r="r" b="b"/>
              <a:pathLst>
                <a:path w="167" h="517" fill="none" extrusionOk="0">
                  <a:moveTo>
                    <a:pt x="63" y="0"/>
                  </a:moveTo>
                  <a:lnTo>
                    <a:pt x="63" y="0"/>
                  </a:lnTo>
                  <a:lnTo>
                    <a:pt x="42" y="165"/>
                  </a:lnTo>
                  <a:lnTo>
                    <a:pt x="1" y="496"/>
                  </a:lnTo>
                  <a:lnTo>
                    <a:pt x="1" y="496"/>
                  </a:lnTo>
                  <a:lnTo>
                    <a:pt x="166" y="516"/>
                  </a:lnTo>
                  <a:lnTo>
                    <a:pt x="166" y="516"/>
                  </a:lnTo>
                  <a:lnTo>
                    <a:pt x="125" y="186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6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6" name="Google Shape;646;p27">
              <a:extLst>
                <a:ext uri="{FF2B5EF4-FFF2-40B4-BE49-F238E27FC236}">
                  <a16:creationId xmlns:a16="http://schemas.microsoft.com/office/drawing/2014/main" id="{E98E8909-F156-A341-A808-342AB4784C23}"/>
                </a:ext>
              </a:extLst>
            </p:cNvPr>
            <p:cNvSpPr/>
            <p:nvPr/>
          </p:nvSpPr>
          <p:spPr>
            <a:xfrm>
              <a:off x="5732200" y="5166725"/>
              <a:ext cx="2600" cy="4675"/>
            </a:xfrm>
            <a:custGeom>
              <a:avLst/>
              <a:gdLst/>
              <a:ahLst/>
              <a:cxnLst/>
              <a:rect l="l" t="t" r="r" b="b"/>
              <a:pathLst>
                <a:path w="104" h="187" extrusionOk="0">
                  <a:moveTo>
                    <a:pt x="41" y="1"/>
                  </a:moveTo>
                  <a:lnTo>
                    <a:pt x="0" y="166"/>
                  </a:lnTo>
                  <a:lnTo>
                    <a:pt x="103" y="186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7" name="Google Shape;647;p27">
              <a:extLst>
                <a:ext uri="{FF2B5EF4-FFF2-40B4-BE49-F238E27FC236}">
                  <a16:creationId xmlns:a16="http://schemas.microsoft.com/office/drawing/2014/main" id="{AE20E5E0-F6E1-E0BA-847A-E281711862D8}"/>
                </a:ext>
              </a:extLst>
            </p:cNvPr>
            <p:cNvSpPr/>
            <p:nvPr/>
          </p:nvSpPr>
          <p:spPr>
            <a:xfrm>
              <a:off x="5732200" y="5166725"/>
              <a:ext cx="2600" cy="4675"/>
            </a:xfrm>
            <a:custGeom>
              <a:avLst/>
              <a:gdLst/>
              <a:ahLst/>
              <a:cxnLst/>
              <a:rect l="l" t="t" r="r" b="b"/>
              <a:pathLst>
                <a:path w="104" h="187" fill="none" extrusionOk="0">
                  <a:moveTo>
                    <a:pt x="41" y="1"/>
                  </a:moveTo>
                  <a:lnTo>
                    <a:pt x="41" y="1"/>
                  </a:lnTo>
                  <a:lnTo>
                    <a:pt x="0" y="166"/>
                  </a:lnTo>
                  <a:lnTo>
                    <a:pt x="0" y="166"/>
                  </a:lnTo>
                  <a:lnTo>
                    <a:pt x="103" y="186"/>
                  </a:lnTo>
                  <a:lnTo>
                    <a:pt x="103" y="186"/>
                  </a:lnTo>
                  <a:lnTo>
                    <a:pt x="62" y="1"/>
                  </a:lnTo>
                  <a:lnTo>
                    <a:pt x="62" y="1"/>
                  </a:lnTo>
                  <a:lnTo>
                    <a:pt x="4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8" name="Google Shape;648;p27">
              <a:extLst>
                <a:ext uri="{FF2B5EF4-FFF2-40B4-BE49-F238E27FC236}">
                  <a16:creationId xmlns:a16="http://schemas.microsoft.com/office/drawing/2014/main" id="{7EB986E3-9DA5-B82C-FA95-B1B569144885}"/>
                </a:ext>
              </a:extLst>
            </p:cNvPr>
            <p:cNvSpPr/>
            <p:nvPr/>
          </p:nvSpPr>
          <p:spPr>
            <a:xfrm>
              <a:off x="5872025" y="5167750"/>
              <a:ext cx="5200" cy="24300"/>
            </a:xfrm>
            <a:custGeom>
              <a:avLst/>
              <a:gdLst/>
              <a:ahLst/>
              <a:cxnLst/>
              <a:rect l="l" t="t" r="r" b="b"/>
              <a:pathLst>
                <a:path w="208" h="972" extrusionOk="0">
                  <a:moveTo>
                    <a:pt x="83" y="1"/>
                  </a:moveTo>
                  <a:lnTo>
                    <a:pt x="42" y="125"/>
                  </a:lnTo>
                  <a:lnTo>
                    <a:pt x="22" y="331"/>
                  </a:lnTo>
                  <a:lnTo>
                    <a:pt x="1" y="971"/>
                  </a:lnTo>
                  <a:lnTo>
                    <a:pt x="207" y="971"/>
                  </a:lnTo>
                  <a:lnTo>
                    <a:pt x="166" y="331"/>
                  </a:lnTo>
                  <a:lnTo>
                    <a:pt x="145" y="125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9" name="Google Shape;649;p27">
              <a:extLst>
                <a:ext uri="{FF2B5EF4-FFF2-40B4-BE49-F238E27FC236}">
                  <a16:creationId xmlns:a16="http://schemas.microsoft.com/office/drawing/2014/main" id="{DDBB8EB5-8163-BAC1-0C3A-A83E135D5CB6}"/>
                </a:ext>
              </a:extLst>
            </p:cNvPr>
            <p:cNvSpPr/>
            <p:nvPr/>
          </p:nvSpPr>
          <p:spPr>
            <a:xfrm>
              <a:off x="5872025" y="5167750"/>
              <a:ext cx="5200" cy="24300"/>
            </a:xfrm>
            <a:custGeom>
              <a:avLst/>
              <a:gdLst/>
              <a:ahLst/>
              <a:cxnLst/>
              <a:rect l="l" t="t" r="r" b="b"/>
              <a:pathLst>
                <a:path w="208" h="972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42" y="125"/>
                  </a:lnTo>
                  <a:lnTo>
                    <a:pt x="22" y="331"/>
                  </a:lnTo>
                  <a:lnTo>
                    <a:pt x="1" y="971"/>
                  </a:lnTo>
                  <a:lnTo>
                    <a:pt x="1" y="971"/>
                  </a:lnTo>
                  <a:lnTo>
                    <a:pt x="207" y="971"/>
                  </a:lnTo>
                  <a:lnTo>
                    <a:pt x="207" y="971"/>
                  </a:lnTo>
                  <a:lnTo>
                    <a:pt x="166" y="331"/>
                  </a:lnTo>
                  <a:lnTo>
                    <a:pt x="145" y="125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0" name="Google Shape;650;p27">
              <a:extLst>
                <a:ext uri="{FF2B5EF4-FFF2-40B4-BE49-F238E27FC236}">
                  <a16:creationId xmlns:a16="http://schemas.microsoft.com/office/drawing/2014/main" id="{0B5615B4-FB3B-7054-6732-ACAF29903767}"/>
                </a:ext>
              </a:extLst>
            </p:cNvPr>
            <p:cNvSpPr/>
            <p:nvPr/>
          </p:nvSpPr>
          <p:spPr>
            <a:xfrm>
              <a:off x="5828175" y="5167250"/>
              <a:ext cx="4675" cy="20650"/>
            </a:xfrm>
            <a:custGeom>
              <a:avLst/>
              <a:gdLst/>
              <a:ahLst/>
              <a:cxnLst/>
              <a:rect l="l" t="t" r="r" b="b"/>
              <a:pathLst>
                <a:path w="187" h="826" extrusionOk="0">
                  <a:moveTo>
                    <a:pt x="62" y="0"/>
                  </a:moveTo>
                  <a:lnTo>
                    <a:pt x="21" y="289"/>
                  </a:lnTo>
                  <a:lnTo>
                    <a:pt x="0" y="805"/>
                  </a:lnTo>
                  <a:lnTo>
                    <a:pt x="186" y="826"/>
                  </a:lnTo>
                  <a:lnTo>
                    <a:pt x="145" y="289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1" name="Google Shape;651;p27">
              <a:extLst>
                <a:ext uri="{FF2B5EF4-FFF2-40B4-BE49-F238E27FC236}">
                  <a16:creationId xmlns:a16="http://schemas.microsoft.com/office/drawing/2014/main" id="{F23494C2-124C-6957-FC19-41A535495724}"/>
                </a:ext>
              </a:extLst>
            </p:cNvPr>
            <p:cNvSpPr/>
            <p:nvPr/>
          </p:nvSpPr>
          <p:spPr>
            <a:xfrm>
              <a:off x="5828175" y="5167250"/>
              <a:ext cx="4675" cy="20650"/>
            </a:xfrm>
            <a:custGeom>
              <a:avLst/>
              <a:gdLst/>
              <a:ahLst/>
              <a:cxnLst/>
              <a:rect l="l" t="t" r="r" b="b"/>
              <a:pathLst>
                <a:path w="187" h="826" fill="none" extrusionOk="0">
                  <a:moveTo>
                    <a:pt x="62" y="0"/>
                  </a:moveTo>
                  <a:lnTo>
                    <a:pt x="62" y="0"/>
                  </a:lnTo>
                  <a:lnTo>
                    <a:pt x="21" y="289"/>
                  </a:lnTo>
                  <a:lnTo>
                    <a:pt x="0" y="805"/>
                  </a:lnTo>
                  <a:lnTo>
                    <a:pt x="0" y="805"/>
                  </a:lnTo>
                  <a:lnTo>
                    <a:pt x="186" y="826"/>
                  </a:lnTo>
                  <a:lnTo>
                    <a:pt x="186" y="826"/>
                  </a:lnTo>
                  <a:lnTo>
                    <a:pt x="145" y="289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6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2" name="Google Shape;652;p27">
              <a:extLst>
                <a:ext uri="{FF2B5EF4-FFF2-40B4-BE49-F238E27FC236}">
                  <a16:creationId xmlns:a16="http://schemas.microsoft.com/office/drawing/2014/main" id="{021500FF-92F7-30F5-860F-776535CD44CF}"/>
                </a:ext>
              </a:extLst>
            </p:cNvPr>
            <p:cNvSpPr/>
            <p:nvPr/>
          </p:nvSpPr>
          <p:spPr>
            <a:xfrm>
              <a:off x="5968525" y="5167750"/>
              <a:ext cx="5700" cy="28925"/>
            </a:xfrm>
            <a:custGeom>
              <a:avLst/>
              <a:gdLst/>
              <a:ahLst/>
              <a:cxnLst/>
              <a:rect l="l" t="t" r="r" b="b"/>
              <a:pathLst>
                <a:path w="228" h="1157" extrusionOk="0">
                  <a:moveTo>
                    <a:pt x="83" y="1"/>
                  </a:moveTo>
                  <a:lnTo>
                    <a:pt x="63" y="145"/>
                  </a:lnTo>
                  <a:lnTo>
                    <a:pt x="42" y="414"/>
                  </a:lnTo>
                  <a:lnTo>
                    <a:pt x="1" y="1136"/>
                  </a:lnTo>
                  <a:lnTo>
                    <a:pt x="228" y="1157"/>
                  </a:lnTo>
                  <a:lnTo>
                    <a:pt x="187" y="414"/>
                  </a:lnTo>
                  <a:lnTo>
                    <a:pt x="166" y="166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3" name="Google Shape;653;p27">
              <a:extLst>
                <a:ext uri="{FF2B5EF4-FFF2-40B4-BE49-F238E27FC236}">
                  <a16:creationId xmlns:a16="http://schemas.microsoft.com/office/drawing/2014/main" id="{07D27636-FFE7-F041-C3B4-CAAB13439449}"/>
                </a:ext>
              </a:extLst>
            </p:cNvPr>
            <p:cNvSpPr/>
            <p:nvPr/>
          </p:nvSpPr>
          <p:spPr>
            <a:xfrm>
              <a:off x="5968525" y="5167750"/>
              <a:ext cx="5700" cy="28925"/>
            </a:xfrm>
            <a:custGeom>
              <a:avLst/>
              <a:gdLst/>
              <a:ahLst/>
              <a:cxnLst/>
              <a:rect l="l" t="t" r="r" b="b"/>
              <a:pathLst>
                <a:path w="228" h="1157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3" y="145"/>
                  </a:lnTo>
                  <a:lnTo>
                    <a:pt x="42" y="414"/>
                  </a:lnTo>
                  <a:lnTo>
                    <a:pt x="1" y="1136"/>
                  </a:lnTo>
                  <a:lnTo>
                    <a:pt x="1" y="1136"/>
                  </a:lnTo>
                  <a:lnTo>
                    <a:pt x="228" y="1157"/>
                  </a:lnTo>
                  <a:lnTo>
                    <a:pt x="228" y="1157"/>
                  </a:lnTo>
                  <a:lnTo>
                    <a:pt x="187" y="414"/>
                  </a:lnTo>
                  <a:lnTo>
                    <a:pt x="166" y="166"/>
                  </a:lnTo>
                  <a:lnTo>
                    <a:pt x="145" y="1"/>
                  </a:lnTo>
                  <a:lnTo>
                    <a:pt x="145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4" name="Google Shape;654;p27">
              <a:extLst>
                <a:ext uri="{FF2B5EF4-FFF2-40B4-BE49-F238E27FC236}">
                  <a16:creationId xmlns:a16="http://schemas.microsoft.com/office/drawing/2014/main" id="{12069BAA-3C8F-B0C0-2653-23196E36822F}"/>
                </a:ext>
              </a:extLst>
            </p:cNvPr>
            <p:cNvSpPr/>
            <p:nvPr/>
          </p:nvSpPr>
          <p:spPr>
            <a:xfrm>
              <a:off x="5924675" y="5167750"/>
              <a:ext cx="5175" cy="27900"/>
            </a:xfrm>
            <a:custGeom>
              <a:avLst/>
              <a:gdLst/>
              <a:ahLst/>
              <a:cxnLst/>
              <a:rect l="l" t="t" r="r" b="b"/>
              <a:pathLst>
                <a:path w="207" h="1116" extrusionOk="0">
                  <a:moveTo>
                    <a:pt x="83" y="1"/>
                  </a:moveTo>
                  <a:lnTo>
                    <a:pt x="62" y="145"/>
                  </a:lnTo>
                  <a:lnTo>
                    <a:pt x="42" y="393"/>
                  </a:lnTo>
                  <a:lnTo>
                    <a:pt x="0" y="1095"/>
                  </a:lnTo>
                  <a:lnTo>
                    <a:pt x="207" y="1116"/>
                  </a:lnTo>
                  <a:lnTo>
                    <a:pt x="165" y="393"/>
                  </a:lnTo>
                  <a:lnTo>
                    <a:pt x="145" y="14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5" name="Google Shape;655;p27">
              <a:extLst>
                <a:ext uri="{FF2B5EF4-FFF2-40B4-BE49-F238E27FC236}">
                  <a16:creationId xmlns:a16="http://schemas.microsoft.com/office/drawing/2014/main" id="{A3804EF0-64A9-676E-A6DF-10C9F5AB3868}"/>
                </a:ext>
              </a:extLst>
            </p:cNvPr>
            <p:cNvSpPr/>
            <p:nvPr/>
          </p:nvSpPr>
          <p:spPr>
            <a:xfrm>
              <a:off x="5924675" y="5167750"/>
              <a:ext cx="5175" cy="27900"/>
            </a:xfrm>
            <a:custGeom>
              <a:avLst/>
              <a:gdLst/>
              <a:ahLst/>
              <a:cxnLst/>
              <a:rect l="l" t="t" r="r" b="b"/>
              <a:pathLst>
                <a:path w="207" h="1116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2" y="145"/>
                  </a:lnTo>
                  <a:lnTo>
                    <a:pt x="42" y="393"/>
                  </a:lnTo>
                  <a:lnTo>
                    <a:pt x="0" y="1095"/>
                  </a:lnTo>
                  <a:lnTo>
                    <a:pt x="0" y="1095"/>
                  </a:lnTo>
                  <a:lnTo>
                    <a:pt x="207" y="1116"/>
                  </a:lnTo>
                  <a:lnTo>
                    <a:pt x="207" y="1116"/>
                  </a:lnTo>
                  <a:lnTo>
                    <a:pt x="165" y="393"/>
                  </a:lnTo>
                  <a:lnTo>
                    <a:pt x="145" y="145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6" name="Google Shape;656;p27">
              <a:extLst>
                <a:ext uri="{FF2B5EF4-FFF2-40B4-BE49-F238E27FC236}">
                  <a16:creationId xmlns:a16="http://schemas.microsoft.com/office/drawing/2014/main" id="{8A74D6B2-9D02-FE75-01DC-9EE295437377}"/>
                </a:ext>
              </a:extLst>
            </p:cNvPr>
            <p:cNvSpPr/>
            <p:nvPr/>
          </p:nvSpPr>
          <p:spPr>
            <a:xfrm>
              <a:off x="6065550" y="5167750"/>
              <a:ext cx="5175" cy="26350"/>
            </a:xfrm>
            <a:custGeom>
              <a:avLst/>
              <a:gdLst/>
              <a:ahLst/>
              <a:cxnLst/>
              <a:rect l="l" t="t" r="r" b="b"/>
              <a:pathLst>
                <a:path w="207" h="1054" extrusionOk="0">
                  <a:moveTo>
                    <a:pt x="83" y="1"/>
                  </a:moveTo>
                  <a:lnTo>
                    <a:pt x="62" y="145"/>
                  </a:lnTo>
                  <a:lnTo>
                    <a:pt x="42" y="372"/>
                  </a:lnTo>
                  <a:lnTo>
                    <a:pt x="0" y="1054"/>
                  </a:lnTo>
                  <a:lnTo>
                    <a:pt x="207" y="1054"/>
                  </a:lnTo>
                  <a:lnTo>
                    <a:pt x="186" y="372"/>
                  </a:lnTo>
                  <a:lnTo>
                    <a:pt x="145" y="14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7" name="Google Shape;657;p27">
              <a:extLst>
                <a:ext uri="{FF2B5EF4-FFF2-40B4-BE49-F238E27FC236}">
                  <a16:creationId xmlns:a16="http://schemas.microsoft.com/office/drawing/2014/main" id="{73F31AD5-C2DA-1542-3BE0-6BF4A2CBD0D0}"/>
                </a:ext>
              </a:extLst>
            </p:cNvPr>
            <p:cNvSpPr/>
            <p:nvPr/>
          </p:nvSpPr>
          <p:spPr>
            <a:xfrm>
              <a:off x="6065550" y="5167750"/>
              <a:ext cx="5175" cy="26350"/>
            </a:xfrm>
            <a:custGeom>
              <a:avLst/>
              <a:gdLst/>
              <a:ahLst/>
              <a:cxnLst/>
              <a:rect l="l" t="t" r="r" b="b"/>
              <a:pathLst>
                <a:path w="207" h="1054" fill="none" extrusionOk="0">
                  <a:moveTo>
                    <a:pt x="124" y="1"/>
                  </a:moveTo>
                  <a:lnTo>
                    <a:pt x="124" y="1"/>
                  </a:lnTo>
                  <a:lnTo>
                    <a:pt x="83" y="1"/>
                  </a:lnTo>
                  <a:lnTo>
                    <a:pt x="83" y="1"/>
                  </a:lnTo>
                  <a:lnTo>
                    <a:pt x="62" y="145"/>
                  </a:lnTo>
                  <a:lnTo>
                    <a:pt x="42" y="372"/>
                  </a:lnTo>
                  <a:lnTo>
                    <a:pt x="0" y="1054"/>
                  </a:lnTo>
                  <a:lnTo>
                    <a:pt x="0" y="1054"/>
                  </a:lnTo>
                  <a:lnTo>
                    <a:pt x="207" y="1054"/>
                  </a:lnTo>
                  <a:lnTo>
                    <a:pt x="207" y="1054"/>
                  </a:lnTo>
                  <a:lnTo>
                    <a:pt x="186" y="372"/>
                  </a:lnTo>
                  <a:lnTo>
                    <a:pt x="145" y="145"/>
                  </a:lnTo>
                  <a:lnTo>
                    <a:pt x="12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8" name="Google Shape;658;p27">
              <a:extLst>
                <a:ext uri="{FF2B5EF4-FFF2-40B4-BE49-F238E27FC236}">
                  <a16:creationId xmlns:a16="http://schemas.microsoft.com/office/drawing/2014/main" id="{D6BFF822-D8E5-A7BD-50A3-1128B55BFAFF}"/>
                </a:ext>
              </a:extLst>
            </p:cNvPr>
            <p:cNvSpPr/>
            <p:nvPr/>
          </p:nvSpPr>
          <p:spPr>
            <a:xfrm>
              <a:off x="6021175" y="5167750"/>
              <a:ext cx="5700" cy="28425"/>
            </a:xfrm>
            <a:custGeom>
              <a:avLst/>
              <a:gdLst/>
              <a:ahLst/>
              <a:cxnLst/>
              <a:rect l="l" t="t" r="r" b="b"/>
              <a:pathLst>
                <a:path w="228" h="1137" extrusionOk="0">
                  <a:moveTo>
                    <a:pt x="103" y="1"/>
                  </a:moveTo>
                  <a:lnTo>
                    <a:pt x="62" y="145"/>
                  </a:lnTo>
                  <a:lnTo>
                    <a:pt x="42" y="393"/>
                  </a:lnTo>
                  <a:lnTo>
                    <a:pt x="0" y="1136"/>
                  </a:lnTo>
                  <a:lnTo>
                    <a:pt x="227" y="1116"/>
                  </a:lnTo>
                  <a:lnTo>
                    <a:pt x="186" y="393"/>
                  </a:lnTo>
                  <a:lnTo>
                    <a:pt x="165" y="145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9" name="Google Shape;659;p27">
              <a:extLst>
                <a:ext uri="{FF2B5EF4-FFF2-40B4-BE49-F238E27FC236}">
                  <a16:creationId xmlns:a16="http://schemas.microsoft.com/office/drawing/2014/main" id="{727A0A55-902F-E8C2-1228-4387C05A717D}"/>
                </a:ext>
              </a:extLst>
            </p:cNvPr>
            <p:cNvSpPr/>
            <p:nvPr/>
          </p:nvSpPr>
          <p:spPr>
            <a:xfrm>
              <a:off x="6021175" y="5167750"/>
              <a:ext cx="5700" cy="28425"/>
            </a:xfrm>
            <a:custGeom>
              <a:avLst/>
              <a:gdLst/>
              <a:ahLst/>
              <a:cxnLst/>
              <a:rect l="l" t="t" r="r" b="b"/>
              <a:pathLst>
                <a:path w="228" h="1137" fill="none" extrusionOk="0">
                  <a:moveTo>
                    <a:pt x="145" y="1"/>
                  </a:moveTo>
                  <a:lnTo>
                    <a:pt x="145" y="1"/>
                  </a:lnTo>
                  <a:lnTo>
                    <a:pt x="103" y="1"/>
                  </a:lnTo>
                  <a:lnTo>
                    <a:pt x="103" y="1"/>
                  </a:lnTo>
                  <a:lnTo>
                    <a:pt x="62" y="145"/>
                  </a:lnTo>
                  <a:lnTo>
                    <a:pt x="42" y="393"/>
                  </a:lnTo>
                  <a:lnTo>
                    <a:pt x="0" y="1136"/>
                  </a:lnTo>
                  <a:lnTo>
                    <a:pt x="0" y="1136"/>
                  </a:lnTo>
                  <a:lnTo>
                    <a:pt x="227" y="1116"/>
                  </a:lnTo>
                  <a:lnTo>
                    <a:pt x="227" y="1116"/>
                  </a:lnTo>
                  <a:lnTo>
                    <a:pt x="186" y="393"/>
                  </a:lnTo>
                  <a:lnTo>
                    <a:pt x="165" y="145"/>
                  </a:lnTo>
                  <a:lnTo>
                    <a:pt x="14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0" name="Google Shape;660;p27">
              <a:extLst>
                <a:ext uri="{FF2B5EF4-FFF2-40B4-BE49-F238E27FC236}">
                  <a16:creationId xmlns:a16="http://schemas.microsoft.com/office/drawing/2014/main" id="{9A2FE5EE-4684-1581-F60D-2C18D17ED829}"/>
                </a:ext>
              </a:extLst>
            </p:cNvPr>
            <p:cNvSpPr/>
            <p:nvPr/>
          </p:nvSpPr>
          <p:spPr>
            <a:xfrm>
              <a:off x="6162550" y="5167750"/>
              <a:ext cx="4675" cy="19125"/>
            </a:xfrm>
            <a:custGeom>
              <a:avLst/>
              <a:gdLst/>
              <a:ahLst/>
              <a:cxnLst/>
              <a:rect l="l" t="t" r="r" b="b"/>
              <a:pathLst>
                <a:path w="187" h="765" extrusionOk="0">
                  <a:moveTo>
                    <a:pt x="83" y="1"/>
                  </a:moveTo>
                  <a:lnTo>
                    <a:pt x="42" y="269"/>
                  </a:lnTo>
                  <a:lnTo>
                    <a:pt x="1" y="765"/>
                  </a:lnTo>
                  <a:lnTo>
                    <a:pt x="187" y="744"/>
                  </a:lnTo>
                  <a:lnTo>
                    <a:pt x="166" y="249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1" name="Google Shape;661;p27">
              <a:extLst>
                <a:ext uri="{FF2B5EF4-FFF2-40B4-BE49-F238E27FC236}">
                  <a16:creationId xmlns:a16="http://schemas.microsoft.com/office/drawing/2014/main" id="{0B98A123-E643-B4B9-D2D0-CF6DB6544582}"/>
                </a:ext>
              </a:extLst>
            </p:cNvPr>
            <p:cNvSpPr/>
            <p:nvPr/>
          </p:nvSpPr>
          <p:spPr>
            <a:xfrm>
              <a:off x="6162550" y="5167750"/>
              <a:ext cx="4675" cy="19125"/>
            </a:xfrm>
            <a:custGeom>
              <a:avLst/>
              <a:gdLst/>
              <a:ahLst/>
              <a:cxnLst/>
              <a:rect l="l" t="t" r="r" b="b"/>
              <a:pathLst>
                <a:path w="187" h="765" fill="none" extrusionOk="0">
                  <a:moveTo>
                    <a:pt x="125" y="1"/>
                  </a:moveTo>
                  <a:lnTo>
                    <a:pt x="125" y="1"/>
                  </a:lnTo>
                  <a:lnTo>
                    <a:pt x="83" y="1"/>
                  </a:lnTo>
                  <a:lnTo>
                    <a:pt x="83" y="1"/>
                  </a:lnTo>
                  <a:lnTo>
                    <a:pt x="42" y="269"/>
                  </a:lnTo>
                  <a:lnTo>
                    <a:pt x="1" y="765"/>
                  </a:lnTo>
                  <a:lnTo>
                    <a:pt x="1" y="765"/>
                  </a:lnTo>
                  <a:lnTo>
                    <a:pt x="187" y="744"/>
                  </a:lnTo>
                  <a:lnTo>
                    <a:pt x="187" y="744"/>
                  </a:lnTo>
                  <a:lnTo>
                    <a:pt x="166" y="249"/>
                  </a:lnTo>
                  <a:lnTo>
                    <a:pt x="12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Google Shape;662;p27">
              <a:extLst>
                <a:ext uri="{FF2B5EF4-FFF2-40B4-BE49-F238E27FC236}">
                  <a16:creationId xmlns:a16="http://schemas.microsoft.com/office/drawing/2014/main" id="{6B1EF57C-9C01-4431-34EA-9D917B43E365}"/>
                </a:ext>
              </a:extLst>
            </p:cNvPr>
            <p:cNvSpPr/>
            <p:nvPr/>
          </p:nvSpPr>
          <p:spPr>
            <a:xfrm>
              <a:off x="6118700" y="5167750"/>
              <a:ext cx="4675" cy="22750"/>
            </a:xfrm>
            <a:custGeom>
              <a:avLst/>
              <a:gdLst/>
              <a:ahLst/>
              <a:cxnLst/>
              <a:rect l="l" t="t" r="r" b="b"/>
              <a:pathLst>
                <a:path w="187" h="910" extrusionOk="0">
                  <a:moveTo>
                    <a:pt x="62" y="1"/>
                  </a:moveTo>
                  <a:lnTo>
                    <a:pt x="21" y="311"/>
                  </a:lnTo>
                  <a:lnTo>
                    <a:pt x="0" y="909"/>
                  </a:lnTo>
                  <a:lnTo>
                    <a:pt x="0" y="909"/>
                  </a:lnTo>
                  <a:lnTo>
                    <a:pt x="186" y="888"/>
                  </a:lnTo>
                  <a:lnTo>
                    <a:pt x="166" y="31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3" name="Google Shape;663;p27">
              <a:extLst>
                <a:ext uri="{FF2B5EF4-FFF2-40B4-BE49-F238E27FC236}">
                  <a16:creationId xmlns:a16="http://schemas.microsoft.com/office/drawing/2014/main" id="{35B40A4C-BFA9-5C40-DEEA-519847E11B37}"/>
                </a:ext>
              </a:extLst>
            </p:cNvPr>
            <p:cNvSpPr/>
            <p:nvPr/>
          </p:nvSpPr>
          <p:spPr>
            <a:xfrm>
              <a:off x="6118700" y="5167750"/>
              <a:ext cx="4675" cy="22750"/>
            </a:xfrm>
            <a:custGeom>
              <a:avLst/>
              <a:gdLst/>
              <a:ahLst/>
              <a:cxnLst/>
              <a:rect l="l" t="t" r="r" b="b"/>
              <a:pathLst>
                <a:path w="187" h="910" fill="none" extrusionOk="0">
                  <a:moveTo>
                    <a:pt x="124" y="1"/>
                  </a:moveTo>
                  <a:lnTo>
                    <a:pt x="124" y="1"/>
                  </a:lnTo>
                  <a:lnTo>
                    <a:pt x="62" y="1"/>
                  </a:lnTo>
                  <a:lnTo>
                    <a:pt x="62" y="1"/>
                  </a:lnTo>
                  <a:lnTo>
                    <a:pt x="21" y="311"/>
                  </a:lnTo>
                  <a:lnTo>
                    <a:pt x="0" y="909"/>
                  </a:lnTo>
                  <a:lnTo>
                    <a:pt x="0" y="909"/>
                  </a:lnTo>
                  <a:lnTo>
                    <a:pt x="186" y="888"/>
                  </a:lnTo>
                  <a:lnTo>
                    <a:pt x="186" y="888"/>
                  </a:lnTo>
                  <a:lnTo>
                    <a:pt x="166" y="311"/>
                  </a:lnTo>
                  <a:lnTo>
                    <a:pt x="12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4" name="Google Shape;664;p27">
              <a:extLst>
                <a:ext uri="{FF2B5EF4-FFF2-40B4-BE49-F238E27FC236}">
                  <a16:creationId xmlns:a16="http://schemas.microsoft.com/office/drawing/2014/main" id="{D7E833ED-C36B-A066-0D19-12F9CF5E48DA}"/>
                </a:ext>
              </a:extLst>
            </p:cNvPr>
            <p:cNvSpPr/>
            <p:nvPr/>
          </p:nvSpPr>
          <p:spPr>
            <a:xfrm>
              <a:off x="6260100" y="5167750"/>
              <a:ext cx="3625" cy="9850"/>
            </a:xfrm>
            <a:custGeom>
              <a:avLst/>
              <a:gdLst/>
              <a:ahLst/>
              <a:cxnLst/>
              <a:rect l="l" t="t" r="r" b="b"/>
              <a:pathLst>
                <a:path w="145" h="394" extrusionOk="0">
                  <a:moveTo>
                    <a:pt x="62" y="1"/>
                  </a:moveTo>
                  <a:lnTo>
                    <a:pt x="21" y="145"/>
                  </a:lnTo>
                  <a:lnTo>
                    <a:pt x="0" y="393"/>
                  </a:lnTo>
                  <a:lnTo>
                    <a:pt x="145" y="393"/>
                  </a:lnTo>
                  <a:lnTo>
                    <a:pt x="124" y="145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5" name="Google Shape;665;p27">
              <a:extLst>
                <a:ext uri="{FF2B5EF4-FFF2-40B4-BE49-F238E27FC236}">
                  <a16:creationId xmlns:a16="http://schemas.microsoft.com/office/drawing/2014/main" id="{91EB5C08-BF8E-BD33-9336-A7509EE07800}"/>
                </a:ext>
              </a:extLst>
            </p:cNvPr>
            <p:cNvSpPr/>
            <p:nvPr/>
          </p:nvSpPr>
          <p:spPr>
            <a:xfrm>
              <a:off x="6260100" y="5167750"/>
              <a:ext cx="3625" cy="9850"/>
            </a:xfrm>
            <a:custGeom>
              <a:avLst/>
              <a:gdLst/>
              <a:ahLst/>
              <a:cxnLst/>
              <a:rect l="l" t="t" r="r" b="b"/>
              <a:pathLst>
                <a:path w="145" h="394" fill="none" extrusionOk="0">
                  <a:moveTo>
                    <a:pt x="62" y="1"/>
                  </a:moveTo>
                  <a:lnTo>
                    <a:pt x="62" y="1"/>
                  </a:lnTo>
                  <a:lnTo>
                    <a:pt x="21" y="145"/>
                  </a:lnTo>
                  <a:lnTo>
                    <a:pt x="0" y="393"/>
                  </a:lnTo>
                  <a:lnTo>
                    <a:pt x="0" y="393"/>
                  </a:lnTo>
                  <a:lnTo>
                    <a:pt x="145" y="393"/>
                  </a:lnTo>
                  <a:lnTo>
                    <a:pt x="145" y="393"/>
                  </a:lnTo>
                  <a:lnTo>
                    <a:pt x="124" y="145"/>
                  </a:lnTo>
                  <a:lnTo>
                    <a:pt x="103" y="1"/>
                  </a:lnTo>
                  <a:lnTo>
                    <a:pt x="6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6" name="Google Shape;666;p27">
              <a:extLst>
                <a:ext uri="{FF2B5EF4-FFF2-40B4-BE49-F238E27FC236}">
                  <a16:creationId xmlns:a16="http://schemas.microsoft.com/office/drawing/2014/main" id="{0BC191A5-7987-76D3-6EAB-3E9EF4AB9395}"/>
                </a:ext>
              </a:extLst>
            </p:cNvPr>
            <p:cNvSpPr/>
            <p:nvPr/>
          </p:nvSpPr>
          <p:spPr>
            <a:xfrm>
              <a:off x="6215700" y="5167250"/>
              <a:ext cx="4175" cy="14475"/>
            </a:xfrm>
            <a:custGeom>
              <a:avLst/>
              <a:gdLst/>
              <a:ahLst/>
              <a:cxnLst/>
              <a:rect l="l" t="t" r="r" b="b"/>
              <a:pathLst>
                <a:path w="167" h="579" extrusionOk="0">
                  <a:moveTo>
                    <a:pt x="63" y="0"/>
                  </a:moveTo>
                  <a:lnTo>
                    <a:pt x="42" y="207"/>
                  </a:lnTo>
                  <a:lnTo>
                    <a:pt x="1" y="578"/>
                  </a:lnTo>
                  <a:lnTo>
                    <a:pt x="166" y="578"/>
                  </a:lnTo>
                  <a:lnTo>
                    <a:pt x="145" y="207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7" name="Google Shape;667;p27">
              <a:extLst>
                <a:ext uri="{FF2B5EF4-FFF2-40B4-BE49-F238E27FC236}">
                  <a16:creationId xmlns:a16="http://schemas.microsoft.com/office/drawing/2014/main" id="{18EC71F1-4436-B9DB-8CAC-2135E1CB1908}"/>
                </a:ext>
              </a:extLst>
            </p:cNvPr>
            <p:cNvSpPr/>
            <p:nvPr/>
          </p:nvSpPr>
          <p:spPr>
            <a:xfrm>
              <a:off x="6215700" y="5167250"/>
              <a:ext cx="4175" cy="14475"/>
            </a:xfrm>
            <a:custGeom>
              <a:avLst/>
              <a:gdLst/>
              <a:ahLst/>
              <a:cxnLst/>
              <a:rect l="l" t="t" r="r" b="b"/>
              <a:pathLst>
                <a:path w="167" h="579" fill="none" extrusionOk="0">
                  <a:moveTo>
                    <a:pt x="63" y="0"/>
                  </a:moveTo>
                  <a:lnTo>
                    <a:pt x="63" y="0"/>
                  </a:lnTo>
                  <a:lnTo>
                    <a:pt x="42" y="207"/>
                  </a:lnTo>
                  <a:lnTo>
                    <a:pt x="1" y="578"/>
                  </a:lnTo>
                  <a:lnTo>
                    <a:pt x="1" y="578"/>
                  </a:lnTo>
                  <a:lnTo>
                    <a:pt x="166" y="578"/>
                  </a:lnTo>
                  <a:lnTo>
                    <a:pt x="166" y="578"/>
                  </a:lnTo>
                  <a:lnTo>
                    <a:pt x="145" y="207"/>
                  </a:lnTo>
                  <a:lnTo>
                    <a:pt x="104" y="0"/>
                  </a:lnTo>
                  <a:lnTo>
                    <a:pt x="6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8" name="Google Shape;668;p27">
              <a:extLst>
                <a:ext uri="{FF2B5EF4-FFF2-40B4-BE49-F238E27FC236}">
                  <a16:creationId xmlns:a16="http://schemas.microsoft.com/office/drawing/2014/main" id="{AC4F8286-B202-A47E-B0EE-23973DBB99A4}"/>
                </a:ext>
              </a:extLst>
            </p:cNvPr>
            <p:cNvSpPr/>
            <p:nvPr/>
          </p:nvSpPr>
          <p:spPr>
            <a:xfrm>
              <a:off x="6357625" y="5167750"/>
              <a:ext cx="2600" cy="2625"/>
            </a:xfrm>
            <a:custGeom>
              <a:avLst/>
              <a:gdLst/>
              <a:ahLst/>
              <a:cxnLst/>
              <a:rect l="l" t="t" r="r" b="b"/>
              <a:pathLst>
                <a:path w="104" h="105" extrusionOk="0">
                  <a:moveTo>
                    <a:pt x="21" y="1"/>
                  </a:moveTo>
                  <a:lnTo>
                    <a:pt x="0" y="104"/>
                  </a:lnTo>
                  <a:lnTo>
                    <a:pt x="104" y="104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9" name="Google Shape;669;p27">
              <a:extLst>
                <a:ext uri="{FF2B5EF4-FFF2-40B4-BE49-F238E27FC236}">
                  <a16:creationId xmlns:a16="http://schemas.microsoft.com/office/drawing/2014/main" id="{50A8D212-CFAF-C837-91DF-A6D418A2EEE1}"/>
                </a:ext>
              </a:extLst>
            </p:cNvPr>
            <p:cNvSpPr/>
            <p:nvPr/>
          </p:nvSpPr>
          <p:spPr>
            <a:xfrm>
              <a:off x="6357625" y="5167750"/>
              <a:ext cx="2600" cy="2625"/>
            </a:xfrm>
            <a:custGeom>
              <a:avLst/>
              <a:gdLst/>
              <a:ahLst/>
              <a:cxnLst/>
              <a:rect l="l" t="t" r="r" b="b"/>
              <a:pathLst>
                <a:path w="104" h="105" fill="none" extrusionOk="0">
                  <a:moveTo>
                    <a:pt x="21" y="1"/>
                  </a:moveTo>
                  <a:lnTo>
                    <a:pt x="21" y="1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83" y="1"/>
                  </a:lnTo>
                  <a:lnTo>
                    <a:pt x="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0" name="Google Shape;670;p27">
              <a:extLst>
                <a:ext uri="{FF2B5EF4-FFF2-40B4-BE49-F238E27FC236}">
                  <a16:creationId xmlns:a16="http://schemas.microsoft.com/office/drawing/2014/main" id="{00FAE2B9-4531-8C78-5E8A-2D6F5C7D6CCB}"/>
                </a:ext>
              </a:extLst>
            </p:cNvPr>
            <p:cNvSpPr/>
            <p:nvPr/>
          </p:nvSpPr>
          <p:spPr>
            <a:xfrm>
              <a:off x="6313250" y="5167750"/>
              <a:ext cx="3100" cy="5700"/>
            </a:xfrm>
            <a:custGeom>
              <a:avLst/>
              <a:gdLst/>
              <a:ahLst/>
              <a:cxnLst/>
              <a:rect l="l" t="t" r="r" b="b"/>
              <a:pathLst>
                <a:path w="124" h="228" extrusionOk="0">
                  <a:moveTo>
                    <a:pt x="41" y="1"/>
                  </a:moveTo>
                  <a:lnTo>
                    <a:pt x="0" y="228"/>
                  </a:lnTo>
                  <a:lnTo>
                    <a:pt x="124" y="228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1" name="Google Shape;671;p27">
              <a:extLst>
                <a:ext uri="{FF2B5EF4-FFF2-40B4-BE49-F238E27FC236}">
                  <a16:creationId xmlns:a16="http://schemas.microsoft.com/office/drawing/2014/main" id="{5DF5D8FA-D693-97BF-6889-D3E7301D9714}"/>
                </a:ext>
              </a:extLst>
            </p:cNvPr>
            <p:cNvSpPr/>
            <p:nvPr/>
          </p:nvSpPr>
          <p:spPr>
            <a:xfrm>
              <a:off x="6313250" y="5167750"/>
              <a:ext cx="3100" cy="5700"/>
            </a:xfrm>
            <a:custGeom>
              <a:avLst/>
              <a:gdLst/>
              <a:ahLst/>
              <a:cxnLst/>
              <a:rect l="l" t="t" r="r" b="b"/>
              <a:pathLst>
                <a:path w="124" h="228" fill="none" extrusionOk="0">
                  <a:moveTo>
                    <a:pt x="41" y="1"/>
                  </a:moveTo>
                  <a:lnTo>
                    <a:pt x="41" y="1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124" y="228"/>
                  </a:lnTo>
                  <a:lnTo>
                    <a:pt x="124" y="228"/>
                  </a:lnTo>
                  <a:lnTo>
                    <a:pt x="83" y="1"/>
                  </a:lnTo>
                  <a:lnTo>
                    <a:pt x="4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2" name="Google Shape;672;p27">
              <a:extLst>
                <a:ext uri="{FF2B5EF4-FFF2-40B4-BE49-F238E27FC236}">
                  <a16:creationId xmlns:a16="http://schemas.microsoft.com/office/drawing/2014/main" id="{0F3CAC1E-5E31-2773-54DA-03700B22BF63}"/>
                </a:ext>
              </a:extLst>
            </p:cNvPr>
            <p:cNvSpPr/>
            <p:nvPr/>
          </p:nvSpPr>
          <p:spPr>
            <a:xfrm>
              <a:off x="5711025" y="5165700"/>
              <a:ext cx="493350" cy="2075"/>
            </a:xfrm>
            <a:custGeom>
              <a:avLst/>
              <a:gdLst/>
              <a:ahLst/>
              <a:cxnLst/>
              <a:rect l="l" t="t" r="r" b="b"/>
              <a:pathLst>
                <a:path w="19734" h="83" extrusionOk="0">
                  <a:moveTo>
                    <a:pt x="1" y="0"/>
                  </a:moveTo>
                  <a:lnTo>
                    <a:pt x="145" y="42"/>
                  </a:lnTo>
                  <a:lnTo>
                    <a:pt x="909" y="42"/>
                  </a:lnTo>
                  <a:lnTo>
                    <a:pt x="2643" y="62"/>
                  </a:lnTo>
                  <a:lnTo>
                    <a:pt x="4790" y="62"/>
                  </a:lnTo>
                  <a:lnTo>
                    <a:pt x="6523" y="83"/>
                  </a:lnTo>
                  <a:lnTo>
                    <a:pt x="18186" y="83"/>
                  </a:lnTo>
                  <a:lnTo>
                    <a:pt x="19734" y="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3" name="Google Shape;673;p27">
              <a:extLst>
                <a:ext uri="{FF2B5EF4-FFF2-40B4-BE49-F238E27FC236}">
                  <a16:creationId xmlns:a16="http://schemas.microsoft.com/office/drawing/2014/main" id="{BABB372C-40C0-3E88-0265-E8DFF28D40A1}"/>
                </a:ext>
              </a:extLst>
            </p:cNvPr>
            <p:cNvSpPr/>
            <p:nvPr/>
          </p:nvSpPr>
          <p:spPr>
            <a:xfrm>
              <a:off x="5711025" y="5165700"/>
              <a:ext cx="493350" cy="2075"/>
            </a:xfrm>
            <a:custGeom>
              <a:avLst/>
              <a:gdLst/>
              <a:ahLst/>
              <a:cxnLst/>
              <a:rect l="l" t="t" r="r" b="b"/>
              <a:pathLst>
                <a:path w="19734" h="83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45" y="42"/>
                  </a:lnTo>
                  <a:lnTo>
                    <a:pt x="145" y="42"/>
                  </a:lnTo>
                  <a:lnTo>
                    <a:pt x="888" y="42"/>
                  </a:lnTo>
                  <a:lnTo>
                    <a:pt x="888" y="42"/>
                  </a:lnTo>
                  <a:lnTo>
                    <a:pt x="909" y="42"/>
                  </a:lnTo>
                  <a:lnTo>
                    <a:pt x="909" y="42"/>
                  </a:lnTo>
                  <a:lnTo>
                    <a:pt x="2643" y="62"/>
                  </a:lnTo>
                  <a:lnTo>
                    <a:pt x="2643" y="62"/>
                  </a:lnTo>
                  <a:lnTo>
                    <a:pt x="2684" y="62"/>
                  </a:lnTo>
                  <a:lnTo>
                    <a:pt x="2684" y="62"/>
                  </a:lnTo>
                  <a:lnTo>
                    <a:pt x="4748" y="62"/>
                  </a:lnTo>
                  <a:lnTo>
                    <a:pt x="4748" y="62"/>
                  </a:lnTo>
                  <a:lnTo>
                    <a:pt x="4790" y="62"/>
                  </a:lnTo>
                  <a:lnTo>
                    <a:pt x="4790" y="62"/>
                  </a:lnTo>
                  <a:lnTo>
                    <a:pt x="6523" y="83"/>
                  </a:lnTo>
                  <a:lnTo>
                    <a:pt x="6523" y="83"/>
                  </a:lnTo>
                  <a:lnTo>
                    <a:pt x="6565" y="83"/>
                  </a:lnTo>
                  <a:lnTo>
                    <a:pt x="6565" y="83"/>
                  </a:lnTo>
                  <a:lnTo>
                    <a:pt x="8629" y="83"/>
                  </a:lnTo>
                  <a:lnTo>
                    <a:pt x="8629" y="83"/>
                  </a:lnTo>
                  <a:lnTo>
                    <a:pt x="8670" y="83"/>
                  </a:lnTo>
                  <a:lnTo>
                    <a:pt x="8670" y="83"/>
                  </a:lnTo>
                  <a:lnTo>
                    <a:pt x="10383" y="83"/>
                  </a:lnTo>
                  <a:lnTo>
                    <a:pt x="10383" y="83"/>
                  </a:lnTo>
                  <a:lnTo>
                    <a:pt x="10445" y="83"/>
                  </a:lnTo>
                  <a:lnTo>
                    <a:pt x="10445" y="83"/>
                  </a:lnTo>
                  <a:lnTo>
                    <a:pt x="11684" y="83"/>
                  </a:lnTo>
                  <a:lnTo>
                    <a:pt x="11684" y="83"/>
                  </a:lnTo>
                  <a:lnTo>
                    <a:pt x="12509" y="83"/>
                  </a:lnTo>
                  <a:lnTo>
                    <a:pt x="12509" y="83"/>
                  </a:lnTo>
                  <a:lnTo>
                    <a:pt x="12551" y="83"/>
                  </a:lnTo>
                  <a:lnTo>
                    <a:pt x="12551" y="83"/>
                  </a:lnTo>
                  <a:lnTo>
                    <a:pt x="14264" y="83"/>
                  </a:lnTo>
                  <a:lnTo>
                    <a:pt x="14264" y="83"/>
                  </a:lnTo>
                  <a:lnTo>
                    <a:pt x="14305" y="83"/>
                  </a:lnTo>
                  <a:lnTo>
                    <a:pt x="14305" y="83"/>
                  </a:lnTo>
                  <a:lnTo>
                    <a:pt x="16369" y="83"/>
                  </a:lnTo>
                  <a:lnTo>
                    <a:pt x="16369" y="83"/>
                  </a:lnTo>
                  <a:lnTo>
                    <a:pt x="16431" y="83"/>
                  </a:lnTo>
                  <a:lnTo>
                    <a:pt x="16431" y="83"/>
                  </a:lnTo>
                  <a:lnTo>
                    <a:pt x="18144" y="83"/>
                  </a:lnTo>
                  <a:lnTo>
                    <a:pt x="18144" y="83"/>
                  </a:lnTo>
                  <a:lnTo>
                    <a:pt x="18186" y="83"/>
                  </a:lnTo>
                  <a:lnTo>
                    <a:pt x="18186" y="83"/>
                  </a:lnTo>
                  <a:lnTo>
                    <a:pt x="19734" y="62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4" name="Google Shape;674;p27">
              <a:extLst>
                <a:ext uri="{FF2B5EF4-FFF2-40B4-BE49-F238E27FC236}">
                  <a16:creationId xmlns:a16="http://schemas.microsoft.com/office/drawing/2014/main" id="{D3DE775F-1334-0DF9-3C96-F439C003421E}"/>
                </a:ext>
              </a:extLst>
            </p:cNvPr>
            <p:cNvSpPr/>
            <p:nvPr/>
          </p:nvSpPr>
          <p:spPr>
            <a:xfrm>
              <a:off x="6434000" y="5167750"/>
              <a:ext cx="22200" cy="550"/>
            </a:xfrm>
            <a:custGeom>
              <a:avLst/>
              <a:gdLst/>
              <a:ahLst/>
              <a:cxnLst/>
              <a:rect l="l" t="t" r="r" b="b"/>
              <a:pathLst>
                <a:path w="888" h="22" extrusionOk="0">
                  <a:moveTo>
                    <a:pt x="310" y="1"/>
                  </a:moveTo>
                  <a:lnTo>
                    <a:pt x="0" y="22"/>
                  </a:lnTo>
                  <a:lnTo>
                    <a:pt x="888" y="22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5" name="Google Shape;675;p27">
              <a:extLst>
                <a:ext uri="{FF2B5EF4-FFF2-40B4-BE49-F238E27FC236}">
                  <a16:creationId xmlns:a16="http://schemas.microsoft.com/office/drawing/2014/main" id="{8F8C1D3D-F60F-2766-A33E-267325F3C5A5}"/>
                </a:ext>
              </a:extLst>
            </p:cNvPr>
            <p:cNvSpPr/>
            <p:nvPr/>
          </p:nvSpPr>
          <p:spPr>
            <a:xfrm>
              <a:off x="6434000" y="5167750"/>
              <a:ext cx="22200" cy="550"/>
            </a:xfrm>
            <a:custGeom>
              <a:avLst/>
              <a:gdLst/>
              <a:ahLst/>
              <a:cxnLst/>
              <a:rect l="l" t="t" r="r" b="b"/>
              <a:pathLst>
                <a:path w="888" h="22" fill="none" extrusionOk="0">
                  <a:moveTo>
                    <a:pt x="310" y="1"/>
                  </a:moveTo>
                  <a:lnTo>
                    <a:pt x="310" y="1"/>
                  </a:lnTo>
                  <a:lnTo>
                    <a:pt x="0" y="22"/>
                  </a:lnTo>
                  <a:lnTo>
                    <a:pt x="888" y="22"/>
                  </a:lnTo>
                  <a:lnTo>
                    <a:pt x="888" y="22"/>
                  </a:lnTo>
                  <a:lnTo>
                    <a:pt x="31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6" name="Google Shape;676;p27">
              <a:extLst>
                <a:ext uri="{FF2B5EF4-FFF2-40B4-BE49-F238E27FC236}">
                  <a16:creationId xmlns:a16="http://schemas.microsoft.com/office/drawing/2014/main" id="{B5094117-1FD9-B330-A97C-0EE162926E95}"/>
                </a:ext>
              </a:extLst>
            </p:cNvPr>
            <p:cNvSpPr/>
            <p:nvPr/>
          </p:nvSpPr>
          <p:spPr>
            <a:xfrm>
              <a:off x="5679550" y="5312250"/>
              <a:ext cx="11900" cy="550"/>
            </a:xfrm>
            <a:custGeom>
              <a:avLst/>
              <a:gdLst/>
              <a:ahLst/>
              <a:cxnLst/>
              <a:rect l="l" t="t" r="r" b="b"/>
              <a:pathLst>
                <a:path w="476" h="22" extrusionOk="0">
                  <a:moveTo>
                    <a:pt x="1" y="0"/>
                  </a:moveTo>
                  <a:lnTo>
                    <a:pt x="83" y="21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7" name="Google Shape;677;p27">
              <a:extLst>
                <a:ext uri="{FF2B5EF4-FFF2-40B4-BE49-F238E27FC236}">
                  <a16:creationId xmlns:a16="http://schemas.microsoft.com/office/drawing/2014/main" id="{0D7F74E1-EB1C-8611-EDA1-E9CA1BC3BE76}"/>
                </a:ext>
              </a:extLst>
            </p:cNvPr>
            <p:cNvSpPr/>
            <p:nvPr/>
          </p:nvSpPr>
          <p:spPr>
            <a:xfrm>
              <a:off x="5679550" y="5312250"/>
              <a:ext cx="11900" cy="550"/>
            </a:xfrm>
            <a:custGeom>
              <a:avLst/>
              <a:gdLst/>
              <a:ahLst/>
              <a:cxnLst/>
              <a:rect l="l" t="t" r="r" b="b"/>
              <a:pathLst>
                <a:path w="476" h="22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" y="21"/>
                  </a:lnTo>
                  <a:lnTo>
                    <a:pt x="83" y="21"/>
                  </a:lnTo>
                  <a:lnTo>
                    <a:pt x="475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8" name="Google Shape;678;p27">
              <a:extLst>
                <a:ext uri="{FF2B5EF4-FFF2-40B4-BE49-F238E27FC236}">
                  <a16:creationId xmlns:a16="http://schemas.microsoft.com/office/drawing/2014/main" id="{F7DF8329-7D37-7973-7A04-95B4A4340DB6}"/>
                </a:ext>
              </a:extLst>
            </p:cNvPr>
            <p:cNvSpPr/>
            <p:nvPr/>
          </p:nvSpPr>
          <p:spPr>
            <a:xfrm>
              <a:off x="5685750" y="5313800"/>
              <a:ext cx="321500" cy="28925"/>
            </a:xfrm>
            <a:custGeom>
              <a:avLst/>
              <a:gdLst/>
              <a:ahLst/>
              <a:cxnLst/>
              <a:rect l="l" t="t" r="r" b="b"/>
              <a:pathLst>
                <a:path w="12860" h="1157" extrusionOk="0">
                  <a:moveTo>
                    <a:pt x="0" y="0"/>
                  </a:moveTo>
                  <a:lnTo>
                    <a:pt x="1218" y="269"/>
                  </a:lnTo>
                  <a:lnTo>
                    <a:pt x="1239" y="104"/>
                  </a:lnTo>
                  <a:lnTo>
                    <a:pt x="1260" y="62"/>
                  </a:lnTo>
                  <a:lnTo>
                    <a:pt x="1280" y="62"/>
                  </a:lnTo>
                  <a:lnTo>
                    <a:pt x="1301" y="124"/>
                  </a:lnTo>
                  <a:lnTo>
                    <a:pt x="1321" y="289"/>
                  </a:lnTo>
                  <a:lnTo>
                    <a:pt x="2126" y="434"/>
                  </a:lnTo>
                  <a:lnTo>
                    <a:pt x="2952" y="578"/>
                  </a:lnTo>
                  <a:lnTo>
                    <a:pt x="2993" y="186"/>
                  </a:lnTo>
                  <a:lnTo>
                    <a:pt x="3014" y="83"/>
                  </a:lnTo>
                  <a:lnTo>
                    <a:pt x="3035" y="62"/>
                  </a:lnTo>
                  <a:lnTo>
                    <a:pt x="3055" y="83"/>
                  </a:lnTo>
                  <a:lnTo>
                    <a:pt x="3076" y="207"/>
                  </a:lnTo>
                  <a:lnTo>
                    <a:pt x="3117" y="599"/>
                  </a:lnTo>
                  <a:lnTo>
                    <a:pt x="4067" y="743"/>
                  </a:lnTo>
                  <a:lnTo>
                    <a:pt x="5058" y="867"/>
                  </a:lnTo>
                  <a:lnTo>
                    <a:pt x="5078" y="331"/>
                  </a:lnTo>
                  <a:lnTo>
                    <a:pt x="5099" y="166"/>
                  </a:lnTo>
                  <a:lnTo>
                    <a:pt x="5119" y="62"/>
                  </a:lnTo>
                  <a:lnTo>
                    <a:pt x="1837" y="42"/>
                  </a:lnTo>
                  <a:lnTo>
                    <a:pt x="0" y="0"/>
                  </a:lnTo>
                  <a:close/>
                  <a:moveTo>
                    <a:pt x="5161" y="62"/>
                  </a:moveTo>
                  <a:lnTo>
                    <a:pt x="5181" y="166"/>
                  </a:lnTo>
                  <a:lnTo>
                    <a:pt x="5202" y="331"/>
                  </a:lnTo>
                  <a:lnTo>
                    <a:pt x="5243" y="888"/>
                  </a:lnTo>
                  <a:lnTo>
                    <a:pt x="6028" y="950"/>
                  </a:lnTo>
                  <a:lnTo>
                    <a:pt x="6812" y="1012"/>
                  </a:lnTo>
                  <a:lnTo>
                    <a:pt x="6833" y="393"/>
                  </a:lnTo>
                  <a:lnTo>
                    <a:pt x="6853" y="186"/>
                  </a:lnTo>
                  <a:lnTo>
                    <a:pt x="6895" y="83"/>
                  </a:lnTo>
                  <a:lnTo>
                    <a:pt x="5161" y="62"/>
                  </a:lnTo>
                  <a:close/>
                  <a:moveTo>
                    <a:pt x="6915" y="83"/>
                  </a:moveTo>
                  <a:lnTo>
                    <a:pt x="6936" y="186"/>
                  </a:lnTo>
                  <a:lnTo>
                    <a:pt x="6977" y="393"/>
                  </a:lnTo>
                  <a:lnTo>
                    <a:pt x="6998" y="1032"/>
                  </a:lnTo>
                  <a:lnTo>
                    <a:pt x="7968" y="1094"/>
                  </a:lnTo>
                  <a:lnTo>
                    <a:pt x="8917" y="1136"/>
                  </a:lnTo>
                  <a:lnTo>
                    <a:pt x="8959" y="454"/>
                  </a:lnTo>
                  <a:lnTo>
                    <a:pt x="8979" y="227"/>
                  </a:lnTo>
                  <a:lnTo>
                    <a:pt x="9000" y="83"/>
                  </a:lnTo>
                  <a:close/>
                  <a:moveTo>
                    <a:pt x="9041" y="83"/>
                  </a:moveTo>
                  <a:lnTo>
                    <a:pt x="9062" y="227"/>
                  </a:lnTo>
                  <a:lnTo>
                    <a:pt x="9083" y="454"/>
                  </a:lnTo>
                  <a:lnTo>
                    <a:pt x="9124" y="1136"/>
                  </a:lnTo>
                  <a:lnTo>
                    <a:pt x="10631" y="1156"/>
                  </a:lnTo>
                  <a:lnTo>
                    <a:pt x="10672" y="1156"/>
                  </a:lnTo>
                  <a:lnTo>
                    <a:pt x="10713" y="454"/>
                  </a:lnTo>
                  <a:lnTo>
                    <a:pt x="10734" y="227"/>
                  </a:lnTo>
                  <a:lnTo>
                    <a:pt x="10754" y="104"/>
                  </a:lnTo>
                  <a:lnTo>
                    <a:pt x="9041" y="83"/>
                  </a:lnTo>
                  <a:close/>
                  <a:moveTo>
                    <a:pt x="10796" y="104"/>
                  </a:moveTo>
                  <a:lnTo>
                    <a:pt x="10837" y="227"/>
                  </a:lnTo>
                  <a:lnTo>
                    <a:pt x="10858" y="454"/>
                  </a:lnTo>
                  <a:lnTo>
                    <a:pt x="10878" y="1156"/>
                  </a:lnTo>
                  <a:lnTo>
                    <a:pt x="11828" y="1136"/>
                  </a:lnTo>
                  <a:lnTo>
                    <a:pt x="12798" y="1115"/>
                  </a:lnTo>
                  <a:lnTo>
                    <a:pt x="12819" y="454"/>
                  </a:lnTo>
                  <a:lnTo>
                    <a:pt x="12839" y="227"/>
                  </a:lnTo>
                  <a:lnTo>
                    <a:pt x="12860" y="104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9" name="Google Shape;679;p27">
              <a:extLst>
                <a:ext uri="{FF2B5EF4-FFF2-40B4-BE49-F238E27FC236}">
                  <a16:creationId xmlns:a16="http://schemas.microsoft.com/office/drawing/2014/main" id="{739DDB72-5A21-5367-C325-EDCE1BA3B5D2}"/>
                </a:ext>
              </a:extLst>
            </p:cNvPr>
            <p:cNvSpPr/>
            <p:nvPr/>
          </p:nvSpPr>
          <p:spPr>
            <a:xfrm>
              <a:off x="5955625" y="5316375"/>
              <a:ext cx="51625" cy="26350"/>
            </a:xfrm>
            <a:custGeom>
              <a:avLst/>
              <a:gdLst/>
              <a:ahLst/>
              <a:cxnLst/>
              <a:rect l="l" t="t" r="r" b="b"/>
              <a:pathLst>
                <a:path w="2065" h="1054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2" y="124"/>
                  </a:lnTo>
                  <a:lnTo>
                    <a:pt x="63" y="351"/>
                  </a:lnTo>
                  <a:lnTo>
                    <a:pt x="83" y="1053"/>
                  </a:lnTo>
                  <a:lnTo>
                    <a:pt x="83" y="1053"/>
                  </a:lnTo>
                  <a:lnTo>
                    <a:pt x="1033" y="1033"/>
                  </a:lnTo>
                  <a:lnTo>
                    <a:pt x="2003" y="1012"/>
                  </a:lnTo>
                  <a:lnTo>
                    <a:pt x="2003" y="1012"/>
                  </a:lnTo>
                  <a:lnTo>
                    <a:pt x="2024" y="351"/>
                  </a:lnTo>
                  <a:lnTo>
                    <a:pt x="2044" y="124"/>
                  </a:lnTo>
                  <a:lnTo>
                    <a:pt x="2065" y="1"/>
                  </a:lnTo>
                  <a:lnTo>
                    <a:pt x="2065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0" name="Google Shape;680;p27">
              <a:extLst>
                <a:ext uri="{FF2B5EF4-FFF2-40B4-BE49-F238E27FC236}">
                  <a16:creationId xmlns:a16="http://schemas.microsoft.com/office/drawing/2014/main" id="{2B3EDA37-477C-75EE-597B-2E3E1A849594}"/>
                </a:ext>
              </a:extLst>
            </p:cNvPr>
            <p:cNvSpPr/>
            <p:nvPr/>
          </p:nvSpPr>
          <p:spPr>
            <a:xfrm>
              <a:off x="5911775" y="5315850"/>
              <a:ext cx="42850" cy="26875"/>
            </a:xfrm>
            <a:custGeom>
              <a:avLst/>
              <a:gdLst/>
              <a:ahLst/>
              <a:cxnLst/>
              <a:rect l="l" t="t" r="r" b="b"/>
              <a:pathLst>
                <a:path w="1714" h="1075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45"/>
                  </a:lnTo>
                  <a:lnTo>
                    <a:pt x="42" y="372"/>
                  </a:lnTo>
                  <a:lnTo>
                    <a:pt x="83" y="1054"/>
                  </a:lnTo>
                  <a:lnTo>
                    <a:pt x="83" y="1054"/>
                  </a:lnTo>
                  <a:lnTo>
                    <a:pt x="1590" y="1074"/>
                  </a:lnTo>
                  <a:lnTo>
                    <a:pt x="1590" y="1074"/>
                  </a:lnTo>
                  <a:lnTo>
                    <a:pt x="1631" y="1074"/>
                  </a:lnTo>
                  <a:lnTo>
                    <a:pt x="1631" y="1074"/>
                  </a:lnTo>
                  <a:lnTo>
                    <a:pt x="1672" y="372"/>
                  </a:lnTo>
                  <a:lnTo>
                    <a:pt x="1693" y="145"/>
                  </a:lnTo>
                  <a:lnTo>
                    <a:pt x="1713" y="22"/>
                  </a:lnTo>
                  <a:lnTo>
                    <a:pt x="1713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1" name="Google Shape;681;p27">
              <a:extLst>
                <a:ext uri="{FF2B5EF4-FFF2-40B4-BE49-F238E27FC236}">
                  <a16:creationId xmlns:a16="http://schemas.microsoft.com/office/drawing/2014/main" id="{532A0041-375C-E757-35F3-B6ACC03FFCFD}"/>
                </a:ext>
              </a:extLst>
            </p:cNvPr>
            <p:cNvSpPr/>
            <p:nvPr/>
          </p:nvSpPr>
          <p:spPr>
            <a:xfrm>
              <a:off x="5858625" y="5315850"/>
              <a:ext cx="52125" cy="26350"/>
            </a:xfrm>
            <a:custGeom>
              <a:avLst/>
              <a:gdLst/>
              <a:ahLst/>
              <a:cxnLst/>
              <a:rect l="l" t="t" r="r" b="b"/>
              <a:pathLst>
                <a:path w="2085" h="105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1" y="104"/>
                  </a:lnTo>
                  <a:lnTo>
                    <a:pt x="62" y="311"/>
                  </a:lnTo>
                  <a:lnTo>
                    <a:pt x="83" y="950"/>
                  </a:lnTo>
                  <a:lnTo>
                    <a:pt x="83" y="950"/>
                  </a:lnTo>
                  <a:lnTo>
                    <a:pt x="1053" y="1012"/>
                  </a:lnTo>
                  <a:lnTo>
                    <a:pt x="2002" y="1054"/>
                  </a:lnTo>
                  <a:lnTo>
                    <a:pt x="2002" y="1054"/>
                  </a:lnTo>
                  <a:lnTo>
                    <a:pt x="2044" y="372"/>
                  </a:lnTo>
                  <a:lnTo>
                    <a:pt x="2064" y="145"/>
                  </a:lnTo>
                  <a:lnTo>
                    <a:pt x="2085" y="1"/>
                  </a:lnTo>
                  <a:lnTo>
                    <a:pt x="2085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2" name="Google Shape;682;p27">
              <a:extLst>
                <a:ext uri="{FF2B5EF4-FFF2-40B4-BE49-F238E27FC236}">
                  <a16:creationId xmlns:a16="http://schemas.microsoft.com/office/drawing/2014/main" id="{C6F40AE4-A136-E373-7F60-84DEAB43BC21}"/>
                </a:ext>
              </a:extLst>
            </p:cNvPr>
            <p:cNvSpPr/>
            <p:nvPr/>
          </p:nvSpPr>
          <p:spPr>
            <a:xfrm>
              <a:off x="5814750" y="5315350"/>
              <a:ext cx="43375" cy="23750"/>
            </a:xfrm>
            <a:custGeom>
              <a:avLst/>
              <a:gdLst/>
              <a:ahLst/>
              <a:cxnLst/>
              <a:rect l="l" t="t" r="r" b="b"/>
              <a:pathLst>
                <a:path w="1735" h="950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" y="104"/>
                  </a:lnTo>
                  <a:lnTo>
                    <a:pt x="42" y="269"/>
                  </a:lnTo>
                  <a:lnTo>
                    <a:pt x="83" y="826"/>
                  </a:lnTo>
                  <a:lnTo>
                    <a:pt x="83" y="826"/>
                  </a:lnTo>
                  <a:lnTo>
                    <a:pt x="868" y="888"/>
                  </a:lnTo>
                  <a:lnTo>
                    <a:pt x="1652" y="950"/>
                  </a:lnTo>
                  <a:lnTo>
                    <a:pt x="1652" y="950"/>
                  </a:lnTo>
                  <a:lnTo>
                    <a:pt x="1673" y="331"/>
                  </a:lnTo>
                  <a:lnTo>
                    <a:pt x="1693" y="124"/>
                  </a:lnTo>
                  <a:lnTo>
                    <a:pt x="1735" y="21"/>
                  </a:lnTo>
                  <a:lnTo>
                    <a:pt x="1735" y="2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3" name="Google Shape;683;p27">
              <a:extLst>
                <a:ext uri="{FF2B5EF4-FFF2-40B4-BE49-F238E27FC236}">
                  <a16:creationId xmlns:a16="http://schemas.microsoft.com/office/drawing/2014/main" id="{02B1EABC-BF7E-689C-523E-DAD854BCC8E0}"/>
                </a:ext>
              </a:extLst>
            </p:cNvPr>
            <p:cNvSpPr/>
            <p:nvPr/>
          </p:nvSpPr>
          <p:spPr>
            <a:xfrm>
              <a:off x="5685750" y="5313800"/>
              <a:ext cx="128000" cy="21700"/>
            </a:xfrm>
            <a:custGeom>
              <a:avLst/>
              <a:gdLst/>
              <a:ahLst/>
              <a:cxnLst/>
              <a:rect l="l" t="t" r="r" b="b"/>
              <a:pathLst>
                <a:path w="5120" h="868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1218" y="269"/>
                  </a:lnTo>
                  <a:lnTo>
                    <a:pt x="1218" y="269"/>
                  </a:lnTo>
                  <a:lnTo>
                    <a:pt x="1239" y="104"/>
                  </a:lnTo>
                  <a:lnTo>
                    <a:pt x="1260" y="62"/>
                  </a:lnTo>
                  <a:lnTo>
                    <a:pt x="1260" y="62"/>
                  </a:lnTo>
                  <a:lnTo>
                    <a:pt x="1280" y="62"/>
                  </a:lnTo>
                  <a:lnTo>
                    <a:pt x="1301" y="124"/>
                  </a:lnTo>
                  <a:lnTo>
                    <a:pt x="1321" y="289"/>
                  </a:lnTo>
                  <a:lnTo>
                    <a:pt x="1321" y="289"/>
                  </a:lnTo>
                  <a:lnTo>
                    <a:pt x="2126" y="434"/>
                  </a:lnTo>
                  <a:lnTo>
                    <a:pt x="2952" y="578"/>
                  </a:lnTo>
                  <a:lnTo>
                    <a:pt x="2952" y="578"/>
                  </a:lnTo>
                  <a:lnTo>
                    <a:pt x="2993" y="186"/>
                  </a:lnTo>
                  <a:lnTo>
                    <a:pt x="3014" y="83"/>
                  </a:lnTo>
                  <a:lnTo>
                    <a:pt x="3035" y="62"/>
                  </a:lnTo>
                  <a:lnTo>
                    <a:pt x="3035" y="62"/>
                  </a:lnTo>
                  <a:lnTo>
                    <a:pt x="3055" y="83"/>
                  </a:lnTo>
                  <a:lnTo>
                    <a:pt x="3076" y="207"/>
                  </a:lnTo>
                  <a:lnTo>
                    <a:pt x="3117" y="599"/>
                  </a:lnTo>
                  <a:lnTo>
                    <a:pt x="3117" y="599"/>
                  </a:lnTo>
                  <a:lnTo>
                    <a:pt x="4067" y="743"/>
                  </a:lnTo>
                  <a:lnTo>
                    <a:pt x="5058" y="867"/>
                  </a:lnTo>
                  <a:lnTo>
                    <a:pt x="5058" y="867"/>
                  </a:lnTo>
                  <a:lnTo>
                    <a:pt x="5078" y="331"/>
                  </a:lnTo>
                  <a:lnTo>
                    <a:pt x="5099" y="166"/>
                  </a:lnTo>
                  <a:lnTo>
                    <a:pt x="5119" y="62"/>
                  </a:lnTo>
                  <a:lnTo>
                    <a:pt x="5119" y="62"/>
                  </a:lnTo>
                  <a:lnTo>
                    <a:pt x="1837" y="4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4" name="Google Shape;684;p27">
              <a:extLst>
                <a:ext uri="{FF2B5EF4-FFF2-40B4-BE49-F238E27FC236}">
                  <a16:creationId xmlns:a16="http://schemas.microsoft.com/office/drawing/2014/main" id="{77AA85D8-CECD-D6EF-177E-609802A209E9}"/>
                </a:ext>
              </a:extLst>
            </p:cNvPr>
            <p:cNvSpPr/>
            <p:nvPr/>
          </p:nvSpPr>
          <p:spPr>
            <a:xfrm>
              <a:off x="5759550" y="5315350"/>
              <a:ext cx="4150" cy="13425"/>
            </a:xfrm>
            <a:custGeom>
              <a:avLst/>
              <a:gdLst/>
              <a:ahLst/>
              <a:cxnLst/>
              <a:rect l="l" t="t" r="r" b="b"/>
              <a:pathLst>
                <a:path w="166" h="537" extrusionOk="0">
                  <a:moveTo>
                    <a:pt x="83" y="0"/>
                  </a:moveTo>
                  <a:lnTo>
                    <a:pt x="62" y="21"/>
                  </a:lnTo>
                  <a:lnTo>
                    <a:pt x="41" y="124"/>
                  </a:lnTo>
                  <a:lnTo>
                    <a:pt x="0" y="516"/>
                  </a:lnTo>
                  <a:lnTo>
                    <a:pt x="165" y="537"/>
                  </a:lnTo>
                  <a:lnTo>
                    <a:pt x="165" y="537"/>
                  </a:lnTo>
                  <a:lnTo>
                    <a:pt x="124" y="145"/>
                  </a:lnTo>
                  <a:lnTo>
                    <a:pt x="103" y="21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5" name="Google Shape;685;p27">
              <a:extLst>
                <a:ext uri="{FF2B5EF4-FFF2-40B4-BE49-F238E27FC236}">
                  <a16:creationId xmlns:a16="http://schemas.microsoft.com/office/drawing/2014/main" id="{F8AAABA3-4580-4DF6-E7E2-B602800B7833}"/>
                </a:ext>
              </a:extLst>
            </p:cNvPr>
            <p:cNvSpPr/>
            <p:nvPr/>
          </p:nvSpPr>
          <p:spPr>
            <a:xfrm>
              <a:off x="5759550" y="5315350"/>
              <a:ext cx="4150" cy="13425"/>
            </a:xfrm>
            <a:custGeom>
              <a:avLst/>
              <a:gdLst/>
              <a:ahLst/>
              <a:cxnLst/>
              <a:rect l="l" t="t" r="r" b="b"/>
              <a:pathLst>
                <a:path w="166" h="537" fill="none" extrusionOk="0">
                  <a:moveTo>
                    <a:pt x="83" y="0"/>
                  </a:moveTo>
                  <a:lnTo>
                    <a:pt x="83" y="0"/>
                  </a:lnTo>
                  <a:lnTo>
                    <a:pt x="62" y="21"/>
                  </a:lnTo>
                  <a:lnTo>
                    <a:pt x="41" y="124"/>
                  </a:lnTo>
                  <a:lnTo>
                    <a:pt x="0" y="516"/>
                  </a:lnTo>
                  <a:lnTo>
                    <a:pt x="0" y="516"/>
                  </a:lnTo>
                  <a:lnTo>
                    <a:pt x="165" y="537"/>
                  </a:lnTo>
                  <a:lnTo>
                    <a:pt x="165" y="537"/>
                  </a:lnTo>
                  <a:lnTo>
                    <a:pt x="124" y="145"/>
                  </a:lnTo>
                  <a:lnTo>
                    <a:pt x="103" y="21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6" name="Google Shape;686;p27">
              <a:extLst>
                <a:ext uri="{FF2B5EF4-FFF2-40B4-BE49-F238E27FC236}">
                  <a16:creationId xmlns:a16="http://schemas.microsoft.com/office/drawing/2014/main" id="{E4EB34D2-3C55-FCFC-7DC4-ADAACCC6C2D4}"/>
                </a:ext>
              </a:extLst>
            </p:cNvPr>
            <p:cNvSpPr/>
            <p:nvPr/>
          </p:nvSpPr>
          <p:spPr>
            <a:xfrm>
              <a:off x="5716200" y="5315350"/>
              <a:ext cx="2600" cy="5700"/>
            </a:xfrm>
            <a:custGeom>
              <a:avLst/>
              <a:gdLst/>
              <a:ahLst/>
              <a:cxnLst/>
              <a:rect l="l" t="t" r="r" b="b"/>
              <a:pathLst>
                <a:path w="104" h="228" extrusionOk="0">
                  <a:moveTo>
                    <a:pt x="42" y="0"/>
                  </a:moveTo>
                  <a:lnTo>
                    <a:pt x="21" y="42"/>
                  </a:lnTo>
                  <a:lnTo>
                    <a:pt x="0" y="207"/>
                  </a:lnTo>
                  <a:lnTo>
                    <a:pt x="103" y="227"/>
                  </a:lnTo>
                  <a:lnTo>
                    <a:pt x="83" y="62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7" name="Google Shape;687;p27">
              <a:extLst>
                <a:ext uri="{FF2B5EF4-FFF2-40B4-BE49-F238E27FC236}">
                  <a16:creationId xmlns:a16="http://schemas.microsoft.com/office/drawing/2014/main" id="{86254B8F-0525-F3EB-D027-24D7BC474D19}"/>
                </a:ext>
              </a:extLst>
            </p:cNvPr>
            <p:cNvSpPr/>
            <p:nvPr/>
          </p:nvSpPr>
          <p:spPr>
            <a:xfrm>
              <a:off x="5716200" y="5315350"/>
              <a:ext cx="2600" cy="5700"/>
            </a:xfrm>
            <a:custGeom>
              <a:avLst/>
              <a:gdLst/>
              <a:ahLst/>
              <a:cxnLst/>
              <a:rect l="l" t="t" r="r" b="b"/>
              <a:pathLst>
                <a:path w="104" h="228" fill="none" extrusionOk="0">
                  <a:moveTo>
                    <a:pt x="42" y="0"/>
                  </a:moveTo>
                  <a:lnTo>
                    <a:pt x="42" y="0"/>
                  </a:lnTo>
                  <a:lnTo>
                    <a:pt x="21" y="42"/>
                  </a:lnTo>
                  <a:lnTo>
                    <a:pt x="0" y="207"/>
                  </a:lnTo>
                  <a:lnTo>
                    <a:pt x="0" y="207"/>
                  </a:lnTo>
                  <a:lnTo>
                    <a:pt x="103" y="227"/>
                  </a:lnTo>
                  <a:lnTo>
                    <a:pt x="103" y="227"/>
                  </a:lnTo>
                  <a:lnTo>
                    <a:pt x="83" y="62"/>
                  </a:lnTo>
                  <a:lnTo>
                    <a:pt x="62" y="0"/>
                  </a:lnTo>
                  <a:lnTo>
                    <a:pt x="4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8" name="Google Shape;688;p27">
              <a:extLst>
                <a:ext uri="{FF2B5EF4-FFF2-40B4-BE49-F238E27FC236}">
                  <a16:creationId xmlns:a16="http://schemas.microsoft.com/office/drawing/2014/main" id="{3C6E4162-2B1C-1ABC-E7FC-CE72F7D3531F}"/>
                </a:ext>
              </a:extLst>
            </p:cNvPr>
            <p:cNvSpPr/>
            <p:nvPr/>
          </p:nvSpPr>
          <p:spPr>
            <a:xfrm>
              <a:off x="5856050" y="5315850"/>
              <a:ext cx="4650" cy="23775"/>
            </a:xfrm>
            <a:custGeom>
              <a:avLst/>
              <a:gdLst/>
              <a:ahLst/>
              <a:cxnLst/>
              <a:rect l="l" t="t" r="r" b="b"/>
              <a:pathLst>
                <a:path w="186" h="951" extrusionOk="0">
                  <a:moveTo>
                    <a:pt x="83" y="1"/>
                  </a:moveTo>
                  <a:lnTo>
                    <a:pt x="41" y="104"/>
                  </a:lnTo>
                  <a:lnTo>
                    <a:pt x="21" y="311"/>
                  </a:lnTo>
                  <a:lnTo>
                    <a:pt x="0" y="930"/>
                  </a:lnTo>
                  <a:lnTo>
                    <a:pt x="186" y="950"/>
                  </a:lnTo>
                  <a:lnTo>
                    <a:pt x="165" y="311"/>
                  </a:lnTo>
                  <a:lnTo>
                    <a:pt x="124" y="104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9" name="Google Shape;689;p27">
              <a:extLst>
                <a:ext uri="{FF2B5EF4-FFF2-40B4-BE49-F238E27FC236}">
                  <a16:creationId xmlns:a16="http://schemas.microsoft.com/office/drawing/2014/main" id="{42A64318-7017-71AD-198E-4CDE83B3DB0B}"/>
                </a:ext>
              </a:extLst>
            </p:cNvPr>
            <p:cNvSpPr/>
            <p:nvPr/>
          </p:nvSpPr>
          <p:spPr>
            <a:xfrm>
              <a:off x="5856050" y="5315850"/>
              <a:ext cx="4650" cy="23775"/>
            </a:xfrm>
            <a:custGeom>
              <a:avLst/>
              <a:gdLst/>
              <a:ahLst/>
              <a:cxnLst/>
              <a:rect l="l" t="t" r="r" b="b"/>
              <a:pathLst>
                <a:path w="186" h="951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41" y="104"/>
                  </a:lnTo>
                  <a:lnTo>
                    <a:pt x="21" y="311"/>
                  </a:lnTo>
                  <a:lnTo>
                    <a:pt x="0" y="930"/>
                  </a:lnTo>
                  <a:lnTo>
                    <a:pt x="0" y="930"/>
                  </a:lnTo>
                  <a:lnTo>
                    <a:pt x="186" y="950"/>
                  </a:lnTo>
                  <a:lnTo>
                    <a:pt x="186" y="950"/>
                  </a:lnTo>
                  <a:lnTo>
                    <a:pt x="165" y="311"/>
                  </a:lnTo>
                  <a:lnTo>
                    <a:pt x="124" y="104"/>
                  </a:lnTo>
                  <a:lnTo>
                    <a:pt x="103" y="1"/>
                  </a:lnTo>
                  <a:lnTo>
                    <a:pt x="103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0" name="Google Shape;690;p27">
              <a:extLst>
                <a:ext uri="{FF2B5EF4-FFF2-40B4-BE49-F238E27FC236}">
                  <a16:creationId xmlns:a16="http://schemas.microsoft.com/office/drawing/2014/main" id="{E3CDFC0D-9FDA-1995-20C3-13AB5CC91409}"/>
                </a:ext>
              </a:extLst>
            </p:cNvPr>
            <p:cNvSpPr/>
            <p:nvPr/>
          </p:nvSpPr>
          <p:spPr>
            <a:xfrm>
              <a:off x="5812175" y="5315350"/>
              <a:ext cx="4675" cy="20650"/>
            </a:xfrm>
            <a:custGeom>
              <a:avLst/>
              <a:gdLst/>
              <a:ahLst/>
              <a:cxnLst/>
              <a:rect l="l" t="t" r="r" b="b"/>
              <a:pathLst>
                <a:path w="187" h="826" extrusionOk="0">
                  <a:moveTo>
                    <a:pt x="62" y="0"/>
                  </a:moveTo>
                  <a:lnTo>
                    <a:pt x="42" y="104"/>
                  </a:lnTo>
                  <a:lnTo>
                    <a:pt x="21" y="269"/>
                  </a:lnTo>
                  <a:lnTo>
                    <a:pt x="1" y="805"/>
                  </a:lnTo>
                  <a:lnTo>
                    <a:pt x="186" y="826"/>
                  </a:lnTo>
                  <a:lnTo>
                    <a:pt x="186" y="826"/>
                  </a:lnTo>
                  <a:lnTo>
                    <a:pt x="145" y="269"/>
                  </a:lnTo>
                  <a:lnTo>
                    <a:pt x="124" y="104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1" name="Google Shape;691;p27">
              <a:extLst>
                <a:ext uri="{FF2B5EF4-FFF2-40B4-BE49-F238E27FC236}">
                  <a16:creationId xmlns:a16="http://schemas.microsoft.com/office/drawing/2014/main" id="{6C7BE5A3-4EAB-47DA-B101-1601D96E2AAC}"/>
                </a:ext>
              </a:extLst>
            </p:cNvPr>
            <p:cNvSpPr/>
            <p:nvPr/>
          </p:nvSpPr>
          <p:spPr>
            <a:xfrm>
              <a:off x="5812175" y="5315350"/>
              <a:ext cx="4675" cy="20650"/>
            </a:xfrm>
            <a:custGeom>
              <a:avLst/>
              <a:gdLst/>
              <a:ahLst/>
              <a:cxnLst/>
              <a:rect l="l" t="t" r="r" b="b"/>
              <a:pathLst>
                <a:path w="187" h="826" fill="none" extrusionOk="0">
                  <a:moveTo>
                    <a:pt x="62" y="0"/>
                  </a:moveTo>
                  <a:lnTo>
                    <a:pt x="62" y="0"/>
                  </a:lnTo>
                  <a:lnTo>
                    <a:pt x="42" y="104"/>
                  </a:lnTo>
                  <a:lnTo>
                    <a:pt x="21" y="269"/>
                  </a:lnTo>
                  <a:lnTo>
                    <a:pt x="1" y="805"/>
                  </a:lnTo>
                  <a:lnTo>
                    <a:pt x="1" y="805"/>
                  </a:lnTo>
                  <a:lnTo>
                    <a:pt x="186" y="826"/>
                  </a:lnTo>
                  <a:lnTo>
                    <a:pt x="186" y="826"/>
                  </a:lnTo>
                  <a:lnTo>
                    <a:pt x="145" y="269"/>
                  </a:lnTo>
                  <a:lnTo>
                    <a:pt x="124" y="104"/>
                  </a:lnTo>
                  <a:lnTo>
                    <a:pt x="104" y="0"/>
                  </a:lnTo>
                  <a:lnTo>
                    <a:pt x="104" y="0"/>
                  </a:lnTo>
                  <a:lnTo>
                    <a:pt x="6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2" name="Google Shape;692;p27">
              <a:extLst>
                <a:ext uri="{FF2B5EF4-FFF2-40B4-BE49-F238E27FC236}">
                  <a16:creationId xmlns:a16="http://schemas.microsoft.com/office/drawing/2014/main" id="{7D57A8FC-FAC4-F908-EE4C-E9ECC490EACB}"/>
                </a:ext>
              </a:extLst>
            </p:cNvPr>
            <p:cNvSpPr/>
            <p:nvPr/>
          </p:nvSpPr>
          <p:spPr>
            <a:xfrm>
              <a:off x="5952525" y="5316375"/>
              <a:ext cx="5200" cy="26350"/>
            </a:xfrm>
            <a:custGeom>
              <a:avLst/>
              <a:gdLst/>
              <a:ahLst/>
              <a:cxnLst/>
              <a:rect l="l" t="t" r="r" b="b"/>
              <a:pathLst>
                <a:path w="208" h="1054" extrusionOk="0">
                  <a:moveTo>
                    <a:pt x="83" y="1"/>
                  </a:moveTo>
                  <a:lnTo>
                    <a:pt x="63" y="124"/>
                  </a:lnTo>
                  <a:lnTo>
                    <a:pt x="42" y="351"/>
                  </a:lnTo>
                  <a:lnTo>
                    <a:pt x="1" y="1053"/>
                  </a:lnTo>
                  <a:lnTo>
                    <a:pt x="207" y="1053"/>
                  </a:lnTo>
                  <a:lnTo>
                    <a:pt x="187" y="351"/>
                  </a:lnTo>
                  <a:lnTo>
                    <a:pt x="166" y="124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3" name="Google Shape;693;p27">
              <a:extLst>
                <a:ext uri="{FF2B5EF4-FFF2-40B4-BE49-F238E27FC236}">
                  <a16:creationId xmlns:a16="http://schemas.microsoft.com/office/drawing/2014/main" id="{A0E01E6B-017D-A9D1-225F-55309F5E974A}"/>
                </a:ext>
              </a:extLst>
            </p:cNvPr>
            <p:cNvSpPr/>
            <p:nvPr/>
          </p:nvSpPr>
          <p:spPr>
            <a:xfrm>
              <a:off x="5952525" y="5316375"/>
              <a:ext cx="5200" cy="26350"/>
            </a:xfrm>
            <a:custGeom>
              <a:avLst/>
              <a:gdLst/>
              <a:ahLst/>
              <a:cxnLst/>
              <a:rect l="l" t="t" r="r" b="b"/>
              <a:pathLst>
                <a:path w="208" h="1054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3" y="124"/>
                  </a:lnTo>
                  <a:lnTo>
                    <a:pt x="42" y="351"/>
                  </a:lnTo>
                  <a:lnTo>
                    <a:pt x="1" y="1053"/>
                  </a:lnTo>
                  <a:lnTo>
                    <a:pt x="1" y="1053"/>
                  </a:lnTo>
                  <a:lnTo>
                    <a:pt x="207" y="1053"/>
                  </a:lnTo>
                  <a:lnTo>
                    <a:pt x="207" y="1053"/>
                  </a:lnTo>
                  <a:lnTo>
                    <a:pt x="187" y="351"/>
                  </a:lnTo>
                  <a:lnTo>
                    <a:pt x="166" y="124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4" name="Google Shape;694;p27">
              <a:extLst>
                <a:ext uri="{FF2B5EF4-FFF2-40B4-BE49-F238E27FC236}">
                  <a16:creationId xmlns:a16="http://schemas.microsoft.com/office/drawing/2014/main" id="{82E97AF4-5DB2-0821-4D19-F92EAD13225B}"/>
                </a:ext>
              </a:extLst>
            </p:cNvPr>
            <p:cNvSpPr/>
            <p:nvPr/>
          </p:nvSpPr>
          <p:spPr>
            <a:xfrm>
              <a:off x="5908675" y="5315850"/>
              <a:ext cx="5175" cy="26350"/>
            </a:xfrm>
            <a:custGeom>
              <a:avLst/>
              <a:gdLst/>
              <a:ahLst/>
              <a:cxnLst/>
              <a:rect l="l" t="t" r="r" b="b"/>
              <a:pathLst>
                <a:path w="207" h="1054" extrusionOk="0">
                  <a:moveTo>
                    <a:pt x="83" y="1"/>
                  </a:moveTo>
                  <a:lnTo>
                    <a:pt x="62" y="145"/>
                  </a:lnTo>
                  <a:lnTo>
                    <a:pt x="42" y="372"/>
                  </a:lnTo>
                  <a:lnTo>
                    <a:pt x="0" y="1054"/>
                  </a:lnTo>
                  <a:lnTo>
                    <a:pt x="207" y="1054"/>
                  </a:lnTo>
                  <a:lnTo>
                    <a:pt x="166" y="372"/>
                  </a:lnTo>
                  <a:lnTo>
                    <a:pt x="145" y="145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5" name="Google Shape;695;p27">
              <a:extLst>
                <a:ext uri="{FF2B5EF4-FFF2-40B4-BE49-F238E27FC236}">
                  <a16:creationId xmlns:a16="http://schemas.microsoft.com/office/drawing/2014/main" id="{F315EBBA-132A-E60D-6DA4-26341C09D10F}"/>
                </a:ext>
              </a:extLst>
            </p:cNvPr>
            <p:cNvSpPr/>
            <p:nvPr/>
          </p:nvSpPr>
          <p:spPr>
            <a:xfrm>
              <a:off x="5908675" y="5315850"/>
              <a:ext cx="5175" cy="26350"/>
            </a:xfrm>
            <a:custGeom>
              <a:avLst/>
              <a:gdLst/>
              <a:ahLst/>
              <a:cxnLst/>
              <a:rect l="l" t="t" r="r" b="b"/>
              <a:pathLst>
                <a:path w="207" h="1054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62" y="145"/>
                  </a:lnTo>
                  <a:lnTo>
                    <a:pt x="42" y="372"/>
                  </a:lnTo>
                  <a:lnTo>
                    <a:pt x="0" y="1054"/>
                  </a:lnTo>
                  <a:lnTo>
                    <a:pt x="0" y="1054"/>
                  </a:lnTo>
                  <a:lnTo>
                    <a:pt x="207" y="1054"/>
                  </a:lnTo>
                  <a:lnTo>
                    <a:pt x="207" y="1054"/>
                  </a:lnTo>
                  <a:lnTo>
                    <a:pt x="166" y="372"/>
                  </a:lnTo>
                  <a:lnTo>
                    <a:pt x="145" y="145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6" name="Google Shape;696;p27">
              <a:extLst>
                <a:ext uri="{FF2B5EF4-FFF2-40B4-BE49-F238E27FC236}">
                  <a16:creationId xmlns:a16="http://schemas.microsoft.com/office/drawing/2014/main" id="{2B1216CE-F9A9-72EB-A04C-E9622820203D}"/>
                </a:ext>
              </a:extLst>
            </p:cNvPr>
            <p:cNvSpPr/>
            <p:nvPr/>
          </p:nvSpPr>
          <p:spPr>
            <a:xfrm>
              <a:off x="6008775" y="5315350"/>
              <a:ext cx="341125" cy="26325"/>
            </a:xfrm>
            <a:custGeom>
              <a:avLst/>
              <a:gdLst/>
              <a:ahLst/>
              <a:cxnLst/>
              <a:rect l="l" t="t" r="r" b="b"/>
              <a:pathLst>
                <a:path w="13645" h="1053" extrusionOk="0">
                  <a:moveTo>
                    <a:pt x="13376" y="0"/>
                  </a:moveTo>
                  <a:lnTo>
                    <a:pt x="13376" y="21"/>
                  </a:lnTo>
                  <a:lnTo>
                    <a:pt x="13645" y="0"/>
                  </a:lnTo>
                  <a:close/>
                  <a:moveTo>
                    <a:pt x="13356" y="0"/>
                  </a:moveTo>
                  <a:lnTo>
                    <a:pt x="11622" y="21"/>
                  </a:lnTo>
                  <a:lnTo>
                    <a:pt x="11642" y="124"/>
                  </a:lnTo>
                  <a:lnTo>
                    <a:pt x="13335" y="21"/>
                  </a:lnTo>
                  <a:lnTo>
                    <a:pt x="13356" y="0"/>
                  </a:lnTo>
                  <a:close/>
                  <a:moveTo>
                    <a:pt x="9516" y="21"/>
                  </a:moveTo>
                  <a:lnTo>
                    <a:pt x="9537" y="289"/>
                  </a:lnTo>
                  <a:lnTo>
                    <a:pt x="11560" y="124"/>
                  </a:lnTo>
                  <a:lnTo>
                    <a:pt x="11581" y="21"/>
                  </a:lnTo>
                  <a:close/>
                  <a:moveTo>
                    <a:pt x="9475" y="21"/>
                  </a:moveTo>
                  <a:lnTo>
                    <a:pt x="7741" y="42"/>
                  </a:lnTo>
                  <a:lnTo>
                    <a:pt x="7762" y="186"/>
                  </a:lnTo>
                  <a:lnTo>
                    <a:pt x="7803" y="434"/>
                  </a:lnTo>
                  <a:lnTo>
                    <a:pt x="9434" y="289"/>
                  </a:lnTo>
                  <a:lnTo>
                    <a:pt x="9475" y="21"/>
                  </a:lnTo>
                  <a:close/>
                  <a:moveTo>
                    <a:pt x="5636" y="42"/>
                  </a:moveTo>
                  <a:lnTo>
                    <a:pt x="5657" y="248"/>
                  </a:lnTo>
                  <a:lnTo>
                    <a:pt x="5698" y="620"/>
                  </a:lnTo>
                  <a:lnTo>
                    <a:pt x="7659" y="454"/>
                  </a:lnTo>
                  <a:lnTo>
                    <a:pt x="7679" y="186"/>
                  </a:lnTo>
                  <a:lnTo>
                    <a:pt x="7700" y="42"/>
                  </a:lnTo>
                  <a:close/>
                  <a:moveTo>
                    <a:pt x="1755" y="42"/>
                  </a:moveTo>
                  <a:lnTo>
                    <a:pt x="1797" y="372"/>
                  </a:lnTo>
                  <a:lnTo>
                    <a:pt x="1838" y="950"/>
                  </a:lnTo>
                  <a:lnTo>
                    <a:pt x="3758" y="805"/>
                  </a:lnTo>
                  <a:lnTo>
                    <a:pt x="3778" y="310"/>
                  </a:lnTo>
                  <a:lnTo>
                    <a:pt x="3819" y="42"/>
                  </a:lnTo>
                  <a:close/>
                  <a:moveTo>
                    <a:pt x="1" y="42"/>
                  </a:moveTo>
                  <a:lnTo>
                    <a:pt x="42" y="392"/>
                  </a:lnTo>
                  <a:lnTo>
                    <a:pt x="83" y="1053"/>
                  </a:lnTo>
                  <a:lnTo>
                    <a:pt x="1631" y="970"/>
                  </a:lnTo>
                  <a:lnTo>
                    <a:pt x="1673" y="372"/>
                  </a:lnTo>
                  <a:lnTo>
                    <a:pt x="1714" y="42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7" name="Google Shape;697;p27">
              <a:extLst>
                <a:ext uri="{FF2B5EF4-FFF2-40B4-BE49-F238E27FC236}">
                  <a16:creationId xmlns:a16="http://schemas.microsoft.com/office/drawing/2014/main" id="{D3956124-9E1C-8B47-9826-72CC78EDFDF1}"/>
                </a:ext>
              </a:extLst>
            </p:cNvPr>
            <p:cNvSpPr/>
            <p:nvPr/>
          </p:nvSpPr>
          <p:spPr>
            <a:xfrm>
              <a:off x="6052650" y="5316375"/>
              <a:ext cx="51625" cy="22725"/>
            </a:xfrm>
            <a:custGeom>
              <a:avLst/>
              <a:gdLst/>
              <a:ahLst/>
              <a:cxnLst/>
              <a:rect l="l" t="t" r="r" b="b"/>
              <a:pathLst>
                <a:path w="2065" h="909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2" y="331"/>
                  </a:lnTo>
                  <a:lnTo>
                    <a:pt x="83" y="909"/>
                  </a:lnTo>
                  <a:lnTo>
                    <a:pt x="83" y="909"/>
                  </a:lnTo>
                  <a:lnTo>
                    <a:pt x="2003" y="764"/>
                  </a:lnTo>
                  <a:lnTo>
                    <a:pt x="2003" y="764"/>
                  </a:lnTo>
                  <a:lnTo>
                    <a:pt x="2023" y="269"/>
                  </a:lnTo>
                  <a:lnTo>
                    <a:pt x="2064" y="1"/>
                  </a:lnTo>
                  <a:lnTo>
                    <a:pt x="2064" y="1"/>
                  </a:lnTo>
                  <a:lnTo>
                    <a:pt x="1239" y="1"/>
                  </a:lnTo>
                  <a:lnTo>
                    <a:pt x="1239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8" name="Google Shape;698;p27">
              <a:extLst>
                <a:ext uri="{FF2B5EF4-FFF2-40B4-BE49-F238E27FC236}">
                  <a16:creationId xmlns:a16="http://schemas.microsoft.com/office/drawing/2014/main" id="{C440873F-D679-FF20-14F8-71C95C1A1B64}"/>
                </a:ext>
              </a:extLst>
            </p:cNvPr>
            <p:cNvSpPr/>
            <p:nvPr/>
          </p:nvSpPr>
          <p:spPr>
            <a:xfrm>
              <a:off x="6008775" y="5316375"/>
              <a:ext cx="42875" cy="25300"/>
            </a:xfrm>
            <a:custGeom>
              <a:avLst/>
              <a:gdLst/>
              <a:ahLst/>
              <a:cxnLst/>
              <a:rect l="l" t="t" r="r" b="b"/>
              <a:pathLst>
                <a:path w="1715" h="101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2" y="351"/>
                  </a:lnTo>
                  <a:lnTo>
                    <a:pt x="83" y="1012"/>
                  </a:lnTo>
                  <a:lnTo>
                    <a:pt x="83" y="1012"/>
                  </a:lnTo>
                  <a:lnTo>
                    <a:pt x="1631" y="929"/>
                  </a:lnTo>
                  <a:lnTo>
                    <a:pt x="1631" y="929"/>
                  </a:lnTo>
                  <a:lnTo>
                    <a:pt x="1673" y="331"/>
                  </a:lnTo>
                  <a:lnTo>
                    <a:pt x="1714" y="1"/>
                  </a:lnTo>
                  <a:lnTo>
                    <a:pt x="1714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9" name="Google Shape;699;p27">
              <a:extLst>
                <a:ext uri="{FF2B5EF4-FFF2-40B4-BE49-F238E27FC236}">
                  <a16:creationId xmlns:a16="http://schemas.microsoft.com/office/drawing/2014/main" id="{FAA17FE8-1FA2-8A51-E7E5-6547F8F7EEB2}"/>
                </a:ext>
              </a:extLst>
            </p:cNvPr>
            <p:cNvSpPr/>
            <p:nvPr/>
          </p:nvSpPr>
          <p:spPr>
            <a:xfrm>
              <a:off x="6149650" y="5316375"/>
              <a:ext cx="51625" cy="14475"/>
            </a:xfrm>
            <a:custGeom>
              <a:avLst/>
              <a:gdLst/>
              <a:ahLst/>
              <a:cxnLst/>
              <a:rect l="l" t="t" r="r" b="b"/>
              <a:pathLst>
                <a:path w="2065" h="579" fill="none" extrusionOk="0">
                  <a:moveTo>
                    <a:pt x="2065" y="1"/>
                  </a:moveTo>
                  <a:lnTo>
                    <a:pt x="2065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2" y="207"/>
                  </a:lnTo>
                  <a:lnTo>
                    <a:pt x="63" y="579"/>
                  </a:lnTo>
                  <a:lnTo>
                    <a:pt x="63" y="579"/>
                  </a:lnTo>
                  <a:lnTo>
                    <a:pt x="2024" y="413"/>
                  </a:lnTo>
                  <a:lnTo>
                    <a:pt x="2024" y="413"/>
                  </a:lnTo>
                  <a:lnTo>
                    <a:pt x="2044" y="145"/>
                  </a:lnTo>
                  <a:lnTo>
                    <a:pt x="20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0" name="Google Shape;700;p27">
              <a:extLst>
                <a:ext uri="{FF2B5EF4-FFF2-40B4-BE49-F238E27FC236}">
                  <a16:creationId xmlns:a16="http://schemas.microsoft.com/office/drawing/2014/main" id="{EE8BD4BA-055F-D36D-B68D-F8762BA8093B}"/>
                </a:ext>
              </a:extLst>
            </p:cNvPr>
            <p:cNvSpPr/>
            <p:nvPr/>
          </p:nvSpPr>
          <p:spPr>
            <a:xfrm>
              <a:off x="6202300" y="5315850"/>
              <a:ext cx="43375" cy="10350"/>
            </a:xfrm>
            <a:custGeom>
              <a:avLst/>
              <a:gdLst/>
              <a:ahLst/>
              <a:cxnLst/>
              <a:rect l="l" t="t" r="r" b="b"/>
              <a:pathLst>
                <a:path w="1735" h="414" fill="none" extrusionOk="0">
                  <a:moveTo>
                    <a:pt x="1734" y="1"/>
                  </a:moveTo>
                  <a:lnTo>
                    <a:pt x="1734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1" y="166"/>
                  </a:lnTo>
                  <a:lnTo>
                    <a:pt x="62" y="414"/>
                  </a:lnTo>
                  <a:lnTo>
                    <a:pt x="62" y="414"/>
                  </a:lnTo>
                  <a:lnTo>
                    <a:pt x="1693" y="269"/>
                  </a:lnTo>
                  <a:lnTo>
                    <a:pt x="1693" y="269"/>
                  </a:lnTo>
                  <a:lnTo>
                    <a:pt x="173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1" name="Google Shape;701;p27">
              <a:extLst>
                <a:ext uri="{FF2B5EF4-FFF2-40B4-BE49-F238E27FC236}">
                  <a16:creationId xmlns:a16="http://schemas.microsoft.com/office/drawing/2014/main" id="{597EB4DD-F345-6361-4387-4F43AE1F391B}"/>
                </a:ext>
              </a:extLst>
            </p:cNvPr>
            <p:cNvSpPr/>
            <p:nvPr/>
          </p:nvSpPr>
          <p:spPr>
            <a:xfrm>
              <a:off x="6246675" y="5315850"/>
              <a:ext cx="51625" cy="6750"/>
            </a:xfrm>
            <a:custGeom>
              <a:avLst/>
              <a:gdLst/>
              <a:ahLst/>
              <a:cxnLst/>
              <a:rect l="l" t="t" r="r" b="b"/>
              <a:pathLst>
                <a:path w="2065" h="270" fill="none" extrusionOk="0">
                  <a:moveTo>
                    <a:pt x="2065" y="1"/>
                  </a:moveTo>
                  <a:lnTo>
                    <a:pt x="2065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21" y="269"/>
                  </a:lnTo>
                  <a:lnTo>
                    <a:pt x="21" y="269"/>
                  </a:lnTo>
                  <a:lnTo>
                    <a:pt x="2044" y="104"/>
                  </a:lnTo>
                  <a:lnTo>
                    <a:pt x="2044" y="104"/>
                  </a:lnTo>
                  <a:lnTo>
                    <a:pt x="20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2" name="Google Shape;702;p27">
              <a:extLst>
                <a:ext uri="{FF2B5EF4-FFF2-40B4-BE49-F238E27FC236}">
                  <a16:creationId xmlns:a16="http://schemas.microsoft.com/office/drawing/2014/main" id="{29C14EAF-B517-7C97-DA07-6B928FE62099}"/>
                </a:ext>
              </a:extLst>
            </p:cNvPr>
            <p:cNvSpPr/>
            <p:nvPr/>
          </p:nvSpPr>
          <p:spPr>
            <a:xfrm>
              <a:off x="6299300" y="5315350"/>
              <a:ext cx="43375" cy="3125"/>
            </a:xfrm>
            <a:custGeom>
              <a:avLst/>
              <a:gdLst/>
              <a:ahLst/>
              <a:cxnLst/>
              <a:rect l="l" t="t" r="r" b="b"/>
              <a:pathLst>
                <a:path w="1735" h="125" fill="none" extrusionOk="0">
                  <a:moveTo>
                    <a:pt x="1735" y="0"/>
                  </a:moveTo>
                  <a:lnTo>
                    <a:pt x="1735" y="0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21" y="124"/>
                  </a:lnTo>
                  <a:lnTo>
                    <a:pt x="21" y="124"/>
                  </a:lnTo>
                  <a:lnTo>
                    <a:pt x="1714" y="21"/>
                  </a:lnTo>
                  <a:lnTo>
                    <a:pt x="1714" y="21"/>
                  </a:lnTo>
                  <a:lnTo>
                    <a:pt x="173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3" name="Google Shape;703;p27">
              <a:extLst>
                <a:ext uri="{FF2B5EF4-FFF2-40B4-BE49-F238E27FC236}">
                  <a16:creationId xmlns:a16="http://schemas.microsoft.com/office/drawing/2014/main" id="{FFBC79D0-77BA-A5AD-C4A7-59A8AAD49E17}"/>
                </a:ext>
              </a:extLst>
            </p:cNvPr>
            <p:cNvSpPr/>
            <p:nvPr/>
          </p:nvSpPr>
          <p:spPr>
            <a:xfrm>
              <a:off x="6343175" y="5315350"/>
              <a:ext cx="6725" cy="525"/>
            </a:xfrm>
            <a:custGeom>
              <a:avLst/>
              <a:gdLst/>
              <a:ahLst/>
              <a:cxnLst/>
              <a:rect l="l" t="t" r="r" b="b"/>
              <a:pathLst>
                <a:path w="269" h="21" fill="none" extrusionOk="0">
                  <a:moveTo>
                    <a:pt x="269" y="0"/>
                  </a:moveTo>
                  <a:lnTo>
                    <a:pt x="269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6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4" name="Google Shape;704;p27">
              <a:extLst>
                <a:ext uri="{FF2B5EF4-FFF2-40B4-BE49-F238E27FC236}">
                  <a16:creationId xmlns:a16="http://schemas.microsoft.com/office/drawing/2014/main" id="{AF3AC1DB-48CF-C375-B678-A61DF87B6EB7}"/>
                </a:ext>
              </a:extLst>
            </p:cNvPr>
            <p:cNvSpPr/>
            <p:nvPr/>
          </p:nvSpPr>
          <p:spPr>
            <a:xfrm>
              <a:off x="6049550" y="5316375"/>
              <a:ext cx="5175" cy="23250"/>
            </a:xfrm>
            <a:custGeom>
              <a:avLst/>
              <a:gdLst/>
              <a:ahLst/>
              <a:cxnLst/>
              <a:rect l="l" t="t" r="r" b="b"/>
              <a:pathLst>
                <a:path w="207" h="930" extrusionOk="0">
                  <a:moveTo>
                    <a:pt x="83" y="1"/>
                  </a:moveTo>
                  <a:lnTo>
                    <a:pt x="42" y="331"/>
                  </a:lnTo>
                  <a:lnTo>
                    <a:pt x="0" y="929"/>
                  </a:lnTo>
                  <a:lnTo>
                    <a:pt x="104" y="909"/>
                  </a:lnTo>
                  <a:lnTo>
                    <a:pt x="207" y="909"/>
                  </a:lnTo>
                  <a:lnTo>
                    <a:pt x="166" y="331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5" name="Google Shape;705;p27">
              <a:extLst>
                <a:ext uri="{FF2B5EF4-FFF2-40B4-BE49-F238E27FC236}">
                  <a16:creationId xmlns:a16="http://schemas.microsoft.com/office/drawing/2014/main" id="{BCD167C9-53E7-FFE8-EFA5-A39D9BB12736}"/>
                </a:ext>
              </a:extLst>
            </p:cNvPr>
            <p:cNvSpPr/>
            <p:nvPr/>
          </p:nvSpPr>
          <p:spPr>
            <a:xfrm>
              <a:off x="6049550" y="5316375"/>
              <a:ext cx="5175" cy="23250"/>
            </a:xfrm>
            <a:custGeom>
              <a:avLst/>
              <a:gdLst/>
              <a:ahLst/>
              <a:cxnLst/>
              <a:rect l="l" t="t" r="r" b="b"/>
              <a:pathLst>
                <a:path w="207" h="930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42" y="331"/>
                  </a:lnTo>
                  <a:lnTo>
                    <a:pt x="0" y="929"/>
                  </a:lnTo>
                  <a:lnTo>
                    <a:pt x="0" y="929"/>
                  </a:lnTo>
                  <a:lnTo>
                    <a:pt x="104" y="909"/>
                  </a:lnTo>
                  <a:lnTo>
                    <a:pt x="104" y="909"/>
                  </a:lnTo>
                  <a:lnTo>
                    <a:pt x="207" y="909"/>
                  </a:lnTo>
                  <a:lnTo>
                    <a:pt x="207" y="909"/>
                  </a:lnTo>
                  <a:lnTo>
                    <a:pt x="166" y="331"/>
                  </a:lnTo>
                  <a:lnTo>
                    <a:pt x="124" y="1"/>
                  </a:lnTo>
                  <a:lnTo>
                    <a:pt x="124" y="1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6" name="Google Shape;706;p27">
              <a:extLst>
                <a:ext uri="{FF2B5EF4-FFF2-40B4-BE49-F238E27FC236}">
                  <a16:creationId xmlns:a16="http://schemas.microsoft.com/office/drawing/2014/main" id="{4B8C71AE-AD34-068C-BB96-6C37F9B041D0}"/>
                </a:ext>
              </a:extLst>
            </p:cNvPr>
            <p:cNvSpPr/>
            <p:nvPr/>
          </p:nvSpPr>
          <p:spPr>
            <a:xfrm>
              <a:off x="6105275" y="5316375"/>
              <a:ext cx="43375" cy="18600"/>
            </a:xfrm>
            <a:custGeom>
              <a:avLst/>
              <a:gdLst/>
              <a:ahLst/>
              <a:cxnLst/>
              <a:rect l="l" t="t" r="r" b="b"/>
              <a:pathLst>
                <a:path w="1735" h="744" extrusionOk="0">
                  <a:moveTo>
                    <a:pt x="1" y="1"/>
                  </a:moveTo>
                  <a:lnTo>
                    <a:pt x="42" y="269"/>
                  </a:lnTo>
                  <a:lnTo>
                    <a:pt x="83" y="744"/>
                  </a:lnTo>
                  <a:lnTo>
                    <a:pt x="1673" y="599"/>
                  </a:lnTo>
                  <a:lnTo>
                    <a:pt x="1693" y="228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7" name="Google Shape;707;p27">
              <a:extLst>
                <a:ext uri="{FF2B5EF4-FFF2-40B4-BE49-F238E27FC236}">
                  <a16:creationId xmlns:a16="http://schemas.microsoft.com/office/drawing/2014/main" id="{4171CDF7-A840-4034-4CCD-12A905389CC6}"/>
                </a:ext>
              </a:extLst>
            </p:cNvPr>
            <p:cNvSpPr/>
            <p:nvPr/>
          </p:nvSpPr>
          <p:spPr>
            <a:xfrm>
              <a:off x="6005675" y="5316375"/>
              <a:ext cx="5200" cy="25300"/>
            </a:xfrm>
            <a:custGeom>
              <a:avLst/>
              <a:gdLst/>
              <a:ahLst/>
              <a:cxnLst/>
              <a:rect l="l" t="t" r="r" b="b"/>
              <a:pathLst>
                <a:path w="208" h="1012" extrusionOk="0">
                  <a:moveTo>
                    <a:pt x="63" y="1"/>
                  </a:moveTo>
                  <a:lnTo>
                    <a:pt x="42" y="124"/>
                  </a:lnTo>
                  <a:lnTo>
                    <a:pt x="22" y="351"/>
                  </a:lnTo>
                  <a:lnTo>
                    <a:pt x="1" y="1012"/>
                  </a:lnTo>
                  <a:lnTo>
                    <a:pt x="207" y="1012"/>
                  </a:lnTo>
                  <a:lnTo>
                    <a:pt x="166" y="35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8" name="Google Shape;708;p27">
              <a:extLst>
                <a:ext uri="{FF2B5EF4-FFF2-40B4-BE49-F238E27FC236}">
                  <a16:creationId xmlns:a16="http://schemas.microsoft.com/office/drawing/2014/main" id="{C06C6EAF-89FB-564E-E56A-E6C1B1AF8268}"/>
                </a:ext>
              </a:extLst>
            </p:cNvPr>
            <p:cNvSpPr/>
            <p:nvPr/>
          </p:nvSpPr>
          <p:spPr>
            <a:xfrm>
              <a:off x="6005675" y="5316375"/>
              <a:ext cx="5200" cy="25300"/>
            </a:xfrm>
            <a:custGeom>
              <a:avLst/>
              <a:gdLst/>
              <a:ahLst/>
              <a:cxnLst/>
              <a:rect l="l" t="t" r="r" b="b"/>
              <a:pathLst>
                <a:path w="208" h="1012" fill="none" extrusionOk="0">
                  <a:moveTo>
                    <a:pt x="63" y="1"/>
                  </a:moveTo>
                  <a:lnTo>
                    <a:pt x="63" y="1"/>
                  </a:lnTo>
                  <a:lnTo>
                    <a:pt x="42" y="124"/>
                  </a:lnTo>
                  <a:lnTo>
                    <a:pt x="22" y="351"/>
                  </a:lnTo>
                  <a:lnTo>
                    <a:pt x="1" y="1012"/>
                  </a:lnTo>
                  <a:lnTo>
                    <a:pt x="1" y="1012"/>
                  </a:lnTo>
                  <a:lnTo>
                    <a:pt x="207" y="1012"/>
                  </a:lnTo>
                  <a:lnTo>
                    <a:pt x="207" y="1012"/>
                  </a:lnTo>
                  <a:lnTo>
                    <a:pt x="166" y="351"/>
                  </a:lnTo>
                  <a:lnTo>
                    <a:pt x="125" y="1"/>
                  </a:lnTo>
                  <a:lnTo>
                    <a:pt x="125" y="1"/>
                  </a:lnTo>
                  <a:lnTo>
                    <a:pt x="6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9" name="Google Shape;709;p27">
              <a:extLst>
                <a:ext uri="{FF2B5EF4-FFF2-40B4-BE49-F238E27FC236}">
                  <a16:creationId xmlns:a16="http://schemas.microsoft.com/office/drawing/2014/main" id="{A0CE7CAB-D531-7A9D-5D5E-EB1E6C2DA698}"/>
                </a:ext>
              </a:extLst>
            </p:cNvPr>
            <p:cNvSpPr/>
            <p:nvPr/>
          </p:nvSpPr>
          <p:spPr>
            <a:xfrm>
              <a:off x="6147075" y="5316375"/>
              <a:ext cx="4150" cy="15000"/>
            </a:xfrm>
            <a:custGeom>
              <a:avLst/>
              <a:gdLst/>
              <a:ahLst/>
              <a:cxnLst/>
              <a:rect l="l" t="t" r="r" b="b"/>
              <a:pathLst>
                <a:path w="166" h="600" extrusionOk="0">
                  <a:moveTo>
                    <a:pt x="63" y="1"/>
                  </a:moveTo>
                  <a:lnTo>
                    <a:pt x="21" y="228"/>
                  </a:lnTo>
                  <a:lnTo>
                    <a:pt x="1" y="599"/>
                  </a:lnTo>
                  <a:lnTo>
                    <a:pt x="166" y="579"/>
                  </a:lnTo>
                  <a:lnTo>
                    <a:pt x="125" y="207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0" name="Google Shape;710;p27">
              <a:extLst>
                <a:ext uri="{FF2B5EF4-FFF2-40B4-BE49-F238E27FC236}">
                  <a16:creationId xmlns:a16="http://schemas.microsoft.com/office/drawing/2014/main" id="{2D06A890-AC58-11AA-B7C9-5CB949E25B2C}"/>
                </a:ext>
              </a:extLst>
            </p:cNvPr>
            <p:cNvSpPr/>
            <p:nvPr/>
          </p:nvSpPr>
          <p:spPr>
            <a:xfrm>
              <a:off x="6147075" y="5316375"/>
              <a:ext cx="4150" cy="15000"/>
            </a:xfrm>
            <a:custGeom>
              <a:avLst/>
              <a:gdLst/>
              <a:ahLst/>
              <a:cxnLst/>
              <a:rect l="l" t="t" r="r" b="b"/>
              <a:pathLst>
                <a:path w="166" h="600" fill="none" extrusionOk="0">
                  <a:moveTo>
                    <a:pt x="104" y="1"/>
                  </a:moveTo>
                  <a:lnTo>
                    <a:pt x="104" y="1"/>
                  </a:lnTo>
                  <a:lnTo>
                    <a:pt x="63" y="1"/>
                  </a:lnTo>
                  <a:lnTo>
                    <a:pt x="63" y="1"/>
                  </a:lnTo>
                  <a:lnTo>
                    <a:pt x="21" y="228"/>
                  </a:lnTo>
                  <a:lnTo>
                    <a:pt x="1" y="599"/>
                  </a:lnTo>
                  <a:lnTo>
                    <a:pt x="1" y="599"/>
                  </a:lnTo>
                  <a:lnTo>
                    <a:pt x="166" y="579"/>
                  </a:lnTo>
                  <a:lnTo>
                    <a:pt x="166" y="579"/>
                  </a:lnTo>
                  <a:lnTo>
                    <a:pt x="125" y="207"/>
                  </a:lnTo>
                  <a:lnTo>
                    <a:pt x="10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1" name="Google Shape;711;p27">
              <a:extLst>
                <a:ext uri="{FF2B5EF4-FFF2-40B4-BE49-F238E27FC236}">
                  <a16:creationId xmlns:a16="http://schemas.microsoft.com/office/drawing/2014/main" id="{867B4BD3-D440-992B-2985-D3D076EB5A1F}"/>
                </a:ext>
              </a:extLst>
            </p:cNvPr>
            <p:cNvSpPr/>
            <p:nvPr/>
          </p:nvSpPr>
          <p:spPr>
            <a:xfrm>
              <a:off x="6102700" y="5316375"/>
              <a:ext cx="4675" cy="19125"/>
            </a:xfrm>
            <a:custGeom>
              <a:avLst/>
              <a:gdLst/>
              <a:ahLst/>
              <a:cxnLst/>
              <a:rect l="l" t="t" r="r" b="b"/>
              <a:pathLst>
                <a:path w="187" h="765" extrusionOk="0">
                  <a:moveTo>
                    <a:pt x="62" y="1"/>
                  </a:moveTo>
                  <a:lnTo>
                    <a:pt x="21" y="269"/>
                  </a:lnTo>
                  <a:lnTo>
                    <a:pt x="1" y="764"/>
                  </a:lnTo>
                  <a:lnTo>
                    <a:pt x="1" y="764"/>
                  </a:lnTo>
                  <a:lnTo>
                    <a:pt x="186" y="744"/>
                  </a:lnTo>
                  <a:lnTo>
                    <a:pt x="145" y="269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2" name="Google Shape;712;p27">
              <a:extLst>
                <a:ext uri="{FF2B5EF4-FFF2-40B4-BE49-F238E27FC236}">
                  <a16:creationId xmlns:a16="http://schemas.microsoft.com/office/drawing/2014/main" id="{A68C6704-495D-A7EC-DDF2-0C21DC5ECF9B}"/>
                </a:ext>
              </a:extLst>
            </p:cNvPr>
            <p:cNvSpPr/>
            <p:nvPr/>
          </p:nvSpPr>
          <p:spPr>
            <a:xfrm>
              <a:off x="6102700" y="5316375"/>
              <a:ext cx="4675" cy="19125"/>
            </a:xfrm>
            <a:custGeom>
              <a:avLst/>
              <a:gdLst/>
              <a:ahLst/>
              <a:cxnLst/>
              <a:rect l="l" t="t" r="r" b="b"/>
              <a:pathLst>
                <a:path w="187" h="765" fill="none" extrusionOk="0">
                  <a:moveTo>
                    <a:pt x="104" y="1"/>
                  </a:moveTo>
                  <a:lnTo>
                    <a:pt x="104" y="1"/>
                  </a:lnTo>
                  <a:lnTo>
                    <a:pt x="62" y="1"/>
                  </a:lnTo>
                  <a:lnTo>
                    <a:pt x="62" y="1"/>
                  </a:lnTo>
                  <a:lnTo>
                    <a:pt x="21" y="269"/>
                  </a:lnTo>
                  <a:lnTo>
                    <a:pt x="1" y="764"/>
                  </a:lnTo>
                  <a:lnTo>
                    <a:pt x="1" y="764"/>
                  </a:lnTo>
                  <a:lnTo>
                    <a:pt x="186" y="744"/>
                  </a:lnTo>
                  <a:lnTo>
                    <a:pt x="186" y="744"/>
                  </a:lnTo>
                  <a:lnTo>
                    <a:pt x="145" y="269"/>
                  </a:lnTo>
                  <a:lnTo>
                    <a:pt x="10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3" name="Google Shape;713;p27">
              <a:extLst>
                <a:ext uri="{FF2B5EF4-FFF2-40B4-BE49-F238E27FC236}">
                  <a16:creationId xmlns:a16="http://schemas.microsoft.com/office/drawing/2014/main" id="{7D415222-BB3A-B5C5-1DCB-540055D45FDE}"/>
                </a:ext>
              </a:extLst>
            </p:cNvPr>
            <p:cNvSpPr/>
            <p:nvPr/>
          </p:nvSpPr>
          <p:spPr>
            <a:xfrm>
              <a:off x="6244600" y="5315850"/>
              <a:ext cx="2625" cy="6750"/>
            </a:xfrm>
            <a:custGeom>
              <a:avLst/>
              <a:gdLst/>
              <a:ahLst/>
              <a:cxnLst/>
              <a:rect l="l" t="t" r="r" b="b"/>
              <a:pathLst>
                <a:path w="105" h="270" extrusionOk="0">
                  <a:moveTo>
                    <a:pt x="42" y="1"/>
                  </a:moveTo>
                  <a:lnTo>
                    <a:pt x="1" y="269"/>
                  </a:lnTo>
                  <a:lnTo>
                    <a:pt x="104" y="269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4" name="Google Shape;714;p27">
              <a:extLst>
                <a:ext uri="{FF2B5EF4-FFF2-40B4-BE49-F238E27FC236}">
                  <a16:creationId xmlns:a16="http://schemas.microsoft.com/office/drawing/2014/main" id="{34A4858F-E2A6-6F17-26BD-43E25D48F359}"/>
                </a:ext>
              </a:extLst>
            </p:cNvPr>
            <p:cNvSpPr/>
            <p:nvPr/>
          </p:nvSpPr>
          <p:spPr>
            <a:xfrm>
              <a:off x="6244600" y="5315850"/>
              <a:ext cx="2625" cy="6750"/>
            </a:xfrm>
            <a:custGeom>
              <a:avLst/>
              <a:gdLst/>
              <a:ahLst/>
              <a:cxnLst/>
              <a:rect l="l" t="t" r="r" b="b"/>
              <a:pathLst>
                <a:path w="105" h="270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42" y="1"/>
                  </a:lnTo>
                  <a:lnTo>
                    <a:pt x="42" y="1"/>
                  </a:lnTo>
                  <a:lnTo>
                    <a:pt x="1" y="269"/>
                  </a:lnTo>
                  <a:lnTo>
                    <a:pt x="1" y="269"/>
                  </a:lnTo>
                  <a:lnTo>
                    <a:pt x="104" y="269"/>
                  </a:lnTo>
                  <a:lnTo>
                    <a:pt x="104" y="269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5" name="Google Shape;715;p27">
              <a:extLst>
                <a:ext uri="{FF2B5EF4-FFF2-40B4-BE49-F238E27FC236}">
                  <a16:creationId xmlns:a16="http://schemas.microsoft.com/office/drawing/2014/main" id="{B0653EF2-29B5-02E4-63AD-03ABAB3F5DEA}"/>
                </a:ext>
              </a:extLst>
            </p:cNvPr>
            <p:cNvSpPr/>
            <p:nvPr/>
          </p:nvSpPr>
          <p:spPr>
            <a:xfrm>
              <a:off x="6200225" y="5316375"/>
              <a:ext cx="3650" cy="10350"/>
            </a:xfrm>
            <a:custGeom>
              <a:avLst/>
              <a:gdLst/>
              <a:ahLst/>
              <a:cxnLst/>
              <a:rect l="l" t="t" r="r" b="b"/>
              <a:pathLst>
                <a:path w="146" h="414" extrusionOk="0">
                  <a:moveTo>
                    <a:pt x="42" y="1"/>
                  </a:moveTo>
                  <a:lnTo>
                    <a:pt x="21" y="145"/>
                  </a:lnTo>
                  <a:lnTo>
                    <a:pt x="1" y="413"/>
                  </a:lnTo>
                  <a:lnTo>
                    <a:pt x="145" y="393"/>
                  </a:lnTo>
                  <a:lnTo>
                    <a:pt x="104" y="145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6" name="Google Shape;716;p27">
              <a:extLst>
                <a:ext uri="{FF2B5EF4-FFF2-40B4-BE49-F238E27FC236}">
                  <a16:creationId xmlns:a16="http://schemas.microsoft.com/office/drawing/2014/main" id="{FABBDD5A-DE1D-D05F-0D54-D212128C134E}"/>
                </a:ext>
              </a:extLst>
            </p:cNvPr>
            <p:cNvSpPr/>
            <p:nvPr/>
          </p:nvSpPr>
          <p:spPr>
            <a:xfrm>
              <a:off x="6200225" y="5316375"/>
              <a:ext cx="3650" cy="10350"/>
            </a:xfrm>
            <a:custGeom>
              <a:avLst/>
              <a:gdLst/>
              <a:ahLst/>
              <a:cxnLst/>
              <a:rect l="l" t="t" r="r" b="b"/>
              <a:pathLst>
                <a:path w="146" h="414" fill="none" extrusionOk="0">
                  <a:moveTo>
                    <a:pt x="83" y="1"/>
                  </a:moveTo>
                  <a:lnTo>
                    <a:pt x="83" y="1"/>
                  </a:lnTo>
                  <a:lnTo>
                    <a:pt x="42" y="1"/>
                  </a:lnTo>
                  <a:lnTo>
                    <a:pt x="42" y="1"/>
                  </a:lnTo>
                  <a:lnTo>
                    <a:pt x="21" y="145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145" y="393"/>
                  </a:lnTo>
                  <a:lnTo>
                    <a:pt x="145" y="393"/>
                  </a:lnTo>
                  <a:lnTo>
                    <a:pt x="104" y="145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7" name="Google Shape;717;p27">
              <a:extLst>
                <a:ext uri="{FF2B5EF4-FFF2-40B4-BE49-F238E27FC236}">
                  <a16:creationId xmlns:a16="http://schemas.microsoft.com/office/drawing/2014/main" id="{AAACF6BC-A676-9F89-85A4-11BA4A71FAD5}"/>
                </a:ext>
              </a:extLst>
            </p:cNvPr>
            <p:cNvSpPr/>
            <p:nvPr/>
          </p:nvSpPr>
          <p:spPr>
            <a:xfrm>
              <a:off x="6342150" y="5315350"/>
              <a:ext cx="1050" cy="525"/>
            </a:xfrm>
            <a:custGeom>
              <a:avLst/>
              <a:gdLst/>
              <a:ahLst/>
              <a:cxnLst/>
              <a:rect l="l" t="t" r="r" b="b"/>
              <a:pathLst>
                <a:path w="42" h="21" extrusionOk="0">
                  <a:moveTo>
                    <a:pt x="21" y="0"/>
                  </a:moveTo>
                  <a:lnTo>
                    <a:pt x="0" y="21"/>
                  </a:lnTo>
                  <a:lnTo>
                    <a:pt x="41" y="21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8" name="Google Shape;718;p27">
              <a:extLst>
                <a:ext uri="{FF2B5EF4-FFF2-40B4-BE49-F238E27FC236}">
                  <a16:creationId xmlns:a16="http://schemas.microsoft.com/office/drawing/2014/main" id="{095A5C5D-68E4-3E29-1972-12770A8CA4EA}"/>
                </a:ext>
              </a:extLst>
            </p:cNvPr>
            <p:cNvSpPr/>
            <p:nvPr/>
          </p:nvSpPr>
          <p:spPr>
            <a:xfrm>
              <a:off x="6342150" y="5315350"/>
              <a:ext cx="1050" cy="525"/>
            </a:xfrm>
            <a:custGeom>
              <a:avLst/>
              <a:gdLst/>
              <a:ahLst/>
              <a:cxnLst/>
              <a:rect l="l" t="t" r="r" b="b"/>
              <a:pathLst>
                <a:path w="42" h="21" fill="none" extrusionOk="0">
                  <a:moveTo>
                    <a:pt x="41" y="0"/>
                  </a:moveTo>
                  <a:lnTo>
                    <a:pt x="4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41" y="21"/>
                  </a:lnTo>
                  <a:lnTo>
                    <a:pt x="41" y="21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9" name="Google Shape;719;p27">
              <a:extLst>
                <a:ext uri="{FF2B5EF4-FFF2-40B4-BE49-F238E27FC236}">
                  <a16:creationId xmlns:a16="http://schemas.microsoft.com/office/drawing/2014/main" id="{49BD9B7B-4FF3-7458-BC67-187914275601}"/>
                </a:ext>
              </a:extLst>
            </p:cNvPr>
            <p:cNvSpPr/>
            <p:nvPr/>
          </p:nvSpPr>
          <p:spPr>
            <a:xfrm>
              <a:off x="6297750" y="5315850"/>
              <a:ext cx="2100" cy="2625"/>
            </a:xfrm>
            <a:custGeom>
              <a:avLst/>
              <a:gdLst/>
              <a:ahLst/>
              <a:cxnLst/>
              <a:rect l="l" t="t" r="r" b="b"/>
              <a:pathLst>
                <a:path w="84" h="105" extrusionOk="0">
                  <a:moveTo>
                    <a:pt x="22" y="1"/>
                  </a:moveTo>
                  <a:lnTo>
                    <a:pt x="1" y="104"/>
                  </a:lnTo>
                  <a:lnTo>
                    <a:pt x="83" y="104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0" name="Google Shape;720;p27">
              <a:extLst>
                <a:ext uri="{FF2B5EF4-FFF2-40B4-BE49-F238E27FC236}">
                  <a16:creationId xmlns:a16="http://schemas.microsoft.com/office/drawing/2014/main" id="{3291AA7E-3811-5C6B-55B0-F10EE985EA90}"/>
                </a:ext>
              </a:extLst>
            </p:cNvPr>
            <p:cNvSpPr/>
            <p:nvPr/>
          </p:nvSpPr>
          <p:spPr>
            <a:xfrm>
              <a:off x="6297750" y="5315850"/>
              <a:ext cx="2100" cy="2625"/>
            </a:xfrm>
            <a:custGeom>
              <a:avLst/>
              <a:gdLst/>
              <a:ahLst/>
              <a:cxnLst/>
              <a:rect l="l" t="t" r="r" b="b"/>
              <a:pathLst>
                <a:path w="84" h="105" fill="none" extrusionOk="0">
                  <a:moveTo>
                    <a:pt x="63" y="1"/>
                  </a:moveTo>
                  <a:lnTo>
                    <a:pt x="63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04"/>
                  </a:lnTo>
                  <a:lnTo>
                    <a:pt x="1" y="104"/>
                  </a:lnTo>
                  <a:lnTo>
                    <a:pt x="83" y="104"/>
                  </a:lnTo>
                  <a:lnTo>
                    <a:pt x="83" y="104"/>
                  </a:lnTo>
                  <a:lnTo>
                    <a:pt x="6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1" name="Google Shape;721;p27">
              <a:extLst>
                <a:ext uri="{FF2B5EF4-FFF2-40B4-BE49-F238E27FC236}">
                  <a16:creationId xmlns:a16="http://schemas.microsoft.com/office/drawing/2014/main" id="{DC84328D-B996-431F-1C87-C0234CBD1506}"/>
                </a:ext>
              </a:extLst>
            </p:cNvPr>
            <p:cNvSpPr/>
            <p:nvPr/>
          </p:nvSpPr>
          <p:spPr>
            <a:xfrm>
              <a:off x="5681625" y="5312250"/>
              <a:ext cx="720925" cy="4150"/>
            </a:xfrm>
            <a:custGeom>
              <a:avLst/>
              <a:gdLst/>
              <a:ahLst/>
              <a:cxnLst/>
              <a:rect l="l" t="t" r="r" b="b"/>
              <a:pathLst>
                <a:path w="28837" h="166" extrusionOk="0">
                  <a:moveTo>
                    <a:pt x="392" y="0"/>
                  </a:moveTo>
                  <a:lnTo>
                    <a:pt x="0" y="21"/>
                  </a:lnTo>
                  <a:lnTo>
                    <a:pt x="165" y="62"/>
                  </a:lnTo>
                  <a:lnTo>
                    <a:pt x="2002" y="104"/>
                  </a:lnTo>
                  <a:lnTo>
                    <a:pt x="5284" y="124"/>
                  </a:lnTo>
                  <a:lnTo>
                    <a:pt x="5326" y="124"/>
                  </a:lnTo>
                  <a:lnTo>
                    <a:pt x="7060" y="145"/>
                  </a:lnTo>
                  <a:lnTo>
                    <a:pt x="9206" y="145"/>
                  </a:lnTo>
                  <a:lnTo>
                    <a:pt x="10919" y="166"/>
                  </a:lnTo>
                  <a:lnTo>
                    <a:pt x="20827" y="166"/>
                  </a:lnTo>
                  <a:lnTo>
                    <a:pt x="22561" y="145"/>
                  </a:lnTo>
                  <a:lnTo>
                    <a:pt x="24708" y="145"/>
                  </a:lnTo>
                  <a:lnTo>
                    <a:pt x="26442" y="124"/>
                  </a:lnTo>
                  <a:lnTo>
                    <a:pt x="26731" y="124"/>
                  </a:lnTo>
                  <a:lnTo>
                    <a:pt x="27783" y="104"/>
                  </a:lnTo>
                  <a:lnTo>
                    <a:pt x="28836" y="83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2" name="Google Shape;722;p27">
              <a:extLst>
                <a:ext uri="{FF2B5EF4-FFF2-40B4-BE49-F238E27FC236}">
                  <a16:creationId xmlns:a16="http://schemas.microsoft.com/office/drawing/2014/main" id="{A16A3029-80BC-3D98-481B-F62A7B925F6D}"/>
                </a:ext>
              </a:extLst>
            </p:cNvPr>
            <p:cNvSpPr/>
            <p:nvPr/>
          </p:nvSpPr>
          <p:spPr>
            <a:xfrm>
              <a:off x="6402525" y="5314325"/>
              <a:ext cx="22200" cy="0"/>
            </a:xfrm>
            <a:custGeom>
              <a:avLst/>
              <a:gdLst/>
              <a:ahLst/>
              <a:cxnLst/>
              <a:rect l="l" t="t" r="r" b="b"/>
              <a:pathLst>
                <a:path w="888" fill="none" extrusionOk="0">
                  <a:moveTo>
                    <a:pt x="310" y="0"/>
                  </a:moveTo>
                  <a:lnTo>
                    <a:pt x="310" y="0"/>
                  </a:lnTo>
                  <a:lnTo>
                    <a:pt x="0" y="0"/>
                  </a:lnTo>
                  <a:lnTo>
                    <a:pt x="888" y="0"/>
                  </a:lnTo>
                  <a:lnTo>
                    <a:pt x="888" y="0"/>
                  </a:lnTo>
                  <a:lnTo>
                    <a:pt x="31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3" name="Google Shape;723;p27">
              <a:extLst>
                <a:ext uri="{FF2B5EF4-FFF2-40B4-BE49-F238E27FC236}">
                  <a16:creationId xmlns:a16="http://schemas.microsoft.com/office/drawing/2014/main" id="{FCE9CC13-7506-5052-0CA4-FB1C0117D5AC}"/>
                </a:ext>
              </a:extLst>
            </p:cNvPr>
            <p:cNvSpPr/>
            <p:nvPr/>
          </p:nvSpPr>
          <p:spPr>
            <a:xfrm>
              <a:off x="5681625" y="5312250"/>
              <a:ext cx="720925" cy="4150"/>
            </a:xfrm>
            <a:custGeom>
              <a:avLst/>
              <a:gdLst/>
              <a:ahLst/>
              <a:cxnLst/>
              <a:rect l="l" t="t" r="r" b="b"/>
              <a:pathLst>
                <a:path w="28837" h="166" fill="none" extrusionOk="0">
                  <a:moveTo>
                    <a:pt x="392" y="0"/>
                  </a:moveTo>
                  <a:lnTo>
                    <a:pt x="392" y="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65" y="62"/>
                  </a:lnTo>
                  <a:lnTo>
                    <a:pt x="165" y="62"/>
                  </a:lnTo>
                  <a:lnTo>
                    <a:pt x="2002" y="104"/>
                  </a:lnTo>
                  <a:lnTo>
                    <a:pt x="5284" y="124"/>
                  </a:lnTo>
                  <a:lnTo>
                    <a:pt x="5284" y="124"/>
                  </a:lnTo>
                  <a:lnTo>
                    <a:pt x="5326" y="124"/>
                  </a:lnTo>
                  <a:lnTo>
                    <a:pt x="5326" y="124"/>
                  </a:lnTo>
                  <a:lnTo>
                    <a:pt x="7060" y="145"/>
                  </a:lnTo>
                  <a:lnTo>
                    <a:pt x="7060" y="145"/>
                  </a:lnTo>
                  <a:lnTo>
                    <a:pt x="7080" y="145"/>
                  </a:lnTo>
                  <a:lnTo>
                    <a:pt x="7080" y="145"/>
                  </a:lnTo>
                  <a:lnTo>
                    <a:pt x="9165" y="145"/>
                  </a:lnTo>
                  <a:lnTo>
                    <a:pt x="9165" y="145"/>
                  </a:lnTo>
                  <a:lnTo>
                    <a:pt x="9206" y="145"/>
                  </a:lnTo>
                  <a:lnTo>
                    <a:pt x="9206" y="145"/>
                  </a:lnTo>
                  <a:lnTo>
                    <a:pt x="10919" y="166"/>
                  </a:lnTo>
                  <a:lnTo>
                    <a:pt x="10919" y="166"/>
                  </a:lnTo>
                  <a:lnTo>
                    <a:pt x="10961" y="166"/>
                  </a:lnTo>
                  <a:lnTo>
                    <a:pt x="10961" y="166"/>
                  </a:lnTo>
                  <a:lnTo>
                    <a:pt x="13025" y="166"/>
                  </a:lnTo>
                  <a:lnTo>
                    <a:pt x="13025" y="166"/>
                  </a:lnTo>
                  <a:lnTo>
                    <a:pt x="13087" y="166"/>
                  </a:lnTo>
                  <a:lnTo>
                    <a:pt x="13087" y="166"/>
                  </a:lnTo>
                  <a:lnTo>
                    <a:pt x="14800" y="166"/>
                  </a:lnTo>
                  <a:lnTo>
                    <a:pt x="14800" y="166"/>
                  </a:lnTo>
                  <a:lnTo>
                    <a:pt x="14841" y="166"/>
                  </a:lnTo>
                  <a:lnTo>
                    <a:pt x="14841" y="166"/>
                  </a:lnTo>
                  <a:lnTo>
                    <a:pt x="16080" y="166"/>
                  </a:lnTo>
                  <a:lnTo>
                    <a:pt x="16080" y="166"/>
                  </a:lnTo>
                  <a:lnTo>
                    <a:pt x="16905" y="166"/>
                  </a:lnTo>
                  <a:lnTo>
                    <a:pt x="16905" y="166"/>
                  </a:lnTo>
                  <a:lnTo>
                    <a:pt x="16947" y="166"/>
                  </a:lnTo>
                  <a:lnTo>
                    <a:pt x="16947" y="166"/>
                  </a:lnTo>
                  <a:lnTo>
                    <a:pt x="18681" y="166"/>
                  </a:lnTo>
                  <a:lnTo>
                    <a:pt x="18681" y="166"/>
                  </a:lnTo>
                  <a:lnTo>
                    <a:pt x="18722" y="166"/>
                  </a:lnTo>
                  <a:lnTo>
                    <a:pt x="18722" y="166"/>
                  </a:lnTo>
                  <a:lnTo>
                    <a:pt x="20786" y="166"/>
                  </a:lnTo>
                  <a:lnTo>
                    <a:pt x="20786" y="166"/>
                  </a:lnTo>
                  <a:lnTo>
                    <a:pt x="20827" y="166"/>
                  </a:lnTo>
                  <a:lnTo>
                    <a:pt x="20827" y="166"/>
                  </a:lnTo>
                  <a:lnTo>
                    <a:pt x="22561" y="145"/>
                  </a:lnTo>
                  <a:lnTo>
                    <a:pt x="22561" y="145"/>
                  </a:lnTo>
                  <a:lnTo>
                    <a:pt x="22602" y="145"/>
                  </a:lnTo>
                  <a:lnTo>
                    <a:pt x="22602" y="145"/>
                  </a:lnTo>
                  <a:lnTo>
                    <a:pt x="24667" y="145"/>
                  </a:lnTo>
                  <a:lnTo>
                    <a:pt x="24667" y="145"/>
                  </a:lnTo>
                  <a:lnTo>
                    <a:pt x="24708" y="145"/>
                  </a:lnTo>
                  <a:lnTo>
                    <a:pt x="24708" y="145"/>
                  </a:lnTo>
                  <a:lnTo>
                    <a:pt x="26442" y="124"/>
                  </a:lnTo>
                  <a:lnTo>
                    <a:pt x="26442" y="124"/>
                  </a:lnTo>
                  <a:lnTo>
                    <a:pt x="26462" y="124"/>
                  </a:lnTo>
                  <a:lnTo>
                    <a:pt x="26462" y="124"/>
                  </a:lnTo>
                  <a:lnTo>
                    <a:pt x="26731" y="124"/>
                  </a:lnTo>
                  <a:lnTo>
                    <a:pt x="26731" y="124"/>
                  </a:lnTo>
                  <a:lnTo>
                    <a:pt x="27783" y="104"/>
                  </a:lnTo>
                  <a:lnTo>
                    <a:pt x="28836" y="83"/>
                  </a:lnTo>
                  <a:lnTo>
                    <a:pt x="3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4" name="Google Shape;724;p27">
              <a:extLst>
                <a:ext uri="{FF2B5EF4-FFF2-40B4-BE49-F238E27FC236}">
                  <a16:creationId xmlns:a16="http://schemas.microsoft.com/office/drawing/2014/main" id="{89E22E4C-3F94-32EB-560F-B4D5421E1CCE}"/>
                </a:ext>
              </a:extLst>
            </p:cNvPr>
            <p:cNvSpPr/>
            <p:nvPr/>
          </p:nvSpPr>
          <p:spPr>
            <a:xfrm>
              <a:off x="5663050" y="4743075"/>
              <a:ext cx="6725" cy="80000"/>
            </a:xfrm>
            <a:custGeom>
              <a:avLst/>
              <a:gdLst/>
              <a:ahLst/>
              <a:cxnLst/>
              <a:rect l="l" t="t" r="r" b="b"/>
              <a:pathLst>
                <a:path w="269" h="3200" extrusionOk="0">
                  <a:moveTo>
                    <a:pt x="145" y="0"/>
                  </a:moveTo>
                  <a:lnTo>
                    <a:pt x="103" y="21"/>
                  </a:lnTo>
                  <a:lnTo>
                    <a:pt x="83" y="124"/>
                  </a:lnTo>
                  <a:lnTo>
                    <a:pt x="41" y="475"/>
                  </a:lnTo>
                  <a:lnTo>
                    <a:pt x="21" y="970"/>
                  </a:lnTo>
                  <a:lnTo>
                    <a:pt x="0" y="1590"/>
                  </a:lnTo>
                  <a:lnTo>
                    <a:pt x="21" y="2229"/>
                  </a:lnTo>
                  <a:lnTo>
                    <a:pt x="41" y="2725"/>
                  </a:lnTo>
                  <a:lnTo>
                    <a:pt x="83" y="3076"/>
                  </a:lnTo>
                  <a:lnTo>
                    <a:pt x="103" y="3179"/>
                  </a:lnTo>
                  <a:lnTo>
                    <a:pt x="145" y="3200"/>
                  </a:lnTo>
                  <a:lnTo>
                    <a:pt x="165" y="3179"/>
                  </a:lnTo>
                  <a:lnTo>
                    <a:pt x="186" y="3076"/>
                  </a:lnTo>
                  <a:lnTo>
                    <a:pt x="227" y="2725"/>
                  </a:lnTo>
                  <a:lnTo>
                    <a:pt x="269" y="2229"/>
                  </a:lnTo>
                  <a:lnTo>
                    <a:pt x="269" y="1590"/>
                  </a:lnTo>
                  <a:lnTo>
                    <a:pt x="269" y="970"/>
                  </a:lnTo>
                  <a:lnTo>
                    <a:pt x="227" y="475"/>
                  </a:lnTo>
                  <a:lnTo>
                    <a:pt x="186" y="124"/>
                  </a:lnTo>
                  <a:lnTo>
                    <a:pt x="165" y="21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5" name="Google Shape;725;p27">
              <a:extLst>
                <a:ext uri="{FF2B5EF4-FFF2-40B4-BE49-F238E27FC236}">
                  <a16:creationId xmlns:a16="http://schemas.microsoft.com/office/drawing/2014/main" id="{235E9AC4-E9E2-32B4-64A2-3AE6228CB316}"/>
                </a:ext>
              </a:extLst>
            </p:cNvPr>
            <p:cNvSpPr/>
            <p:nvPr/>
          </p:nvSpPr>
          <p:spPr>
            <a:xfrm>
              <a:off x="5612475" y="4893750"/>
              <a:ext cx="6725" cy="85675"/>
            </a:xfrm>
            <a:custGeom>
              <a:avLst/>
              <a:gdLst/>
              <a:ahLst/>
              <a:cxnLst/>
              <a:rect l="l" t="t" r="r" b="b"/>
              <a:pathLst>
                <a:path w="269" h="3427" extrusionOk="0">
                  <a:moveTo>
                    <a:pt x="124" y="0"/>
                  </a:moveTo>
                  <a:lnTo>
                    <a:pt x="104" y="21"/>
                  </a:lnTo>
                  <a:lnTo>
                    <a:pt x="83" y="124"/>
                  </a:lnTo>
                  <a:lnTo>
                    <a:pt x="42" y="496"/>
                  </a:lnTo>
                  <a:lnTo>
                    <a:pt x="0" y="1053"/>
                  </a:lnTo>
                  <a:lnTo>
                    <a:pt x="0" y="1714"/>
                  </a:lnTo>
                  <a:lnTo>
                    <a:pt x="0" y="2374"/>
                  </a:lnTo>
                  <a:lnTo>
                    <a:pt x="42" y="2931"/>
                  </a:lnTo>
                  <a:lnTo>
                    <a:pt x="83" y="3303"/>
                  </a:lnTo>
                  <a:lnTo>
                    <a:pt x="104" y="3406"/>
                  </a:lnTo>
                  <a:lnTo>
                    <a:pt x="124" y="3427"/>
                  </a:lnTo>
                  <a:lnTo>
                    <a:pt x="145" y="3406"/>
                  </a:lnTo>
                  <a:lnTo>
                    <a:pt x="186" y="3303"/>
                  </a:lnTo>
                  <a:lnTo>
                    <a:pt x="227" y="2931"/>
                  </a:lnTo>
                  <a:lnTo>
                    <a:pt x="248" y="2374"/>
                  </a:lnTo>
                  <a:lnTo>
                    <a:pt x="269" y="1714"/>
                  </a:lnTo>
                  <a:lnTo>
                    <a:pt x="248" y="1053"/>
                  </a:lnTo>
                  <a:lnTo>
                    <a:pt x="227" y="496"/>
                  </a:lnTo>
                  <a:lnTo>
                    <a:pt x="186" y="124"/>
                  </a:lnTo>
                  <a:lnTo>
                    <a:pt x="145" y="2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6" name="Google Shape;726;p27">
              <a:extLst>
                <a:ext uri="{FF2B5EF4-FFF2-40B4-BE49-F238E27FC236}">
                  <a16:creationId xmlns:a16="http://schemas.microsoft.com/office/drawing/2014/main" id="{A295F8BD-E9D5-5357-3F22-C44989E41CF7}"/>
                </a:ext>
              </a:extLst>
            </p:cNvPr>
            <p:cNvSpPr/>
            <p:nvPr/>
          </p:nvSpPr>
          <p:spPr>
            <a:xfrm>
              <a:off x="5684725" y="5053725"/>
              <a:ext cx="6725" cy="76400"/>
            </a:xfrm>
            <a:custGeom>
              <a:avLst/>
              <a:gdLst/>
              <a:ahLst/>
              <a:cxnLst/>
              <a:rect l="l" t="t" r="r" b="b"/>
              <a:pathLst>
                <a:path w="269" h="3056" extrusionOk="0">
                  <a:moveTo>
                    <a:pt x="124" y="0"/>
                  </a:moveTo>
                  <a:lnTo>
                    <a:pt x="103" y="41"/>
                  </a:lnTo>
                  <a:lnTo>
                    <a:pt x="83" y="124"/>
                  </a:lnTo>
                  <a:lnTo>
                    <a:pt x="41" y="454"/>
                  </a:lnTo>
                  <a:lnTo>
                    <a:pt x="0" y="950"/>
                  </a:lnTo>
                  <a:lnTo>
                    <a:pt x="0" y="1528"/>
                  </a:lnTo>
                  <a:lnTo>
                    <a:pt x="0" y="2126"/>
                  </a:lnTo>
                  <a:lnTo>
                    <a:pt x="41" y="2622"/>
                  </a:lnTo>
                  <a:lnTo>
                    <a:pt x="83" y="2931"/>
                  </a:lnTo>
                  <a:lnTo>
                    <a:pt x="103" y="3034"/>
                  </a:lnTo>
                  <a:lnTo>
                    <a:pt x="124" y="3055"/>
                  </a:lnTo>
                  <a:lnTo>
                    <a:pt x="165" y="3034"/>
                  </a:lnTo>
                  <a:lnTo>
                    <a:pt x="186" y="2931"/>
                  </a:lnTo>
                  <a:lnTo>
                    <a:pt x="227" y="2622"/>
                  </a:lnTo>
                  <a:lnTo>
                    <a:pt x="248" y="2126"/>
                  </a:lnTo>
                  <a:lnTo>
                    <a:pt x="268" y="1528"/>
                  </a:lnTo>
                  <a:lnTo>
                    <a:pt x="248" y="950"/>
                  </a:lnTo>
                  <a:lnTo>
                    <a:pt x="227" y="454"/>
                  </a:lnTo>
                  <a:lnTo>
                    <a:pt x="186" y="124"/>
                  </a:lnTo>
                  <a:lnTo>
                    <a:pt x="165" y="41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7" name="Google Shape;727;p27">
              <a:extLst>
                <a:ext uri="{FF2B5EF4-FFF2-40B4-BE49-F238E27FC236}">
                  <a16:creationId xmlns:a16="http://schemas.microsoft.com/office/drawing/2014/main" id="{FFD28DD8-853C-BA3E-6C42-DD9E56026E00}"/>
                </a:ext>
              </a:extLst>
            </p:cNvPr>
            <p:cNvSpPr/>
            <p:nvPr/>
          </p:nvSpPr>
          <p:spPr>
            <a:xfrm>
              <a:off x="5610400" y="5200775"/>
              <a:ext cx="6750" cy="68150"/>
            </a:xfrm>
            <a:custGeom>
              <a:avLst/>
              <a:gdLst/>
              <a:ahLst/>
              <a:cxnLst/>
              <a:rect l="l" t="t" r="r" b="b"/>
              <a:pathLst>
                <a:path w="270" h="2726" extrusionOk="0">
                  <a:moveTo>
                    <a:pt x="125" y="1"/>
                  </a:moveTo>
                  <a:lnTo>
                    <a:pt x="104" y="22"/>
                  </a:lnTo>
                  <a:lnTo>
                    <a:pt x="83" y="104"/>
                  </a:lnTo>
                  <a:lnTo>
                    <a:pt x="42" y="393"/>
                  </a:lnTo>
                  <a:lnTo>
                    <a:pt x="1" y="827"/>
                  </a:lnTo>
                  <a:lnTo>
                    <a:pt x="1" y="1363"/>
                  </a:lnTo>
                  <a:lnTo>
                    <a:pt x="1" y="1900"/>
                  </a:lnTo>
                  <a:lnTo>
                    <a:pt x="42" y="2333"/>
                  </a:lnTo>
                  <a:lnTo>
                    <a:pt x="83" y="2622"/>
                  </a:lnTo>
                  <a:lnTo>
                    <a:pt x="104" y="2705"/>
                  </a:lnTo>
                  <a:lnTo>
                    <a:pt x="125" y="2726"/>
                  </a:lnTo>
                  <a:lnTo>
                    <a:pt x="166" y="2705"/>
                  </a:lnTo>
                  <a:lnTo>
                    <a:pt x="187" y="2622"/>
                  </a:lnTo>
                  <a:lnTo>
                    <a:pt x="228" y="2333"/>
                  </a:lnTo>
                  <a:lnTo>
                    <a:pt x="248" y="1900"/>
                  </a:lnTo>
                  <a:lnTo>
                    <a:pt x="269" y="1363"/>
                  </a:lnTo>
                  <a:lnTo>
                    <a:pt x="248" y="827"/>
                  </a:lnTo>
                  <a:lnTo>
                    <a:pt x="228" y="393"/>
                  </a:lnTo>
                  <a:lnTo>
                    <a:pt x="187" y="104"/>
                  </a:lnTo>
                  <a:lnTo>
                    <a:pt x="166" y="22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8" name="Google Shape;728;p27">
              <a:extLst>
                <a:ext uri="{FF2B5EF4-FFF2-40B4-BE49-F238E27FC236}">
                  <a16:creationId xmlns:a16="http://schemas.microsoft.com/office/drawing/2014/main" id="{E1446BA6-3C67-BAAC-8169-40EDD7CB0B8C}"/>
                </a:ext>
              </a:extLst>
            </p:cNvPr>
            <p:cNvSpPr/>
            <p:nvPr/>
          </p:nvSpPr>
          <p:spPr>
            <a:xfrm>
              <a:off x="5642925" y="4880325"/>
              <a:ext cx="266300" cy="6750"/>
            </a:xfrm>
            <a:custGeom>
              <a:avLst/>
              <a:gdLst/>
              <a:ahLst/>
              <a:cxnLst/>
              <a:rect l="l" t="t" r="r" b="b"/>
              <a:pathLst>
                <a:path w="10652" h="270" extrusionOk="0">
                  <a:moveTo>
                    <a:pt x="5326" y="1"/>
                  </a:moveTo>
                  <a:lnTo>
                    <a:pt x="3262" y="21"/>
                  </a:lnTo>
                  <a:lnTo>
                    <a:pt x="1569" y="42"/>
                  </a:lnTo>
                  <a:lnTo>
                    <a:pt x="413" y="83"/>
                  </a:lnTo>
                  <a:lnTo>
                    <a:pt x="103" y="104"/>
                  </a:lnTo>
                  <a:lnTo>
                    <a:pt x="41" y="125"/>
                  </a:lnTo>
                  <a:lnTo>
                    <a:pt x="0" y="145"/>
                  </a:lnTo>
                  <a:lnTo>
                    <a:pt x="41" y="145"/>
                  </a:lnTo>
                  <a:lnTo>
                    <a:pt x="103" y="166"/>
                  </a:lnTo>
                  <a:lnTo>
                    <a:pt x="413" y="186"/>
                  </a:lnTo>
                  <a:lnTo>
                    <a:pt x="1569" y="228"/>
                  </a:lnTo>
                  <a:lnTo>
                    <a:pt x="3262" y="269"/>
                  </a:lnTo>
                  <a:lnTo>
                    <a:pt x="7390" y="269"/>
                  </a:lnTo>
                  <a:lnTo>
                    <a:pt x="9082" y="228"/>
                  </a:lnTo>
                  <a:lnTo>
                    <a:pt x="10218" y="186"/>
                  </a:lnTo>
                  <a:lnTo>
                    <a:pt x="10527" y="166"/>
                  </a:lnTo>
                  <a:lnTo>
                    <a:pt x="10610" y="145"/>
                  </a:lnTo>
                  <a:lnTo>
                    <a:pt x="10651" y="145"/>
                  </a:lnTo>
                  <a:lnTo>
                    <a:pt x="10610" y="125"/>
                  </a:lnTo>
                  <a:lnTo>
                    <a:pt x="10527" y="104"/>
                  </a:lnTo>
                  <a:lnTo>
                    <a:pt x="10218" y="83"/>
                  </a:lnTo>
                  <a:lnTo>
                    <a:pt x="9082" y="42"/>
                  </a:lnTo>
                  <a:lnTo>
                    <a:pt x="7390" y="21"/>
                  </a:lnTo>
                  <a:lnTo>
                    <a:pt x="53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9" name="Google Shape;729;p27">
              <a:extLst>
                <a:ext uri="{FF2B5EF4-FFF2-40B4-BE49-F238E27FC236}">
                  <a16:creationId xmlns:a16="http://schemas.microsoft.com/office/drawing/2014/main" id="{0554EAE7-1DAA-3A9D-15C4-DD7CEDE69E17}"/>
                </a:ext>
              </a:extLst>
            </p:cNvPr>
            <p:cNvSpPr/>
            <p:nvPr/>
          </p:nvSpPr>
          <p:spPr>
            <a:xfrm>
              <a:off x="5727025" y="4739450"/>
              <a:ext cx="267850" cy="6725"/>
            </a:xfrm>
            <a:custGeom>
              <a:avLst/>
              <a:gdLst/>
              <a:ahLst/>
              <a:cxnLst/>
              <a:rect l="l" t="t" r="r" b="b"/>
              <a:pathLst>
                <a:path w="10714" h="269" extrusionOk="0">
                  <a:moveTo>
                    <a:pt x="5367" y="1"/>
                  </a:moveTo>
                  <a:lnTo>
                    <a:pt x="3283" y="21"/>
                  </a:lnTo>
                  <a:lnTo>
                    <a:pt x="1569" y="42"/>
                  </a:lnTo>
                  <a:lnTo>
                    <a:pt x="434" y="83"/>
                  </a:lnTo>
                  <a:lnTo>
                    <a:pt x="104" y="104"/>
                  </a:lnTo>
                  <a:lnTo>
                    <a:pt x="42" y="125"/>
                  </a:lnTo>
                  <a:lnTo>
                    <a:pt x="1" y="145"/>
                  </a:lnTo>
                  <a:lnTo>
                    <a:pt x="42" y="145"/>
                  </a:lnTo>
                  <a:lnTo>
                    <a:pt x="104" y="166"/>
                  </a:lnTo>
                  <a:lnTo>
                    <a:pt x="434" y="186"/>
                  </a:lnTo>
                  <a:lnTo>
                    <a:pt x="1569" y="228"/>
                  </a:lnTo>
                  <a:lnTo>
                    <a:pt x="3283" y="269"/>
                  </a:lnTo>
                  <a:lnTo>
                    <a:pt x="7452" y="269"/>
                  </a:lnTo>
                  <a:lnTo>
                    <a:pt x="9145" y="228"/>
                  </a:lnTo>
                  <a:lnTo>
                    <a:pt x="10301" y="186"/>
                  </a:lnTo>
                  <a:lnTo>
                    <a:pt x="10610" y="166"/>
                  </a:lnTo>
                  <a:lnTo>
                    <a:pt x="10693" y="145"/>
                  </a:lnTo>
                  <a:lnTo>
                    <a:pt x="10714" y="145"/>
                  </a:lnTo>
                  <a:lnTo>
                    <a:pt x="10693" y="125"/>
                  </a:lnTo>
                  <a:lnTo>
                    <a:pt x="10610" y="104"/>
                  </a:lnTo>
                  <a:lnTo>
                    <a:pt x="10301" y="83"/>
                  </a:lnTo>
                  <a:lnTo>
                    <a:pt x="9145" y="42"/>
                  </a:lnTo>
                  <a:lnTo>
                    <a:pt x="7452" y="21"/>
                  </a:lnTo>
                  <a:lnTo>
                    <a:pt x="53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0" name="Google Shape;730;p27">
              <a:extLst>
                <a:ext uri="{FF2B5EF4-FFF2-40B4-BE49-F238E27FC236}">
                  <a16:creationId xmlns:a16="http://schemas.microsoft.com/office/drawing/2014/main" id="{6E8FA463-D785-0E32-9DF9-0CFF035862A4}"/>
                </a:ext>
              </a:extLst>
            </p:cNvPr>
            <p:cNvSpPr/>
            <p:nvPr/>
          </p:nvSpPr>
          <p:spPr>
            <a:xfrm>
              <a:off x="6036125" y="4741525"/>
              <a:ext cx="88275" cy="6725"/>
            </a:xfrm>
            <a:custGeom>
              <a:avLst/>
              <a:gdLst/>
              <a:ahLst/>
              <a:cxnLst/>
              <a:rect l="l" t="t" r="r" b="b"/>
              <a:pathLst>
                <a:path w="3531" h="269" extrusionOk="0">
                  <a:moveTo>
                    <a:pt x="1755" y="0"/>
                  </a:moveTo>
                  <a:lnTo>
                    <a:pt x="1074" y="21"/>
                  </a:lnTo>
                  <a:lnTo>
                    <a:pt x="517" y="42"/>
                  </a:lnTo>
                  <a:lnTo>
                    <a:pt x="145" y="83"/>
                  </a:lnTo>
                  <a:lnTo>
                    <a:pt x="42" y="103"/>
                  </a:lnTo>
                  <a:lnTo>
                    <a:pt x="1" y="145"/>
                  </a:lnTo>
                  <a:lnTo>
                    <a:pt x="42" y="165"/>
                  </a:lnTo>
                  <a:lnTo>
                    <a:pt x="145" y="186"/>
                  </a:lnTo>
                  <a:lnTo>
                    <a:pt x="517" y="227"/>
                  </a:lnTo>
                  <a:lnTo>
                    <a:pt x="1074" y="269"/>
                  </a:lnTo>
                  <a:lnTo>
                    <a:pt x="2457" y="269"/>
                  </a:lnTo>
                  <a:lnTo>
                    <a:pt x="3014" y="227"/>
                  </a:lnTo>
                  <a:lnTo>
                    <a:pt x="3386" y="186"/>
                  </a:lnTo>
                  <a:lnTo>
                    <a:pt x="3489" y="165"/>
                  </a:lnTo>
                  <a:lnTo>
                    <a:pt x="3530" y="145"/>
                  </a:lnTo>
                  <a:lnTo>
                    <a:pt x="3489" y="103"/>
                  </a:lnTo>
                  <a:lnTo>
                    <a:pt x="3386" y="83"/>
                  </a:lnTo>
                  <a:lnTo>
                    <a:pt x="3014" y="42"/>
                  </a:lnTo>
                  <a:lnTo>
                    <a:pt x="2457" y="21"/>
                  </a:lnTo>
                  <a:lnTo>
                    <a:pt x="17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1" name="Google Shape;731;p27">
              <a:extLst>
                <a:ext uri="{FF2B5EF4-FFF2-40B4-BE49-F238E27FC236}">
                  <a16:creationId xmlns:a16="http://schemas.microsoft.com/office/drawing/2014/main" id="{AAA218F1-370C-BDAC-56E6-BFA5089A5E58}"/>
                </a:ext>
              </a:extLst>
            </p:cNvPr>
            <p:cNvSpPr/>
            <p:nvPr/>
          </p:nvSpPr>
          <p:spPr>
            <a:xfrm>
              <a:off x="1898600" y="1559150"/>
              <a:ext cx="1127025" cy="618225"/>
            </a:xfrm>
            <a:custGeom>
              <a:avLst/>
              <a:gdLst/>
              <a:ahLst/>
              <a:cxnLst/>
              <a:rect l="l" t="t" r="r" b="b"/>
              <a:pathLst>
                <a:path w="45081" h="24729" extrusionOk="0">
                  <a:moveTo>
                    <a:pt x="38455" y="1"/>
                  </a:moveTo>
                  <a:lnTo>
                    <a:pt x="18701" y="12881"/>
                  </a:lnTo>
                  <a:lnTo>
                    <a:pt x="5099" y="5883"/>
                  </a:lnTo>
                  <a:lnTo>
                    <a:pt x="0" y="11622"/>
                  </a:lnTo>
                  <a:lnTo>
                    <a:pt x="9227" y="24729"/>
                  </a:lnTo>
                  <a:lnTo>
                    <a:pt x="24047" y="24708"/>
                  </a:lnTo>
                  <a:lnTo>
                    <a:pt x="45081" y="8092"/>
                  </a:lnTo>
                  <a:lnTo>
                    <a:pt x="38455" y="1"/>
                  </a:lnTo>
                  <a:close/>
                </a:path>
              </a:pathLst>
            </a:custGeom>
            <a:solidFill>
              <a:srgbClr val="37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2" name="Google Shape;732;p27">
              <a:extLst>
                <a:ext uri="{FF2B5EF4-FFF2-40B4-BE49-F238E27FC236}">
                  <a16:creationId xmlns:a16="http://schemas.microsoft.com/office/drawing/2014/main" id="{583A1A24-D07D-7CD3-BAFF-BD2CB0224730}"/>
                </a:ext>
              </a:extLst>
            </p:cNvPr>
            <p:cNvSpPr/>
            <p:nvPr/>
          </p:nvSpPr>
          <p:spPr>
            <a:xfrm>
              <a:off x="1898600" y="1559150"/>
              <a:ext cx="1127025" cy="618225"/>
            </a:xfrm>
            <a:custGeom>
              <a:avLst/>
              <a:gdLst/>
              <a:ahLst/>
              <a:cxnLst/>
              <a:rect l="l" t="t" r="r" b="b"/>
              <a:pathLst>
                <a:path w="45081" h="24729" fill="none" extrusionOk="0">
                  <a:moveTo>
                    <a:pt x="5099" y="5883"/>
                  </a:moveTo>
                  <a:lnTo>
                    <a:pt x="18701" y="12881"/>
                  </a:lnTo>
                  <a:lnTo>
                    <a:pt x="38455" y="1"/>
                  </a:lnTo>
                  <a:lnTo>
                    <a:pt x="45081" y="8092"/>
                  </a:lnTo>
                  <a:lnTo>
                    <a:pt x="24047" y="24708"/>
                  </a:lnTo>
                  <a:lnTo>
                    <a:pt x="9227" y="24729"/>
                  </a:lnTo>
                  <a:lnTo>
                    <a:pt x="0" y="11622"/>
                  </a:lnTo>
                  <a:lnTo>
                    <a:pt x="5099" y="588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3" name="Google Shape;733;p27">
              <a:extLst>
                <a:ext uri="{FF2B5EF4-FFF2-40B4-BE49-F238E27FC236}">
                  <a16:creationId xmlns:a16="http://schemas.microsoft.com/office/drawing/2014/main" id="{DEBA00E3-9E0E-147F-069D-A362C11A34A8}"/>
                </a:ext>
              </a:extLst>
            </p:cNvPr>
            <p:cNvSpPr/>
            <p:nvPr/>
          </p:nvSpPr>
          <p:spPr>
            <a:xfrm>
              <a:off x="1898075" y="1558625"/>
              <a:ext cx="1128075" cy="618750"/>
            </a:xfrm>
            <a:custGeom>
              <a:avLst/>
              <a:gdLst/>
              <a:ahLst/>
              <a:cxnLst/>
              <a:rect l="l" t="t" r="r" b="b"/>
              <a:pathLst>
                <a:path w="45123" h="24750" extrusionOk="0">
                  <a:moveTo>
                    <a:pt x="38476" y="1"/>
                  </a:moveTo>
                  <a:lnTo>
                    <a:pt x="18722" y="12881"/>
                  </a:lnTo>
                  <a:lnTo>
                    <a:pt x="5120" y="5904"/>
                  </a:lnTo>
                  <a:lnTo>
                    <a:pt x="5120" y="5884"/>
                  </a:lnTo>
                  <a:lnTo>
                    <a:pt x="1" y="11643"/>
                  </a:lnTo>
                  <a:lnTo>
                    <a:pt x="9227" y="24750"/>
                  </a:lnTo>
                  <a:lnTo>
                    <a:pt x="24068" y="24750"/>
                  </a:lnTo>
                  <a:lnTo>
                    <a:pt x="45102" y="8113"/>
                  </a:lnTo>
                  <a:lnTo>
                    <a:pt x="45122" y="8113"/>
                  </a:lnTo>
                  <a:lnTo>
                    <a:pt x="38476" y="22"/>
                  </a:lnTo>
                  <a:lnTo>
                    <a:pt x="38476" y="1"/>
                  </a:lnTo>
                  <a:close/>
                </a:path>
              </a:pathLst>
            </a:custGeom>
            <a:solidFill>
              <a:srgbClr val="37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4" name="Google Shape;734;p27">
              <a:extLst>
                <a:ext uri="{FF2B5EF4-FFF2-40B4-BE49-F238E27FC236}">
                  <a16:creationId xmlns:a16="http://schemas.microsoft.com/office/drawing/2014/main" id="{F0C6D87F-C71D-8791-D15D-03C3B87A04AD}"/>
                </a:ext>
              </a:extLst>
            </p:cNvPr>
            <p:cNvSpPr/>
            <p:nvPr/>
          </p:nvSpPr>
          <p:spPr>
            <a:xfrm>
              <a:off x="1898075" y="1558625"/>
              <a:ext cx="1128075" cy="618750"/>
            </a:xfrm>
            <a:custGeom>
              <a:avLst/>
              <a:gdLst/>
              <a:ahLst/>
              <a:cxnLst/>
              <a:rect l="l" t="t" r="r" b="b"/>
              <a:pathLst>
                <a:path w="45123" h="24750" fill="none" extrusionOk="0">
                  <a:moveTo>
                    <a:pt x="9248" y="24750"/>
                  </a:moveTo>
                  <a:lnTo>
                    <a:pt x="9227" y="24750"/>
                  </a:lnTo>
                  <a:lnTo>
                    <a:pt x="1" y="11643"/>
                  </a:lnTo>
                  <a:lnTo>
                    <a:pt x="1" y="11643"/>
                  </a:lnTo>
                  <a:lnTo>
                    <a:pt x="5120" y="5884"/>
                  </a:lnTo>
                  <a:lnTo>
                    <a:pt x="5120" y="5904"/>
                  </a:lnTo>
                  <a:lnTo>
                    <a:pt x="18722" y="12881"/>
                  </a:lnTo>
                  <a:lnTo>
                    <a:pt x="38476" y="1"/>
                  </a:lnTo>
                  <a:lnTo>
                    <a:pt x="38476" y="22"/>
                  </a:lnTo>
                  <a:lnTo>
                    <a:pt x="45122" y="8113"/>
                  </a:lnTo>
                  <a:lnTo>
                    <a:pt x="45102" y="8113"/>
                  </a:lnTo>
                  <a:lnTo>
                    <a:pt x="24068" y="24750"/>
                  </a:lnTo>
                  <a:lnTo>
                    <a:pt x="24068" y="24750"/>
                  </a:lnTo>
                  <a:lnTo>
                    <a:pt x="9248" y="2475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5" name="Google Shape;735;p27">
              <a:extLst>
                <a:ext uri="{FF2B5EF4-FFF2-40B4-BE49-F238E27FC236}">
                  <a16:creationId xmlns:a16="http://schemas.microsoft.com/office/drawing/2014/main" id="{3EF878F8-44B9-609A-7095-7C0B7D87DBC5}"/>
                </a:ext>
              </a:extLst>
            </p:cNvPr>
            <p:cNvSpPr/>
            <p:nvPr/>
          </p:nvSpPr>
          <p:spPr>
            <a:xfrm>
              <a:off x="2405850" y="1701575"/>
              <a:ext cx="231725" cy="153300"/>
            </a:xfrm>
            <a:custGeom>
              <a:avLst/>
              <a:gdLst/>
              <a:ahLst/>
              <a:cxnLst/>
              <a:rect l="l" t="t" r="r" b="b"/>
              <a:pathLst>
                <a:path w="9269" h="6132" extrusionOk="0">
                  <a:moveTo>
                    <a:pt x="9248" y="1"/>
                  </a:moveTo>
                  <a:lnTo>
                    <a:pt x="1" y="6131"/>
                  </a:lnTo>
                  <a:lnTo>
                    <a:pt x="9269" y="83"/>
                  </a:lnTo>
                  <a:lnTo>
                    <a:pt x="9248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6" name="Google Shape;736;p27">
              <a:extLst>
                <a:ext uri="{FF2B5EF4-FFF2-40B4-BE49-F238E27FC236}">
                  <a16:creationId xmlns:a16="http://schemas.microsoft.com/office/drawing/2014/main" id="{0E4F354F-F02D-62FC-DEE9-1199B2DAA9A5}"/>
                </a:ext>
              </a:extLst>
            </p:cNvPr>
            <p:cNvSpPr/>
            <p:nvPr/>
          </p:nvSpPr>
          <p:spPr>
            <a:xfrm>
              <a:off x="2405850" y="1701575"/>
              <a:ext cx="231725" cy="153300"/>
            </a:xfrm>
            <a:custGeom>
              <a:avLst/>
              <a:gdLst/>
              <a:ahLst/>
              <a:cxnLst/>
              <a:rect l="l" t="t" r="r" b="b"/>
              <a:pathLst>
                <a:path w="9269" h="6132" fill="none" extrusionOk="0">
                  <a:moveTo>
                    <a:pt x="9248" y="1"/>
                  </a:moveTo>
                  <a:lnTo>
                    <a:pt x="1" y="6131"/>
                  </a:lnTo>
                  <a:lnTo>
                    <a:pt x="9269" y="83"/>
                  </a:lnTo>
                  <a:lnTo>
                    <a:pt x="9269" y="83"/>
                  </a:lnTo>
                  <a:lnTo>
                    <a:pt x="924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7" name="Google Shape;737;p27">
              <a:extLst>
                <a:ext uri="{FF2B5EF4-FFF2-40B4-BE49-F238E27FC236}">
                  <a16:creationId xmlns:a16="http://schemas.microsoft.com/office/drawing/2014/main" id="{B905E4D4-DDD2-34B9-ED58-D8B02049BFF7}"/>
                </a:ext>
              </a:extLst>
            </p:cNvPr>
            <p:cNvSpPr/>
            <p:nvPr/>
          </p:nvSpPr>
          <p:spPr>
            <a:xfrm>
              <a:off x="2129775" y="1703650"/>
              <a:ext cx="669325" cy="473725"/>
            </a:xfrm>
            <a:custGeom>
              <a:avLst/>
              <a:gdLst/>
              <a:ahLst/>
              <a:cxnLst/>
              <a:rect l="l" t="t" r="r" b="b"/>
              <a:pathLst>
                <a:path w="26773" h="18949" extrusionOk="0">
                  <a:moveTo>
                    <a:pt x="20312" y="0"/>
                  </a:moveTo>
                  <a:lnTo>
                    <a:pt x="11044" y="6048"/>
                  </a:lnTo>
                  <a:lnTo>
                    <a:pt x="9454" y="7101"/>
                  </a:lnTo>
                  <a:lnTo>
                    <a:pt x="1" y="2229"/>
                  </a:lnTo>
                  <a:lnTo>
                    <a:pt x="4480" y="6027"/>
                  </a:lnTo>
                  <a:lnTo>
                    <a:pt x="8133" y="18949"/>
                  </a:lnTo>
                  <a:lnTo>
                    <a:pt x="14800" y="18928"/>
                  </a:lnTo>
                  <a:lnTo>
                    <a:pt x="26772" y="9474"/>
                  </a:lnTo>
                  <a:lnTo>
                    <a:pt x="26236" y="8958"/>
                  </a:lnTo>
                  <a:lnTo>
                    <a:pt x="25720" y="8442"/>
                  </a:lnTo>
                  <a:lnTo>
                    <a:pt x="25224" y="7926"/>
                  </a:lnTo>
                  <a:lnTo>
                    <a:pt x="24749" y="7369"/>
                  </a:lnTo>
                  <a:lnTo>
                    <a:pt x="24295" y="6812"/>
                  </a:lnTo>
                  <a:lnTo>
                    <a:pt x="23841" y="6254"/>
                  </a:lnTo>
                  <a:lnTo>
                    <a:pt x="23408" y="5677"/>
                  </a:lnTo>
                  <a:lnTo>
                    <a:pt x="22995" y="5078"/>
                  </a:lnTo>
                  <a:lnTo>
                    <a:pt x="22603" y="4479"/>
                  </a:lnTo>
                  <a:lnTo>
                    <a:pt x="22211" y="3860"/>
                  </a:lnTo>
                  <a:lnTo>
                    <a:pt x="21860" y="3241"/>
                  </a:lnTo>
                  <a:lnTo>
                    <a:pt x="21509" y="2601"/>
                  </a:lnTo>
                  <a:lnTo>
                    <a:pt x="21179" y="1961"/>
                  </a:lnTo>
                  <a:lnTo>
                    <a:pt x="20869" y="1321"/>
                  </a:lnTo>
                  <a:lnTo>
                    <a:pt x="20580" y="661"/>
                  </a:lnTo>
                  <a:lnTo>
                    <a:pt x="203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8" name="Google Shape;738;p27">
              <a:extLst>
                <a:ext uri="{FF2B5EF4-FFF2-40B4-BE49-F238E27FC236}">
                  <a16:creationId xmlns:a16="http://schemas.microsoft.com/office/drawing/2014/main" id="{07EEB9B4-5940-BF9A-DCF8-587718CB9800}"/>
                </a:ext>
              </a:extLst>
            </p:cNvPr>
            <p:cNvSpPr/>
            <p:nvPr/>
          </p:nvSpPr>
          <p:spPr>
            <a:xfrm>
              <a:off x="2129775" y="1703650"/>
              <a:ext cx="669325" cy="473725"/>
            </a:xfrm>
            <a:custGeom>
              <a:avLst/>
              <a:gdLst/>
              <a:ahLst/>
              <a:cxnLst/>
              <a:rect l="l" t="t" r="r" b="b"/>
              <a:pathLst>
                <a:path w="26773" h="18949" fill="none" extrusionOk="0">
                  <a:moveTo>
                    <a:pt x="20312" y="0"/>
                  </a:moveTo>
                  <a:lnTo>
                    <a:pt x="11044" y="6048"/>
                  </a:lnTo>
                  <a:lnTo>
                    <a:pt x="9454" y="7101"/>
                  </a:lnTo>
                  <a:lnTo>
                    <a:pt x="1" y="2229"/>
                  </a:lnTo>
                  <a:lnTo>
                    <a:pt x="4480" y="6027"/>
                  </a:lnTo>
                  <a:lnTo>
                    <a:pt x="8133" y="18949"/>
                  </a:lnTo>
                  <a:lnTo>
                    <a:pt x="14800" y="18928"/>
                  </a:lnTo>
                  <a:lnTo>
                    <a:pt x="26772" y="9474"/>
                  </a:lnTo>
                  <a:lnTo>
                    <a:pt x="26772" y="9474"/>
                  </a:lnTo>
                  <a:lnTo>
                    <a:pt x="26236" y="8958"/>
                  </a:lnTo>
                  <a:lnTo>
                    <a:pt x="25720" y="8442"/>
                  </a:lnTo>
                  <a:lnTo>
                    <a:pt x="25224" y="7926"/>
                  </a:lnTo>
                  <a:lnTo>
                    <a:pt x="24749" y="7369"/>
                  </a:lnTo>
                  <a:lnTo>
                    <a:pt x="24295" y="6812"/>
                  </a:lnTo>
                  <a:lnTo>
                    <a:pt x="23841" y="6254"/>
                  </a:lnTo>
                  <a:lnTo>
                    <a:pt x="23408" y="5677"/>
                  </a:lnTo>
                  <a:lnTo>
                    <a:pt x="22995" y="5078"/>
                  </a:lnTo>
                  <a:lnTo>
                    <a:pt x="22603" y="4479"/>
                  </a:lnTo>
                  <a:lnTo>
                    <a:pt x="22211" y="3860"/>
                  </a:lnTo>
                  <a:lnTo>
                    <a:pt x="21860" y="3241"/>
                  </a:lnTo>
                  <a:lnTo>
                    <a:pt x="21509" y="2601"/>
                  </a:lnTo>
                  <a:lnTo>
                    <a:pt x="21179" y="1961"/>
                  </a:lnTo>
                  <a:lnTo>
                    <a:pt x="20869" y="1321"/>
                  </a:lnTo>
                  <a:lnTo>
                    <a:pt x="20580" y="661"/>
                  </a:lnTo>
                  <a:lnTo>
                    <a:pt x="2031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9" name="Google Shape;739;p27">
              <a:extLst>
                <a:ext uri="{FF2B5EF4-FFF2-40B4-BE49-F238E27FC236}">
                  <a16:creationId xmlns:a16="http://schemas.microsoft.com/office/drawing/2014/main" id="{E34ECD7A-2062-258A-E4F2-34768C55F7A8}"/>
                </a:ext>
              </a:extLst>
            </p:cNvPr>
            <p:cNvSpPr/>
            <p:nvPr/>
          </p:nvSpPr>
          <p:spPr>
            <a:xfrm>
              <a:off x="2593175" y="825350"/>
              <a:ext cx="1290100" cy="1288050"/>
            </a:xfrm>
            <a:custGeom>
              <a:avLst/>
              <a:gdLst/>
              <a:ahLst/>
              <a:cxnLst/>
              <a:rect l="l" t="t" r="r" b="b"/>
              <a:pathLst>
                <a:path w="51604" h="51522" extrusionOk="0">
                  <a:moveTo>
                    <a:pt x="24853" y="1"/>
                  </a:moveTo>
                  <a:lnTo>
                    <a:pt x="24233" y="42"/>
                  </a:lnTo>
                  <a:lnTo>
                    <a:pt x="23614" y="83"/>
                  </a:lnTo>
                  <a:lnTo>
                    <a:pt x="22995" y="145"/>
                  </a:lnTo>
                  <a:lnTo>
                    <a:pt x="22376" y="228"/>
                  </a:lnTo>
                  <a:lnTo>
                    <a:pt x="21756" y="310"/>
                  </a:lnTo>
                  <a:lnTo>
                    <a:pt x="21137" y="414"/>
                  </a:lnTo>
                  <a:lnTo>
                    <a:pt x="20538" y="537"/>
                  </a:lnTo>
                  <a:lnTo>
                    <a:pt x="19919" y="661"/>
                  </a:lnTo>
                  <a:lnTo>
                    <a:pt x="19321" y="806"/>
                  </a:lnTo>
                  <a:lnTo>
                    <a:pt x="18722" y="971"/>
                  </a:lnTo>
                  <a:lnTo>
                    <a:pt x="18123" y="1157"/>
                  </a:lnTo>
                  <a:lnTo>
                    <a:pt x="17546" y="1342"/>
                  </a:lnTo>
                  <a:lnTo>
                    <a:pt x="16968" y="1549"/>
                  </a:lnTo>
                  <a:lnTo>
                    <a:pt x="16369" y="1755"/>
                  </a:lnTo>
                  <a:lnTo>
                    <a:pt x="15812" y="2003"/>
                  </a:lnTo>
                  <a:lnTo>
                    <a:pt x="15234" y="2251"/>
                  </a:lnTo>
                  <a:lnTo>
                    <a:pt x="14676" y="2498"/>
                  </a:lnTo>
                  <a:lnTo>
                    <a:pt x="14119" y="2767"/>
                  </a:lnTo>
                  <a:lnTo>
                    <a:pt x="13562" y="3056"/>
                  </a:lnTo>
                  <a:lnTo>
                    <a:pt x="13025" y="3365"/>
                  </a:lnTo>
                  <a:lnTo>
                    <a:pt x="12488" y="3675"/>
                  </a:lnTo>
                  <a:lnTo>
                    <a:pt x="11972" y="3985"/>
                  </a:lnTo>
                  <a:lnTo>
                    <a:pt x="11436" y="4335"/>
                  </a:lnTo>
                  <a:lnTo>
                    <a:pt x="10940" y="4686"/>
                  </a:lnTo>
                  <a:lnTo>
                    <a:pt x="10424" y="5037"/>
                  </a:lnTo>
                  <a:lnTo>
                    <a:pt x="9929" y="5409"/>
                  </a:lnTo>
                  <a:lnTo>
                    <a:pt x="9454" y="5801"/>
                  </a:lnTo>
                  <a:lnTo>
                    <a:pt x="8959" y="6214"/>
                  </a:lnTo>
                  <a:lnTo>
                    <a:pt x="8505" y="6627"/>
                  </a:lnTo>
                  <a:lnTo>
                    <a:pt x="8030" y="7039"/>
                  </a:lnTo>
                  <a:lnTo>
                    <a:pt x="7576" y="7473"/>
                  </a:lnTo>
                  <a:lnTo>
                    <a:pt x="7142" y="7927"/>
                  </a:lnTo>
                  <a:lnTo>
                    <a:pt x="6709" y="8381"/>
                  </a:lnTo>
                  <a:lnTo>
                    <a:pt x="6296" y="8856"/>
                  </a:lnTo>
                  <a:lnTo>
                    <a:pt x="5883" y="9331"/>
                  </a:lnTo>
                  <a:lnTo>
                    <a:pt x="5491" y="9826"/>
                  </a:lnTo>
                  <a:lnTo>
                    <a:pt x="5099" y="10342"/>
                  </a:lnTo>
                  <a:lnTo>
                    <a:pt x="4727" y="10858"/>
                  </a:lnTo>
                  <a:lnTo>
                    <a:pt x="4356" y="11374"/>
                  </a:lnTo>
                  <a:lnTo>
                    <a:pt x="4005" y="11911"/>
                  </a:lnTo>
                  <a:lnTo>
                    <a:pt x="3675" y="12468"/>
                  </a:lnTo>
                  <a:lnTo>
                    <a:pt x="3344" y="13025"/>
                  </a:lnTo>
                  <a:lnTo>
                    <a:pt x="3035" y="13603"/>
                  </a:lnTo>
                  <a:lnTo>
                    <a:pt x="2725" y="14181"/>
                  </a:lnTo>
                  <a:lnTo>
                    <a:pt x="2436" y="14780"/>
                  </a:lnTo>
                  <a:lnTo>
                    <a:pt x="2168" y="15378"/>
                  </a:lnTo>
                  <a:lnTo>
                    <a:pt x="1920" y="15977"/>
                  </a:lnTo>
                  <a:lnTo>
                    <a:pt x="1672" y="16596"/>
                  </a:lnTo>
                  <a:lnTo>
                    <a:pt x="1445" y="17236"/>
                  </a:lnTo>
                  <a:lnTo>
                    <a:pt x="1239" y="17855"/>
                  </a:lnTo>
                  <a:lnTo>
                    <a:pt x="1033" y="18475"/>
                  </a:lnTo>
                  <a:lnTo>
                    <a:pt x="867" y="19094"/>
                  </a:lnTo>
                  <a:lnTo>
                    <a:pt x="702" y="19734"/>
                  </a:lnTo>
                  <a:lnTo>
                    <a:pt x="558" y="20353"/>
                  </a:lnTo>
                  <a:lnTo>
                    <a:pt x="434" y="20993"/>
                  </a:lnTo>
                  <a:lnTo>
                    <a:pt x="331" y="21612"/>
                  </a:lnTo>
                  <a:lnTo>
                    <a:pt x="228" y="22252"/>
                  </a:lnTo>
                  <a:lnTo>
                    <a:pt x="145" y="22892"/>
                  </a:lnTo>
                  <a:lnTo>
                    <a:pt x="83" y="23511"/>
                  </a:lnTo>
                  <a:lnTo>
                    <a:pt x="42" y="24151"/>
                  </a:lnTo>
                  <a:lnTo>
                    <a:pt x="0" y="24770"/>
                  </a:lnTo>
                  <a:lnTo>
                    <a:pt x="0" y="25410"/>
                  </a:lnTo>
                  <a:lnTo>
                    <a:pt x="0" y="26029"/>
                  </a:lnTo>
                  <a:lnTo>
                    <a:pt x="0" y="26669"/>
                  </a:lnTo>
                  <a:lnTo>
                    <a:pt x="42" y="27288"/>
                  </a:lnTo>
                  <a:lnTo>
                    <a:pt x="83" y="27908"/>
                  </a:lnTo>
                  <a:lnTo>
                    <a:pt x="145" y="28527"/>
                  </a:lnTo>
                  <a:lnTo>
                    <a:pt x="228" y="29146"/>
                  </a:lnTo>
                  <a:lnTo>
                    <a:pt x="310" y="29765"/>
                  </a:lnTo>
                  <a:lnTo>
                    <a:pt x="413" y="30364"/>
                  </a:lnTo>
                  <a:lnTo>
                    <a:pt x="537" y="30983"/>
                  </a:lnTo>
                  <a:lnTo>
                    <a:pt x="682" y="31582"/>
                  </a:lnTo>
                  <a:lnTo>
                    <a:pt x="826" y="32180"/>
                  </a:lnTo>
                  <a:lnTo>
                    <a:pt x="991" y="32779"/>
                  </a:lnTo>
                  <a:lnTo>
                    <a:pt x="1156" y="33378"/>
                  </a:lnTo>
                  <a:lnTo>
                    <a:pt x="1363" y="33976"/>
                  </a:lnTo>
                  <a:lnTo>
                    <a:pt x="1569" y="34554"/>
                  </a:lnTo>
                  <a:lnTo>
                    <a:pt x="1776" y="35132"/>
                  </a:lnTo>
                  <a:lnTo>
                    <a:pt x="2023" y="35710"/>
                  </a:lnTo>
                  <a:lnTo>
                    <a:pt x="2271" y="36267"/>
                  </a:lnTo>
                  <a:lnTo>
                    <a:pt x="2519" y="36825"/>
                  </a:lnTo>
                  <a:lnTo>
                    <a:pt x="2787" y="37382"/>
                  </a:lnTo>
                  <a:lnTo>
                    <a:pt x="3076" y="37939"/>
                  </a:lnTo>
                  <a:lnTo>
                    <a:pt x="3386" y="38476"/>
                  </a:lnTo>
                  <a:lnTo>
                    <a:pt x="3695" y="39013"/>
                  </a:lnTo>
                  <a:lnTo>
                    <a:pt x="4026" y="39549"/>
                  </a:lnTo>
                  <a:lnTo>
                    <a:pt x="4356" y="40065"/>
                  </a:lnTo>
                  <a:lnTo>
                    <a:pt x="4707" y="40581"/>
                  </a:lnTo>
                  <a:lnTo>
                    <a:pt x="5078" y="41077"/>
                  </a:lnTo>
                  <a:lnTo>
                    <a:pt x="5450" y="41572"/>
                  </a:lnTo>
                  <a:lnTo>
                    <a:pt x="5842" y="42068"/>
                  </a:lnTo>
                  <a:lnTo>
                    <a:pt x="6234" y="42542"/>
                  </a:lnTo>
                  <a:lnTo>
                    <a:pt x="6647" y="43017"/>
                  </a:lnTo>
                  <a:lnTo>
                    <a:pt x="7080" y="43471"/>
                  </a:lnTo>
                  <a:lnTo>
                    <a:pt x="7514" y="43925"/>
                  </a:lnTo>
                  <a:lnTo>
                    <a:pt x="7968" y="44359"/>
                  </a:lnTo>
                  <a:lnTo>
                    <a:pt x="8422" y="44792"/>
                  </a:lnTo>
                  <a:lnTo>
                    <a:pt x="8897" y="45205"/>
                  </a:lnTo>
                  <a:lnTo>
                    <a:pt x="9392" y="45618"/>
                  </a:lnTo>
                  <a:lnTo>
                    <a:pt x="9888" y="46010"/>
                  </a:lnTo>
                  <a:lnTo>
                    <a:pt x="10383" y="46402"/>
                  </a:lnTo>
                  <a:lnTo>
                    <a:pt x="10899" y="46774"/>
                  </a:lnTo>
                  <a:lnTo>
                    <a:pt x="11436" y="47145"/>
                  </a:lnTo>
                  <a:lnTo>
                    <a:pt x="11972" y="47496"/>
                  </a:lnTo>
                  <a:lnTo>
                    <a:pt x="12530" y="47827"/>
                  </a:lnTo>
                  <a:lnTo>
                    <a:pt x="13087" y="48157"/>
                  </a:lnTo>
                  <a:lnTo>
                    <a:pt x="13665" y="48466"/>
                  </a:lnTo>
                  <a:lnTo>
                    <a:pt x="14243" y="48776"/>
                  </a:lnTo>
                  <a:lnTo>
                    <a:pt x="14842" y="49065"/>
                  </a:lnTo>
                  <a:lnTo>
                    <a:pt x="15440" y="49333"/>
                  </a:lnTo>
                  <a:lnTo>
                    <a:pt x="16059" y="49602"/>
                  </a:lnTo>
                  <a:lnTo>
                    <a:pt x="16679" y="49849"/>
                  </a:lnTo>
                  <a:lnTo>
                    <a:pt x="17298" y="50076"/>
                  </a:lnTo>
                  <a:lnTo>
                    <a:pt x="17917" y="50283"/>
                  </a:lnTo>
                  <a:lnTo>
                    <a:pt x="18536" y="50469"/>
                  </a:lnTo>
                  <a:lnTo>
                    <a:pt x="19176" y="50654"/>
                  </a:lnTo>
                  <a:lnTo>
                    <a:pt x="19795" y="50820"/>
                  </a:lnTo>
                  <a:lnTo>
                    <a:pt x="20435" y="50943"/>
                  </a:lnTo>
                  <a:lnTo>
                    <a:pt x="21055" y="51088"/>
                  </a:lnTo>
                  <a:lnTo>
                    <a:pt x="21694" y="51191"/>
                  </a:lnTo>
                  <a:lnTo>
                    <a:pt x="22334" y="51294"/>
                  </a:lnTo>
                  <a:lnTo>
                    <a:pt x="22954" y="51377"/>
                  </a:lnTo>
                  <a:lnTo>
                    <a:pt x="23593" y="51439"/>
                  </a:lnTo>
                  <a:lnTo>
                    <a:pt x="24233" y="51480"/>
                  </a:lnTo>
                  <a:lnTo>
                    <a:pt x="24853" y="51501"/>
                  </a:lnTo>
                  <a:lnTo>
                    <a:pt x="25492" y="51521"/>
                  </a:lnTo>
                  <a:lnTo>
                    <a:pt x="26752" y="51521"/>
                  </a:lnTo>
                  <a:lnTo>
                    <a:pt x="27371" y="51480"/>
                  </a:lnTo>
                  <a:lnTo>
                    <a:pt x="27990" y="51439"/>
                  </a:lnTo>
                  <a:lnTo>
                    <a:pt x="28609" y="51377"/>
                  </a:lnTo>
                  <a:lnTo>
                    <a:pt x="29228" y="51294"/>
                  </a:lnTo>
                  <a:lnTo>
                    <a:pt x="29848" y="51212"/>
                  </a:lnTo>
                  <a:lnTo>
                    <a:pt x="30467" y="51108"/>
                  </a:lnTo>
                  <a:lnTo>
                    <a:pt x="31066" y="50985"/>
                  </a:lnTo>
                  <a:lnTo>
                    <a:pt x="31685" y="50861"/>
                  </a:lnTo>
                  <a:lnTo>
                    <a:pt x="32283" y="50716"/>
                  </a:lnTo>
                  <a:lnTo>
                    <a:pt x="32882" y="50551"/>
                  </a:lnTo>
                  <a:lnTo>
                    <a:pt x="33481" y="50365"/>
                  </a:lnTo>
                  <a:lnTo>
                    <a:pt x="34059" y="50180"/>
                  </a:lnTo>
                  <a:lnTo>
                    <a:pt x="34657" y="49973"/>
                  </a:lnTo>
                  <a:lnTo>
                    <a:pt x="35235" y="49767"/>
                  </a:lnTo>
                  <a:lnTo>
                    <a:pt x="35792" y="49519"/>
                  </a:lnTo>
                  <a:lnTo>
                    <a:pt x="36370" y="49271"/>
                  </a:lnTo>
                  <a:lnTo>
                    <a:pt x="36928" y="49024"/>
                  </a:lnTo>
                  <a:lnTo>
                    <a:pt x="37485" y="48755"/>
                  </a:lnTo>
                  <a:lnTo>
                    <a:pt x="38042" y="48466"/>
                  </a:lnTo>
                  <a:lnTo>
                    <a:pt x="38579" y="48157"/>
                  </a:lnTo>
                  <a:lnTo>
                    <a:pt x="39116" y="47847"/>
                  </a:lnTo>
                  <a:lnTo>
                    <a:pt x="39632" y="47538"/>
                  </a:lnTo>
                  <a:lnTo>
                    <a:pt x="40168" y="47187"/>
                  </a:lnTo>
                  <a:lnTo>
                    <a:pt x="40664" y="46836"/>
                  </a:lnTo>
                  <a:lnTo>
                    <a:pt x="41180" y="46485"/>
                  </a:lnTo>
                  <a:lnTo>
                    <a:pt x="41675" y="46113"/>
                  </a:lnTo>
                  <a:lnTo>
                    <a:pt x="42171" y="45721"/>
                  </a:lnTo>
                  <a:lnTo>
                    <a:pt x="42645" y="45308"/>
                  </a:lnTo>
                  <a:lnTo>
                    <a:pt x="43099" y="44895"/>
                  </a:lnTo>
                  <a:lnTo>
                    <a:pt x="43574" y="44483"/>
                  </a:lnTo>
                  <a:lnTo>
                    <a:pt x="44028" y="44049"/>
                  </a:lnTo>
                  <a:lnTo>
                    <a:pt x="44462" y="43595"/>
                  </a:lnTo>
                  <a:lnTo>
                    <a:pt x="44895" y="43141"/>
                  </a:lnTo>
                  <a:lnTo>
                    <a:pt x="45308" y="42666"/>
                  </a:lnTo>
                  <a:lnTo>
                    <a:pt x="45721" y="42191"/>
                  </a:lnTo>
                  <a:lnTo>
                    <a:pt x="46113" y="41696"/>
                  </a:lnTo>
                  <a:lnTo>
                    <a:pt x="46505" y="41180"/>
                  </a:lnTo>
                  <a:lnTo>
                    <a:pt x="46877" y="40664"/>
                  </a:lnTo>
                  <a:lnTo>
                    <a:pt x="47248" y="40148"/>
                  </a:lnTo>
                  <a:lnTo>
                    <a:pt x="47599" y="39591"/>
                  </a:lnTo>
                  <a:lnTo>
                    <a:pt x="47929" y="39054"/>
                  </a:lnTo>
                  <a:lnTo>
                    <a:pt x="48260" y="38497"/>
                  </a:lnTo>
                  <a:lnTo>
                    <a:pt x="48569" y="37919"/>
                  </a:lnTo>
                  <a:lnTo>
                    <a:pt x="48879" y="37341"/>
                  </a:lnTo>
                  <a:lnTo>
                    <a:pt x="49168" y="36742"/>
                  </a:lnTo>
                  <a:lnTo>
                    <a:pt x="49436" y="36144"/>
                  </a:lnTo>
                  <a:lnTo>
                    <a:pt x="49684" y="35524"/>
                  </a:lnTo>
                  <a:lnTo>
                    <a:pt x="49932" y="34926"/>
                  </a:lnTo>
                  <a:lnTo>
                    <a:pt x="50159" y="34286"/>
                  </a:lnTo>
                  <a:lnTo>
                    <a:pt x="50365" y="33667"/>
                  </a:lnTo>
                  <a:lnTo>
                    <a:pt x="50572" y="33047"/>
                  </a:lnTo>
                  <a:lnTo>
                    <a:pt x="50737" y="32428"/>
                  </a:lnTo>
                  <a:lnTo>
                    <a:pt x="50902" y="31788"/>
                  </a:lnTo>
                  <a:lnTo>
                    <a:pt x="51046" y="31169"/>
                  </a:lnTo>
                  <a:lnTo>
                    <a:pt x="51170" y="30529"/>
                  </a:lnTo>
                  <a:lnTo>
                    <a:pt x="51294" y="29910"/>
                  </a:lnTo>
                  <a:lnTo>
                    <a:pt x="51377" y="29270"/>
                  </a:lnTo>
                  <a:lnTo>
                    <a:pt x="51459" y="28630"/>
                  </a:lnTo>
                  <a:lnTo>
                    <a:pt x="51521" y="28011"/>
                  </a:lnTo>
                  <a:lnTo>
                    <a:pt x="51562" y="27371"/>
                  </a:lnTo>
                  <a:lnTo>
                    <a:pt x="51604" y="26752"/>
                  </a:lnTo>
                  <a:lnTo>
                    <a:pt x="51604" y="26112"/>
                  </a:lnTo>
                  <a:lnTo>
                    <a:pt x="51604" y="25493"/>
                  </a:lnTo>
                  <a:lnTo>
                    <a:pt x="51604" y="24853"/>
                  </a:lnTo>
                  <a:lnTo>
                    <a:pt x="51562" y="24234"/>
                  </a:lnTo>
                  <a:lnTo>
                    <a:pt x="51521" y="23614"/>
                  </a:lnTo>
                  <a:lnTo>
                    <a:pt x="51459" y="22995"/>
                  </a:lnTo>
                  <a:lnTo>
                    <a:pt x="51377" y="22376"/>
                  </a:lnTo>
                  <a:lnTo>
                    <a:pt x="51294" y="21757"/>
                  </a:lnTo>
                  <a:lnTo>
                    <a:pt x="51191" y="21158"/>
                  </a:lnTo>
                  <a:lnTo>
                    <a:pt x="51067" y="20539"/>
                  </a:lnTo>
                  <a:lnTo>
                    <a:pt x="50922" y="19940"/>
                  </a:lnTo>
                  <a:lnTo>
                    <a:pt x="50778" y="19342"/>
                  </a:lnTo>
                  <a:lnTo>
                    <a:pt x="50613" y="18743"/>
                  </a:lnTo>
                  <a:lnTo>
                    <a:pt x="50448" y="18144"/>
                  </a:lnTo>
                  <a:lnTo>
                    <a:pt x="50241" y="17546"/>
                  </a:lnTo>
                  <a:lnTo>
                    <a:pt x="50035" y="16968"/>
                  </a:lnTo>
                  <a:lnTo>
                    <a:pt x="49828" y="16390"/>
                  </a:lnTo>
                  <a:lnTo>
                    <a:pt x="49581" y="15812"/>
                  </a:lnTo>
                  <a:lnTo>
                    <a:pt x="49354" y="15255"/>
                  </a:lnTo>
                  <a:lnTo>
                    <a:pt x="49085" y="14697"/>
                  </a:lnTo>
                  <a:lnTo>
                    <a:pt x="48817" y="14140"/>
                  </a:lnTo>
                  <a:lnTo>
                    <a:pt x="48528" y="13583"/>
                  </a:lnTo>
                  <a:lnTo>
                    <a:pt x="48218" y="13046"/>
                  </a:lnTo>
                  <a:lnTo>
                    <a:pt x="47909" y="12509"/>
                  </a:lnTo>
                  <a:lnTo>
                    <a:pt x="47579" y="11973"/>
                  </a:lnTo>
                  <a:lnTo>
                    <a:pt x="47248" y="11457"/>
                  </a:lnTo>
                  <a:lnTo>
                    <a:pt x="46897" y="10941"/>
                  </a:lnTo>
                  <a:lnTo>
                    <a:pt x="46526" y="10445"/>
                  </a:lnTo>
                  <a:lnTo>
                    <a:pt x="46154" y="9950"/>
                  </a:lnTo>
                  <a:lnTo>
                    <a:pt x="45762" y="9454"/>
                  </a:lnTo>
                  <a:lnTo>
                    <a:pt x="45370" y="8980"/>
                  </a:lnTo>
                  <a:lnTo>
                    <a:pt x="44957" y="8505"/>
                  </a:lnTo>
                  <a:lnTo>
                    <a:pt x="44524" y="8051"/>
                  </a:lnTo>
                  <a:lnTo>
                    <a:pt x="44090" y="7597"/>
                  </a:lnTo>
                  <a:lnTo>
                    <a:pt x="43636" y="7163"/>
                  </a:lnTo>
                  <a:lnTo>
                    <a:pt x="43182" y="6730"/>
                  </a:lnTo>
                  <a:lnTo>
                    <a:pt x="42707" y="6317"/>
                  </a:lnTo>
                  <a:lnTo>
                    <a:pt x="42212" y="5904"/>
                  </a:lnTo>
                  <a:lnTo>
                    <a:pt x="41716" y="5512"/>
                  </a:lnTo>
                  <a:lnTo>
                    <a:pt x="41221" y="5120"/>
                  </a:lnTo>
                  <a:lnTo>
                    <a:pt x="40705" y="4748"/>
                  </a:lnTo>
                  <a:lnTo>
                    <a:pt x="40168" y="4377"/>
                  </a:lnTo>
                  <a:lnTo>
                    <a:pt x="39632" y="4026"/>
                  </a:lnTo>
                  <a:lnTo>
                    <a:pt x="39074" y="3696"/>
                  </a:lnTo>
                  <a:lnTo>
                    <a:pt x="38517" y="3365"/>
                  </a:lnTo>
                  <a:lnTo>
                    <a:pt x="37939" y="3056"/>
                  </a:lnTo>
                  <a:lnTo>
                    <a:pt x="37361" y="2746"/>
                  </a:lnTo>
                  <a:lnTo>
                    <a:pt x="36763" y="2457"/>
                  </a:lnTo>
                  <a:lnTo>
                    <a:pt x="36164" y="2189"/>
                  </a:lnTo>
                  <a:lnTo>
                    <a:pt x="35545" y="1920"/>
                  </a:lnTo>
                  <a:lnTo>
                    <a:pt x="34925" y="1673"/>
                  </a:lnTo>
                  <a:lnTo>
                    <a:pt x="34306" y="1446"/>
                  </a:lnTo>
                  <a:lnTo>
                    <a:pt x="33687" y="1239"/>
                  </a:lnTo>
                  <a:lnTo>
                    <a:pt x="33068" y="1053"/>
                  </a:lnTo>
                  <a:lnTo>
                    <a:pt x="32428" y="868"/>
                  </a:lnTo>
                  <a:lnTo>
                    <a:pt x="31809" y="703"/>
                  </a:lnTo>
                  <a:lnTo>
                    <a:pt x="31169" y="558"/>
                  </a:lnTo>
                  <a:lnTo>
                    <a:pt x="30549" y="434"/>
                  </a:lnTo>
                  <a:lnTo>
                    <a:pt x="29910" y="331"/>
                  </a:lnTo>
                  <a:lnTo>
                    <a:pt x="29270" y="228"/>
                  </a:lnTo>
                  <a:lnTo>
                    <a:pt x="28651" y="145"/>
                  </a:lnTo>
                  <a:lnTo>
                    <a:pt x="28011" y="83"/>
                  </a:lnTo>
                  <a:lnTo>
                    <a:pt x="27371" y="42"/>
                  </a:lnTo>
                  <a:lnTo>
                    <a:pt x="26752" y="21"/>
                  </a:lnTo>
                  <a:lnTo>
                    <a:pt x="261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0" name="Google Shape;740;p27">
              <a:extLst>
                <a:ext uri="{FF2B5EF4-FFF2-40B4-BE49-F238E27FC236}">
                  <a16:creationId xmlns:a16="http://schemas.microsoft.com/office/drawing/2014/main" id="{142B77F1-4242-EDD9-6EFB-3AB3A9E864CF}"/>
                </a:ext>
              </a:extLst>
            </p:cNvPr>
            <p:cNvSpPr/>
            <p:nvPr/>
          </p:nvSpPr>
          <p:spPr>
            <a:xfrm>
              <a:off x="2593175" y="825350"/>
              <a:ext cx="1290100" cy="1288050"/>
            </a:xfrm>
            <a:custGeom>
              <a:avLst/>
              <a:gdLst/>
              <a:ahLst/>
              <a:cxnLst/>
              <a:rect l="l" t="t" r="r" b="b"/>
              <a:pathLst>
                <a:path w="51604" h="51522" fill="none" extrusionOk="0">
                  <a:moveTo>
                    <a:pt x="49684" y="35524"/>
                  </a:moveTo>
                  <a:lnTo>
                    <a:pt x="49684" y="35524"/>
                  </a:lnTo>
                  <a:lnTo>
                    <a:pt x="49436" y="36144"/>
                  </a:lnTo>
                  <a:lnTo>
                    <a:pt x="49168" y="36742"/>
                  </a:lnTo>
                  <a:lnTo>
                    <a:pt x="48879" y="37341"/>
                  </a:lnTo>
                  <a:lnTo>
                    <a:pt x="48569" y="37919"/>
                  </a:lnTo>
                  <a:lnTo>
                    <a:pt x="48260" y="38497"/>
                  </a:lnTo>
                  <a:lnTo>
                    <a:pt x="47929" y="39054"/>
                  </a:lnTo>
                  <a:lnTo>
                    <a:pt x="47599" y="39591"/>
                  </a:lnTo>
                  <a:lnTo>
                    <a:pt x="47248" y="40148"/>
                  </a:lnTo>
                  <a:lnTo>
                    <a:pt x="46877" y="40664"/>
                  </a:lnTo>
                  <a:lnTo>
                    <a:pt x="46505" y="41180"/>
                  </a:lnTo>
                  <a:lnTo>
                    <a:pt x="46113" y="41696"/>
                  </a:lnTo>
                  <a:lnTo>
                    <a:pt x="45721" y="42191"/>
                  </a:lnTo>
                  <a:lnTo>
                    <a:pt x="45308" y="42666"/>
                  </a:lnTo>
                  <a:lnTo>
                    <a:pt x="44895" y="43141"/>
                  </a:lnTo>
                  <a:lnTo>
                    <a:pt x="44462" y="43595"/>
                  </a:lnTo>
                  <a:lnTo>
                    <a:pt x="44028" y="44049"/>
                  </a:lnTo>
                  <a:lnTo>
                    <a:pt x="43574" y="44483"/>
                  </a:lnTo>
                  <a:lnTo>
                    <a:pt x="43099" y="44895"/>
                  </a:lnTo>
                  <a:lnTo>
                    <a:pt x="42645" y="45308"/>
                  </a:lnTo>
                  <a:lnTo>
                    <a:pt x="42171" y="45721"/>
                  </a:lnTo>
                  <a:lnTo>
                    <a:pt x="41675" y="46113"/>
                  </a:lnTo>
                  <a:lnTo>
                    <a:pt x="41180" y="46485"/>
                  </a:lnTo>
                  <a:lnTo>
                    <a:pt x="40664" y="46836"/>
                  </a:lnTo>
                  <a:lnTo>
                    <a:pt x="40168" y="47187"/>
                  </a:lnTo>
                  <a:lnTo>
                    <a:pt x="39632" y="47538"/>
                  </a:lnTo>
                  <a:lnTo>
                    <a:pt x="39116" y="47847"/>
                  </a:lnTo>
                  <a:lnTo>
                    <a:pt x="38579" y="48157"/>
                  </a:lnTo>
                  <a:lnTo>
                    <a:pt x="38042" y="48466"/>
                  </a:lnTo>
                  <a:lnTo>
                    <a:pt x="37485" y="48755"/>
                  </a:lnTo>
                  <a:lnTo>
                    <a:pt x="36928" y="49024"/>
                  </a:lnTo>
                  <a:lnTo>
                    <a:pt x="36370" y="49271"/>
                  </a:lnTo>
                  <a:lnTo>
                    <a:pt x="35792" y="49519"/>
                  </a:lnTo>
                  <a:lnTo>
                    <a:pt x="35235" y="49767"/>
                  </a:lnTo>
                  <a:lnTo>
                    <a:pt x="34657" y="49973"/>
                  </a:lnTo>
                  <a:lnTo>
                    <a:pt x="34059" y="50180"/>
                  </a:lnTo>
                  <a:lnTo>
                    <a:pt x="33481" y="50365"/>
                  </a:lnTo>
                  <a:lnTo>
                    <a:pt x="32882" y="50551"/>
                  </a:lnTo>
                  <a:lnTo>
                    <a:pt x="32283" y="50716"/>
                  </a:lnTo>
                  <a:lnTo>
                    <a:pt x="31685" y="50861"/>
                  </a:lnTo>
                  <a:lnTo>
                    <a:pt x="31066" y="50985"/>
                  </a:lnTo>
                  <a:lnTo>
                    <a:pt x="30467" y="51108"/>
                  </a:lnTo>
                  <a:lnTo>
                    <a:pt x="29848" y="51212"/>
                  </a:lnTo>
                  <a:lnTo>
                    <a:pt x="29228" y="51294"/>
                  </a:lnTo>
                  <a:lnTo>
                    <a:pt x="28609" y="51377"/>
                  </a:lnTo>
                  <a:lnTo>
                    <a:pt x="27990" y="51439"/>
                  </a:lnTo>
                  <a:lnTo>
                    <a:pt x="27371" y="51480"/>
                  </a:lnTo>
                  <a:lnTo>
                    <a:pt x="26752" y="51521"/>
                  </a:lnTo>
                  <a:lnTo>
                    <a:pt x="26112" y="51521"/>
                  </a:lnTo>
                  <a:lnTo>
                    <a:pt x="25492" y="51521"/>
                  </a:lnTo>
                  <a:lnTo>
                    <a:pt x="24853" y="51501"/>
                  </a:lnTo>
                  <a:lnTo>
                    <a:pt x="24233" y="51480"/>
                  </a:lnTo>
                  <a:lnTo>
                    <a:pt x="23593" y="51439"/>
                  </a:lnTo>
                  <a:lnTo>
                    <a:pt x="22954" y="51377"/>
                  </a:lnTo>
                  <a:lnTo>
                    <a:pt x="22334" y="51294"/>
                  </a:lnTo>
                  <a:lnTo>
                    <a:pt x="21694" y="51191"/>
                  </a:lnTo>
                  <a:lnTo>
                    <a:pt x="21055" y="51088"/>
                  </a:lnTo>
                  <a:lnTo>
                    <a:pt x="20435" y="50943"/>
                  </a:lnTo>
                  <a:lnTo>
                    <a:pt x="19795" y="50820"/>
                  </a:lnTo>
                  <a:lnTo>
                    <a:pt x="19176" y="50654"/>
                  </a:lnTo>
                  <a:lnTo>
                    <a:pt x="18536" y="50469"/>
                  </a:lnTo>
                  <a:lnTo>
                    <a:pt x="17917" y="50283"/>
                  </a:lnTo>
                  <a:lnTo>
                    <a:pt x="17298" y="50076"/>
                  </a:lnTo>
                  <a:lnTo>
                    <a:pt x="16679" y="49849"/>
                  </a:lnTo>
                  <a:lnTo>
                    <a:pt x="16059" y="49602"/>
                  </a:lnTo>
                  <a:lnTo>
                    <a:pt x="16059" y="49602"/>
                  </a:lnTo>
                  <a:lnTo>
                    <a:pt x="15440" y="49333"/>
                  </a:lnTo>
                  <a:lnTo>
                    <a:pt x="14842" y="49065"/>
                  </a:lnTo>
                  <a:lnTo>
                    <a:pt x="14243" y="48776"/>
                  </a:lnTo>
                  <a:lnTo>
                    <a:pt x="13665" y="48466"/>
                  </a:lnTo>
                  <a:lnTo>
                    <a:pt x="13087" y="48157"/>
                  </a:lnTo>
                  <a:lnTo>
                    <a:pt x="12530" y="47827"/>
                  </a:lnTo>
                  <a:lnTo>
                    <a:pt x="11972" y="47496"/>
                  </a:lnTo>
                  <a:lnTo>
                    <a:pt x="11436" y="47145"/>
                  </a:lnTo>
                  <a:lnTo>
                    <a:pt x="10899" y="46774"/>
                  </a:lnTo>
                  <a:lnTo>
                    <a:pt x="10383" y="46402"/>
                  </a:lnTo>
                  <a:lnTo>
                    <a:pt x="9888" y="46010"/>
                  </a:lnTo>
                  <a:lnTo>
                    <a:pt x="9392" y="45618"/>
                  </a:lnTo>
                  <a:lnTo>
                    <a:pt x="8897" y="45205"/>
                  </a:lnTo>
                  <a:lnTo>
                    <a:pt x="8422" y="44792"/>
                  </a:lnTo>
                  <a:lnTo>
                    <a:pt x="7968" y="44359"/>
                  </a:lnTo>
                  <a:lnTo>
                    <a:pt x="7514" y="43925"/>
                  </a:lnTo>
                  <a:lnTo>
                    <a:pt x="7080" y="43471"/>
                  </a:lnTo>
                  <a:lnTo>
                    <a:pt x="6647" y="43017"/>
                  </a:lnTo>
                  <a:lnTo>
                    <a:pt x="6234" y="42542"/>
                  </a:lnTo>
                  <a:lnTo>
                    <a:pt x="5842" y="42068"/>
                  </a:lnTo>
                  <a:lnTo>
                    <a:pt x="5450" y="41572"/>
                  </a:lnTo>
                  <a:lnTo>
                    <a:pt x="5078" y="41077"/>
                  </a:lnTo>
                  <a:lnTo>
                    <a:pt x="4707" y="40581"/>
                  </a:lnTo>
                  <a:lnTo>
                    <a:pt x="4356" y="40065"/>
                  </a:lnTo>
                  <a:lnTo>
                    <a:pt x="4026" y="39549"/>
                  </a:lnTo>
                  <a:lnTo>
                    <a:pt x="3695" y="39013"/>
                  </a:lnTo>
                  <a:lnTo>
                    <a:pt x="3386" y="38476"/>
                  </a:lnTo>
                  <a:lnTo>
                    <a:pt x="3076" y="37939"/>
                  </a:lnTo>
                  <a:lnTo>
                    <a:pt x="2787" y="37382"/>
                  </a:lnTo>
                  <a:lnTo>
                    <a:pt x="2519" y="36825"/>
                  </a:lnTo>
                  <a:lnTo>
                    <a:pt x="2271" y="36267"/>
                  </a:lnTo>
                  <a:lnTo>
                    <a:pt x="2023" y="35710"/>
                  </a:lnTo>
                  <a:lnTo>
                    <a:pt x="1776" y="35132"/>
                  </a:lnTo>
                  <a:lnTo>
                    <a:pt x="1569" y="34554"/>
                  </a:lnTo>
                  <a:lnTo>
                    <a:pt x="1363" y="33976"/>
                  </a:lnTo>
                  <a:lnTo>
                    <a:pt x="1156" y="33378"/>
                  </a:lnTo>
                  <a:lnTo>
                    <a:pt x="991" y="32779"/>
                  </a:lnTo>
                  <a:lnTo>
                    <a:pt x="826" y="32180"/>
                  </a:lnTo>
                  <a:lnTo>
                    <a:pt x="682" y="31582"/>
                  </a:lnTo>
                  <a:lnTo>
                    <a:pt x="537" y="30983"/>
                  </a:lnTo>
                  <a:lnTo>
                    <a:pt x="413" y="30364"/>
                  </a:lnTo>
                  <a:lnTo>
                    <a:pt x="310" y="29765"/>
                  </a:lnTo>
                  <a:lnTo>
                    <a:pt x="228" y="29146"/>
                  </a:lnTo>
                  <a:lnTo>
                    <a:pt x="145" y="28527"/>
                  </a:lnTo>
                  <a:lnTo>
                    <a:pt x="83" y="27908"/>
                  </a:lnTo>
                  <a:lnTo>
                    <a:pt x="42" y="27288"/>
                  </a:lnTo>
                  <a:lnTo>
                    <a:pt x="0" y="26669"/>
                  </a:lnTo>
                  <a:lnTo>
                    <a:pt x="0" y="26029"/>
                  </a:lnTo>
                  <a:lnTo>
                    <a:pt x="0" y="25410"/>
                  </a:lnTo>
                  <a:lnTo>
                    <a:pt x="0" y="24770"/>
                  </a:lnTo>
                  <a:lnTo>
                    <a:pt x="42" y="24151"/>
                  </a:lnTo>
                  <a:lnTo>
                    <a:pt x="83" y="23511"/>
                  </a:lnTo>
                  <a:lnTo>
                    <a:pt x="145" y="22892"/>
                  </a:lnTo>
                  <a:lnTo>
                    <a:pt x="228" y="22252"/>
                  </a:lnTo>
                  <a:lnTo>
                    <a:pt x="331" y="21612"/>
                  </a:lnTo>
                  <a:lnTo>
                    <a:pt x="434" y="20993"/>
                  </a:lnTo>
                  <a:lnTo>
                    <a:pt x="558" y="20353"/>
                  </a:lnTo>
                  <a:lnTo>
                    <a:pt x="702" y="19734"/>
                  </a:lnTo>
                  <a:lnTo>
                    <a:pt x="867" y="19094"/>
                  </a:lnTo>
                  <a:lnTo>
                    <a:pt x="1033" y="18475"/>
                  </a:lnTo>
                  <a:lnTo>
                    <a:pt x="1239" y="17855"/>
                  </a:lnTo>
                  <a:lnTo>
                    <a:pt x="1445" y="17236"/>
                  </a:lnTo>
                  <a:lnTo>
                    <a:pt x="1672" y="16596"/>
                  </a:lnTo>
                  <a:lnTo>
                    <a:pt x="1920" y="15977"/>
                  </a:lnTo>
                  <a:lnTo>
                    <a:pt x="1920" y="15977"/>
                  </a:lnTo>
                  <a:lnTo>
                    <a:pt x="2168" y="15378"/>
                  </a:lnTo>
                  <a:lnTo>
                    <a:pt x="2436" y="14780"/>
                  </a:lnTo>
                  <a:lnTo>
                    <a:pt x="2725" y="14181"/>
                  </a:lnTo>
                  <a:lnTo>
                    <a:pt x="3035" y="13603"/>
                  </a:lnTo>
                  <a:lnTo>
                    <a:pt x="3344" y="13025"/>
                  </a:lnTo>
                  <a:lnTo>
                    <a:pt x="3675" y="12468"/>
                  </a:lnTo>
                  <a:lnTo>
                    <a:pt x="4005" y="11911"/>
                  </a:lnTo>
                  <a:lnTo>
                    <a:pt x="4356" y="11374"/>
                  </a:lnTo>
                  <a:lnTo>
                    <a:pt x="4727" y="10858"/>
                  </a:lnTo>
                  <a:lnTo>
                    <a:pt x="5099" y="10342"/>
                  </a:lnTo>
                  <a:lnTo>
                    <a:pt x="5491" y="9826"/>
                  </a:lnTo>
                  <a:lnTo>
                    <a:pt x="5883" y="9331"/>
                  </a:lnTo>
                  <a:lnTo>
                    <a:pt x="6296" y="8856"/>
                  </a:lnTo>
                  <a:lnTo>
                    <a:pt x="6709" y="8381"/>
                  </a:lnTo>
                  <a:lnTo>
                    <a:pt x="7142" y="7927"/>
                  </a:lnTo>
                  <a:lnTo>
                    <a:pt x="7576" y="7473"/>
                  </a:lnTo>
                  <a:lnTo>
                    <a:pt x="8030" y="7039"/>
                  </a:lnTo>
                  <a:lnTo>
                    <a:pt x="8505" y="6627"/>
                  </a:lnTo>
                  <a:lnTo>
                    <a:pt x="8959" y="6214"/>
                  </a:lnTo>
                  <a:lnTo>
                    <a:pt x="9454" y="5801"/>
                  </a:lnTo>
                  <a:lnTo>
                    <a:pt x="9929" y="5409"/>
                  </a:lnTo>
                  <a:lnTo>
                    <a:pt x="10424" y="5037"/>
                  </a:lnTo>
                  <a:lnTo>
                    <a:pt x="10940" y="4686"/>
                  </a:lnTo>
                  <a:lnTo>
                    <a:pt x="11436" y="4335"/>
                  </a:lnTo>
                  <a:lnTo>
                    <a:pt x="11972" y="3985"/>
                  </a:lnTo>
                  <a:lnTo>
                    <a:pt x="12488" y="3675"/>
                  </a:lnTo>
                  <a:lnTo>
                    <a:pt x="13025" y="3365"/>
                  </a:lnTo>
                  <a:lnTo>
                    <a:pt x="13562" y="3056"/>
                  </a:lnTo>
                  <a:lnTo>
                    <a:pt x="14119" y="2767"/>
                  </a:lnTo>
                  <a:lnTo>
                    <a:pt x="14676" y="2498"/>
                  </a:lnTo>
                  <a:lnTo>
                    <a:pt x="15234" y="2251"/>
                  </a:lnTo>
                  <a:lnTo>
                    <a:pt x="15812" y="2003"/>
                  </a:lnTo>
                  <a:lnTo>
                    <a:pt x="16369" y="1755"/>
                  </a:lnTo>
                  <a:lnTo>
                    <a:pt x="16968" y="1549"/>
                  </a:lnTo>
                  <a:lnTo>
                    <a:pt x="17546" y="1342"/>
                  </a:lnTo>
                  <a:lnTo>
                    <a:pt x="18123" y="1157"/>
                  </a:lnTo>
                  <a:lnTo>
                    <a:pt x="18722" y="971"/>
                  </a:lnTo>
                  <a:lnTo>
                    <a:pt x="19321" y="806"/>
                  </a:lnTo>
                  <a:lnTo>
                    <a:pt x="19919" y="661"/>
                  </a:lnTo>
                  <a:lnTo>
                    <a:pt x="20538" y="537"/>
                  </a:lnTo>
                  <a:lnTo>
                    <a:pt x="21137" y="414"/>
                  </a:lnTo>
                  <a:lnTo>
                    <a:pt x="21756" y="310"/>
                  </a:lnTo>
                  <a:lnTo>
                    <a:pt x="22376" y="228"/>
                  </a:lnTo>
                  <a:lnTo>
                    <a:pt x="22995" y="145"/>
                  </a:lnTo>
                  <a:lnTo>
                    <a:pt x="23614" y="83"/>
                  </a:lnTo>
                  <a:lnTo>
                    <a:pt x="24233" y="42"/>
                  </a:lnTo>
                  <a:lnTo>
                    <a:pt x="24853" y="1"/>
                  </a:lnTo>
                  <a:lnTo>
                    <a:pt x="25492" y="1"/>
                  </a:lnTo>
                  <a:lnTo>
                    <a:pt x="26112" y="1"/>
                  </a:lnTo>
                  <a:lnTo>
                    <a:pt x="26752" y="21"/>
                  </a:lnTo>
                  <a:lnTo>
                    <a:pt x="27371" y="42"/>
                  </a:lnTo>
                  <a:lnTo>
                    <a:pt x="28011" y="83"/>
                  </a:lnTo>
                  <a:lnTo>
                    <a:pt x="28651" y="145"/>
                  </a:lnTo>
                  <a:lnTo>
                    <a:pt x="29270" y="228"/>
                  </a:lnTo>
                  <a:lnTo>
                    <a:pt x="29910" y="331"/>
                  </a:lnTo>
                  <a:lnTo>
                    <a:pt x="30549" y="434"/>
                  </a:lnTo>
                  <a:lnTo>
                    <a:pt x="31169" y="558"/>
                  </a:lnTo>
                  <a:lnTo>
                    <a:pt x="31809" y="703"/>
                  </a:lnTo>
                  <a:lnTo>
                    <a:pt x="32428" y="868"/>
                  </a:lnTo>
                  <a:lnTo>
                    <a:pt x="33068" y="1053"/>
                  </a:lnTo>
                  <a:lnTo>
                    <a:pt x="33687" y="1239"/>
                  </a:lnTo>
                  <a:lnTo>
                    <a:pt x="34306" y="1446"/>
                  </a:lnTo>
                  <a:lnTo>
                    <a:pt x="34925" y="1673"/>
                  </a:lnTo>
                  <a:lnTo>
                    <a:pt x="35545" y="1920"/>
                  </a:lnTo>
                  <a:lnTo>
                    <a:pt x="35545" y="1920"/>
                  </a:lnTo>
                  <a:lnTo>
                    <a:pt x="36164" y="2189"/>
                  </a:lnTo>
                  <a:lnTo>
                    <a:pt x="36763" y="2457"/>
                  </a:lnTo>
                  <a:lnTo>
                    <a:pt x="37361" y="2746"/>
                  </a:lnTo>
                  <a:lnTo>
                    <a:pt x="37939" y="3056"/>
                  </a:lnTo>
                  <a:lnTo>
                    <a:pt x="38517" y="3365"/>
                  </a:lnTo>
                  <a:lnTo>
                    <a:pt x="39074" y="3696"/>
                  </a:lnTo>
                  <a:lnTo>
                    <a:pt x="39632" y="4026"/>
                  </a:lnTo>
                  <a:lnTo>
                    <a:pt x="40168" y="4377"/>
                  </a:lnTo>
                  <a:lnTo>
                    <a:pt x="40705" y="4748"/>
                  </a:lnTo>
                  <a:lnTo>
                    <a:pt x="41221" y="5120"/>
                  </a:lnTo>
                  <a:lnTo>
                    <a:pt x="41716" y="5512"/>
                  </a:lnTo>
                  <a:lnTo>
                    <a:pt x="42212" y="5904"/>
                  </a:lnTo>
                  <a:lnTo>
                    <a:pt x="42707" y="6317"/>
                  </a:lnTo>
                  <a:lnTo>
                    <a:pt x="43182" y="6730"/>
                  </a:lnTo>
                  <a:lnTo>
                    <a:pt x="43636" y="7163"/>
                  </a:lnTo>
                  <a:lnTo>
                    <a:pt x="44090" y="7597"/>
                  </a:lnTo>
                  <a:lnTo>
                    <a:pt x="44524" y="8051"/>
                  </a:lnTo>
                  <a:lnTo>
                    <a:pt x="44957" y="8505"/>
                  </a:lnTo>
                  <a:lnTo>
                    <a:pt x="45370" y="8980"/>
                  </a:lnTo>
                  <a:lnTo>
                    <a:pt x="45762" y="9454"/>
                  </a:lnTo>
                  <a:lnTo>
                    <a:pt x="46154" y="9950"/>
                  </a:lnTo>
                  <a:lnTo>
                    <a:pt x="46526" y="10445"/>
                  </a:lnTo>
                  <a:lnTo>
                    <a:pt x="46897" y="10941"/>
                  </a:lnTo>
                  <a:lnTo>
                    <a:pt x="47248" y="11457"/>
                  </a:lnTo>
                  <a:lnTo>
                    <a:pt x="47579" y="11973"/>
                  </a:lnTo>
                  <a:lnTo>
                    <a:pt x="47909" y="12509"/>
                  </a:lnTo>
                  <a:lnTo>
                    <a:pt x="48218" y="13046"/>
                  </a:lnTo>
                  <a:lnTo>
                    <a:pt x="48528" y="13583"/>
                  </a:lnTo>
                  <a:lnTo>
                    <a:pt x="48817" y="14140"/>
                  </a:lnTo>
                  <a:lnTo>
                    <a:pt x="49085" y="14697"/>
                  </a:lnTo>
                  <a:lnTo>
                    <a:pt x="49354" y="15255"/>
                  </a:lnTo>
                  <a:lnTo>
                    <a:pt x="49581" y="15812"/>
                  </a:lnTo>
                  <a:lnTo>
                    <a:pt x="49828" y="16390"/>
                  </a:lnTo>
                  <a:lnTo>
                    <a:pt x="50035" y="16968"/>
                  </a:lnTo>
                  <a:lnTo>
                    <a:pt x="50241" y="17546"/>
                  </a:lnTo>
                  <a:lnTo>
                    <a:pt x="50448" y="18144"/>
                  </a:lnTo>
                  <a:lnTo>
                    <a:pt x="50613" y="18743"/>
                  </a:lnTo>
                  <a:lnTo>
                    <a:pt x="50778" y="19342"/>
                  </a:lnTo>
                  <a:lnTo>
                    <a:pt x="50922" y="19940"/>
                  </a:lnTo>
                  <a:lnTo>
                    <a:pt x="51067" y="20539"/>
                  </a:lnTo>
                  <a:lnTo>
                    <a:pt x="51191" y="21158"/>
                  </a:lnTo>
                  <a:lnTo>
                    <a:pt x="51294" y="21757"/>
                  </a:lnTo>
                  <a:lnTo>
                    <a:pt x="51377" y="22376"/>
                  </a:lnTo>
                  <a:lnTo>
                    <a:pt x="51459" y="22995"/>
                  </a:lnTo>
                  <a:lnTo>
                    <a:pt x="51521" y="23614"/>
                  </a:lnTo>
                  <a:lnTo>
                    <a:pt x="51562" y="24234"/>
                  </a:lnTo>
                  <a:lnTo>
                    <a:pt x="51604" y="24853"/>
                  </a:lnTo>
                  <a:lnTo>
                    <a:pt x="51604" y="25493"/>
                  </a:lnTo>
                  <a:lnTo>
                    <a:pt x="51604" y="26112"/>
                  </a:lnTo>
                  <a:lnTo>
                    <a:pt x="51604" y="26752"/>
                  </a:lnTo>
                  <a:lnTo>
                    <a:pt x="51562" y="27371"/>
                  </a:lnTo>
                  <a:lnTo>
                    <a:pt x="51521" y="28011"/>
                  </a:lnTo>
                  <a:lnTo>
                    <a:pt x="51459" y="28630"/>
                  </a:lnTo>
                  <a:lnTo>
                    <a:pt x="51377" y="29270"/>
                  </a:lnTo>
                  <a:lnTo>
                    <a:pt x="51294" y="29910"/>
                  </a:lnTo>
                  <a:lnTo>
                    <a:pt x="51170" y="30529"/>
                  </a:lnTo>
                  <a:lnTo>
                    <a:pt x="51046" y="31169"/>
                  </a:lnTo>
                  <a:lnTo>
                    <a:pt x="50902" y="31788"/>
                  </a:lnTo>
                  <a:lnTo>
                    <a:pt x="50737" y="32428"/>
                  </a:lnTo>
                  <a:lnTo>
                    <a:pt x="50572" y="33047"/>
                  </a:lnTo>
                  <a:lnTo>
                    <a:pt x="50365" y="33667"/>
                  </a:lnTo>
                  <a:lnTo>
                    <a:pt x="50159" y="34286"/>
                  </a:lnTo>
                  <a:lnTo>
                    <a:pt x="49932" y="34926"/>
                  </a:lnTo>
                  <a:lnTo>
                    <a:pt x="49684" y="355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1" name="Google Shape;741;p27">
              <a:extLst>
                <a:ext uri="{FF2B5EF4-FFF2-40B4-BE49-F238E27FC236}">
                  <a16:creationId xmlns:a16="http://schemas.microsoft.com/office/drawing/2014/main" id="{F8AF89C2-71BF-B91C-631D-7BD2765B2195}"/>
                </a:ext>
              </a:extLst>
            </p:cNvPr>
            <p:cNvSpPr/>
            <p:nvPr/>
          </p:nvSpPr>
          <p:spPr>
            <a:xfrm>
              <a:off x="2746425" y="978625"/>
              <a:ext cx="983600" cy="981500"/>
            </a:xfrm>
            <a:custGeom>
              <a:avLst/>
              <a:gdLst/>
              <a:ahLst/>
              <a:cxnLst/>
              <a:rect l="l" t="t" r="r" b="b"/>
              <a:pathLst>
                <a:path w="39344" h="39260" extrusionOk="0">
                  <a:moveTo>
                    <a:pt x="19424" y="0"/>
                  </a:moveTo>
                  <a:lnTo>
                    <a:pt x="18475" y="21"/>
                  </a:lnTo>
                  <a:lnTo>
                    <a:pt x="17525" y="103"/>
                  </a:lnTo>
                  <a:lnTo>
                    <a:pt x="16596" y="227"/>
                  </a:lnTo>
                  <a:lnTo>
                    <a:pt x="15647" y="413"/>
                  </a:lnTo>
                  <a:lnTo>
                    <a:pt x="14739" y="619"/>
                  </a:lnTo>
                  <a:lnTo>
                    <a:pt x="13831" y="867"/>
                  </a:lnTo>
                  <a:lnTo>
                    <a:pt x="12943" y="1177"/>
                  </a:lnTo>
                  <a:lnTo>
                    <a:pt x="12055" y="1528"/>
                  </a:lnTo>
                  <a:lnTo>
                    <a:pt x="11188" y="1899"/>
                  </a:lnTo>
                  <a:lnTo>
                    <a:pt x="10342" y="2333"/>
                  </a:lnTo>
                  <a:lnTo>
                    <a:pt x="9537" y="2787"/>
                  </a:lnTo>
                  <a:lnTo>
                    <a:pt x="8732" y="3303"/>
                  </a:lnTo>
                  <a:lnTo>
                    <a:pt x="7948" y="3839"/>
                  </a:lnTo>
                  <a:lnTo>
                    <a:pt x="7205" y="4417"/>
                  </a:lnTo>
                  <a:lnTo>
                    <a:pt x="6482" y="5037"/>
                  </a:lnTo>
                  <a:lnTo>
                    <a:pt x="5780" y="5697"/>
                  </a:lnTo>
                  <a:lnTo>
                    <a:pt x="5120" y="6378"/>
                  </a:lnTo>
                  <a:lnTo>
                    <a:pt x="4501" y="7121"/>
                  </a:lnTo>
                  <a:lnTo>
                    <a:pt x="3902" y="7885"/>
                  </a:lnTo>
                  <a:lnTo>
                    <a:pt x="3345" y="8670"/>
                  </a:lnTo>
                  <a:lnTo>
                    <a:pt x="3076" y="9082"/>
                  </a:lnTo>
                  <a:lnTo>
                    <a:pt x="2808" y="9495"/>
                  </a:lnTo>
                  <a:lnTo>
                    <a:pt x="2560" y="9929"/>
                  </a:lnTo>
                  <a:lnTo>
                    <a:pt x="2313" y="10362"/>
                  </a:lnTo>
                  <a:lnTo>
                    <a:pt x="2086" y="10796"/>
                  </a:lnTo>
                  <a:lnTo>
                    <a:pt x="1879" y="11250"/>
                  </a:lnTo>
                  <a:lnTo>
                    <a:pt x="1673" y="11724"/>
                  </a:lnTo>
                  <a:lnTo>
                    <a:pt x="1466" y="12179"/>
                  </a:lnTo>
                  <a:lnTo>
                    <a:pt x="1281" y="12653"/>
                  </a:lnTo>
                  <a:lnTo>
                    <a:pt x="1116" y="13128"/>
                  </a:lnTo>
                  <a:lnTo>
                    <a:pt x="950" y="13603"/>
                  </a:lnTo>
                  <a:lnTo>
                    <a:pt x="806" y="14078"/>
                  </a:lnTo>
                  <a:lnTo>
                    <a:pt x="661" y="14552"/>
                  </a:lnTo>
                  <a:lnTo>
                    <a:pt x="538" y="15027"/>
                  </a:lnTo>
                  <a:lnTo>
                    <a:pt x="434" y="15522"/>
                  </a:lnTo>
                  <a:lnTo>
                    <a:pt x="331" y="15997"/>
                  </a:lnTo>
                  <a:lnTo>
                    <a:pt x="187" y="16947"/>
                  </a:lnTo>
                  <a:lnTo>
                    <a:pt x="83" y="17917"/>
                  </a:lnTo>
                  <a:lnTo>
                    <a:pt x="22" y="18887"/>
                  </a:lnTo>
                  <a:lnTo>
                    <a:pt x="1" y="19836"/>
                  </a:lnTo>
                  <a:lnTo>
                    <a:pt x="42" y="20786"/>
                  </a:lnTo>
                  <a:lnTo>
                    <a:pt x="125" y="21735"/>
                  </a:lnTo>
                  <a:lnTo>
                    <a:pt x="249" y="22685"/>
                  </a:lnTo>
                  <a:lnTo>
                    <a:pt x="414" y="23614"/>
                  </a:lnTo>
                  <a:lnTo>
                    <a:pt x="641" y="24522"/>
                  </a:lnTo>
                  <a:lnTo>
                    <a:pt x="888" y="25430"/>
                  </a:lnTo>
                  <a:lnTo>
                    <a:pt x="1198" y="26338"/>
                  </a:lnTo>
                  <a:lnTo>
                    <a:pt x="1549" y="27205"/>
                  </a:lnTo>
                  <a:lnTo>
                    <a:pt x="1941" y="28072"/>
                  </a:lnTo>
                  <a:lnTo>
                    <a:pt x="2354" y="28898"/>
                  </a:lnTo>
                  <a:lnTo>
                    <a:pt x="2829" y="29724"/>
                  </a:lnTo>
                  <a:lnTo>
                    <a:pt x="3324" y="30529"/>
                  </a:lnTo>
                  <a:lnTo>
                    <a:pt x="3881" y="31292"/>
                  </a:lnTo>
                  <a:lnTo>
                    <a:pt x="4459" y="32056"/>
                  </a:lnTo>
                  <a:lnTo>
                    <a:pt x="5079" y="32779"/>
                  </a:lnTo>
                  <a:lnTo>
                    <a:pt x="5739" y="33460"/>
                  </a:lnTo>
                  <a:lnTo>
                    <a:pt x="6441" y="34120"/>
                  </a:lnTo>
                  <a:lnTo>
                    <a:pt x="7163" y="34760"/>
                  </a:lnTo>
                  <a:lnTo>
                    <a:pt x="7927" y="35359"/>
                  </a:lnTo>
                  <a:lnTo>
                    <a:pt x="8732" y="35916"/>
                  </a:lnTo>
                  <a:lnTo>
                    <a:pt x="9558" y="36453"/>
                  </a:lnTo>
                  <a:lnTo>
                    <a:pt x="9991" y="36700"/>
                  </a:lnTo>
                  <a:lnTo>
                    <a:pt x="10425" y="36927"/>
                  </a:lnTo>
                  <a:lnTo>
                    <a:pt x="10858" y="37175"/>
                  </a:lnTo>
                  <a:lnTo>
                    <a:pt x="11312" y="37382"/>
                  </a:lnTo>
                  <a:lnTo>
                    <a:pt x="11766" y="37588"/>
                  </a:lnTo>
                  <a:lnTo>
                    <a:pt x="12241" y="37794"/>
                  </a:lnTo>
                  <a:lnTo>
                    <a:pt x="12716" y="37980"/>
                  </a:lnTo>
                  <a:lnTo>
                    <a:pt x="13191" y="38145"/>
                  </a:lnTo>
                  <a:lnTo>
                    <a:pt x="13665" y="38310"/>
                  </a:lnTo>
                  <a:lnTo>
                    <a:pt x="14140" y="38455"/>
                  </a:lnTo>
                  <a:lnTo>
                    <a:pt x="14615" y="38599"/>
                  </a:lnTo>
                  <a:lnTo>
                    <a:pt x="15090" y="38723"/>
                  </a:lnTo>
                  <a:lnTo>
                    <a:pt x="16060" y="38930"/>
                  </a:lnTo>
                  <a:lnTo>
                    <a:pt x="17030" y="39074"/>
                  </a:lnTo>
                  <a:lnTo>
                    <a:pt x="17979" y="39198"/>
                  </a:lnTo>
                  <a:lnTo>
                    <a:pt x="18950" y="39260"/>
                  </a:lnTo>
                  <a:lnTo>
                    <a:pt x="19920" y="39260"/>
                  </a:lnTo>
                  <a:lnTo>
                    <a:pt x="20869" y="39239"/>
                  </a:lnTo>
                  <a:lnTo>
                    <a:pt x="21819" y="39157"/>
                  </a:lnTo>
                  <a:lnTo>
                    <a:pt x="22768" y="39033"/>
                  </a:lnTo>
                  <a:lnTo>
                    <a:pt x="23697" y="38847"/>
                  </a:lnTo>
                  <a:lnTo>
                    <a:pt x="24605" y="38641"/>
                  </a:lnTo>
                  <a:lnTo>
                    <a:pt x="25513" y="38393"/>
                  </a:lnTo>
                  <a:lnTo>
                    <a:pt x="26422" y="38083"/>
                  </a:lnTo>
                  <a:lnTo>
                    <a:pt x="27289" y="37732"/>
                  </a:lnTo>
                  <a:lnTo>
                    <a:pt x="28156" y="37361"/>
                  </a:lnTo>
                  <a:lnTo>
                    <a:pt x="29002" y="36927"/>
                  </a:lnTo>
                  <a:lnTo>
                    <a:pt x="29807" y="36473"/>
                  </a:lnTo>
                  <a:lnTo>
                    <a:pt x="30612" y="35957"/>
                  </a:lnTo>
                  <a:lnTo>
                    <a:pt x="31396" y="35421"/>
                  </a:lnTo>
                  <a:lnTo>
                    <a:pt x="32139" y="34843"/>
                  </a:lnTo>
                  <a:lnTo>
                    <a:pt x="32862" y="34223"/>
                  </a:lnTo>
                  <a:lnTo>
                    <a:pt x="33564" y="33563"/>
                  </a:lnTo>
                  <a:lnTo>
                    <a:pt x="34224" y="32861"/>
                  </a:lnTo>
                  <a:lnTo>
                    <a:pt x="34843" y="32139"/>
                  </a:lnTo>
                  <a:lnTo>
                    <a:pt x="35442" y="31375"/>
                  </a:lnTo>
                  <a:lnTo>
                    <a:pt x="36020" y="30591"/>
                  </a:lnTo>
                  <a:lnTo>
                    <a:pt x="36288" y="30178"/>
                  </a:lnTo>
                  <a:lnTo>
                    <a:pt x="36536" y="29765"/>
                  </a:lnTo>
                  <a:lnTo>
                    <a:pt x="36784" y="29331"/>
                  </a:lnTo>
                  <a:lnTo>
                    <a:pt x="37031" y="28898"/>
                  </a:lnTo>
                  <a:lnTo>
                    <a:pt x="37258" y="28444"/>
                  </a:lnTo>
                  <a:lnTo>
                    <a:pt x="37465" y="28010"/>
                  </a:lnTo>
                  <a:lnTo>
                    <a:pt x="37671" y="27536"/>
                  </a:lnTo>
                  <a:lnTo>
                    <a:pt x="37878" y="27082"/>
                  </a:lnTo>
                  <a:lnTo>
                    <a:pt x="38063" y="26607"/>
                  </a:lnTo>
                  <a:lnTo>
                    <a:pt x="38228" y="26132"/>
                  </a:lnTo>
                  <a:lnTo>
                    <a:pt x="38394" y="25657"/>
                  </a:lnTo>
                  <a:lnTo>
                    <a:pt x="38538" y="25183"/>
                  </a:lnTo>
                  <a:lnTo>
                    <a:pt x="38683" y="24708"/>
                  </a:lnTo>
                  <a:lnTo>
                    <a:pt x="38806" y="24233"/>
                  </a:lnTo>
                  <a:lnTo>
                    <a:pt x="38910" y="23738"/>
                  </a:lnTo>
                  <a:lnTo>
                    <a:pt x="39013" y="23263"/>
                  </a:lnTo>
                  <a:lnTo>
                    <a:pt x="39157" y="22313"/>
                  </a:lnTo>
                  <a:lnTo>
                    <a:pt x="39261" y="21343"/>
                  </a:lnTo>
                  <a:lnTo>
                    <a:pt x="39322" y="20373"/>
                  </a:lnTo>
                  <a:lnTo>
                    <a:pt x="39343" y="19424"/>
                  </a:lnTo>
                  <a:lnTo>
                    <a:pt x="39302" y="18474"/>
                  </a:lnTo>
                  <a:lnTo>
                    <a:pt x="39219" y="17525"/>
                  </a:lnTo>
                  <a:lnTo>
                    <a:pt x="39095" y="16575"/>
                  </a:lnTo>
                  <a:lnTo>
                    <a:pt x="38930" y="15646"/>
                  </a:lnTo>
                  <a:lnTo>
                    <a:pt x="38703" y="14738"/>
                  </a:lnTo>
                  <a:lnTo>
                    <a:pt x="38456" y="13830"/>
                  </a:lnTo>
                  <a:lnTo>
                    <a:pt x="38146" y="12922"/>
                  </a:lnTo>
                  <a:lnTo>
                    <a:pt x="37795" y="12055"/>
                  </a:lnTo>
                  <a:lnTo>
                    <a:pt x="37423" y="11188"/>
                  </a:lnTo>
                  <a:lnTo>
                    <a:pt x="36990" y="10341"/>
                  </a:lnTo>
                  <a:lnTo>
                    <a:pt x="36515" y="9536"/>
                  </a:lnTo>
                  <a:lnTo>
                    <a:pt x="36020" y="8731"/>
                  </a:lnTo>
                  <a:lnTo>
                    <a:pt x="35463" y="7968"/>
                  </a:lnTo>
                  <a:lnTo>
                    <a:pt x="34885" y="7204"/>
                  </a:lnTo>
                  <a:lnTo>
                    <a:pt x="34265" y="6482"/>
                  </a:lnTo>
                  <a:lnTo>
                    <a:pt x="33605" y="5800"/>
                  </a:lnTo>
                  <a:lnTo>
                    <a:pt x="32903" y="5119"/>
                  </a:lnTo>
                  <a:lnTo>
                    <a:pt x="32181" y="4500"/>
                  </a:lnTo>
                  <a:lnTo>
                    <a:pt x="31417" y="3901"/>
                  </a:lnTo>
                  <a:lnTo>
                    <a:pt x="30612" y="3344"/>
                  </a:lnTo>
                  <a:lnTo>
                    <a:pt x="29786" y="2807"/>
                  </a:lnTo>
                  <a:lnTo>
                    <a:pt x="29353" y="2560"/>
                  </a:lnTo>
                  <a:lnTo>
                    <a:pt x="28919" y="2312"/>
                  </a:lnTo>
                  <a:lnTo>
                    <a:pt x="28486" y="2085"/>
                  </a:lnTo>
                  <a:lnTo>
                    <a:pt x="28032" y="1879"/>
                  </a:lnTo>
                  <a:lnTo>
                    <a:pt x="27578" y="1672"/>
                  </a:lnTo>
                  <a:lnTo>
                    <a:pt x="27103" y="1466"/>
                  </a:lnTo>
                  <a:lnTo>
                    <a:pt x="26628" y="1280"/>
                  </a:lnTo>
                  <a:lnTo>
                    <a:pt x="26153" y="1115"/>
                  </a:lnTo>
                  <a:lnTo>
                    <a:pt x="25679" y="950"/>
                  </a:lnTo>
                  <a:lnTo>
                    <a:pt x="25204" y="805"/>
                  </a:lnTo>
                  <a:lnTo>
                    <a:pt x="24729" y="661"/>
                  </a:lnTo>
                  <a:lnTo>
                    <a:pt x="24254" y="537"/>
                  </a:lnTo>
                  <a:lnTo>
                    <a:pt x="23284" y="330"/>
                  </a:lnTo>
                  <a:lnTo>
                    <a:pt x="22314" y="186"/>
                  </a:lnTo>
                  <a:lnTo>
                    <a:pt x="21365" y="62"/>
                  </a:lnTo>
                  <a:lnTo>
                    <a:pt x="203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2" name="Google Shape;742;p27">
              <a:extLst>
                <a:ext uri="{FF2B5EF4-FFF2-40B4-BE49-F238E27FC236}">
                  <a16:creationId xmlns:a16="http://schemas.microsoft.com/office/drawing/2014/main" id="{9FEB36D2-866A-6C2F-F724-0D841C5B17C3}"/>
                </a:ext>
              </a:extLst>
            </p:cNvPr>
            <p:cNvSpPr/>
            <p:nvPr/>
          </p:nvSpPr>
          <p:spPr>
            <a:xfrm>
              <a:off x="2746425" y="978625"/>
              <a:ext cx="983600" cy="981500"/>
            </a:xfrm>
            <a:custGeom>
              <a:avLst/>
              <a:gdLst/>
              <a:ahLst/>
              <a:cxnLst/>
              <a:rect l="l" t="t" r="r" b="b"/>
              <a:pathLst>
                <a:path w="39344" h="39260" fill="none" extrusionOk="0">
                  <a:moveTo>
                    <a:pt x="37878" y="27082"/>
                  </a:moveTo>
                  <a:lnTo>
                    <a:pt x="37878" y="27082"/>
                  </a:lnTo>
                  <a:lnTo>
                    <a:pt x="37671" y="27536"/>
                  </a:lnTo>
                  <a:lnTo>
                    <a:pt x="37465" y="28010"/>
                  </a:lnTo>
                  <a:lnTo>
                    <a:pt x="37258" y="28444"/>
                  </a:lnTo>
                  <a:lnTo>
                    <a:pt x="37031" y="28898"/>
                  </a:lnTo>
                  <a:lnTo>
                    <a:pt x="36784" y="29331"/>
                  </a:lnTo>
                  <a:lnTo>
                    <a:pt x="36536" y="29765"/>
                  </a:lnTo>
                  <a:lnTo>
                    <a:pt x="36288" y="30178"/>
                  </a:lnTo>
                  <a:lnTo>
                    <a:pt x="36020" y="30591"/>
                  </a:lnTo>
                  <a:lnTo>
                    <a:pt x="35442" y="31375"/>
                  </a:lnTo>
                  <a:lnTo>
                    <a:pt x="34843" y="32139"/>
                  </a:lnTo>
                  <a:lnTo>
                    <a:pt x="34224" y="32861"/>
                  </a:lnTo>
                  <a:lnTo>
                    <a:pt x="33564" y="33563"/>
                  </a:lnTo>
                  <a:lnTo>
                    <a:pt x="32862" y="34223"/>
                  </a:lnTo>
                  <a:lnTo>
                    <a:pt x="32139" y="34843"/>
                  </a:lnTo>
                  <a:lnTo>
                    <a:pt x="31396" y="35421"/>
                  </a:lnTo>
                  <a:lnTo>
                    <a:pt x="30612" y="35957"/>
                  </a:lnTo>
                  <a:lnTo>
                    <a:pt x="29807" y="36473"/>
                  </a:lnTo>
                  <a:lnTo>
                    <a:pt x="29002" y="36927"/>
                  </a:lnTo>
                  <a:lnTo>
                    <a:pt x="28156" y="37361"/>
                  </a:lnTo>
                  <a:lnTo>
                    <a:pt x="27289" y="37732"/>
                  </a:lnTo>
                  <a:lnTo>
                    <a:pt x="26422" y="38083"/>
                  </a:lnTo>
                  <a:lnTo>
                    <a:pt x="25513" y="38393"/>
                  </a:lnTo>
                  <a:lnTo>
                    <a:pt x="24605" y="38641"/>
                  </a:lnTo>
                  <a:lnTo>
                    <a:pt x="23697" y="38847"/>
                  </a:lnTo>
                  <a:lnTo>
                    <a:pt x="22768" y="39033"/>
                  </a:lnTo>
                  <a:lnTo>
                    <a:pt x="21819" y="39157"/>
                  </a:lnTo>
                  <a:lnTo>
                    <a:pt x="20869" y="39239"/>
                  </a:lnTo>
                  <a:lnTo>
                    <a:pt x="19920" y="39260"/>
                  </a:lnTo>
                  <a:lnTo>
                    <a:pt x="18950" y="39260"/>
                  </a:lnTo>
                  <a:lnTo>
                    <a:pt x="17979" y="39198"/>
                  </a:lnTo>
                  <a:lnTo>
                    <a:pt x="17030" y="39074"/>
                  </a:lnTo>
                  <a:lnTo>
                    <a:pt x="16060" y="38930"/>
                  </a:lnTo>
                  <a:lnTo>
                    <a:pt x="15090" y="38723"/>
                  </a:lnTo>
                  <a:lnTo>
                    <a:pt x="14615" y="38599"/>
                  </a:lnTo>
                  <a:lnTo>
                    <a:pt x="14140" y="38455"/>
                  </a:lnTo>
                  <a:lnTo>
                    <a:pt x="13665" y="38310"/>
                  </a:lnTo>
                  <a:lnTo>
                    <a:pt x="13191" y="38145"/>
                  </a:lnTo>
                  <a:lnTo>
                    <a:pt x="12716" y="37980"/>
                  </a:lnTo>
                  <a:lnTo>
                    <a:pt x="12241" y="37794"/>
                  </a:lnTo>
                  <a:lnTo>
                    <a:pt x="12241" y="37794"/>
                  </a:lnTo>
                  <a:lnTo>
                    <a:pt x="11766" y="37588"/>
                  </a:lnTo>
                  <a:lnTo>
                    <a:pt x="11312" y="37382"/>
                  </a:lnTo>
                  <a:lnTo>
                    <a:pt x="10858" y="37175"/>
                  </a:lnTo>
                  <a:lnTo>
                    <a:pt x="10425" y="36927"/>
                  </a:lnTo>
                  <a:lnTo>
                    <a:pt x="9991" y="36700"/>
                  </a:lnTo>
                  <a:lnTo>
                    <a:pt x="9558" y="36453"/>
                  </a:lnTo>
                  <a:lnTo>
                    <a:pt x="8732" y="35916"/>
                  </a:lnTo>
                  <a:lnTo>
                    <a:pt x="7927" y="35359"/>
                  </a:lnTo>
                  <a:lnTo>
                    <a:pt x="7163" y="34760"/>
                  </a:lnTo>
                  <a:lnTo>
                    <a:pt x="6441" y="34120"/>
                  </a:lnTo>
                  <a:lnTo>
                    <a:pt x="5739" y="33460"/>
                  </a:lnTo>
                  <a:lnTo>
                    <a:pt x="5079" y="32779"/>
                  </a:lnTo>
                  <a:lnTo>
                    <a:pt x="4459" y="32056"/>
                  </a:lnTo>
                  <a:lnTo>
                    <a:pt x="3881" y="31292"/>
                  </a:lnTo>
                  <a:lnTo>
                    <a:pt x="3324" y="30529"/>
                  </a:lnTo>
                  <a:lnTo>
                    <a:pt x="2829" y="29724"/>
                  </a:lnTo>
                  <a:lnTo>
                    <a:pt x="2354" y="28898"/>
                  </a:lnTo>
                  <a:lnTo>
                    <a:pt x="1941" y="28072"/>
                  </a:lnTo>
                  <a:lnTo>
                    <a:pt x="1549" y="27205"/>
                  </a:lnTo>
                  <a:lnTo>
                    <a:pt x="1198" y="26338"/>
                  </a:lnTo>
                  <a:lnTo>
                    <a:pt x="888" y="25430"/>
                  </a:lnTo>
                  <a:lnTo>
                    <a:pt x="641" y="24522"/>
                  </a:lnTo>
                  <a:lnTo>
                    <a:pt x="414" y="23614"/>
                  </a:lnTo>
                  <a:lnTo>
                    <a:pt x="249" y="22685"/>
                  </a:lnTo>
                  <a:lnTo>
                    <a:pt x="125" y="21735"/>
                  </a:lnTo>
                  <a:lnTo>
                    <a:pt x="42" y="20786"/>
                  </a:lnTo>
                  <a:lnTo>
                    <a:pt x="1" y="19836"/>
                  </a:lnTo>
                  <a:lnTo>
                    <a:pt x="22" y="18887"/>
                  </a:lnTo>
                  <a:lnTo>
                    <a:pt x="83" y="17917"/>
                  </a:lnTo>
                  <a:lnTo>
                    <a:pt x="187" y="16947"/>
                  </a:lnTo>
                  <a:lnTo>
                    <a:pt x="331" y="15997"/>
                  </a:lnTo>
                  <a:lnTo>
                    <a:pt x="434" y="15522"/>
                  </a:lnTo>
                  <a:lnTo>
                    <a:pt x="538" y="15027"/>
                  </a:lnTo>
                  <a:lnTo>
                    <a:pt x="661" y="14552"/>
                  </a:lnTo>
                  <a:lnTo>
                    <a:pt x="806" y="14078"/>
                  </a:lnTo>
                  <a:lnTo>
                    <a:pt x="950" y="13603"/>
                  </a:lnTo>
                  <a:lnTo>
                    <a:pt x="1116" y="13128"/>
                  </a:lnTo>
                  <a:lnTo>
                    <a:pt x="1281" y="12653"/>
                  </a:lnTo>
                  <a:lnTo>
                    <a:pt x="1466" y="12179"/>
                  </a:lnTo>
                  <a:lnTo>
                    <a:pt x="1466" y="12179"/>
                  </a:lnTo>
                  <a:lnTo>
                    <a:pt x="1673" y="11724"/>
                  </a:lnTo>
                  <a:lnTo>
                    <a:pt x="1879" y="11250"/>
                  </a:lnTo>
                  <a:lnTo>
                    <a:pt x="2086" y="10796"/>
                  </a:lnTo>
                  <a:lnTo>
                    <a:pt x="2313" y="10362"/>
                  </a:lnTo>
                  <a:lnTo>
                    <a:pt x="2560" y="9929"/>
                  </a:lnTo>
                  <a:lnTo>
                    <a:pt x="2808" y="9495"/>
                  </a:lnTo>
                  <a:lnTo>
                    <a:pt x="3076" y="9082"/>
                  </a:lnTo>
                  <a:lnTo>
                    <a:pt x="3345" y="8670"/>
                  </a:lnTo>
                  <a:lnTo>
                    <a:pt x="3902" y="7885"/>
                  </a:lnTo>
                  <a:lnTo>
                    <a:pt x="4501" y="7121"/>
                  </a:lnTo>
                  <a:lnTo>
                    <a:pt x="5120" y="6378"/>
                  </a:lnTo>
                  <a:lnTo>
                    <a:pt x="5780" y="5697"/>
                  </a:lnTo>
                  <a:lnTo>
                    <a:pt x="6482" y="5037"/>
                  </a:lnTo>
                  <a:lnTo>
                    <a:pt x="7205" y="4417"/>
                  </a:lnTo>
                  <a:lnTo>
                    <a:pt x="7948" y="3839"/>
                  </a:lnTo>
                  <a:lnTo>
                    <a:pt x="8732" y="3303"/>
                  </a:lnTo>
                  <a:lnTo>
                    <a:pt x="9537" y="2787"/>
                  </a:lnTo>
                  <a:lnTo>
                    <a:pt x="10342" y="2333"/>
                  </a:lnTo>
                  <a:lnTo>
                    <a:pt x="11188" y="1899"/>
                  </a:lnTo>
                  <a:lnTo>
                    <a:pt x="12055" y="1528"/>
                  </a:lnTo>
                  <a:lnTo>
                    <a:pt x="12943" y="1177"/>
                  </a:lnTo>
                  <a:lnTo>
                    <a:pt x="13831" y="867"/>
                  </a:lnTo>
                  <a:lnTo>
                    <a:pt x="14739" y="619"/>
                  </a:lnTo>
                  <a:lnTo>
                    <a:pt x="15647" y="413"/>
                  </a:lnTo>
                  <a:lnTo>
                    <a:pt x="16596" y="227"/>
                  </a:lnTo>
                  <a:lnTo>
                    <a:pt x="17525" y="103"/>
                  </a:lnTo>
                  <a:lnTo>
                    <a:pt x="18475" y="21"/>
                  </a:lnTo>
                  <a:lnTo>
                    <a:pt x="19424" y="0"/>
                  </a:lnTo>
                  <a:lnTo>
                    <a:pt x="20394" y="0"/>
                  </a:lnTo>
                  <a:lnTo>
                    <a:pt x="21365" y="62"/>
                  </a:lnTo>
                  <a:lnTo>
                    <a:pt x="22314" y="186"/>
                  </a:lnTo>
                  <a:lnTo>
                    <a:pt x="23284" y="330"/>
                  </a:lnTo>
                  <a:lnTo>
                    <a:pt x="24254" y="537"/>
                  </a:lnTo>
                  <a:lnTo>
                    <a:pt x="24729" y="661"/>
                  </a:lnTo>
                  <a:lnTo>
                    <a:pt x="25204" y="805"/>
                  </a:lnTo>
                  <a:lnTo>
                    <a:pt x="25679" y="950"/>
                  </a:lnTo>
                  <a:lnTo>
                    <a:pt x="26153" y="1115"/>
                  </a:lnTo>
                  <a:lnTo>
                    <a:pt x="26628" y="1280"/>
                  </a:lnTo>
                  <a:lnTo>
                    <a:pt x="27103" y="1466"/>
                  </a:lnTo>
                  <a:lnTo>
                    <a:pt x="27103" y="1466"/>
                  </a:lnTo>
                  <a:lnTo>
                    <a:pt x="27578" y="1672"/>
                  </a:lnTo>
                  <a:lnTo>
                    <a:pt x="28032" y="1879"/>
                  </a:lnTo>
                  <a:lnTo>
                    <a:pt x="28486" y="2085"/>
                  </a:lnTo>
                  <a:lnTo>
                    <a:pt x="28919" y="2312"/>
                  </a:lnTo>
                  <a:lnTo>
                    <a:pt x="29353" y="2560"/>
                  </a:lnTo>
                  <a:lnTo>
                    <a:pt x="29786" y="2807"/>
                  </a:lnTo>
                  <a:lnTo>
                    <a:pt x="30612" y="3344"/>
                  </a:lnTo>
                  <a:lnTo>
                    <a:pt x="31417" y="3901"/>
                  </a:lnTo>
                  <a:lnTo>
                    <a:pt x="32181" y="4500"/>
                  </a:lnTo>
                  <a:lnTo>
                    <a:pt x="32903" y="5119"/>
                  </a:lnTo>
                  <a:lnTo>
                    <a:pt x="33605" y="5800"/>
                  </a:lnTo>
                  <a:lnTo>
                    <a:pt x="34265" y="6482"/>
                  </a:lnTo>
                  <a:lnTo>
                    <a:pt x="34885" y="7204"/>
                  </a:lnTo>
                  <a:lnTo>
                    <a:pt x="35463" y="7968"/>
                  </a:lnTo>
                  <a:lnTo>
                    <a:pt x="36020" y="8731"/>
                  </a:lnTo>
                  <a:lnTo>
                    <a:pt x="36515" y="9536"/>
                  </a:lnTo>
                  <a:lnTo>
                    <a:pt x="36990" y="10341"/>
                  </a:lnTo>
                  <a:lnTo>
                    <a:pt x="37423" y="11188"/>
                  </a:lnTo>
                  <a:lnTo>
                    <a:pt x="37795" y="12055"/>
                  </a:lnTo>
                  <a:lnTo>
                    <a:pt x="38146" y="12922"/>
                  </a:lnTo>
                  <a:lnTo>
                    <a:pt x="38456" y="13830"/>
                  </a:lnTo>
                  <a:lnTo>
                    <a:pt x="38703" y="14738"/>
                  </a:lnTo>
                  <a:lnTo>
                    <a:pt x="38930" y="15646"/>
                  </a:lnTo>
                  <a:lnTo>
                    <a:pt x="39095" y="16575"/>
                  </a:lnTo>
                  <a:lnTo>
                    <a:pt x="39219" y="17525"/>
                  </a:lnTo>
                  <a:lnTo>
                    <a:pt x="39302" y="18474"/>
                  </a:lnTo>
                  <a:lnTo>
                    <a:pt x="39343" y="19424"/>
                  </a:lnTo>
                  <a:lnTo>
                    <a:pt x="39322" y="20373"/>
                  </a:lnTo>
                  <a:lnTo>
                    <a:pt x="39261" y="21343"/>
                  </a:lnTo>
                  <a:lnTo>
                    <a:pt x="39157" y="22313"/>
                  </a:lnTo>
                  <a:lnTo>
                    <a:pt x="39013" y="23263"/>
                  </a:lnTo>
                  <a:lnTo>
                    <a:pt x="38910" y="23738"/>
                  </a:lnTo>
                  <a:lnTo>
                    <a:pt x="38806" y="24233"/>
                  </a:lnTo>
                  <a:lnTo>
                    <a:pt x="38683" y="24708"/>
                  </a:lnTo>
                  <a:lnTo>
                    <a:pt x="38538" y="25183"/>
                  </a:lnTo>
                  <a:lnTo>
                    <a:pt x="38394" y="25657"/>
                  </a:lnTo>
                  <a:lnTo>
                    <a:pt x="38228" y="26132"/>
                  </a:lnTo>
                  <a:lnTo>
                    <a:pt x="38063" y="26607"/>
                  </a:lnTo>
                  <a:lnTo>
                    <a:pt x="37878" y="2708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3" name="Google Shape;743;p27">
              <a:extLst>
                <a:ext uri="{FF2B5EF4-FFF2-40B4-BE49-F238E27FC236}">
                  <a16:creationId xmlns:a16="http://schemas.microsoft.com/office/drawing/2014/main" id="{9F9EA1AA-123C-D8F0-9FE4-B9F0A17DE6D8}"/>
                </a:ext>
              </a:extLst>
            </p:cNvPr>
            <p:cNvSpPr/>
            <p:nvPr/>
          </p:nvSpPr>
          <p:spPr>
            <a:xfrm>
              <a:off x="2741275" y="973975"/>
              <a:ext cx="990800" cy="989775"/>
            </a:xfrm>
            <a:custGeom>
              <a:avLst/>
              <a:gdLst/>
              <a:ahLst/>
              <a:cxnLst/>
              <a:rect l="l" t="t" r="r" b="b"/>
              <a:pathLst>
                <a:path w="39632" h="39591" extrusionOk="0">
                  <a:moveTo>
                    <a:pt x="19981" y="0"/>
                  </a:moveTo>
                  <a:lnTo>
                    <a:pt x="19259" y="21"/>
                  </a:lnTo>
                  <a:lnTo>
                    <a:pt x="17855" y="104"/>
                  </a:lnTo>
                  <a:lnTo>
                    <a:pt x="17133" y="186"/>
                  </a:lnTo>
                  <a:lnTo>
                    <a:pt x="16431" y="310"/>
                  </a:lnTo>
                  <a:lnTo>
                    <a:pt x="16059" y="351"/>
                  </a:lnTo>
                  <a:lnTo>
                    <a:pt x="15708" y="434"/>
                  </a:lnTo>
                  <a:lnTo>
                    <a:pt x="15007" y="599"/>
                  </a:lnTo>
                  <a:lnTo>
                    <a:pt x="14635" y="702"/>
                  </a:lnTo>
                  <a:lnTo>
                    <a:pt x="14284" y="785"/>
                  </a:lnTo>
                  <a:lnTo>
                    <a:pt x="13582" y="1012"/>
                  </a:lnTo>
                  <a:lnTo>
                    <a:pt x="12199" y="1528"/>
                  </a:lnTo>
                  <a:lnTo>
                    <a:pt x="11518" y="1838"/>
                  </a:lnTo>
                  <a:lnTo>
                    <a:pt x="10837" y="2168"/>
                  </a:lnTo>
                  <a:lnTo>
                    <a:pt x="10156" y="2519"/>
                  </a:lnTo>
                  <a:lnTo>
                    <a:pt x="9846" y="2704"/>
                  </a:lnTo>
                  <a:lnTo>
                    <a:pt x="9516" y="2911"/>
                  </a:lnTo>
                  <a:lnTo>
                    <a:pt x="8876" y="3324"/>
                  </a:lnTo>
                  <a:lnTo>
                    <a:pt x="8236" y="3736"/>
                  </a:lnTo>
                  <a:lnTo>
                    <a:pt x="7617" y="4211"/>
                  </a:lnTo>
                  <a:lnTo>
                    <a:pt x="7019" y="4686"/>
                  </a:lnTo>
                  <a:lnTo>
                    <a:pt x="6441" y="5202"/>
                  </a:lnTo>
                  <a:lnTo>
                    <a:pt x="5863" y="5718"/>
                  </a:lnTo>
                  <a:lnTo>
                    <a:pt x="5326" y="6296"/>
                  </a:lnTo>
                  <a:lnTo>
                    <a:pt x="4810" y="6874"/>
                  </a:lnTo>
                  <a:lnTo>
                    <a:pt x="4315" y="7493"/>
                  </a:lnTo>
                  <a:lnTo>
                    <a:pt x="3840" y="8112"/>
                  </a:lnTo>
                  <a:lnTo>
                    <a:pt x="3386" y="8773"/>
                  </a:lnTo>
                  <a:lnTo>
                    <a:pt x="2952" y="9433"/>
                  </a:lnTo>
                  <a:lnTo>
                    <a:pt x="2539" y="10135"/>
                  </a:lnTo>
                  <a:lnTo>
                    <a:pt x="2168" y="10837"/>
                  </a:lnTo>
                  <a:lnTo>
                    <a:pt x="1817" y="11560"/>
                  </a:lnTo>
                  <a:lnTo>
                    <a:pt x="1487" y="12282"/>
                  </a:lnTo>
                  <a:lnTo>
                    <a:pt x="1198" y="13046"/>
                  </a:lnTo>
                  <a:lnTo>
                    <a:pt x="950" y="13809"/>
                  </a:lnTo>
                  <a:lnTo>
                    <a:pt x="723" y="14573"/>
                  </a:lnTo>
                  <a:lnTo>
                    <a:pt x="537" y="15358"/>
                  </a:lnTo>
                  <a:lnTo>
                    <a:pt x="372" y="16121"/>
                  </a:lnTo>
                  <a:lnTo>
                    <a:pt x="228" y="16906"/>
                  </a:lnTo>
                  <a:lnTo>
                    <a:pt x="145" y="17690"/>
                  </a:lnTo>
                  <a:lnTo>
                    <a:pt x="62" y="18474"/>
                  </a:lnTo>
                  <a:lnTo>
                    <a:pt x="21" y="19259"/>
                  </a:lnTo>
                  <a:lnTo>
                    <a:pt x="0" y="20043"/>
                  </a:lnTo>
                  <a:lnTo>
                    <a:pt x="42" y="20827"/>
                  </a:lnTo>
                  <a:lnTo>
                    <a:pt x="104" y="21591"/>
                  </a:lnTo>
                  <a:lnTo>
                    <a:pt x="186" y="22355"/>
                  </a:lnTo>
                  <a:lnTo>
                    <a:pt x="310" y="23119"/>
                  </a:lnTo>
                  <a:lnTo>
                    <a:pt x="455" y="23862"/>
                  </a:lnTo>
                  <a:lnTo>
                    <a:pt x="640" y="24605"/>
                  </a:lnTo>
                  <a:lnTo>
                    <a:pt x="723" y="24976"/>
                  </a:lnTo>
                  <a:lnTo>
                    <a:pt x="826" y="25348"/>
                  </a:lnTo>
                  <a:lnTo>
                    <a:pt x="1053" y="26070"/>
                  </a:lnTo>
                  <a:lnTo>
                    <a:pt x="1301" y="26772"/>
                  </a:lnTo>
                  <a:lnTo>
                    <a:pt x="1569" y="27474"/>
                  </a:lnTo>
                  <a:lnTo>
                    <a:pt x="2209" y="28816"/>
                  </a:lnTo>
                  <a:lnTo>
                    <a:pt x="2560" y="29476"/>
                  </a:lnTo>
                  <a:lnTo>
                    <a:pt x="2746" y="29786"/>
                  </a:lnTo>
                  <a:lnTo>
                    <a:pt x="2932" y="30095"/>
                  </a:lnTo>
                  <a:lnTo>
                    <a:pt x="3117" y="30405"/>
                  </a:lnTo>
                  <a:lnTo>
                    <a:pt x="3324" y="30715"/>
                  </a:lnTo>
                  <a:lnTo>
                    <a:pt x="3737" y="31313"/>
                  </a:lnTo>
                  <a:lnTo>
                    <a:pt x="4603" y="32448"/>
                  </a:lnTo>
                  <a:lnTo>
                    <a:pt x="5553" y="33501"/>
                  </a:lnTo>
                  <a:lnTo>
                    <a:pt x="6048" y="34017"/>
                  </a:lnTo>
                  <a:lnTo>
                    <a:pt x="6317" y="34244"/>
                  </a:lnTo>
                  <a:lnTo>
                    <a:pt x="6585" y="34492"/>
                  </a:lnTo>
                  <a:lnTo>
                    <a:pt x="7101" y="34946"/>
                  </a:lnTo>
                  <a:lnTo>
                    <a:pt x="7638" y="35380"/>
                  </a:lnTo>
                  <a:lnTo>
                    <a:pt x="8174" y="35813"/>
                  </a:lnTo>
                  <a:lnTo>
                    <a:pt x="8732" y="36205"/>
                  </a:lnTo>
                  <a:lnTo>
                    <a:pt x="9310" y="36556"/>
                  </a:lnTo>
                  <a:lnTo>
                    <a:pt x="9888" y="36907"/>
                  </a:lnTo>
                  <a:lnTo>
                    <a:pt x="10466" y="37237"/>
                  </a:lnTo>
                  <a:lnTo>
                    <a:pt x="11064" y="37526"/>
                  </a:lnTo>
                  <a:lnTo>
                    <a:pt x="11663" y="37815"/>
                  </a:lnTo>
                  <a:lnTo>
                    <a:pt x="12261" y="38063"/>
                  </a:lnTo>
                  <a:lnTo>
                    <a:pt x="12860" y="38311"/>
                  </a:lnTo>
                  <a:lnTo>
                    <a:pt x="13479" y="38517"/>
                  </a:lnTo>
                  <a:lnTo>
                    <a:pt x="14078" y="38723"/>
                  </a:lnTo>
                  <a:lnTo>
                    <a:pt x="14697" y="38909"/>
                  </a:lnTo>
                  <a:lnTo>
                    <a:pt x="15296" y="39054"/>
                  </a:lnTo>
                  <a:lnTo>
                    <a:pt x="15894" y="39198"/>
                  </a:lnTo>
                  <a:lnTo>
                    <a:pt x="16513" y="39322"/>
                  </a:lnTo>
                  <a:lnTo>
                    <a:pt x="17112" y="39405"/>
                  </a:lnTo>
                  <a:lnTo>
                    <a:pt x="17711" y="39487"/>
                  </a:lnTo>
                  <a:lnTo>
                    <a:pt x="18309" y="39549"/>
                  </a:lnTo>
                  <a:lnTo>
                    <a:pt x="18908" y="39590"/>
                  </a:lnTo>
                  <a:lnTo>
                    <a:pt x="20662" y="39590"/>
                  </a:lnTo>
                  <a:lnTo>
                    <a:pt x="21240" y="39549"/>
                  </a:lnTo>
                  <a:lnTo>
                    <a:pt x="21798" y="39487"/>
                  </a:lnTo>
                  <a:lnTo>
                    <a:pt x="22355" y="39425"/>
                  </a:lnTo>
                  <a:lnTo>
                    <a:pt x="22912" y="39343"/>
                  </a:lnTo>
                  <a:lnTo>
                    <a:pt x="23449" y="39260"/>
                  </a:lnTo>
                  <a:lnTo>
                    <a:pt x="23986" y="39157"/>
                  </a:lnTo>
                  <a:lnTo>
                    <a:pt x="24502" y="39033"/>
                  </a:lnTo>
                  <a:lnTo>
                    <a:pt x="25018" y="38909"/>
                  </a:lnTo>
                  <a:lnTo>
                    <a:pt x="25513" y="38765"/>
                  </a:lnTo>
                  <a:lnTo>
                    <a:pt x="26008" y="38600"/>
                  </a:lnTo>
                  <a:lnTo>
                    <a:pt x="26504" y="38434"/>
                  </a:lnTo>
                  <a:lnTo>
                    <a:pt x="26979" y="38269"/>
                  </a:lnTo>
                  <a:lnTo>
                    <a:pt x="27433" y="38084"/>
                  </a:lnTo>
                  <a:lnTo>
                    <a:pt x="27887" y="37877"/>
                  </a:lnTo>
                  <a:lnTo>
                    <a:pt x="28754" y="37464"/>
                  </a:lnTo>
                  <a:lnTo>
                    <a:pt x="29579" y="37031"/>
                  </a:lnTo>
                  <a:lnTo>
                    <a:pt x="30364" y="36577"/>
                  </a:lnTo>
                  <a:lnTo>
                    <a:pt x="31086" y="36081"/>
                  </a:lnTo>
                  <a:lnTo>
                    <a:pt x="31788" y="35586"/>
                  </a:lnTo>
                  <a:lnTo>
                    <a:pt x="32428" y="35070"/>
                  </a:lnTo>
                  <a:lnTo>
                    <a:pt x="33026" y="34554"/>
                  </a:lnTo>
                  <a:lnTo>
                    <a:pt x="33584" y="34038"/>
                  </a:lnTo>
                  <a:lnTo>
                    <a:pt x="34100" y="33522"/>
                  </a:lnTo>
                  <a:lnTo>
                    <a:pt x="34575" y="33006"/>
                  </a:lnTo>
                  <a:lnTo>
                    <a:pt x="35008" y="32510"/>
                  </a:lnTo>
                  <a:lnTo>
                    <a:pt x="35400" y="32015"/>
                  </a:lnTo>
                  <a:lnTo>
                    <a:pt x="35772" y="31520"/>
                  </a:lnTo>
                  <a:lnTo>
                    <a:pt x="36102" y="31066"/>
                  </a:lnTo>
                  <a:lnTo>
                    <a:pt x="36391" y="30611"/>
                  </a:lnTo>
                  <a:lnTo>
                    <a:pt x="36886" y="29765"/>
                  </a:lnTo>
                  <a:lnTo>
                    <a:pt x="37113" y="29394"/>
                  </a:lnTo>
                  <a:lnTo>
                    <a:pt x="37299" y="29043"/>
                  </a:lnTo>
                  <a:lnTo>
                    <a:pt x="37588" y="28423"/>
                  </a:lnTo>
                  <a:lnTo>
                    <a:pt x="37960" y="27557"/>
                  </a:lnTo>
                  <a:lnTo>
                    <a:pt x="38084" y="27268"/>
                  </a:lnTo>
                  <a:lnTo>
                    <a:pt x="37939" y="27536"/>
                  </a:lnTo>
                  <a:lnTo>
                    <a:pt x="37506" y="28382"/>
                  </a:lnTo>
                  <a:lnTo>
                    <a:pt x="37217" y="29001"/>
                  </a:lnTo>
                  <a:lnTo>
                    <a:pt x="37010" y="29332"/>
                  </a:lnTo>
                  <a:lnTo>
                    <a:pt x="36783" y="29703"/>
                  </a:lnTo>
                  <a:lnTo>
                    <a:pt x="36267" y="30529"/>
                  </a:lnTo>
                  <a:lnTo>
                    <a:pt x="35978" y="30962"/>
                  </a:lnTo>
                  <a:lnTo>
                    <a:pt x="35627" y="31416"/>
                  </a:lnTo>
                  <a:lnTo>
                    <a:pt x="35276" y="31912"/>
                  </a:lnTo>
                  <a:lnTo>
                    <a:pt x="34884" y="32387"/>
                  </a:lnTo>
                  <a:lnTo>
                    <a:pt x="34430" y="32882"/>
                  </a:lnTo>
                  <a:lnTo>
                    <a:pt x="33955" y="33398"/>
                  </a:lnTo>
                  <a:lnTo>
                    <a:pt x="33439" y="33893"/>
                  </a:lnTo>
                  <a:lnTo>
                    <a:pt x="32882" y="34389"/>
                  </a:lnTo>
                  <a:lnTo>
                    <a:pt x="32283" y="34905"/>
                  </a:lnTo>
                  <a:lnTo>
                    <a:pt x="31644" y="35400"/>
                  </a:lnTo>
                  <a:lnTo>
                    <a:pt x="30962" y="35896"/>
                  </a:lnTo>
                  <a:lnTo>
                    <a:pt x="30219" y="36350"/>
                  </a:lnTo>
                  <a:lnTo>
                    <a:pt x="29456" y="36804"/>
                  </a:lnTo>
                  <a:lnTo>
                    <a:pt x="28630" y="37237"/>
                  </a:lnTo>
                  <a:lnTo>
                    <a:pt x="27784" y="37629"/>
                  </a:lnTo>
                  <a:lnTo>
                    <a:pt x="26875" y="38001"/>
                  </a:lnTo>
                  <a:lnTo>
                    <a:pt x="26401" y="38166"/>
                  </a:lnTo>
                  <a:lnTo>
                    <a:pt x="25926" y="38331"/>
                  </a:lnTo>
                  <a:lnTo>
                    <a:pt x="25431" y="38476"/>
                  </a:lnTo>
                  <a:lnTo>
                    <a:pt x="24935" y="38620"/>
                  </a:lnTo>
                  <a:lnTo>
                    <a:pt x="24440" y="38744"/>
                  </a:lnTo>
                  <a:lnTo>
                    <a:pt x="23924" y="38868"/>
                  </a:lnTo>
                  <a:lnTo>
                    <a:pt x="23387" y="38950"/>
                  </a:lnTo>
                  <a:lnTo>
                    <a:pt x="22850" y="39054"/>
                  </a:lnTo>
                  <a:lnTo>
                    <a:pt x="22314" y="39116"/>
                  </a:lnTo>
                  <a:lnTo>
                    <a:pt x="21777" y="39178"/>
                  </a:lnTo>
                  <a:lnTo>
                    <a:pt x="21220" y="39239"/>
                  </a:lnTo>
                  <a:lnTo>
                    <a:pt x="20642" y="39260"/>
                  </a:lnTo>
                  <a:lnTo>
                    <a:pt x="20084" y="39281"/>
                  </a:lnTo>
                  <a:lnTo>
                    <a:pt x="19506" y="39281"/>
                  </a:lnTo>
                  <a:lnTo>
                    <a:pt x="18929" y="39260"/>
                  </a:lnTo>
                  <a:lnTo>
                    <a:pt x="18351" y="39219"/>
                  </a:lnTo>
                  <a:lnTo>
                    <a:pt x="17752" y="39157"/>
                  </a:lnTo>
                  <a:lnTo>
                    <a:pt x="17153" y="39074"/>
                  </a:lnTo>
                  <a:lnTo>
                    <a:pt x="16575" y="38992"/>
                  </a:lnTo>
                  <a:lnTo>
                    <a:pt x="15977" y="38868"/>
                  </a:lnTo>
                  <a:lnTo>
                    <a:pt x="15378" y="38723"/>
                  </a:lnTo>
                  <a:lnTo>
                    <a:pt x="14780" y="38558"/>
                  </a:lnTo>
                  <a:lnTo>
                    <a:pt x="14181" y="38393"/>
                  </a:lnTo>
                  <a:lnTo>
                    <a:pt x="13582" y="38187"/>
                  </a:lnTo>
                  <a:lnTo>
                    <a:pt x="12984" y="37980"/>
                  </a:lnTo>
                  <a:lnTo>
                    <a:pt x="12406" y="37733"/>
                  </a:lnTo>
                  <a:lnTo>
                    <a:pt x="11807" y="37485"/>
                  </a:lnTo>
                  <a:lnTo>
                    <a:pt x="11229" y="37217"/>
                  </a:lnTo>
                  <a:lnTo>
                    <a:pt x="10651" y="36907"/>
                  </a:lnTo>
                  <a:lnTo>
                    <a:pt x="10073" y="36597"/>
                  </a:lnTo>
                  <a:lnTo>
                    <a:pt x="9495" y="36246"/>
                  </a:lnTo>
                  <a:lnTo>
                    <a:pt x="8938" y="35896"/>
                  </a:lnTo>
                  <a:lnTo>
                    <a:pt x="8401" y="35503"/>
                  </a:lnTo>
                  <a:lnTo>
                    <a:pt x="7865" y="35091"/>
                  </a:lnTo>
                  <a:lnTo>
                    <a:pt x="7349" y="34657"/>
                  </a:lnTo>
                  <a:lnTo>
                    <a:pt x="6833" y="34203"/>
                  </a:lnTo>
                  <a:lnTo>
                    <a:pt x="6564" y="33976"/>
                  </a:lnTo>
                  <a:lnTo>
                    <a:pt x="6317" y="33749"/>
                  </a:lnTo>
                  <a:lnTo>
                    <a:pt x="5842" y="33253"/>
                  </a:lnTo>
                  <a:lnTo>
                    <a:pt x="4913" y="32201"/>
                  </a:lnTo>
                  <a:lnTo>
                    <a:pt x="4046" y="31086"/>
                  </a:lnTo>
                  <a:lnTo>
                    <a:pt x="3633" y="30508"/>
                  </a:lnTo>
                  <a:lnTo>
                    <a:pt x="3448" y="30199"/>
                  </a:lnTo>
                  <a:lnTo>
                    <a:pt x="3282" y="29889"/>
                  </a:lnTo>
                  <a:lnTo>
                    <a:pt x="3076" y="29579"/>
                  </a:lnTo>
                  <a:lnTo>
                    <a:pt x="2911" y="29270"/>
                  </a:lnTo>
                  <a:lnTo>
                    <a:pt x="2560" y="28630"/>
                  </a:lnTo>
                  <a:lnTo>
                    <a:pt x="1941" y="27329"/>
                  </a:lnTo>
                  <a:lnTo>
                    <a:pt x="1445" y="25946"/>
                  </a:lnTo>
                  <a:lnTo>
                    <a:pt x="1218" y="25224"/>
                  </a:lnTo>
                  <a:lnTo>
                    <a:pt x="1115" y="24873"/>
                  </a:lnTo>
                  <a:lnTo>
                    <a:pt x="1033" y="24522"/>
                  </a:lnTo>
                  <a:lnTo>
                    <a:pt x="867" y="23779"/>
                  </a:lnTo>
                  <a:lnTo>
                    <a:pt x="723" y="23057"/>
                  </a:lnTo>
                  <a:lnTo>
                    <a:pt x="599" y="22314"/>
                  </a:lnTo>
                  <a:lnTo>
                    <a:pt x="517" y="21550"/>
                  </a:lnTo>
                  <a:lnTo>
                    <a:pt x="455" y="20807"/>
                  </a:lnTo>
                  <a:lnTo>
                    <a:pt x="413" y="20043"/>
                  </a:lnTo>
                  <a:lnTo>
                    <a:pt x="434" y="19279"/>
                  </a:lnTo>
                  <a:lnTo>
                    <a:pt x="475" y="18495"/>
                  </a:lnTo>
                  <a:lnTo>
                    <a:pt x="537" y="17731"/>
                  </a:lnTo>
                  <a:lnTo>
                    <a:pt x="640" y="16968"/>
                  </a:lnTo>
                  <a:lnTo>
                    <a:pt x="785" y="16204"/>
                  </a:lnTo>
                  <a:lnTo>
                    <a:pt x="929" y="15440"/>
                  </a:lnTo>
                  <a:lnTo>
                    <a:pt x="1115" y="14676"/>
                  </a:lnTo>
                  <a:lnTo>
                    <a:pt x="1342" y="13933"/>
                  </a:lnTo>
                  <a:lnTo>
                    <a:pt x="1590" y="13190"/>
                  </a:lnTo>
                  <a:lnTo>
                    <a:pt x="1858" y="12447"/>
                  </a:lnTo>
                  <a:lnTo>
                    <a:pt x="2188" y="11725"/>
                  </a:lnTo>
                  <a:lnTo>
                    <a:pt x="2539" y="11023"/>
                  </a:lnTo>
                  <a:lnTo>
                    <a:pt x="2911" y="10321"/>
                  </a:lnTo>
                  <a:lnTo>
                    <a:pt x="3303" y="9661"/>
                  </a:lnTo>
                  <a:lnTo>
                    <a:pt x="3716" y="9000"/>
                  </a:lnTo>
                  <a:lnTo>
                    <a:pt x="4170" y="8360"/>
                  </a:lnTo>
                  <a:lnTo>
                    <a:pt x="4624" y="7741"/>
                  </a:lnTo>
                  <a:lnTo>
                    <a:pt x="5120" y="7142"/>
                  </a:lnTo>
                  <a:lnTo>
                    <a:pt x="5615" y="6564"/>
                  </a:lnTo>
                  <a:lnTo>
                    <a:pt x="6152" y="6007"/>
                  </a:lnTo>
                  <a:lnTo>
                    <a:pt x="6709" y="5491"/>
                  </a:lnTo>
                  <a:lnTo>
                    <a:pt x="7287" y="4996"/>
                  </a:lnTo>
                  <a:lnTo>
                    <a:pt x="7865" y="4521"/>
                  </a:lnTo>
                  <a:lnTo>
                    <a:pt x="8484" y="4067"/>
                  </a:lnTo>
                  <a:lnTo>
                    <a:pt x="9103" y="3654"/>
                  </a:lnTo>
                  <a:lnTo>
                    <a:pt x="9723" y="3241"/>
                  </a:lnTo>
                  <a:lnTo>
                    <a:pt x="10032" y="3055"/>
                  </a:lnTo>
                  <a:lnTo>
                    <a:pt x="10362" y="2870"/>
                  </a:lnTo>
                  <a:lnTo>
                    <a:pt x="11023" y="2519"/>
                  </a:lnTo>
                  <a:lnTo>
                    <a:pt x="12344" y="1879"/>
                  </a:lnTo>
                  <a:lnTo>
                    <a:pt x="13706" y="1383"/>
                  </a:lnTo>
                  <a:lnTo>
                    <a:pt x="14408" y="1177"/>
                  </a:lnTo>
                  <a:lnTo>
                    <a:pt x="14738" y="1074"/>
                  </a:lnTo>
                  <a:lnTo>
                    <a:pt x="15089" y="991"/>
                  </a:lnTo>
                  <a:lnTo>
                    <a:pt x="15791" y="805"/>
                  </a:lnTo>
                  <a:lnTo>
                    <a:pt x="16142" y="744"/>
                  </a:lnTo>
                  <a:lnTo>
                    <a:pt x="16493" y="682"/>
                  </a:lnTo>
                  <a:lnTo>
                    <a:pt x="17195" y="578"/>
                  </a:lnTo>
                  <a:lnTo>
                    <a:pt x="17876" y="475"/>
                  </a:lnTo>
                  <a:lnTo>
                    <a:pt x="19279" y="393"/>
                  </a:lnTo>
                  <a:lnTo>
                    <a:pt x="19961" y="372"/>
                  </a:lnTo>
                  <a:lnTo>
                    <a:pt x="20311" y="393"/>
                  </a:lnTo>
                  <a:lnTo>
                    <a:pt x="20662" y="413"/>
                  </a:lnTo>
                  <a:lnTo>
                    <a:pt x="21344" y="434"/>
                  </a:lnTo>
                  <a:lnTo>
                    <a:pt x="22025" y="496"/>
                  </a:lnTo>
                  <a:lnTo>
                    <a:pt x="22685" y="578"/>
                  </a:lnTo>
                  <a:lnTo>
                    <a:pt x="23346" y="682"/>
                  </a:lnTo>
                  <a:lnTo>
                    <a:pt x="24006" y="826"/>
                  </a:lnTo>
                  <a:lnTo>
                    <a:pt x="24646" y="971"/>
                  </a:lnTo>
                  <a:lnTo>
                    <a:pt x="25265" y="1156"/>
                  </a:lnTo>
                  <a:lnTo>
                    <a:pt x="25885" y="1342"/>
                  </a:lnTo>
                  <a:lnTo>
                    <a:pt x="26504" y="1549"/>
                  </a:lnTo>
                  <a:lnTo>
                    <a:pt x="27102" y="1796"/>
                  </a:lnTo>
                  <a:lnTo>
                    <a:pt x="27701" y="2044"/>
                  </a:lnTo>
                  <a:lnTo>
                    <a:pt x="28279" y="2292"/>
                  </a:lnTo>
                  <a:lnTo>
                    <a:pt x="28836" y="2581"/>
                  </a:lnTo>
                  <a:lnTo>
                    <a:pt x="29373" y="2870"/>
                  </a:lnTo>
                  <a:lnTo>
                    <a:pt x="29910" y="3179"/>
                  </a:lnTo>
                  <a:lnTo>
                    <a:pt x="30446" y="3489"/>
                  </a:lnTo>
                  <a:lnTo>
                    <a:pt x="30942" y="3819"/>
                  </a:lnTo>
                  <a:lnTo>
                    <a:pt x="31437" y="4170"/>
                  </a:lnTo>
                  <a:lnTo>
                    <a:pt x="31912" y="4521"/>
                  </a:lnTo>
                  <a:lnTo>
                    <a:pt x="32387" y="4892"/>
                  </a:lnTo>
                  <a:lnTo>
                    <a:pt x="32820" y="5285"/>
                  </a:lnTo>
                  <a:lnTo>
                    <a:pt x="33254" y="5677"/>
                  </a:lnTo>
                  <a:lnTo>
                    <a:pt x="33666" y="6069"/>
                  </a:lnTo>
                  <a:lnTo>
                    <a:pt x="34059" y="6482"/>
                  </a:lnTo>
                  <a:lnTo>
                    <a:pt x="34430" y="6895"/>
                  </a:lnTo>
                  <a:lnTo>
                    <a:pt x="34802" y="7328"/>
                  </a:lnTo>
                  <a:lnTo>
                    <a:pt x="35153" y="7762"/>
                  </a:lnTo>
                  <a:lnTo>
                    <a:pt x="35483" y="8195"/>
                  </a:lnTo>
                  <a:lnTo>
                    <a:pt x="35813" y="8628"/>
                  </a:lnTo>
                  <a:lnTo>
                    <a:pt x="36102" y="9062"/>
                  </a:lnTo>
                  <a:lnTo>
                    <a:pt x="36391" y="9516"/>
                  </a:lnTo>
                  <a:lnTo>
                    <a:pt x="36659" y="9950"/>
                  </a:lnTo>
                  <a:lnTo>
                    <a:pt x="36928" y="10404"/>
                  </a:lnTo>
                  <a:lnTo>
                    <a:pt x="37175" y="10837"/>
                  </a:lnTo>
                  <a:lnTo>
                    <a:pt x="37402" y="11291"/>
                  </a:lnTo>
                  <a:lnTo>
                    <a:pt x="37609" y="11745"/>
                  </a:lnTo>
                  <a:lnTo>
                    <a:pt x="38001" y="12633"/>
                  </a:lnTo>
                  <a:lnTo>
                    <a:pt x="38331" y="13520"/>
                  </a:lnTo>
                  <a:lnTo>
                    <a:pt x="38620" y="14408"/>
                  </a:lnTo>
                  <a:lnTo>
                    <a:pt x="38847" y="15275"/>
                  </a:lnTo>
                  <a:lnTo>
                    <a:pt x="39054" y="16121"/>
                  </a:lnTo>
                  <a:lnTo>
                    <a:pt x="39198" y="16947"/>
                  </a:lnTo>
                  <a:lnTo>
                    <a:pt x="39301" y="17752"/>
                  </a:lnTo>
                  <a:lnTo>
                    <a:pt x="39363" y="18536"/>
                  </a:lnTo>
                  <a:lnTo>
                    <a:pt x="39425" y="19279"/>
                  </a:lnTo>
                  <a:lnTo>
                    <a:pt x="39425" y="20002"/>
                  </a:lnTo>
                  <a:lnTo>
                    <a:pt x="39425" y="20704"/>
                  </a:lnTo>
                  <a:lnTo>
                    <a:pt x="39384" y="21364"/>
                  </a:lnTo>
                  <a:lnTo>
                    <a:pt x="39343" y="21983"/>
                  </a:lnTo>
                  <a:lnTo>
                    <a:pt x="39260" y="22582"/>
                  </a:lnTo>
                  <a:lnTo>
                    <a:pt x="39178" y="23139"/>
                  </a:lnTo>
                  <a:lnTo>
                    <a:pt x="39095" y="23676"/>
                  </a:lnTo>
                  <a:lnTo>
                    <a:pt x="38868" y="24605"/>
                  </a:lnTo>
                  <a:lnTo>
                    <a:pt x="38765" y="25038"/>
                  </a:lnTo>
                  <a:lnTo>
                    <a:pt x="38682" y="25410"/>
                  </a:lnTo>
                  <a:lnTo>
                    <a:pt x="38455" y="26070"/>
                  </a:lnTo>
                  <a:lnTo>
                    <a:pt x="38166" y="26958"/>
                  </a:lnTo>
                  <a:lnTo>
                    <a:pt x="38084" y="27268"/>
                  </a:lnTo>
                  <a:lnTo>
                    <a:pt x="38207" y="26979"/>
                  </a:lnTo>
                  <a:lnTo>
                    <a:pt x="38538" y="26091"/>
                  </a:lnTo>
                  <a:lnTo>
                    <a:pt x="38785" y="25451"/>
                  </a:lnTo>
                  <a:lnTo>
                    <a:pt x="38889" y="25059"/>
                  </a:lnTo>
                  <a:lnTo>
                    <a:pt x="38992" y="24646"/>
                  </a:lnTo>
                  <a:lnTo>
                    <a:pt x="39219" y="23697"/>
                  </a:lnTo>
                  <a:lnTo>
                    <a:pt x="39322" y="23160"/>
                  </a:lnTo>
                  <a:lnTo>
                    <a:pt x="39405" y="22603"/>
                  </a:lnTo>
                  <a:lnTo>
                    <a:pt x="39508" y="22004"/>
                  </a:lnTo>
                  <a:lnTo>
                    <a:pt x="39570" y="21364"/>
                  </a:lnTo>
                  <a:lnTo>
                    <a:pt x="39611" y="20704"/>
                  </a:lnTo>
                  <a:lnTo>
                    <a:pt x="39632" y="20002"/>
                  </a:lnTo>
                  <a:lnTo>
                    <a:pt x="39632" y="19279"/>
                  </a:lnTo>
                  <a:lnTo>
                    <a:pt x="39590" y="18516"/>
                  </a:lnTo>
                  <a:lnTo>
                    <a:pt x="39508" y="17731"/>
                  </a:lnTo>
                  <a:lnTo>
                    <a:pt x="39425" y="16906"/>
                  </a:lnTo>
                  <a:lnTo>
                    <a:pt x="39281" y="16080"/>
                  </a:lnTo>
                  <a:lnTo>
                    <a:pt x="39095" y="15213"/>
                  </a:lnTo>
                  <a:lnTo>
                    <a:pt x="38868" y="14325"/>
                  </a:lnTo>
                  <a:lnTo>
                    <a:pt x="38579" y="13438"/>
                  </a:lnTo>
                  <a:lnTo>
                    <a:pt x="38249" y="12530"/>
                  </a:lnTo>
                  <a:lnTo>
                    <a:pt x="38063" y="12076"/>
                  </a:lnTo>
                  <a:lnTo>
                    <a:pt x="37877" y="11621"/>
                  </a:lnTo>
                  <a:lnTo>
                    <a:pt x="37650" y="11167"/>
                  </a:lnTo>
                  <a:lnTo>
                    <a:pt x="37423" y="10713"/>
                  </a:lnTo>
                  <a:lnTo>
                    <a:pt x="37175" y="10259"/>
                  </a:lnTo>
                  <a:lnTo>
                    <a:pt x="36928" y="9805"/>
                  </a:lnTo>
                  <a:lnTo>
                    <a:pt x="36639" y="9351"/>
                  </a:lnTo>
                  <a:lnTo>
                    <a:pt x="36350" y="8897"/>
                  </a:lnTo>
                  <a:lnTo>
                    <a:pt x="36061" y="8443"/>
                  </a:lnTo>
                  <a:lnTo>
                    <a:pt x="35730" y="8009"/>
                  </a:lnTo>
                  <a:lnTo>
                    <a:pt x="35400" y="7555"/>
                  </a:lnTo>
                  <a:lnTo>
                    <a:pt x="35049" y="7122"/>
                  </a:lnTo>
                  <a:lnTo>
                    <a:pt x="34678" y="6688"/>
                  </a:lnTo>
                  <a:lnTo>
                    <a:pt x="34286" y="6275"/>
                  </a:lnTo>
                  <a:lnTo>
                    <a:pt x="33893" y="5842"/>
                  </a:lnTo>
                  <a:lnTo>
                    <a:pt x="33481" y="5429"/>
                  </a:lnTo>
                  <a:lnTo>
                    <a:pt x="33047" y="5037"/>
                  </a:lnTo>
                  <a:lnTo>
                    <a:pt x="32593" y="4645"/>
                  </a:lnTo>
                  <a:lnTo>
                    <a:pt x="32118" y="4273"/>
                  </a:lnTo>
                  <a:lnTo>
                    <a:pt x="31644" y="3902"/>
                  </a:lnTo>
                  <a:lnTo>
                    <a:pt x="31148" y="3551"/>
                  </a:lnTo>
                  <a:lnTo>
                    <a:pt x="30632" y="3200"/>
                  </a:lnTo>
                  <a:lnTo>
                    <a:pt x="30095" y="2870"/>
                  </a:lnTo>
                  <a:lnTo>
                    <a:pt x="29559" y="2560"/>
                  </a:lnTo>
                  <a:lnTo>
                    <a:pt x="29001" y="2271"/>
                  </a:lnTo>
                  <a:lnTo>
                    <a:pt x="28423" y="1982"/>
                  </a:lnTo>
                  <a:lnTo>
                    <a:pt x="27846" y="1714"/>
                  </a:lnTo>
                  <a:lnTo>
                    <a:pt x="27247" y="1445"/>
                  </a:lnTo>
                  <a:lnTo>
                    <a:pt x="26628" y="1218"/>
                  </a:lnTo>
                  <a:lnTo>
                    <a:pt x="26008" y="991"/>
                  </a:lnTo>
                  <a:lnTo>
                    <a:pt x="25369" y="805"/>
                  </a:lnTo>
                  <a:lnTo>
                    <a:pt x="24729" y="620"/>
                  </a:lnTo>
                  <a:lnTo>
                    <a:pt x="24068" y="455"/>
                  </a:lnTo>
                  <a:lnTo>
                    <a:pt x="23408" y="331"/>
                  </a:lnTo>
                  <a:lnTo>
                    <a:pt x="22747" y="207"/>
                  </a:lnTo>
                  <a:lnTo>
                    <a:pt x="22066" y="124"/>
                  </a:lnTo>
                  <a:lnTo>
                    <a:pt x="21364" y="62"/>
                  </a:lnTo>
                  <a:lnTo>
                    <a:pt x="20662" y="21"/>
                  </a:lnTo>
                  <a:lnTo>
                    <a:pt x="20332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4" name="Google Shape;744;p27">
              <a:extLst>
                <a:ext uri="{FF2B5EF4-FFF2-40B4-BE49-F238E27FC236}">
                  <a16:creationId xmlns:a16="http://schemas.microsoft.com/office/drawing/2014/main" id="{FF57C8CD-F053-DA85-C80C-FEA51B535BFE}"/>
                </a:ext>
              </a:extLst>
            </p:cNvPr>
            <p:cNvSpPr/>
            <p:nvPr/>
          </p:nvSpPr>
          <p:spPr>
            <a:xfrm>
              <a:off x="2741275" y="973975"/>
              <a:ext cx="990800" cy="989775"/>
            </a:xfrm>
            <a:custGeom>
              <a:avLst/>
              <a:gdLst/>
              <a:ahLst/>
              <a:cxnLst/>
              <a:rect l="l" t="t" r="r" b="b"/>
              <a:pathLst>
                <a:path w="39632" h="39591" fill="none" extrusionOk="0">
                  <a:moveTo>
                    <a:pt x="38084" y="27268"/>
                  </a:moveTo>
                  <a:lnTo>
                    <a:pt x="38084" y="27268"/>
                  </a:lnTo>
                  <a:lnTo>
                    <a:pt x="38166" y="26958"/>
                  </a:lnTo>
                  <a:lnTo>
                    <a:pt x="38166" y="26958"/>
                  </a:lnTo>
                  <a:lnTo>
                    <a:pt x="38455" y="26070"/>
                  </a:lnTo>
                  <a:lnTo>
                    <a:pt x="38455" y="26070"/>
                  </a:lnTo>
                  <a:lnTo>
                    <a:pt x="38682" y="25410"/>
                  </a:lnTo>
                  <a:lnTo>
                    <a:pt x="38682" y="25410"/>
                  </a:lnTo>
                  <a:lnTo>
                    <a:pt x="38765" y="25038"/>
                  </a:lnTo>
                  <a:lnTo>
                    <a:pt x="38868" y="24605"/>
                  </a:lnTo>
                  <a:lnTo>
                    <a:pt x="38868" y="24605"/>
                  </a:lnTo>
                  <a:lnTo>
                    <a:pt x="39095" y="23676"/>
                  </a:lnTo>
                  <a:lnTo>
                    <a:pt x="39178" y="23139"/>
                  </a:lnTo>
                  <a:lnTo>
                    <a:pt x="39260" y="22582"/>
                  </a:lnTo>
                  <a:lnTo>
                    <a:pt x="39260" y="22582"/>
                  </a:lnTo>
                  <a:lnTo>
                    <a:pt x="39343" y="21983"/>
                  </a:lnTo>
                  <a:lnTo>
                    <a:pt x="39384" y="21364"/>
                  </a:lnTo>
                  <a:lnTo>
                    <a:pt x="39425" y="20704"/>
                  </a:lnTo>
                  <a:lnTo>
                    <a:pt x="39425" y="20002"/>
                  </a:lnTo>
                  <a:lnTo>
                    <a:pt x="39425" y="19279"/>
                  </a:lnTo>
                  <a:lnTo>
                    <a:pt x="39363" y="18536"/>
                  </a:lnTo>
                  <a:lnTo>
                    <a:pt x="39301" y="17752"/>
                  </a:lnTo>
                  <a:lnTo>
                    <a:pt x="39198" y="16947"/>
                  </a:lnTo>
                  <a:lnTo>
                    <a:pt x="39198" y="16947"/>
                  </a:lnTo>
                  <a:lnTo>
                    <a:pt x="39054" y="16121"/>
                  </a:lnTo>
                  <a:lnTo>
                    <a:pt x="38847" y="15275"/>
                  </a:lnTo>
                  <a:lnTo>
                    <a:pt x="38620" y="14408"/>
                  </a:lnTo>
                  <a:lnTo>
                    <a:pt x="38331" y="13520"/>
                  </a:lnTo>
                  <a:lnTo>
                    <a:pt x="38001" y="12633"/>
                  </a:lnTo>
                  <a:lnTo>
                    <a:pt x="37609" y="11745"/>
                  </a:lnTo>
                  <a:lnTo>
                    <a:pt x="37402" y="11291"/>
                  </a:lnTo>
                  <a:lnTo>
                    <a:pt x="37175" y="10837"/>
                  </a:lnTo>
                  <a:lnTo>
                    <a:pt x="36928" y="10404"/>
                  </a:lnTo>
                  <a:lnTo>
                    <a:pt x="36659" y="9950"/>
                  </a:lnTo>
                  <a:lnTo>
                    <a:pt x="36659" y="9950"/>
                  </a:lnTo>
                  <a:lnTo>
                    <a:pt x="36391" y="9516"/>
                  </a:lnTo>
                  <a:lnTo>
                    <a:pt x="36102" y="9062"/>
                  </a:lnTo>
                  <a:lnTo>
                    <a:pt x="35813" y="8628"/>
                  </a:lnTo>
                  <a:lnTo>
                    <a:pt x="35483" y="8195"/>
                  </a:lnTo>
                  <a:lnTo>
                    <a:pt x="35153" y="7762"/>
                  </a:lnTo>
                  <a:lnTo>
                    <a:pt x="34802" y="7328"/>
                  </a:lnTo>
                  <a:lnTo>
                    <a:pt x="34430" y="6895"/>
                  </a:lnTo>
                  <a:lnTo>
                    <a:pt x="34059" y="6482"/>
                  </a:lnTo>
                  <a:lnTo>
                    <a:pt x="33666" y="6069"/>
                  </a:lnTo>
                  <a:lnTo>
                    <a:pt x="33254" y="5677"/>
                  </a:lnTo>
                  <a:lnTo>
                    <a:pt x="32820" y="5285"/>
                  </a:lnTo>
                  <a:lnTo>
                    <a:pt x="32387" y="4892"/>
                  </a:lnTo>
                  <a:lnTo>
                    <a:pt x="31912" y="4521"/>
                  </a:lnTo>
                  <a:lnTo>
                    <a:pt x="31437" y="4170"/>
                  </a:lnTo>
                  <a:lnTo>
                    <a:pt x="30942" y="3819"/>
                  </a:lnTo>
                  <a:lnTo>
                    <a:pt x="30446" y="3489"/>
                  </a:lnTo>
                  <a:lnTo>
                    <a:pt x="30446" y="3489"/>
                  </a:lnTo>
                  <a:lnTo>
                    <a:pt x="29910" y="3179"/>
                  </a:lnTo>
                  <a:lnTo>
                    <a:pt x="29373" y="2870"/>
                  </a:lnTo>
                  <a:lnTo>
                    <a:pt x="28836" y="2581"/>
                  </a:lnTo>
                  <a:lnTo>
                    <a:pt x="28279" y="2292"/>
                  </a:lnTo>
                  <a:lnTo>
                    <a:pt x="27701" y="2044"/>
                  </a:lnTo>
                  <a:lnTo>
                    <a:pt x="27102" y="1796"/>
                  </a:lnTo>
                  <a:lnTo>
                    <a:pt x="26504" y="1549"/>
                  </a:lnTo>
                  <a:lnTo>
                    <a:pt x="25885" y="1342"/>
                  </a:lnTo>
                  <a:lnTo>
                    <a:pt x="25265" y="1156"/>
                  </a:lnTo>
                  <a:lnTo>
                    <a:pt x="24646" y="971"/>
                  </a:lnTo>
                  <a:lnTo>
                    <a:pt x="24006" y="826"/>
                  </a:lnTo>
                  <a:lnTo>
                    <a:pt x="23346" y="682"/>
                  </a:lnTo>
                  <a:lnTo>
                    <a:pt x="22685" y="578"/>
                  </a:lnTo>
                  <a:lnTo>
                    <a:pt x="22025" y="496"/>
                  </a:lnTo>
                  <a:lnTo>
                    <a:pt x="21344" y="434"/>
                  </a:lnTo>
                  <a:lnTo>
                    <a:pt x="20662" y="413"/>
                  </a:lnTo>
                  <a:lnTo>
                    <a:pt x="20662" y="413"/>
                  </a:lnTo>
                  <a:lnTo>
                    <a:pt x="20311" y="393"/>
                  </a:lnTo>
                  <a:lnTo>
                    <a:pt x="19961" y="372"/>
                  </a:lnTo>
                  <a:lnTo>
                    <a:pt x="19279" y="393"/>
                  </a:lnTo>
                  <a:lnTo>
                    <a:pt x="17876" y="475"/>
                  </a:lnTo>
                  <a:lnTo>
                    <a:pt x="17876" y="475"/>
                  </a:lnTo>
                  <a:lnTo>
                    <a:pt x="17195" y="578"/>
                  </a:lnTo>
                  <a:lnTo>
                    <a:pt x="16493" y="682"/>
                  </a:lnTo>
                  <a:lnTo>
                    <a:pt x="16493" y="682"/>
                  </a:lnTo>
                  <a:lnTo>
                    <a:pt x="16142" y="744"/>
                  </a:lnTo>
                  <a:lnTo>
                    <a:pt x="15791" y="805"/>
                  </a:lnTo>
                  <a:lnTo>
                    <a:pt x="15089" y="991"/>
                  </a:lnTo>
                  <a:lnTo>
                    <a:pt x="15089" y="991"/>
                  </a:lnTo>
                  <a:lnTo>
                    <a:pt x="14738" y="1074"/>
                  </a:lnTo>
                  <a:lnTo>
                    <a:pt x="14408" y="1177"/>
                  </a:lnTo>
                  <a:lnTo>
                    <a:pt x="13706" y="1383"/>
                  </a:lnTo>
                  <a:lnTo>
                    <a:pt x="12344" y="1879"/>
                  </a:lnTo>
                  <a:lnTo>
                    <a:pt x="12344" y="1879"/>
                  </a:lnTo>
                  <a:lnTo>
                    <a:pt x="11023" y="2519"/>
                  </a:lnTo>
                  <a:lnTo>
                    <a:pt x="10362" y="2870"/>
                  </a:lnTo>
                  <a:lnTo>
                    <a:pt x="10032" y="3055"/>
                  </a:lnTo>
                  <a:lnTo>
                    <a:pt x="9723" y="3241"/>
                  </a:lnTo>
                  <a:lnTo>
                    <a:pt x="9723" y="3241"/>
                  </a:lnTo>
                  <a:lnTo>
                    <a:pt x="9103" y="3654"/>
                  </a:lnTo>
                  <a:lnTo>
                    <a:pt x="8484" y="4067"/>
                  </a:lnTo>
                  <a:lnTo>
                    <a:pt x="7865" y="4521"/>
                  </a:lnTo>
                  <a:lnTo>
                    <a:pt x="7287" y="4996"/>
                  </a:lnTo>
                  <a:lnTo>
                    <a:pt x="6709" y="5491"/>
                  </a:lnTo>
                  <a:lnTo>
                    <a:pt x="6152" y="6007"/>
                  </a:lnTo>
                  <a:lnTo>
                    <a:pt x="5615" y="6564"/>
                  </a:lnTo>
                  <a:lnTo>
                    <a:pt x="5120" y="7142"/>
                  </a:lnTo>
                  <a:lnTo>
                    <a:pt x="5120" y="7142"/>
                  </a:lnTo>
                  <a:lnTo>
                    <a:pt x="4624" y="7741"/>
                  </a:lnTo>
                  <a:lnTo>
                    <a:pt x="4170" y="8360"/>
                  </a:lnTo>
                  <a:lnTo>
                    <a:pt x="3716" y="9000"/>
                  </a:lnTo>
                  <a:lnTo>
                    <a:pt x="3303" y="9661"/>
                  </a:lnTo>
                  <a:lnTo>
                    <a:pt x="2911" y="10321"/>
                  </a:lnTo>
                  <a:lnTo>
                    <a:pt x="2539" y="11023"/>
                  </a:lnTo>
                  <a:lnTo>
                    <a:pt x="2188" y="11725"/>
                  </a:lnTo>
                  <a:lnTo>
                    <a:pt x="1858" y="12447"/>
                  </a:lnTo>
                  <a:lnTo>
                    <a:pt x="1858" y="12447"/>
                  </a:lnTo>
                  <a:lnTo>
                    <a:pt x="1590" y="13190"/>
                  </a:lnTo>
                  <a:lnTo>
                    <a:pt x="1342" y="13933"/>
                  </a:lnTo>
                  <a:lnTo>
                    <a:pt x="1115" y="14676"/>
                  </a:lnTo>
                  <a:lnTo>
                    <a:pt x="929" y="15440"/>
                  </a:lnTo>
                  <a:lnTo>
                    <a:pt x="785" y="16204"/>
                  </a:lnTo>
                  <a:lnTo>
                    <a:pt x="640" y="16968"/>
                  </a:lnTo>
                  <a:lnTo>
                    <a:pt x="537" y="17731"/>
                  </a:lnTo>
                  <a:lnTo>
                    <a:pt x="475" y="18495"/>
                  </a:lnTo>
                  <a:lnTo>
                    <a:pt x="475" y="18495"/>
                  </a:lnTo>
                  <a:lnTo>
                    <a:pt x="434" y="19279"/>
                  </a:lnTo>
                  <a:lnTo>
                    <a:pt x="413" y="20043"/>
                  </a:lnTo>
                  <a:lnTo>
                    <a:pt x="455" y="20807"/>
                  </a:lnTo>
                  <a:lnTo>
                    <a:pt x="517" y="21550"/>
                  </a:lnTo>
                  <a:lnTo>
                    <a:pt x="599" y="22314"/>
                  </a:lnTo>
                  <a:lnTo>
                    <a:pt x="723" y="23057"/>
                  </a:lnTo>
                  <a:lnTo>
                    <a:pt x="867" y="23779"/>
                  </a:lnTo>
                  <a:lnTo>
                    <a:pt x="1033" y="24522"/>
                  </a:lnTo>
                  <a:lnTo>
                    <a:pt x="1033" y="24522"/>
                  </a:lnTo>
                  <a:lnTo>
                    <a:pt x="1115" y="24873"/>
                  </a:lnTo>
                  <a:lnTo>
                    <a:pt x="1218" y="25224"/>
                  </a:lnTo>
                  <a:lnTo>
                    <a:pt x="1445" y="25946"/>
                  </a:lnTo>
                  <a:lnTo>
                    <a:pt x="1941" y="27329"/>
                  </a:lnTo>
                  <a:lnTo>
                    <a:pt x="1941" y="27329"/>
                  </a:lnTo>
                  <a:lnTo>
                    <a:pt x="2560" y="28630"/>
                  </a:lnTo>
                  <a:lnTo>
                    <a:pt x="2911" y="29270"/>
                  </a:lnTo>
                  <a:lnTo>
                    <a:pt x="3076" y="29579"/>
                  </a:lnTo>
                  <a:lnTo>
                    <a:pt x="3282" y="29889"/>
                  </a:lnTo>
                  <a:lnTo>
                    <a:pt x="3282" y="29889"/>
                  </a:lnTo>
                  <a:lnTo>
                    <a:pt x="3448" y="30199"/>
                  </a:lnTo>
                  <a:lnTo>
                    <a:pt x="3633" y="30508"/>
                  </a:lnTo>
                  <a:lnTo>
                    <a:pt x="4046" y="31086"/>
                  </a:lnTo>
                  <a:lnTo>
                    <a:pt x="4913" y="32201"/>
                  </a:lnTo>
                  <a:lnTo>
                    <a:pt x="4913" y="32201"/>
                  </a:lnTo>
                  <a:lnTo>
                    <a:pt x="5842" y="33253"/>
                  </a:lnTo>
                  <a:lnTo>
                    <a:pt x="6317" y="33749"/>
                  </a:lnTo>
                  <a:lnTo>
                    <a:pt x="6564" y="33976"/>
                  </a:lnTo>
                  <a:lnTo>
                    <a:pt x="6833" y="34203"/>
                  </a:lnTo>
                  <a:lnTo>
                    <a:pt x="6833" y="34203"/>
                  </a:lnTo>
                  <a:lnTo>
                    <a:pt x="7349" y="34657"/>
                  </a:lnTo>
                  <a:lnTo>
                    <a:pt x="7865" y="35091"/>
                  </a:lnTo>
                  <a:lnTo>
                    <a:pt x="8401" y="35503"/>
                  </a:lnTo>
                  <a:lnTo>
                    <a:pt x="8938" y="35896"/>
                  </a:lnTo>
                  <a:lnTo>
                    <a:pt x="9495" y="36246"/>
                  </a:lnTo>
                  <a:lnTo>
                    <a:pt x="10073" y="36597"/>
                  </a:lnTo>
                  <a:lnTo>
                    <a:pt x="10651" y="36907"/>
                  </a:lnTo>
                  <a:lnTo>
                    <a:pt x="11229" y="37217"/>
                  </a:lnTo>
                  <a:lnTo>
                    <a:pt x="11807" y="37485"/>
                  </a:lnTo>
                  <a:lnTo>
                    <a:pt x="12406" y="37733"/>
                  </a:lnTo>
                  <a:lnTo>
                    <a:pt x="12984" y="37980"/>
                  </a:lnTo>
                  <a:lnTo>
                    <a:pt x="13582" y="38187"/>
                  </a:lnTo>
                  <a:lnTo>
                    <a:pt x="14181" y="38393"/>
                  </a:lnTo>
                  <a:lnTo>
                    <a:pt x="14780" y="38558"/>
                  </a:lnTo>
                  <a:lnTo>
                    <a:pt x="15378" y="38723"/>
                  </a:lnTo>
                  <a:lnTo>
                    <a:pt x="15977" y="38868"/>
                  </a:lnTo>
                  <a:lnTo>
                    <a:pt x="15977" y="38868"/>
                  </a:lnTo>
                  <a:lnTo>
                    <a:pt x="16575" y="38992"/>
                  </a:lnTo>
                  <a:lnTo>
                    <a:pt x="17153" y="39074"/>
                  </a:lnTo>
                  <a:lnTo>
                    <a:pt x="17752" y="39157"/>
                  </a:lnTo>
                  <a:lnTo>
                    <a:pt x="18351" y="39219"/>
                  </a:lnTo>
                  <a:lnTo>
                    <a:pt x="18929" y="39260"/>
                  </a:lnTo>
                  <a:lnTo>
                    <a:pt x="19506" y="39281"/>
                  </a:lnTo>
                  <a:lnTo>
                    <a:pt x="20084" y="39281"/>
                  </a:lnTo>
                  <a:lnTo>
                    <a:pt x="20642" y="39260"/>
                  </a:lnTo>
                  <a:lnTo>
                    <a:pt x="21220" y="39239"/>
                  </a:lnTo>
                  <a:lnTo>
                    <a:pt x="21777" y="39178"/>
                  </a:lnTo>
                  <a:lnTo>
                    <a:pt x="22314" y="39116"/>
                  </a:lnTo>
                  <a:lnTo>
                    <a:pt x="22850" y="39054"/>
                  </a:lnTo>
                  <a:lnTo>
                    <a:pt x="23387" y="38950"/>
                  </a:lnTo>
                  <a:lnTo>
                    <a:pt x="23924" y="38868"/>
                  </a:lnTo>
                  <a:lnTo>
                    <a:pt x="24440" y="38744"/>
                  </a:lnTo>
                  <a:lnTo>
                    <a:pt x="24935" y="38620"/>
                  </a:lnTo>
                  <a:lnTo>
                    <a:pt x="24935" y="38620"/>
                  </a:lnTo>
                  <a:lnTo>
                    <a:pt x="25431" y="38476"/>
                  </a:lnTo>
                  <a:lnTo>
                    <a:pt x="25926" y="38331"/>
                  </a:lnTo>
                  <a:lnTo>
                    <a:pt x="26401" y="38166"/>
                  </a:lnTo>
                  <a:lnTo>
                    <a:pt x="26875" y="38001"/>
                  </a:lnTo>
                  <a:lnTo>
                    <a:pt x="27784" y="37629"/>
                  </a:lnTo>
                  <a:lnTo>
                    <a:pt x="28630" y="37237"/>
                  </a:lnTo>
                  <a:lnTo>
                    <a:pt x="29456" y="36804"/>
                  </a:lnTo>
                  <a:lnTo>
                    <a:pt x="30219" y="36350"/>
                  </a:lnTo>
                  <a:lnTo>
                    <a:pt x="30962" y="35896"/>
                  </a:lnTo>
                  <a:lnTo>
                    <a:pt x="31644" y="35400"/>
                  </a:lnTo>
                  <a:lnTo>
                    <a:pt x="31644" y="35400"/>
                  </a:lnTo>
                  <a:lnTo>
                    <a:pt x="32283" y="34905"/>
                  </a:lnTo>
                  <a:lnTo>
                    <a:pt x="32882" y="34389"/>
                  </a:lnTo>
                  <a:lnTo>
                    <a:pt x="33439" y="33893"/>
                  </a:lnTo>
                  <a:lnTo>
                    <a:pt x="33955" y="33398"/>
                  </a:lnTo>
                  <a:lnTo>
                    <a:pt x="34430" y="32882"/>
                  </a:lnTo>
                  <a:lnTo>
                    <a:pt x="34884" y="32387"/>
                  </a:lnTo>
                  <a:lnTo>
                    <a:pt x="35276" y="31912"/>
                  </a:lnTo>
                  <a:lnTo>
                    <a:pt x="35627" y="31416"/>
                  </a:lnTo>
                  <a:lnTo>
                    <a:pt x="35627" y="31416"/>
                  </a:lnTo>
                  <a:lnTo>
                    <a:pt x="35978" y="30962"/>
                  </a:lnTo>
                  <a:lnTo>
                    <a:pt x="36267" y="30529"/>
                  </a:lnTo>
                  <a:lnTo>
                    <a:pt x="36783" y="29703"/>
                  </a:lnTo>
                  <a:lnTo>
                    <a:pt x="36783" y="29703"/>
                  </a:lnTo>
                  <a:lnTo>
                    <a:pt x="37010" y="29332"/>
                  </a:lnTo>
                  <a:lnTo>
                    <a:pt x="37217" y="29001"/>
                  </a:lnTo>
                  <a:lnTo>
                    <a:pt x="37217" y="29001"/>
                  </a:lnTo>
                  <a:lnTo>
                    <a:pt x="37506" y="28382"/>
                  </a:lnTo>
                  <a:lnTo>
                    <a:pt x="37506" y="28382"/>
                  </a:lnTo>
                  <a:lnTo>
                    <a:pt x="37939" y="27536"/>
                  </a:lnTo>
                  <a:lnTo>
                    <a:pt x="37939" y="27536"/>
                  </a:lnTo>
                  <a:lnTo>
                    <a:pt x="38084" y="27268"/>
                  </a:lnTo>
                  <a:lnTo>
                    <a:pt x="38084" y="27268"/>
                  </a:lnTo>
                  <a:lnTo>
                    <a:pt x="37960" y="27557"/>
                  </a:lnTo>
                  <a:lnTo>
                    <a:pt x="37960" y="27557"/>
                  </a:lnTo>
                  <a:lnTo>
                    <a:pt x="37588" y="28423"/>
                  </a:lnTo>
                  <a:lnTo>
                    <a:pt x="37588" y="28423"/>
                  </a:lnTo>
                  <a:lnTo>
                    <a:pt x="37299" y="29043"/>
                  </a:lnTo>
                  <a:lnTo>
                    <a:pt x="37299" y="29043"/>
                  </a:lnTo>
                  <a:lnTo>
                    <a:pt x="37113" y="29394"/>
                  </a:lnTo>
                  <a:lnTo>
                    <a:pt x="36886" y="29765"/>
                  </a:lnTo>
                  <a:lnTo>
                    <a:pt x="36886" y="29765"/>
                  </a:lnTo>
                  <a:lnTo>
                    <a:pt x="36391" y="30611"/>
                  </a:lnTo>
                  <a:lnTo>
                    <a:pt x="36102" y="31066"/>
                  </a:lnTo>
                  <a:lnTo>
                    <a:pt x="35772" y="31520"/>
                  </a:lnTo>
                  <a:lnTo>
                    <a:pt x="35772" y="31520"/>
                  </a:lnTo>
                  <a:lnTo>
                    <a:pt x="35400" y="32015"/>
                  </a:lnTo>
                  <a:lnTo>
                    <a:pt x="35008" y="32510"/>
                  </a:lnTo>
                  <a:lnTo>
                    <a:pt x="34575" y="33006"/>
                  </a:lnTo>
                  <a:lnTo>
                    <a:pt x="34100" y="33522"/>
                  </a:lnTo>
                  <a:lnTo>
                    <a:pt x="33584" y="34038"/>
                  </a:lnTo>
                  <a:lnTo>
                    <a:pt x="33026" y="34554"/>
                  </a:lnTo>
                  <a:lnTo>
                    <a:pt x="32428" y="35070"/>
                  </a:lnTo>
                  <a:lnTo>
                    <a:pt x="31788" y="35586"/>
                  </a:lnTo>
                  <a:lnTo>
                    <a:pt x="31788" y="35586"/>
                  </a:lnTo>
                  <a:lnTo>
                    <a:pt x="31086" y="36081"/>
                  </a:lnTo>
                  <a:lnTo>
                    <a:pt x="30364" y="36577"/>
                  </a:lnTo>
                  <a:lnTo>
                    <a:pt x="29579" y="37031"/>
                  </a:lnTo>
                  <a:lnTo>
                    <a:pt x="28754" y="37464"/>
                  </a:lnTo>
                  <a:lnTo>
                    <a:pt x="27887" y="37877"/>
                  </a:lnTo>
                  <a:lnTo>
                    <a:pt x="27433" y="38084"/>
                  </a:lnTo>
                  <a:lnTo>
                    <a:pt x="26979" y="38269"/>
                  </a:lnTo>
                  <a:lnTo>
                    <a:pt x="26504" y="38434"/>
                  </a:lnTo>
                  <a:lnTo>
                    <a:pt x="26008" y="38600"/>
                  </a:lnTo>
                  <a:lnTo>
                    <a:pt x="25513" y="38765"/>
                  </a:lnTo>
                  <a:lnTo>
                    <a:pt x="25018" y="38909"/>
                  </a:lnTo>
                  <a:lnTo>
                    <a:pt x="25018" y="38909"/>
                  </a:lnTo>
                  <a:lnTo>
                    <a:pt x="24502" y="39033"/>
                  </a:lnTo>
                  <a:lnTo>
                    <a:pt x="23986" y="39157"/>
                  </a:lnTo>
                  <a:lnTo>
                    <a:pt x="23449" y="39260"/>
                  </a:lnTo>
                  <a:lnTo>
                    <a:pt x="22912" y="39343"/>
                  </a:lnTo>
                  <a:lnTo>
                    <a:pt x="22355" y="39425"/>
                  </a:lnTo>
                  <a:lnTo>
                    <a:pt x="21798" y="39487"/>
                  </a:lnTo>
                  <a:lnTo>
                    <a:pt x="21240" y="39549"/>
                  </a:lnTo>
                  <a:lnTo>
                    <a:pt x="20662" y="39590"/>
                  </a:lnTo>
                  <a:lnTo>
                    <a:pt x="20084" y="39590"/>
                  </a:lnTo>
                  <a:lnTo>
                    <a:pt x="19506" y="39590"/>
                  </a:lnTo>
                  <a:lnTo>
                    <a:pt x="18908" y="39590"/>
                  </a:lnTo>
                  <a:lnTo>
                    <a:pt x="18309" y="39549"/>
                  </a:lnTo>
                  <a:lnTo>
                    <a:pt x="17711" y="39487"/>
                  </a:lnTo>
                  <a:lnTo>
                    <a:pt x="17112" y="39405"/>
                  </a:lnTo>
                  <a:lnTo>
                    <a:pt x="16513" y="39322"/>
                  </a:lnTo>
                  <a:lnTo>
                    <a:pt x="15894" y="39198"/>
                  </a:lnTo>
                  <a:lnTo>
                    <a:pt x="15894" y="39198"/>
                  </a:lnTo>
                  <a:lnTo>
                    <a:pt x="15296" y="39054"/>
                  </a:lnTo>
                  <a:lnTo>
                    <a:pt x="14697" y="38909"/>
                  </a:lnTo>
                  <a:lnTo>
                    <a:pt x="14078" y="38723"/>
                  </a:lnTo>
                  <a:lnTo>
                    <a:pt x="13479" y="38517"/>
                  </a:lnTo>
                  <a:lnTo>
                    <a:pt x="12860" y="38311"/>
                  </a:lnTo>
                  <a:lnTo>
                    <a:pt x="12261" y="38063"/>
                  </a:lnTo>
                  <a:lnTo>
                    <a:pt x="11663" y="37815"/>
                  </a:lnTo>
                  <a:lnTo>
                    <a:pt x="11064" y="37526"/>
                  </a:lnTo>
                  <a:lnTo>
                    <a:pt x="10466" y="37237"/>
                  </a:lnTo>
                  <a:lnTo>
                    <a:pt x="9888" y="36907"/>
                  </a:lnTo>
                  <a:lnTo>
                    <a:pt x="9310" y="36556"/>
                  </a:lnTo>
                  <a:lnTo>
                    <a:pt x="8732" y="36205"/>
                  </a:lnTo>
                  <a:lnTo>
                    <a:pt x="8174" y="35813"/>
                  </a:lnTo>
                  <a:lnTo>
                    <a:pt x="7638" y="35380"/>
                  </a:lnTo>
                  <a:lnTo>
                    <a:pt x="7101" y="34946"/>
                  </a:lnTo>
                  <a:lnTo>
                    <a:pt x="6585" y="34492"/>
                  </a:lnTo>
                  <a:lnTo>
                    <a:pt x="6585" y="34492"/>
                  </a:lnTo>
                  <a:lnTo>
                    <a:pt x="6317" y="34244"/>
                  </a:lnTo>
                  <a:lnTo>
                    <a:pt x="6048" y="34017"/>
                  </a:lnTo>
                  <a:lnTo>
                    <a:pt x="5553" y="33501"/>
                  </a:lnTo>
                  <a:lnTo>
                    <a:pt x="4603" y="32448"/>
                  </a:lnTo>
                  <a:lnTo>
                    <a:pt x="4603" y="32448"/>
                  </a:lnTo>
                  <a:lnTo>
                    <a:pt x="3737" y="31313"/>
                  </a:lnTo>
                  <a:lnTo>
                    <a:pt x="3324" y="30715"/>
                  </a:lnTo>
                  <a:lnTo>
                    <a:pt x="3117" y="30405"/>
                  </a:lnTo>
                  <a:lnTo>
                    <a:pt x="2932" y="30095"/>
                  </a:lnTo>
                  <a:lnTo>
                    <a:pt x="2932" y="30095"/>
                  </a:lnTo>
                  <a:lnTo>
                    <a:pt x="2746" y="29786"/>
                  </a:lnTo>
                  <a:lnTo>
                    <a:pt x="2560" y="29476"/>
                  </a:lnTo>
                  <a:lnTo>
                    <a:pt x="2209" y="28816"/>
                  </a:lnTo>
                  <a:lnTo>
                    <a:pt x="1569" y="27474"/>
                  </a:lnTo>
                  <a:lnTo>
                    <a:pt x="1569" y="27474"/>
                  </a:lnTo>
                  <a:lnTo>
                    <a:pt x="1301" y="26772"/>
                  </a:lnTo>
                  <a:lnTo>
                    <a:pt x="1053" y="26070"/>
                  </a:lnTo>
                  <a:lnTo>
                    <a:pt x="826" y="25348"/>
                  </a:lnTo>
                  <a:lnTo>
                    <a:pt x="723" y="24976"/>
                  </a:lnTo>
                  <a:lnTo>
                    <a:pt x="640" y="24605"/>
                  </a:lnTo>
                  <a:lnTo>
                    <a:pt x="640" y="24605"/>
                  </a:lnTo>
                  <a:lnTo>
                    <a:pt x="455" y="23862"/>
                  </a:lnTo>
                  <a:lnTo>
                    <a:pt x="310" y="23119"/>
                  </a:lnTo>
                  <a:lnTo>
                    <a:pt x="186" y="22355"/>
                  </a:lnTo>
                  <a:lnTo>
                    <a:pt x="104" y="21591"/>
                  </a:lnTo>
                  <a:lnTo>
                    <a:pt x="42" y="20827"/>
                  </a:lnTo>
                  <a:lnTo>
                    <a:pt x="0" y="20043"/>
                  </a:lnTo>
                  <a:lnTo>
                    <a:pt x="21" y="19259"/>
                  </a:lnTo>
                  <a:lnTo>
                    <a:pt x="62" y="18474"/>
                  </a:lnTo>
                  <a:lnTo>
                    <a:pt x="62" y="18474"/>
                  </a:lnTo>
                  <a:lnTo>
                    <a:pt x="145" y="17690"/>
                  </a:lnTo>
                  <a:lnTo>
                    <a:pt x="228" y="16906"/>
                  </a:lnTo>
                  <a:lnTo>
                    <a:pt x="372" y="16121"/>
                  </a:lnTo>
                  <a:lnTo>
                    <a:pt x="537" y="15358"/>
                  </a:lnTo>
                  <a:lnTo>
                    <a:pt x="723" y="14573"/>
                  </a:lnTo>
                  <a:lnTo>
                    <a:pt x="950" y="13809"/>
                  </a:lnTo>
                  <a:lnTo>
                    <a:pt x="1198" y="13046"/>
                  </a:lnTo>
                  <a:lnTo>
                    <a:pt x="1487" y="12282"/>
                  </a:lnTo>
                  <a:lnTo>
                    <a:pt x="1487" y="12282"/>
                  </a:lnTo>
                  <a:lnTo>
                    <a:pt x="1817" y="11560"/>
                  </a:lnTo>
                  <a:lnTo>
                    <a:pt x="2168" y="10837"/>
                  </a:lnTo>
                  <a:lnTo>
                    <a:pt x="2539" y="10135"/>
                  </a:lnTo>
                  <a:lnTo>
                    <a:pt x="2952" y="9433"/>
                  </a:lnTo>
                  <a:lnTo>
                    <a:pt x="3386" y="8773"/>
                  </a:lnTo>
                  <a:lnTo>
                    <a:pt x="3840" y="8112"/>
                  </a:lnTo>
                  <a:lnTo>
                    <a:pt x="4315" y="7493"/>
                  </a:lnTo>
                  <a:lnTo>
                    <a:pt x="4810" y="6874"/>
                  </a:lnTo>
                  <a:lnTo>
                    <a:pt x="4810" y="6874"/>
                  </a:lnTo>
                  <a:lnTo>
                    <a:pt x="5326" y="6296"/>
                  </a:lnTo>
                  <a:lnTo>
                    <a:pt x="5863" y="5718"/>
                  </a:lnTo>
                  <a:lnTo>
                    <a:pt x="6441" y="5202"/>
                  </a:lnTo>
                  <a:lnTo>
                    <a:pt x="7019" y="4686"/>
                  </a:lnTo>
                  <a:lnTo>
                    <a:pt x="7617" y="4211"/>
                  </a:lnTo>
                  <a:lnTo>
                    <a:pt x="8236" y="3736"/>
                  </a:lnTo>
                  <a:lnTo>
                    <a:pt x="8876" y="3324"/>
                  </a:lnTo>
                  <a:lnTo>
                    <a:pt x="9516" y="2911"/>
                  </a:lnTo>
                  <a:lnTo>
                    <a:pt x="9516" y="2911"/>
                  </a:lnTo>
                  <a:lnTo>
                    <a:pt x="9846" y="2704"/>
                  </a:lnTo>
                  <a:lnTo>
                    <a:pt x="10156" y="2519"/>
                  </a:lnTo>
                  <a:lnTo>
                    <a:pt x="10837" y="2168"/>
                  </a:lnTo>
                  <a:lnTo>
                    <a:pt x="11518" y="1838"/>
                  </a:lnTo>
                  <a:lnTo>
                    <a:pt x="12199" y="1528"/>
                  </a:lnTo>
                  <a:lnTo>
                    <a:pt x="12199" y="1528"/>
                  </a:lnTo>
                  <a:lnTo>
                    <a:pt x="13582" y="1012"/>
                  </a:lnTo>
                  <a:lnTo>
                    <a:pt x="14284" y="785"/>
                  </a:lnTo>
                  <a:lnTo>
                    <a:pt x="14635" y="702"/>
                  </a:lnTo>
                  <a:lnTo>
                    <a:pt x="15007" y="599"/>
                  </a:lnTo>
                  <a:lnTo>
                    <a:pt x="15007" y="599"/>
                  </a:lnTo>
                  <a:lnTo>
                    <a:pt x="15708" y="434"/>
                  </a:lnTo>
                  <a:lnTo>
                    <a:pt x="16059" y="351"/>
                  </a:lnTo>
                  <a:lnTo>
                    <a:pt x="16431" y="310"/>
                  </a:lnTo>
                  <a:lnTo>
                    <a:pt x="16431" y="310"/>
                  </a:lnTo>
                  <a:lnTo>
                    <a:pt x="17133" y="186"/>
                  </a:lnTo>
                  <a:lnTo>
                    <a:pt x="17855" y="104"/>
                  </a:lnTo>
                  <a:lnTo>
                    <a:pt x="17855" y="104"/>
                  </a:lnTo>
                  <a:lnTo>
                    <a:pt x="19259" y="21"/>
                  </a:lnTo>
                  <a:lnTo>
                    <a:pt x="19981" y="0"/>
                  </a:lnTo>
                  <a:lnTo>
                    <a:pt x="20332" y="0"/>
                  </a:lnTo>
                  <a:lnTo>
                    <a:pt x="20662" y="21"/>
                  </a:lnTo>
                  <a:lnTo>
                    <a:pt x="20662" y="21"/>
                  </a:lnTo>
                  <a:lnTo>
                    <a:pt x="21364" y="62"/>
                  </a:lnTo>
                  <a:lnTo>
                    <a:pt x="22066" y="124"/>
                  </a:lnTo>
                  <a:lnTo>
                    <a:pt x="22747" y="207"/>
                  </a:lnTo>
                  <a:lnTo>
                    <a:pt x="23408" y="331"/>
                  </a:lnTo>
                  <a:lnTo>
                    <a:pt x="24068" y="455"/>
                  </a:lnTo>
                  <a:lnTo>
                    <a:pt x="24729" y="620"/>
                  </a:lnTo>
                  <a:lnTo>
                    <a:pt x="25369" y="805"/>
                  </a:lnTo>
                  <a:lnTo>
                    <a:pt x="26008" y="991"/>
                  </a:lnTo>
                  <a:lnTo>
                    <a:pt x="26628" y="1218"/>
                  </a:lnTo>
                  <a:lnTo>
                    <a:pt x="27247" y="1445"/>
                  </a:lnTo>
                  <a:lnTo>
                    <a:pt x="27846" y="1714"/>
                  </a:lnTo>
                  <a:lnTo>
                    <a:pt x="28423" y="1982"/>
                  </a:lnTo>
                  <a:lnTo>
                    <a:pt x="29001" y="2271"/>
                  </a:lnTo>
                  <a:lnTo>
                    <a:pt x="29559" y="2560"/>
                  </a:lnTo>
                  <a:lnTo>
                    <a:pt x="30095" y="2870"/>
                  </a:lnTo>
                  <a:lnTo>
                    <a:pt x="30632" y="3200"/>
                  </a:lnTo>
                  <a:lnTo>
                    <a:pt x="30632" y="3200"/>
                  </a:lnTo>
                  <a:lnTo>
                    <a:pt x="31148" y="3551"/>
                  </a:lnTo>
                  <a:lnTo>
                    <a:pt x="31644" y="3902"/>
                  </a:lnTo>
                  <a:lnTo>
                    <a:pt x="32118" y="4273"/>
                  </a:lnTo>
                  <a:lnTo>
                    <a:pt x="32593" y="4645"/>
                  </a:lnTo>
                  <a:lnTo>
                    <a:pt x="33047" y="5037"/>
                  </a:lnTo>
                  <a:lnTo>
                    <a:pt x="33481" y="5429"/>
                  </a:lnTo>
                  <a:lnTo>
                    <a:pt x="33893" y="5842"/>
                  </a:lnTo>
                  <a:lnTo>
                    <a:pt x="34286" y="6275"/>
                  </a:lnTo>
                  <a:lnTo>
                    <a:pt x="34678" y="6688"/>
                  </a:lnTo>
                  <a:lnTo>
                    <a:pt x="35049" y="7122"/>
                  </a:lnTo>
                  <a:lnTo>
                    <a:pt x="35400" y="7555"/>
                  </a:lnTo>
                  <a:lnTo>
                    <a:pt x="35730" y="8009"/>
                  </a:lnTo>
                  <a:lnTo>
                    <a:pt x="36061" y="8443"/>
                  </a:lnTo>
                  <a:lnTo>
                    <a:pt x="36350" y="8897"/>
                  </a:lnTo>
                  <a:lnTo>
                    <a:pt x="36639" y="9351"/>
                  </a:lnTo>
                  <a:lnTo>
                    <a:pt x="36928" y="9805"/>
                  </a:lnTo>
                  <a:lnTo>
                    <a:pt x="36928" y="9805"/>
                  </a:lnTo>
                  <a:lnTo>
                    <a:pt x="37175" y="10259"/>
                  </a:lnTo>
                  <a:lnTo>
                    <a:pt x="37423" y="10713"/>
                  </a:lnTo>
                  <a:lnTo>
                    <a:pt x="37650" y="11167"/>
                  </a:lnTo>
                  <a:lnTo>
                    <a:pt x="37877" y="11621"/>
                  </a:lnTo>
                  <a:lnTo>
                    <a:pt x="38063" y="12076"/>
                  </a:lnTo>
                  <a:lnTo>
                    <a:pt x="38249" y="12530"/>
                  </a:lnTo>
                  <a:lnTo>
                    <a:pt x="38579" y="13438"/>
                  </a:lnTo>
                  <a:lnTo>
                    <a:pt x="38868" y="14325"/>
                  </a:lnTo>
                  <a:lnTo>
                    <a:pt x="39095" y="15213"/>
                  </a:lnTo>
                  <a:lnTo>
                    <a:pt x="39281" y="16080"/>
                  </a:lnTo>
                  <a:lnTo>
                    <a:pt x="39425" y="16906"/>
                  </a:lnTo>
                  <a:lnTo>
                    <a:pt x="39425" y="16906"/>
                  </a:lnTo>
                  <a:lnTo>
                    <a:pt x="39508" y="17731"/>
                  </a:lnTo>
                  <a:lnTo>
                    <a:pt x="39590" y="18516"/>
                  </a:lnTo>
                  <a:lnTo>
                    <a:pt x="39632" y="19279"/>
                  </a:lnTo>
                  <a:lnTo>
                    <a:pt x="39632" y="20002"/>
                  </a:lnTo>
                  <a:lnTo>
                    <a:pt x="39611" y="20704"/>
                  </a:lnTo>
                  <a:lnTo>
                    <a:pt x="39570" y="21364"/>
                  </a:lnTo>
                  <a:lnTo>
                    <a:pt x="39508" y="22004"/>
                  </a:lnTo>
                  <a:lnTo>
                    <a:pt x="39405" y="22603"/>
                  </a:lnTo>
                  <a:lnTo>
                    <a:pt x="39405" y="22603"/>
                  </a:lnTo>
                  <a:lnTo>
                    <a:pt x="39322" y="23160"/>
                  </a:lnTo>
                  <a:lnTo>
                    <a:pt x="39219" y="23697"/>
                  </a:lnTo>
                  <a:lnTo>
                    <a:pt x="38992" y="24646"/>
                  </a:lnTo>
                  <a:lnTo>
                    <a:pt x="38992" y="24646"/>
                  </a:lnTo>
                  <a:lnTo>
                    <a:pt x="38889" y="25059"/>
                  </a:lnTo>
                  <a:lnTo>
                    <a:pt x="38785" y="25451"/>
                  </a:lnTo>
                  <a:lnTo>
                    <a:pt x="38785" y="25451"/>
                  </a:lnTo>
                  <a:lnTo>
                    <a:pt x="38538" y="26091"/>
                  </a:lnTo>
                  <a:lnTo>
                    <a:pt x="38538" y="26091"/>
                  </a:lnTo>
                  <a:lnTo>
                    <a:pt x="38207" y="26979"/>
                  </a:lnTo>
                  <a:lnTo>
                    <a:pt x="38207" y="26979"/>
                  </a:lnTo>
                  <a:lnTo>
                    <a:pt x="38084" y="272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5" name="Google Shape;745;p27">
              <a:extLst>
                <a:ext uri="{FF2B5EF4-FFF2-40B4-BE49-F238E27FC236}">
                  <a16:creationId xmlns:a16="http://schemas.microsoft.com/office/drawing/2014/main" id="{61934C2C-4CD0-ECE4-7BB9-BAB637C99706}"/>
                </a:ext>
              </a:extLst>
            </p:cNvPr>
            <p:cNvSpPr/>
            <p:nvPr/>
          </p:nvSpPr>
          <p:spPr>
            <a:xfrm>
              <a:off x="3714500" y="1576175"/>
              <a:ext cx="5200" cy="19125"/>
            </a:xfrm>
            <a:custGeom>
              <a:avLst/>
              <a:gdLst/>
              <a:ahLst/>
              <a:cxnLst/>
              <a:rect l="l" t="t" r="r" b="b"/>
              <a:pathLst>
                <a:path w="208" h="765" extrusionOk="0">
                  <a:moveTo>
                    <a:pt x="207" y="1"/>
                  </a:moveTo>
                  <a:lnTo>
                    <a:pt x="1" y="764"/>
                  </a:lnTo>
                  <a:lnTo>
                    <a:pt x="63" y="558"/>
                  </a:lnTo>
                  <a:lnTo>
                    <a:pt x="207" y="1"/>
                  </a:lnTo>
                  <a:close/>
                </a:path>
              </a:pathLst>
            </a:custGeom>
            <a:solidFill>
              <a:srgbClr val="B250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6" name="Google Shape;746;p27">
              <a:extLst>
                <a:ext uri="{FF2B5EF4-FFF2-40B4-BE49-F238E27FC236}">
                  <a16:creationId xmlns:a16="http://schemas.microsoft.com/office/drawing/2014/main" id="{4644AE1E-2C43-680B-4C57-F979863C71F5}"/>
                </a:ext>
              </a:extLst>
            </p:cNvPr>
            <p:cNvSpPr/>
            <p:nvPr/>
          </p:nvSpPr>
          <p:spPr>
            <a:xfrm>
              <a:off x="3714500" y="1576175"/>
              <a:ext cx="5200" cy="19125"/>
            </a:xfrm>
            <a:custGeom>
              <a:avLst/>
              <a:gdLst/>
              <a:ahLst/>
              <a:cxnLst/>
              <a:rect l="l" t="t" r="r" b="b"/>
              <a:pathLst>
                <a:path w="208" h="765" fill="none" extrusionOk="0">
                  <a:moveTo>
                    <a:pt x="207" y="1"/>
                  </a:moveTo>
                  <a:lnTo>
                    <a:pt x="207" y="1"/>
                  </a:lnTo>
                  <a:lnTo>
                    <a:pt x="63" y="558"/>
                  </a:lnTo>
                  <a:lnTo>
                    <a:pt x="63" y="558"/>
                  </a:lnTo>
                  <a:lnTo>
                    <a:pt x="1" y="764"/>
                  </a:lnTo>
                  <a:lnTo>
                    <a:pt x="1" y="764"/>
                  </a:lnTo>
                  <a:lnTo>
                    <a:pt x="20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7" name="Google Shape;747;p27">
              <a:extLst>
                <a:ext uri="{FF2B5EF4-FFF2-40B4-BE49-F238E27FC236}">
                  <a16:creationId xmlns:a16="http://schemas.microsoft.com/office/drawing/2014/main" id="{F4254363-2840-CC79-F86A-BF56A803D8CF}"/>
                </a:ext>
              </a:extLst>
            </p:cNvPr>
            <p:cNvSpPr/>
            <p:nvPr/>
          </p:nvSpPr>
          <p:spPr>
            <a:xfrm>
              <a:off x="2775850" y="983250"/>
              <a:ext cx="951075" cy="675525"/>
            </a:xfrm>
            <a:custGeom>
              <a:avLst/>
              <a:gdLst/>
              <a:ahLst/>
              <a:cxnLst/>
              <a:rect l="l" t="t" r="r" b="b"/>
              <a:pathLst>
                <a:path w="38043" h="27021" extrusionOk="0">
                  <a:moveTo>
                    <a:pt x="18536" y="1"/>
                  </a:moveTo>
                  <a:lnTo>
                    <a:pt x="18020" y="22"/>
                  </a:lnTo>
                  <a:lnTo>
                    <a:pt x="17525" y="42"/>
                  </a:lnTo>
                  <a:lnTo>
                    <a:pt x="16493" y="104"/>
                  </a:lnTo>
                  <a:lnTo>
                    <a:pt x="15812" y="207"/>
                  </a:lnTo>
                  <a:lnTo>
                    <a:pt x="15110" y="311"/>
                  </a:lnTo>
                  <a:lnTo>
                    <a:pt x="14759" y="373"/>
                  </a:lnTo>
                  <a:lnTo>
                    <a:pt x="14408" y="434"/>
                  </a:lnTo>
                  <a:lnTo>
                    <a:pt x="13706" y="620"/>
                  </a:lnTo>
                  <a:lnTo>
                    <a:pt x="13355" y="703"/>
                  </a:lnTo>
                  <a:lnTo>
                    <a:pt x="13025" y="806"/>
                  </a:lnTo>
                  <a:lnTo>
                    <a:pt x="12323" y="1012"/>
                  </a:lnTo>
                  <a:lnTo>
                    <a:pt x="10961" y="1508"/>
                  </a:lnTo>
                  <a:lnTo>
                    <a:pt x="9640" y="2148"/>
                  </a:lnTo>
                  <a:lnTo>
                    <a:pt x="8979" y="2499"/>
                  </a:lnTo>
                  <a:lnTo>
                    <a:pt x="8649" y="2684"/>
                  </a:lnTo>
                  <a:lnTo>
                    <a:pt x="8340" y="2870"/>
                  </a:lnTo>
                  <a:lnTo>
                    <a:pt x="7720" y="3283"/>
                  </a:lnTo>
                  <a:lnTo>
                    <a:pt x="7101" y="3696"/>
                  </a:lnTo>
                  <a:lnTo>
                    <a:pt x="6482" y="4150"/>
                  </a:lnTo>
                  <a:lnTo>
                    <a:pt x="5904" y="4625"/>
                  </a:lnTo>
                  <a:lnTo>
                    <a:pt x="5326" y="5120"/>
                  </a:lnTo>
                  <a:lnTo>
                    <a:pt x="4769" y="5636"/>
                  </a:lnTo>
                  <a:lnTo>
                    <a:pt x="4232" y="6193"/>
                  </a:lnTo>
                  <a:lnTo>
                    <a:pt x="3737" y="6771"/>
                  </a:lnTo>
                  <a:lnTo>
                    <a:pt x="3241" y="7370"/>
                  </a:lnTo>
                  <a:lnTo>
                    <a:pt x="2787" y="7989"/>
                  </a:lnTo>
                  <a:lnTo>
                    <a:pt x="2333" y="8629"/>
                  </a:lnTo>
                  <a:lnTo>
                    <a:pt x="1920" y="9290"/>
                  </a:lnTo>
                  <a:lnTo>
                    <a:pt x="1528" y="9950"/>
                  </a:lnTo>
                  <a:lnTo>
                    <a:pt x="1156" y="10652"/>
                  </a:lnTo>
                  <a:lnTo>
                    <a:pt x="805" y="11354"/>
                  </a:lnTo>
                  <a:lnTo>
                    <a:pt x="475" y="12076"/>
                  </a:lnTo>
                  <a:lnTo>
                    <a:pt x="228" y="12737"/>
                  </a:lnTo>
                  <a:lnTo>
                    <a:pt x="0" y="13418"/>
                  </a:lnTo>
                  <a:lnTo>
                    <a:pt x="62" y="13356"/>
                  </a:lnTo>
                  <a:lnTo>
                    <a:pt x="145" y="13232"/>
                  </a:lnTo>
                  <a:lnTo>
                    <a:pt x="393" y="12819"/>
                  </a:lnTo>
                  <a:lnTo>
                    <a:pt x="744" y="12179"/>
                  </a:lnTo>
                  <a:lnTo>
                    <a:pt x="1218" y="11354"/>
                  </a:lnTo>
                  <a:lnTo>
                    <a:pt x="1528" y="10838"/>
                  </a:lnTo>
                  <a:lnTo>
                    <a:pt x="1899" y="10260"/>
                  </a:lnTo>
                  <a:lnTo>
                    <a:pt x="2312" y="9661"/>
                  </a:lnTo>
                  <a:lnTo>
                    <a:pt x="2787" y="9042"/>
                  </a:lnTo>
                  <a:lnTo>
                    <a:pt x="3303" y="8381"/>
                  </a:lnTo>
                  <a:lnTo>
                    <a:pt x="3902" y="7721"/>
                  </a:lnTo>
                  <a:lnTo>
                    <a:pt x="4562" y="7040"/>
                  </a:lnTo>
                  <a:lnTo>
                    <a:pt x="4913" y="6689"/>
                  </a:lnTo>
                  <a:lnTo>
                    <a:pt x="5285" y="6358"/>
                  </a:lnTo>
                  <a:lnTo>
                    <a:pt x="5656" y="6008"/>
                  </a:lnTo>
                  <a:lnTo>
                    <a:pt x="6069" y="5677"/>
                  </a:lnTo>
                  <a:lnTo>
                    <a:pt x="6502" y="5347"/>
                  </a:lnTo>
                  <a:lnTo>
                    <a:pt x="6936" y="5017"/>
                  </a:lnTo>
                  <a:lnTo>
                    <a:pt x="7390" y="4707"/>
                  </a:lnTo>
                  <a:lnTo>
                    <a:pt x="7865" y="4398"/>
                  </a:lnTo>
                  <a:lnTo>
                    <a:pt x="8360" y="4088"/>
                  </a:lnTo>
                  <a:lnTo>
                    <a:pt x="8876" y="3799"/>
                  </a:lnTo>
                  <a:lnTo>
                    <a:pt x="9392" y="3510"/>
                  </a:lnTo>
                  <a:lnTo>
                    <a:pt x="9950" y="3242"/>
                  </a:lnTo>
                  <a:lnTo>
                    <a:pt x="10507" y="2973"/>
                  </a:lnTo>
                  <a:lnTo>
                    <a:pt x="11085" y="2746"/>
                  </a:lnTo>
                  <a:lnTo>
                    <a:pt x="11663" y="2519"/>
                  </a:lnTo>
                  <a:lnTo>
                    <a:pt x="12282" y="2292"/>
                  </a:lnTo>
                  <a:lnTo>
                    <a:pt x="12901" y="2106"/>
                  </a:lnTo>
                  <a:lnTo>
                    <a:pt x="13541" y="1941"/>
                  </a:lnTo>
                  <a:lnTo>
                    <a:pt x="14181" y="1776"/>
                  </a:lnTo>
                  <a:lnTo>
                    <a:pt x="14862" y="1652"/>
                  </a:lnTo>
                  <a:lnTo>
                    <a:pt x="15523" y="1549"/>
                  </a:lnTo>
                  <a:lnTo>
                    <a:pt x="16204" y="1467"/>
                  </a:lnTo>
                  <a:lnTo>
                    <a:pt x="17215" y="1384"/>
                  </a:lnTo>
                  <a:lnTo>
                    <a:pt x="17711" y="1363"/>
                  </a:lnTo>
                  <a:lnTo>
                    <a:pt x="18227" y="1343"/>
                  </a:lnTo>
                  <a:lnTo>
                    <a:pt x="19032" y="1363"/>
                  </a:lnTo>
                  <a:lnTo>
                    <a:pt x="19754" y="1425"/>
                  </a:lnTo>
                  <a:lnTo>
                    <a:pt x="20477" y="1487"/>
                  </a:lnTo>
                  <a:lnTo>
                    <a:pt x="21199" y="1590"/>
                  </a:lnTo>
                  <a:lnTo>
                    <a:pt x="21942" y="1714"/>
                  </a:lnTo>
                  <a:lnTo>
                    <a:pt x="22665" y="1879"/>
                  </a:lnTo>
                  <a:lnTo>
                    <a:pt x="23387" y="2086"/>
                  </a:lnTo>
                  <a:lnTo>
                    <a:pt x="24109" y="2292"/>
                  </a:lnTo>
                  <a:lnTo>
                    <a:pt x="24832" y="2540"/>
                  </a:lnTo>
                  <a:lnTo>
                    <a:pt x="25534" y="2829"/>
                  </a:lnTo>
                  <a:lnTo>
                    <a:pt x="26215" y="3138"/>
                  </a:lnTo>
                  <a:lnTo>
                    <a:pt x="26896" y="3469"/>
                  </a:lnTo>
                  <a:lnTo>
                    <a:pt x="27557" y="3820"/>
                  </a:lnTo>
                  <a:lnTo>
                    <a:pt x="28196" y="4191"/>
                  </a:lnTo>
                  <a:lnTo>
                    <a:pt x="28795" y="4583"/>
                  </a:lnTo>
                  <a:lnTo>
                    <a:pt x="29394" y="5017"/>
                  </a:lnTo>
                  <a:lnTo>
                    <a:pt x="29972" y="5450"/>
                  </a:lnTo>
                  <a:lnTo>
                    <a:pt x="30529" y="5904"/>
                  </a:lnTo>
                  <a:lnTo>
                    <a:pt x="31066" y="6379"/>
                  </a:lnTo>
                  <a:lnTo>
                    <a:pt x="31561" y="6854"/>
                  </a:lnTo>
                  <a:lnTo>
                    <a:pt x="32056" y="7349"/>
                  </a:lnTo>
                  <a:lnTo>
                    <a:pt x="32510" y="7865"/>
                  </a:lnTo>
                  <a:lnTo>
                    <a:pt x="32944" y="8402"/>
                  </a:lnTo>
                  <a:lnTo>
                    <a:pt x="33357" y="8918"/>
                  </a:lnTo>
                  <a:lnTo>
                    <a:pt x="33749" y="9475"/>
                  </a:lnTo>
                  <a:lnTo>
                    <a:pt x="34120" y="10012"/>
                  </a:lnTo>
                  <a:lnTo>
                    <a:pt x="34471" y="10569"/>
                  </a:lnTo>
                  <a:lnTo>
                    <a:pt x="34781" y="11127"/>
                  </a:lnTo>
                  <a:lnTo>
                    <a:pt x="35091" y="11684"/>
                  </a:lnTo>
                  <a:lnTo>
                    <a:pt x="35359" y="12241"/>
                  </a:lnTo>
                  <a:lnTo>
                    <a:pt x="35627" y="12799"/>
                  </a:lnTo>
                  <a:lnTo>
                    <a:pt x="35854" y="13377"/>
                  </a:lnTo>
                  <a:lnTo>
                    <a:pt x="36061" y="13934"/>
                  </a:lnTo>
                  <a:lnTo>
                    <a:pt x="36267" y="14491"/>
                  </a:lnTo>
                  <a:lnTo>
                    <a:pt x="36432" y="15028"/>
                  </a:lnTo>
                  <a:lnTo>
                    <a:pt x="36597" y="15585"/>
                  </a:lnTo>
                  <a:lnTo>
                    <a:pt x="36721" y="16122"/>
                  </a:lnTo>
                  <a:lnTo>
                    <a:pt x="36845" y="16658"/>
                  </a:lnTo>
                  <a:lnTo>
                    <a:pt x="36948" y="17174"/>
                  </a:lnTo>
                  <a:lnTo>
                    <a:pt x="37031" y="17711"/>
                  </a:lnTo>
                  <a:lnTo>
                    <a:pt x="37113" y="18207"/>
                  </a:lnTo>
                  <a:lnTo>
                    <a:pt x="37155" y="18702"/>
                  </a:lnTo>
                  <a:lnTo>
                    <a:pt x="37196" y="19197"/>
                  </a:lnTo>
                  <a:lnTo>
                    <a:pt x="37258" y="20147"/>
                  </a:lnTo>
                  <a:lnTo>
                    <a:pt x="37258" y="21034"/>
                  </a:lnTo>
                  <a:lnTo>
                    <a:pt x="37237" y="21881"/>
                  </a:lnTo>
                  <a:lnTo>
                    <a:pt x="37175" y="22644"/>
                  </a:lnTo>
                  <a:lnTo>
                    <a:pt x="37093" y="23388"/>
                  </a:lnTo>
                  <a:lnTo>
                    <a:pt x="37010" y="24048"/>
                  </a:lnTo>
                  <a:lnTo>
                    <a:pt x="36907" y="24647"/>
                  </a:lnTo>
                  <a:lnTo>
                    <a:pt x="36701" y="25637"/>
                  </a:lnTo>
                  <a:lnTo>
                    <a:pt x="36535" y="26380"/>
                  </a:lnTo>
                  <a:lnTo>
                    <a:pt x="36453" y="26855"/>
                  </a:lnTo>
                  <a:lnTo>
                    <a:pt x="36453" y="26979"/>
                  </a:lnTo>
                  <a:lnTo>
                    <a:pt x="36474" y="27000"/>
                  </a:lnTo>
                  <a:lnTo>
                    <a:pt x="36474" y="27020"/>
                  </a:lnTo>
                  <a:lnTo>
                    <a:pt x="36494" y="27020"/>
                  </a:lnTo>
                  <a:lnTo>
                    <a:pt x="36535" y="27000"/>
                  </a:lnTo>
                  <a:lnTo>
                    <a:pt x="36597" y="26897"/>
                  </a:lnTo>
                  <a:lnTo>
                    <a:pt x="36701" y="26752"/>
                  </a:lnTo>
                  <a:lnTo>
                    <a:pt x="36804" y="26546"/>
                  </a:lnTo>
                  <a:lnTo>
                    <a:pt x="37072" y="25699"/>
                  </a:lnTo>
                  <a:lnTo>
                    <a:pt x="37299" y="25039"/>
                  </a:lnTo>
                  <a:lnTo>
                    <a:pt x="37382" y="24667"/>
                  </a:lnTo>
                  <a:lnTo>
                    <a:pt x="37485" y="24234"/>
                  </a:lnTo>
                  <a:lnTo>
                    <a:pt x="37712" y="23305"/>
                  </a:lnTo>
                  <a:lnTo>
                    <a:pt x="37795" y="22768"/>
                  </a:lnTo>
                  <a:lnTo>
                    <a:pt x="37877" y="22211"/>
                  </a:lnTo>
                  <a:lnTo>
                    <a:pt x="37960" y="21612"/>
                  </a:lnTo>
                  <a:lnTo>
                    <a:pt x="38001" y="20993"/>
                  </a:lnTo>
                  <a:lnTo>
                    <a:pt x="38042" y="20333"/>
                  </a:lnTo>
                  <a:lnTo>
                    <a:pt x="38042" y="19631"/>
                  </a:lnTo>
                  <a:lnTo>
                    <a:pt x="38042" y="18908"/>
                  </a:lnTo>
                  <a:lnTo>
                    <a:pt x="37980" y="18165"/>
                  </a:lnTo>
                  <a:lnTo>
                    <a:pt x="37918" y="17381"/>
                  </a:lnTo>
                  <a:lnTo>
                    <a:pt x="37815" y="16576"/>
                  </a:lnTo>
                  <a:lnTo>
                    <a:pt x="37671" y="15750"/>
                  </a:lnTo>
                  <a:lnTo>
                    <a:pt x="37464" y="14904"/>
                  </a:lnTo>
                  <a:lnTo>
                    <a:pt x="37237" y="14037"/>
                  </a:lnTo>
                  <a:lnTo>
                    <a:pt x="36948" y="13149"/>
                  </a:lnTo>
                  <a:lnTo>
                    <a:pt x="36618" y="12262"/>
                  </a:lnTo>
                  <a:lnTo>
                    <a:pt x="36226" y="11374"/>
                  </a:lnTo>
                  <a:lnTo>
                    <a:pt x="36019" y="10920"/>
                  </a:lnTo>
                  <a:lnTo>
                    <a:pt x="35792" y="10466"/>
                  </a:lnTo>
                  <a:lnTo>
                    <a:pt x="35545" y="10033"/>
                  </a:lnTo>
                  <a:lnTo>
                    <a:pt x="35276" y="9579"/>
                  </a:lnTo>
                  <a:lnTo>
                    <a:pt x="35008" y="9145"/>
                  </a:lnTo>
                  <a:lnTo>
                    <a:pt x="34719" y="8691"/>
                  </a:lnTo>
                  <a:lnTo>
                    <a:pt x="34430" y="8257"/>
                  </a:lnTo>
                  <a:lnTo>
                    <a:pt x="34100" y="7824"/>
                  </a:lnTo>
                  <a:lnTo>
                    <a:pt x="33770" y="7391"/>
                  </a:lnTo>
                  <a:lnTo>
                    <a:pt x="33419" y="6957"/>
                  </a:lnTo>
                  <a:lnTo>
                    <a:pt x="33047" y="6524"/>
                  </a:lnTo>
                  <a:lnTo>
                    <a:pt x="32676" y="6111"/>
                  </a:lnTo>
                  <a:lnTo>
                    <a:pt x="32283" y="5698"/>
                  </a:lnTo>
                  <a:lnTo>
                    <a:pt x="31871" y="5306"/>
                  </a:lnTo>
                  <a:lnTo>
                    <a:pt x="31437" y="4914"/>
                  </a:lnTo>
                  <a:lnTo>
                    <a:pt x="31004" y="4521"/>
                  </a:lnTo>
                  <a:lnTo>
                    <a:pt x="30529" y="4150"/>
                  </a:lnTo>
                  <a:lnTo>
                    <a:pt x="30054" y="3799"/>
                  </a:lnTo>
                  <a:lnTo>
                    <a:pt x="29559" y="3448"/>
                  </a:lnTo>
                  <a:lnTo>
                    <a:pt x="29063" y="3118"/>
                  </a:lnTo>
                  <a:lnTo>
                    <a:pt x="28527" y="2808"/>
                  </a:lnTo>
                  <a:lnTo>
                    <a:pt x="27990" y="2499"/>
                  </a:lnTo>
                  <a:lnTo>
                    <a:pt x="27453" y="2210"/>
                  </a:lnTo>
                  <a:lnTo>
                    <a:pt x="26896" y="1921"/>
                  </a:lnTo>
                  <a:lnTo>
                    <a:pt x="26318" y="1673"/>
                  </a:lnTo>
                  <a:lnTo>
                    <a:pt x="25719" y="1425"/>
                  </a:lnTo>
                  <a:lnTo>
                    <a:pt x="25121" y="1178"/>
                  </a:lnTo>
                  <a:lnTo>
                    <a:pt x="24502" y="971"/>
                  </a:lnTo>
                  <a:lnTo>
                    <a:pt x="23882" y="785"/>
                  </a:lnTo>
                  <a:lnTo>
                    <a:pt x="23263" y="600"/>
                  </a:lnTo>
                  <a:lnTo>
                    <a:pt x="22623" y="455"/>
                  </a:lnTo>
                  <a:lnTo>
                    <a:pt x="21963" y="311"/>
                  </a:lnTo>
                  <a:lnTo>
                    <a:pt x="21302" y="207"/>
                  </a:lnTo>
                  <a:lnTo>
                    <a:pt x="20642" y="125"/>
                  </a:lnTo>
                  <a:lnTo>
                    <a:pt x="19961" y="63"/>
                  </a:lnTo>
                  <a:lnTo>
                    <a:pt x="19279" y="42"/>
                  </a:lnTo>
                  <a:lnTo>
                    <a:pt x="18908" y="22"/>
                  </a:lnTo>
                  <a:lnTo>
                    <a:pt x="18536" y="1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8" name="Google Shape;748;p27">
              <a:extLst>
                <a:ext uri="{FF2B5EF4-FFF2-40B4-BE49-F238E27FC236}">
                  <a16:creationId xmlns:a16="http://schemas.microsoft.com/office/drawing/2014/main" id="{8250210B-12B8-306E-FBF5-9157C8FC8764}"/>
                </a:ext>
              </a:extLst>
            </p:cNvPr>
            <p:cNvSpPr/>
            <p:nvPr/>
          </p:nvSpPr>
          <p:spPr>
            <a:xfrm>
              <a:off x="2774825" y="980175"/>
              <a:ext cx="956225" cy="666725"/>
            </a:xfrm>
            <a:custGeom>
              <a:avLst/>
              <a:gdLst/>
              <a:ahLst/>
              <a:cxnLst/>
              <a:rect l="l" t="t" r="r" b="b"/>
              <a:pathLst>
                <a:path w="38249" h="26669" extrusionOk="0">
                  <a:moveTo>
                    <a:pt x="18453" y="0"/>
                  </a:moveTo>
                  <a:lnTo>
                    <a:pt x="17855" y="21"/>
                  </a:lnTo>
                  <a:lnTo>
                    <a:pt x="17277" y="41"/>
                  </a:lnTo>
                  <a:lnTo>
                    <a:pt x="16678" y="103"/>
                  </a:lnTo>
                  <a:lnTo>
                    <a:pt x="16100" y="165"/>
                  </a:lnTo>
                  <a:lnTo>
                    <a:pt x="15357" y="248"/>
                  </a:lnTo>
                  <a:lnTo>
                    <a:pt x="14635" y="392"/>
                  </a:lnTo>
                  <a:lnTo>
                    <a:pt x="13933" y="537"/>
                  </a:lnTo>
                  <a:lnTo>
                    <a:pt x="13231" y="723"/>
                  </a:lnTo>
                  <a:lnTo>
                    <a:pt x="12550" y="929"/>
                  </a:lnTo>
                  <a:lnTo>
                    <a:pt x="11890" y="1135"/>
                  </a:lnTo>
                  <a:lnTo>
                    <a:pt x="11250" y="1383"/>
                  </a:lnTo>
                  <a:lnTo>
                    <a:pt x="10630" y="1651"/>
                  </a:lnTo>
                  <a:lnTo>
                    <a:pt x="10011" y="1920"/>
                  </a:lnTo>
                  <a:lnTo>
                    <a:pt x="9413" y="2209"/>
                  </a:lnTo>
                  <a:lnTo>
                    <a:pt x="8855" y="2518"/>
                  </a:lnTo>
                  <a:lnTo>
                    <a:pt x="8298" y="2828"/>
                  </a:lnTo>
                  <a:lnTo>
                    <a:pt x="7761" y="3158"/>
                  </a:lnTo>
                  <a:lnTo>
                    <a:pt x="7245" y="3509"/>
                  </a:lnTo>
                  <a:lnTo>
                    <a:pt x="6750" y="3860"/>
                  </a:lnTo>
                  <a:lnTo>
                    <a:pt x="6296" y="4211"/>
                  </a:lnTo>
                  <a:lnTo>
                    <a:pt x="5842" y="4582"/>
                  </a:lnTo>
                  <a:lnTo>
                    <a:pt x="5408" y="4954"/>
                  </a:lnTo>
                  <a:lnTo>
                    <a:pt x="4995" y="5326"/>
                  </a:lnTo>
                  <a:lnTo>
                    <a:pt x="4603" y="5697"/>
                  </a:lnTo>
                  <a:lnTo>
                    <a:pt x="4232" y="6089"/>
                  </a:lnTo>
                  <a:lnTo>
                    <a:pt x="3881" y="6461"/>
                  </a:lnTo>
                  <a:lnTo>
                    <a:pt x="3550" y="6832"/>
                  </a:lnTo>
                  <a:lnTo>
                    <a:pt x="3220" y="7204"/>
                  </a:lnTo>
                  <a:lnTo>
                    <a:pt x="2663" y="7947"/>
                  </a:lnTo>
                  <a:lnTo>
                    <a:pt x="2147" y="8669"/>
                  </a:lnTo>
                  <a:lnTo>
                    <a:pt x="1713" y="9371"/>
                  </a:lnTo>
                  <a:lnTo>
                    <a:pt x="1342" y="10011"/>
                  </a:lnTo>
                  <a:lnTo>
                    <a:pt x="1012" y="10630"/>
                  </a:lnTo>
                  <a:lnTo>
                    <a:pt x="743" y="11208"/>
                  </a:lnTo>
                  <a:lnTo>
                    <a:pt x="537" y="11724"/>
                  </a:lnTo>
                  <a:lnTo>
                    <a:pt x="351" y="12178"/>
                  </a:lnTo>
                  <a:lnTo>
                    <a:pt x="207" y="12571"/>
                  </a:lnTo>
                  <a:lnTo>
                    <a:pt x="103" y="12901"/>
                  </a:lnTo>
                  <a:lnTo>
                    <a:pt x="41" y="13169"/>
                  </a:lnTo>
                  <a:lnTo>
                    <a:pt x="0" y="13376"/>
                  </a:lnTo>
                  <a:lnTo>
                    <a:pt x="0" y="13500"/>
                  </a:lnTo>
                  <a:lnTo>
                    <a:pt x="0" y="13520"/>
                  </a:lnTo>
                  <a:lnTo>
                    <a:pt x="21" y="13541"/>
                  </a:lnTo>
                  <a:lnTo>
                    <a:pt x="41" y="13541"/>
                  </a:lnTo>
                  <a:lnTo>
                    <a:pt x="269" y="12860"/>
                  </a:lnTo>
                  <a:lnTo>
                    <a:pt x="516" y="12199"/>
                  </a:lnTo>
                  <a:lnTo>
                    <a:pt x="846" y="11477"/>
                  </a:lnTo>
                  <a:lnTo>
                    <a:pt x="1197" y="10775"/>
                  </a:lnTo>
                  <a:lnTo>
                    <a:pt x="1569" y="10073"/>
                  </a:lnTo>
                  <a:lnTo>
                    <a:pt x="1961" y="9413"/>
                  </a:lnTo>
                  <a:lnTo>
                    <a:pt x="2374" y="8752"/>
                  </a:lnTo>
                  <a:lnTo>
                    <a:pt x="2828" y="8112"/>
                  </a:lnTo>
                  <a:lnTo>
                    <a:pt x="3282" y="7493"/>
                  </a:lnTo>
                  <a:lnTo>
                    <a:pt x="3778" y="6894"/>
                  </a:lnTo>
                  <a:lnTo>
                    <a:pt x="4273" y="6316"/>
                  </a:lnTo>
                  <a:lnTo>
                    <a:pt x="4810" y="5759"/>
                  </a:lnTo>
                  <a:lnTo>
                    <a:pt x="5367" y="5243"/>
                  </a:lnTo>
                  <a:lnTo>
                    <a:pt x="5945" y="4748"/>
                  </a:lnTo>
                  <a:lnTo>
                    <a:pt x="6523" y="4273"/>
                  </a:lnTo>
                  <a:lnTo>
                    <a:pt x="7142" y="3819"/>
                  </a:lnTo>
                  <a:lnTo>
                    <a:pt x="7761" y="3406"/>
                  </a:lnTo>
                  <a:lnTo>
                    <a:pt x="8381" y="2993"/>
                  </a:lnTo>
                  <a:lnTo>
                    <a:pt x="8690" y="2807"/>
                  </a:lnTo>
                  <a:lnTo>
                    <a:pt x="9020" y="2622"/>
                  </a:lnTo>
                  <a:lnTo>
                    <a:pt x="9681" y="2271"/>
                  </a:lnTo>
                  <a:lnTo>
                    <a:pt x="11002" y="1631"/>
                  </a:lnTo>
                  <a:lnTo>
                    <a:pt x="12364" y="1135"/>
                  </a:lnTo>
                  <a:lnTo>
                    <a:pt x="13066" y="929"/>
                  </a:lnTo>
                  <a:lnTo>
                    <a:pt x="13396" y="826"/>
                  </a:lnTo>
                  <a:lnTo>
                    <a:pt x="13747" y="743"/>
                  </a:lnTo>
                  <a:lnTo>
                    <a:pt x="14449" y="557"/>
                  </a:lnTo>
                  <a:lnTo>
                    <a:pt x="14800" y="496"/>
                  </a:lnTo>
                  <a:lnTo>
                    <a:pt x="15151" y="434"/>
                  </a:lnTo>
                  <a:lnTo>
                    <a:pt x="15853" y="330"/>
                  </a:lnTo>
                  <a:lnTo>
                    <a:pt x="16534" y="227"/>
                  </a:lnTo>
                  <a:lnTo>
                    <a:pt x="17566" y="165"/>
                  </a:lnTo>
                  <a:lnTo>
                    <a:pt x="18061" y="145"/>
                  </a:lnTo>
                  <a:lnTo>
                    <a:pt x="18577" y="124"/>
                  </a:lnTo>
                  <a:lnTo>
                    <a:pt x="18949" y="145"/>
                  </a:lnTo>
                  <a:lnTo>
                    <a:pt x="19320" y="165"/>
                  </a:lnTo>
                  <a:lnTo>
                    <a:pt x="20002" y="186"/>
                  </a:lnTo>
                  <a:lnTo>
                    <a:pt x="20683" y="248"/>
                  </a:lnTo>
                  <a:lnTo>
                    <a:pt x="21343" y="330"/>
                  </a:lnTo>
                  <a:lnTo>
                    <a:pt x="22004" y="434"/>
                  </a:lnTo>
                  <a:lnTo>
                    <a:pt x="22664" y="578"/>
                  </a:lnTo>
                  <a:lnTo>
                    <a:pt x="23304" y="723"/>
                  </a:lnTo>
                  <a:lnTo>
                    <a:pt x="23923" y="908"/>
                  </a:lnTo>
                  <a:lnTo>
                    <a:pt x="24543" y="1094"/>
                  </a:lnTo>
                  <a:lnTo>
                    <a:pt x="25162" y="1301"/>
                  </a:lnTo>
                  <a:lnTo>
                    <a:pt x="25760" y="1548"/>
                  </a:lnTo>
                  <a:lnTo>
                    <a:pt x="26359" y="1796"/>
                  </a:lnTo>
                  <a:lnTo>
                    <a:pt x="26937" y="2044"/>
                  </a:lnTo>
                  <a:lnTo>
                    <a:pt x="27494" y="2333"/>
                  </a:lnTo>
                  <a:lnTo>
                    <a:pt x="28031" y="2622"/>
                  </a:lnTo>
                  <a:lnTo>
                    <a:pt x="28568" y="2931"/>
                  </a:lnTo>
                  <a:lnTo>
                    <a:pt x="29104" y="3241"/>
                  </a:lnTo>
                  <a:lnTo>
                    <a:pt x="29600" y="3571"/>
                  </a:lnTo>
                  <a:lnTo>
                    <a:pt x="30095" y="3922"/>
                  </a:lnTo>
                  <a:lnTo>
                    <a:pt x="30570" y="4273"/>
                  </a:lnTo>
                  <a:lnTo>
                    <a:pt x="31045" y="4644"/>
                  </a:lnTo>
                  <a:lnTo>
                    <a:pt x="31478" y="5037"/>
                  </a:lnTo>
                  <a:lnTo>
                    <a:pt x="31912" y="5429"/>
                  </a:lnTo>
                  <a:lnTo>
                    <a:pt x="32324" y="5821"/>
                  </a:lnTo>
                  <a:lnTo>
                    <a:pt x="32717" y="6234"/>
                  </a:lnTo>
                  <a:lnTo>
                    <a:pt x="33088" y="6647"/>
                  </a:lnTo>
                  <a:lnTo>
                    <a:pt x="33460" y="7080"/>
                  </a:lnTo>
                  <a:lnTo>
                    <a:pt x="33811" y="7514"/>
                  </a:lnTo>
                  <a:lnTo>
                    <a:pt x="34141" y="7947"/>
                  </a:lnTo>
                  <a:lnTo>
                    <a:pt x="34471" y="8380"/>
                  </a:lnTo>
                  <a:lnTo>
                    <a:pt x="34760" y="8814"/>
                  </a:lnTo>
                  <a:lnTo>
                    <a:pt x="35049" y="9268"/>
                  </a:lnTo>
                  <a:lnTo>
                    <a:pt x="35317" y="9702"/>
                  </a:lnTo>
                  <a:lnTo>
                    <a:pt x="35586" y="10156"/>
                  </a:lnTo>
                  <a:lnTo>
                    <a:pt x="35833" y="10589"/>
                  </a:lnTo>
                  <a:lnTo>
                    <a:pt x="36060" y="11043"/>
                  </a:lnTo>
                  <a:lnTo>
                    <a:pt x="36267" y="11497"/>
                  </a:lnTo>
                  <a:lnTo>
                    <a:pt x="36659" y="12385"/>
                  </a:lnTo>
                  <a:lnTo>
                    <a:pt x="36989" y="13272"/>
                  </a:lnTo>
                  <a:lnTo>
                    <a:pt x="37278" y="14160"/>
                  </a:lnTo>
                  <a:lnTo>
                    <a:pt x="37505" y="15027"/>
                  </a:lnTo>
                  <a:lnTo>
                    <a:pt x="37712" y="15873"/>
                  </a:lnTo>
                  <a:lnTo>
                    <a:pt x="37856" y="16699"/>
                  </a:lnTo>
                  <a:lnTo>
                    <a:pt x="37959" y="17504"/>
                  </a:lnTo>
                  <a:lnTo>
                    <a:pt x="38021" y="18288"/>
                  </a:lnTo>
                  <a:lnTo>
                    <a:pt x="38083" y="19031"/>
                  </a:lnTo>
                  <a:lnTo>
                    <a:pt x="38083" y="19754"/>
                  </a:lnTo>
                  <a:lnTo>
                    <a:pt x="38083" y="20456"/>
                  </a:lnTo>
                  <a:lnTo>
                    <a:pt x="38042" y="21116"/>
                  </a:lnTo>
                  <a:lnTo>
                    <a:pt x="38001" y="21735"/>
                  </a:lnTo>
                  <a:lnTo>
                    <a:pt x="37918" y="22334"/>
                  </a:lnTo>
                  <a:lnTo>
                    <a:pt x="37836" y="22891"/>
                  </a:lnTo>
                  <a:lnTo>
                    <a:pt x="37753" y="23428"/>
                  </a:lnTo>
                  <a:lnTo>
                    <a:pt x="37526" y="24357"/>
                  </a:lnTo>
                  <a:lnTo>
                    <a:pt x="37423" y="24790"/>
                  </a:lnTo>
                  <a:lnTo>
                    <a:pt x="37340" y="25162"/>
                  </a:lnTo>
                  <a:lnTo>
                    <a:pt x="37113" y="25822"/>
                  </a:lnTo>
                  <a:lnTo>
                    <a:pt x="36845" y="26669"/>
                  </a:lnTo>
                  <a:lnTo>
                    <a:pt x="36989" y="26338"/>
                  </a:lnTo>
                  <a:lnTo>
                    <a:pt x="37154" y="25946"/>
                  </a:lnTo>
                  <a:lnTo>
                    <a:pt x="37320" y="25451"/>
                  </a:lnTo>
                  <a:lnTo>
                    <a:pt x="37505" y="24893"/>
                  </a:lnTo>
                  <a:lnTo>
                    <a:pt x="37588" y="24604"/>
                  </a:lnTo>
                  <a:lnTo>
                    <a:pt x="37650" y="24398"/>
                  </a:lnTo>
                  <a:lnTo>
                    <a:pt x="37794" y="23841"/>
                  </a:lnTo>
                  <a:lnTo>
                    <a:pt x="37897" y="23283"/>
                  </a:lnTo>
                  <a:lnTo>
                    <a:pt x="38021" y="22685"/>
                  </a:lnTo>
                  <a:lnTo>
                    <a:pt x="38104" y="22024"/>
                  </a:lnTo>
                  <a:lnTo>
                    <a:pt x="38186" y="21343"/>
                  </a:lnTo>
                  <a:lnTo>
                    <a:pt x="38228" y="20621"/>
                  </a:lnTo>
                  <a:lnTo>
                    <a:pt x="38248" y="19857"/>
                  </a:lnTo>
                  <a:lnTo>
                    <a:pt x="38248" y="19052"/>
                  </a:lnTo>
                  <a:lnTo>
                    <a:pt x="38207" y="18226"/>
                  </a:lnTo>
                  <a:lnTo>
                    <a:pt x="38145" y="17690"/>
                  </a:lnTo>
                  <a:lnTo>
                    <a:pt x="38083" y="17132"/>
                  </a:lnTo>
                  <a:lnTo>
                    <a:pt x="38001" y="16575"/>
                  </a:lnTo>
                  <a:lnTo>
                    <a:pt x="37897" y="15997"/>
                  </a:lnTo>
                  <a:lnTo>
                    <a:pt x="37774" y="15419"/>
                  </a:lnTo>
                  <a:lnTo>
                    <a:pt x="37629" y="14821"/>
                  </a:lnTo>
                  <a:lnTo>
                    <a:pt x="37464" y="14243"/>
                  </a:lnTo>
                  <a:lnTo>
                    <a:pt x="37278" y="13644"/>
                  </a:lnTo>
                  <a:lnTo>
                    <a:pt x="37072" y="13025"/>
                  </a:lnTo>
                  <a:lnTo>
                    <a:pt x="36845" y="12426"/>
                  </a:lnTo>
                  <a:lnTo>
                    <a:pt x="36576" y="11828"/>
                  </a:lnTo>
                  <a:lnTo>
                    <a:pt x="36308" y="11208"/>
                  </a:lnTo>
                  <a:lnTo>
                    <a:pt x="35999" y="10610"/>
                  </a:lnTo>
                  <a:lnTo>
                    <a:pt x="35668" y="9990"/>
                  </a:lnTo>
                  <a:lnTo>
                    <a:pt x="35317" y="9392"/>
                  </a:lnTo>
                  <a:lnTo>
                    <a:pt x="34925" y="8814"/>
                  </a:lnTo>
                  <a:lnTo>
                    <a:pt x="34533" y="8215"/>
                  </a:lnTo>
                  <a:lnTo>
                    <a:pt x="34100" y="7637"/>
                  </a:lnTo>
                  <a:lnTo>
                    <a:pt x="33625" y="7059"/>
                  </a:lnTo>
                  <a:lnTo>
                    <a:pt x="33129" y="6502"/>
                  </a:lnTo>
                  <a:lnTo>
                    <a:pt x="32634" y="5965"/>
                  </a:lnTo>
                  <a:lnTo>
                    <a:pt x="32097" y="5429"/>
                  </a:lnTo>
                  <a:lnTo>
                    <a:pt x="31519" y="4913"/>
                  </a:lnTo>
                  <a:lnTo>
                    <a:pt x="30921" y="4417"/>
                  </a:lnTo>
                  <a:lnTo>
                    <a:pt x="30322" y="3943"/>
                  </a:lnTo>
                  <a:lnTo>
                    <a:pt x="29682" y="3488"/>
                  </a:lnTo>
                  <a:lnTo>
                    <a:pt x="29022" y="3034"/>
                  </a:lnTo>
                  <a:lnTo>
                    <a:pt x="28320" y="2642"/>
                  </a:lnTo>
                  <a:lnTo>
                    <a:pt x="27618" y="2250"/>
                  </a:lnTo>
                  <a:lnTo>
                    <a:pt x="26896" y="1899"/>
                  </a:lnTo>
                  <a:lnTo>
                    <a:pt x="26153" y="1569"/>
                  </a:lnTo>
                  <a:lnTo>
                    <a:pt x="25389" y="1259"/>
                  </a:lnTo>
                  <a:lnTo>
                    <a:pt x="24625" y="991"/>
                  </a:lnTo>
                  <a:lnTo>
                    <a:pt x="23841" y="764"/>
                  </a:lnTo>
                  <a:lnTo>
                    <a:pt x="23056" y="557"/>
                  </a:lnTo>
                  <a:lnTo>
                    <a:pt x="22272" y="372"/>
                  </a:lnTo>
                  <a:lnTo>
                    <a:pt x="21488" y="227"/>
                  </a:lnTo>
                  <a:lnTo>
                    <a:pt x="20703" y="145"/>
                  </a:lnTo>
                  <a:lnTo>
                    <a:pt x="19919" y="62"/>
                  </a:lnTo>
                  <a:lnTo>
                    <a:pt x="19135" y="21"/>
                  </a:lnTo>
                  <a:lnTo>
                    <a:pt x="18453" y="0"/>
                  </a:lnTo>
                  <a:close/>
                </a:path>
              </a:pathLst>
            </a:custGeom>
            <a:solidFill>
              <a:srgbClr val="12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9" name="Google Shape;749;p27">
              <a:extLst>
                <a:ext uri="{FF2B5EF4-FFF2-40B4-BE49-F238E27FC236}">
                  <a16:creationId xmlns:a16="http://schemas.microsoft.com/office/drawing/2014/main" id="{F9EDD262-A544-5EB6-AE04-15B3B917D1D7}"/>
                </a:ext>
              </a:extLst>
            </p:cNvPr>
            <p:cNvSpPr/>
            <p:nvPr/>
          </p:nvSpPr>
          <p:spPr>
            <a:xfrm>
              <a:off x="2774825" y="980175"/>
              <a:ext cx="956225" cy="666725"/>
            </a:xfrm>
            <a:custGeom>
              <a:avLst/>
              <a:gdLst/>
              <a:ahLst/>
              <a:cxnLst/>
              <a:rect l="l" t="t" r="r" b="b"/>
              <a:pathLst>
                <a:path w="38249" h="26669" fill="none" extrusionOk="0">
                  <a:moveTo>
                    <a:pt x="18453" y="0"/>
                  </a:moveTo>
                  <a:lnTo>
                    <a:pt x="18453" y="0"/>
                  </a:lnTo>
                  <a:lnTo>
                    <a:pt x="17855" y="21"/>
                  </a:lnTo>
                  <a:lnTo>
                    <a:pt x="17277" y="41"/>
                  </a:lnTo>
                  <a:lnTo>
                    <a:pt x="16678" y="103"/>
                  </a:lnTo>
                  <a:lnTo>
                    <a:pt x="16100" y="165"/>
                  </a:lnTo>
                  <a:lnTo>
                    <a:pt x="16100" y="165"/>
                  </a:lnTo>
                  <a:lnTo>
                    <a:pt x="15357" y="248"/>
                  </a:lnTo>
                  <a:lnTo>
                    <a:pt x="14635" y="392"/>
                  </a:lnTo>
                  <a:lnTo>
                    <a:pt x="13933" y="537"/>
                  </a:lnTo>
                  <a:lnTo>
                    <a:pt x="13231" y="723"/>
                  </a:lnTo>
                  <a:lnTo>
                    <a:pt x="13231" y="723"/>
                  </a:lnTo>
                  <a:lnTo>
                    <a:pt x="12550" y="929"/>
                  </a:lnTo>
                  <a:lnTo>
                    <a:pt x="11890" y="1135"/>
                  </a:lnTo>
                  <a:lnTo>
                    <a:pt x="11250" y="1383"/>
                  </a:lnTo>
                  <a:lnTo>
                    <a:pt x="10630" y="1651"/>
                  </a:lnTo>
                  <a:lnTo>
                    <a:pt x="10011" y="1920"/>
                  </a:lnTo>
                  <a:lnTo>
                    <a:pt x="9413" y="2209"/>
                  </a:lnTo>
                  <a:lnTo>
                    <a:pt x="8855" y="2518"/>
                  </a:lnTo>
                  <a:lnTo>
                    <a:pt x="8298" y="2828"/>
                  </a:lnTo>
                  <a:lnTo>
                    <a:pt x="8298" y="2828"/>
                  </a:lnTo>
                  <a:lnTo>
                    <a:pt x="7761" y="3158"/>
                  </a:lnTo>
                  <a:lnTo>
                    <a:pt x="7245" y="3509"/>
                  </a:lnTo>
                  <a:lnTo>
                    <a:pt x="6750" y="3860"/>
                  </a:lnTo>
                  <a:lnTo>
                    <a:pt x="6296" y="4211"/>
                  </a:lnTo>
                  <a:lnTo>
                    <a:pt x="5842" y="4582"/>
                  </a:lnTo>
                  <a:lnTo>
                    <a:pt x="5408" y="4954"/>
                  </a:lnTo>
                  <a:lnTo>
                    <a:pt x="4995" y="5326"/>
                  </a:lnTo>
                  <a:lnTo>
                    <a:pt x="4603" y="5697"/>
                  </a:lnTo>
                  <a:lnTo>
                    <a:pt x="4603" y="5697"/>
                  </a:lnTo>
                  <a:lnTo>
                    <a:pt x="4232" y="6089"/>
                  </a:lnTo>
                  <a:lnTo>
                    <a:pt x="3881" y="6461"/>
                  </a:lnTo>
                  <a:lnTo>
                    <a:pt x="3550" y="6832"/>
                  </a:lnTo>
                  <a:lnTo>
                    <a:pt x="3220" y="7204"/>
                  </a:lnTo>
                  <a:lnTo>
                    <a:pt x="2663" y="7947"/>
                  </a:lnTo>
                  <a:lnTo>
                    <a:pt x="2147" y="8669"/>
                  </a:lnTo>
                  <a:lnTo>
                    <a:pt x="1713" y="9371"/>
                  </a:lnTo>
                  <a:lnTo>
                    <a:pt x="1342" y="10011"/>
                  </a:lnTo>
                  <a:lnTo>
                    <a:pt x="1012" y="10630"/>
                  </a:lnTo>
                  <a:lnTo>
                    <a:pt x="743" y="11208"/>
                  </a:lnTo>
                  <a:lnTo>
                    <a:pt x="743" y="11208"/>
                  </a:lnTo>
                  <a:lnTo>
                    <a:pt x="537" y="11724"/>
                  </a:lnTo>
                  <a:lnTo>
                    <a:pt x="351" y="12178"/>
                  </a:lnTo>
                  <a:lnTo>
                    <a:pt x="207" y="12571"/>
                  </a:lnTo>
                  <a:lnTo>
                    <a:pt x="103" y="12901"/>
                  </a:lnTo>
                  <a:lnTo>
                    <a:pt x="41" y="13169"/>
                  </a:lnTo>
                  <a:lnTo>
                    <a:pt x="0" y="13376"/>
                  </a:lnTo>
                  <a:lnTo>
                    <a:pt x="0" y="13500"/>
                  </a:lnTo>
                  <a:lnTo>
                    <a:pt x="0" y="13520"/>
                  </a:lnTo>
                  <a:lnTo>
                    <a:pt x="21" y="13541"/>
                  </a:lnTo>
                  <a:lnTo>
                    <a:pt x="21" y="13541"/>
                  </a:lnTo>
                  <a:lnTo>
                    <a:pt x="21" y="13541"/>
                  </a:lnTo>
                  <a:lnTo>
                    <a:pt x="21" y="13541"/>
                  </a:lnTo>
                  <a:lnTo>
                    <a:pt x="41" y="13541"/>
                  </a:lnTo>
                  <a:lnTo>
                    <a:pt x="41" y="13541"/>
                  </a:lnTo>
                  <a:lnTo>
                    <a:pt x="269" y="12860"/>
                  </a:lnTo>
                  <a:lnTo>
                    <a:pt x="516" y="12199"/>
                  </a:lnTo>
                  <a:lnTo>
                    <a:pt x="516" y="12199"/>
                  </a:lnTo>
                  <a:lnTo>
                    <a:pt x="846" y="11477"/>
                  </a:lnTo>
                  <a:lnTo>
                    <a:pt x="1197" y="10775"/>
                  </a:lnTo>
                  <a:lnTo>
                    <a:pt x="1569" y="10073"/>
                  </a:lnTo>
                  <a:lnTo>
                    <a:pt x="1961" y="9413"/>
                  </a:lnTo>
                  <a:lnTo>
                    <a:pt x="2374" y="8752"/>
                  </a:lnTo>
                  <a:lnTo>
                    <a:pt x="2828" y="8112"/>
                  </a:lnTo>
                  <a:lnTo>
                    <a:pt x="3282" y="7493"/>
                  </a:lnTo>
                  <a:lnTo>
                    <a:pt x="3778" y="6894"/>
                  </a:lnTo>
                  <a:lnTo>
                    <a:pt x="3778" y="6894"/>
                  </a:lnTo>
                  <a:lnTo>
                    <a:pt x="4273" y="6316"/>
                  </a:lnTo>
                  <a:lnTo>
                    <a:pt x="4810" y="5759"/>
                  </a:lnTo>
                  <a:lnTo>
                    <a:pt x="5367" y="5243"/>
                  </a:lnTo>
                  <a:lnTo>
                    <a:pt x="5945" y="4748"/>
                  </a:lnTo>
                  <a:lnTo>
                    <a:pt x="6523" y="4273"/>
                  </a:lnTo>
                  <a:lnTo>
                    <a:pt x="7142" y="3819"/>
                  </a:lnTo>
                  <a:lnTo>
                    <a:pt x="7761" y="3406"/>
                  </a:lnTo>
                  <a:lnTo>
                    <a:pt x="8381" y="2993"/>
                  </a:lnTo>
                  <a:lnTo>
                    <a:pt x="8381" y="2993"/>
                  </a:lnTo>
                  <a:lnTo>
                    <a:pt x="8690" y="2807"/>
                  </a:lnTo>
                  <a:lnTo>
                    <a:pt x="9020" y="2622"/>
                  </a:lnTo>
                  <a:lnTo>
                    <a:pt x="9681" y="2271"/>
                  </a:lnTo>
                  <a:lnTo>
                    <a:pt x="11002" y="1631"/>
                  </a:lnTo>
                  <a:lnTo>
                    <a:pt x="11002" y="1631"/>
                  </a:lnTo>
                  <a:lnTo>
                    <a:pt x="12364" y="1135"/>
                  </a:lnTo>
                  <a:lnTo>
                    <a:pt x="13066" y="929"/>
                  </a:lnTo>
                  <a:lnTo>
                    <a:pt x="13396" y="826"/>
                  </a:lnTo>
                  <a:lnTo>
                    <a:pt x="13747" y="743"/>
                  </a:lnTo>
                  <a:lnTo>
                    <a:pt x="13747" y="743"/>
                  </a:lnTo>
                  <a:lnTo>
                    <a:pt x="14449" y="557"/>
                  </a:lnTo>
                  <a:lnTo>
                    <a:pt x="14800" y="496"/>
                  </a:lnTo>
                  <a:lnTo>
                    <a:pt x="15151" y="434"/>
                  </a:lnTo>
                  <a:lnTo>
                    <a:pt x="15151" y="434"/>
                  </a:lnTo>
                  <a:lnTo>
                    <a:pt x="15853" y="330"/>
                  </a:lnTo>
                  <a:lnTo>
                    <a:pt x="16534" y="227"/>
                  </a:lnTo>
                  <a:lnTo>
                    <a:pt x="16534" y="227"/>
                  </a:lnTo>
                  <a:lnTo>
                    <a:pt x="17566" y="165"/>
                  </a:lnTo>
                  <a:lnTo>
                    <a:pt x="18061" y="145"/>
                  </a:lnTo>
                  <a:lnTo>
                    <a:pt x="18577" y="124"/>
                  </a:lnTo>
                  <a:lnTo>
                    <a:pt x="18577" y="124"/>
                  </a:lnTo>
                  <a:lnTo>
                    <a:pt x="18949" y="145"/>
                  </a:lnTo>
                  <a:lnTo>
                    <a:pt x="19320" y="165"/>
                  </a:lnTo>
                  <a:lnTo>
                    <a:pt x="19320" y="165"/>
                  </a:lnTo>
                  <a:lnTo>
                    <a:pt x="20002" y="186"/>
                  </a:lnTo>
                  <a:lnTo>
                    <a:pt x="20683" y="248"/>
                  </a:lnTo>
                  <a:lnTo>
                    <a:pt x="21343" y="330"/>
                  </a:lnTo>
                  <a:lnTo>
                    <a:pt x="22004" y="434"/>
                  </a:lnTo>
                  <a:lnTo>
                    <a:pt x="22664" y="578"/>
                  </a:lnTo>
                  <a:lnTo>
                    <a:pt x="23304" y="723"/>
                  </a:lnTo>
                  <a:lnTo>
                    <a:pt x="23923" y="908"/>
                  </a:lnTo>
                  <a:lnTo>
                    <a:pt x="24543" y="1094"/>
                  </a:lnTo>
                  <a:lnTo>
                    <a:pt x="25162" y="1301"/>
                  </a:lnTo>
                  <a:lnTo>
                    <a:pt x="25760" y="1548"/>
                  </a:lnTo>
                  <a:lnTo>
                    <a:pt x="26359" y="1796"/>
                  </a:lnTo>
                  <a:lnTo>
                    <a:pt x="26937" y="2044"/>
                  </a:lnTo>
                  <a:lnTo>
                    <a:pt x="27494" y="2333"/>
                  </a:lnTo>
                  <a:lnTo>
                    <a:pt x="28031" y="2622"/>
                  </a:lnTo>
                  <a:lnTo>
                    <a:pt x="28568" y="2931"/>
                  </a:lnTo>
                  <a:lnTo>
                    <a:pt x="29104" y="3241"/>
                  </a:lnTo>
                  <a:lnTo>
                    <a:pt x="29104" y="3241"/>
                  </a:lnTo>
                  <a:lnTo>
                    <a:pt x="29600" y="3571"/>
                  </a:lnTo>
                  <a:lnTo>
                    <a:pt x="30095" y="3922"/>
                  </a:lnTo>
                  <a:lnTo>
                    <a:pt x="30570" y="4273"/>
                  </a:lnTo>
                  <a:lnTo>
                    <a:pt x="31045" y="4644"/>
                  </a:lnTo>
                  <a:lnTo>
                    <a:pt x="31478" y="5037"/>
                  </a:lnTo>
                  <a:lnTo>
                    <a:pt x="31912" y="5429"/>
                  </a:lnTo>
                  <a:lnTo>
                    <a:pt x="32324" y="5821"/>
                  </a:lnTo>
                  <a:lnTo>
                    <a:pt x="32717" y="6234"/>
                  </a:lnTo>
                  <a:lnTo>
                    <a:pt x="33088" y="6647"/>
                  </a:lnTo>
                  <a:lnTo>
                    <a:pt x="33460" y="7080"/>
                  </a:lnTo>
                  <a:lnTo>
                    <a:pt x="33811" y="7514"/>
                  </a:lnTo>
                  <a:lnTo>
                    <a:pt x="34141" y="7947"/>
                  </a:lnTo>
                  <a:lnTo>
                    <a:pt x="34471" y="8380"/>
                  </a:lnTo>
                  <a:lnTo>
                    <a:pt x="34760" y="8814"/>
                  </a:lnTo>
                  <a:lnTo>
                    <a:pt x="35049" y="9268"/>
                  </a:lnTo>
                  <a:lnTo>
                    <a:pt x="35317" y="9702"/>
                  </a:lnTo>
                  <a:lnTo>
                    <a:pt x="35317" y="9702"/>
                  </a:lnTo>
                  <a:lnTo>
                    <a:pt x="35586" y="10156"/>
                  </a:lnTo>
                  <a:lnTo>
                    <a:pt x="35833" y="10589"/>
                  </a:lnTo>
                  <a:lnTo>
                    <a:pt x="36060" y="11043"/>
                  </a:lnTo>
                  <a:lnTo>
                    <a:pt x="36267" y="11497"/>
                  </a:lnTo>
                  <a:lnTo>
                    <a:pt x="36659" y="12385"/>
                  </a:lnTo>
                  <a:lnTo>
                    <a:pt x="36989" y="13272"/>
                  </a:lnTo>
                  <a:lnTo>
                    <a:pt x="37278" y="14160"/>
                  </a:lnTo>
                  <a:lnTo>
                    <a:pt x="37505" y="15027"/>
                  </a:lnTo>
                  <a:lnTo>
                    <a:pt x="37712" y="15873"/>
                  </a:lnTo>
                  <a:lnTo>
                    <a:pt x="37856" y="16699"/>
                  </a:lnTo>
                  <a:lnTo>
                    <a:pt x="37856" y="16699"/>
                  </a:lnTo>
                  <a:lnTo>
                    <a:pt x="37959" y="17504"/>
                  </a:lnTo>
                  <a:lnTo>
                    <a:pt x="38021" y="18288"/>
                  </a:lnTo>
                  <a:lnTo>
                    <a:pt x="38083" y="19031"/>
                  </a:lnTo>
                  <a:lnTo>
                    <a:pt x="38083" y="19754"/>
                  </a:lnTo>
                  <a:lnTo>
                    <a:pt x="38083" y="20456"/>
                  </a:lnTo>
                  <a:lnTo>
                    <a:pt x="38042" y="21116"/>
                  </a:lnTo>
                  <a:lnTo>
                    <a:pt x="38001" y="21735"/>
                  </a:lnTo>
                  <a:lnTo>
                    <a:pt x="37918" y="22334"/>
                  </a:lnTo>
                  <a:lnTo>
                    <a:pt x="37918" y="22334"/>
                  </a:lnTo>
                  <a:lnTo>
                    <a:pt x="37836" y="22891"/>
                  </a:lnTo>
                  <a:lnTo>
                    <a:pt x="37753" y="23428"/>
                  </a:lnTo>
                  <a:lnTo>
                    <a:pt x="37526" y="24357"/>
                  </a:lnTo>
                  <a:lnTo>
                    <a:pt x="37526" y="24357"/>
                  </a:lnTo>
                  <a:lnTo>
                    <a:pt x="37423" y="24790"/>
                  </a:lnTo>
                  <a:lnTo>
                    <a:pt x="37340" y="25162"/>
                  </a:lnTo>
                  <a:lnTo>
                    <a:pt x="37340" y="25162"/>
                  </a:lnTo>
                  <a:lnTo>
                    <a:pt x="37113" y="25822"/>
                  </a:lnTo>
                  <a:lnTo>
                    <a:pt x="37113" y="25822"/>
                  </a:lnTo>
                  <a:lnTo>
                    <a:pt x="36845" y="26669"/>
                  </a:lnTo>
                  <a:lnTo>
                    <a:pt x="36845" y="26669"/>
                  </a:lnTo>
                  <a:lnTo>
                    <a:pt x="36989" y="26338"/>
                  </a:lnTo>
                  <a:lnTo>
                    <a:pt x="37154" y="25946"/>
                  </a:lnTo>
                  <a:lnTo>
                    <a:pt x="37320" y="25451"/>
                  </a:lnTo>
                  <a:lnTo>
                    <a:pt x="37505" y="24893"/>
                  </a:lnTo>
                  <a:lnTo>
                    <a:pt x="37505" y="24893"/>
                  </a:lnTo>
                  <a:lnTo>
                    <a:pt x="37588" y="24604"/>
                  </a:lnTo>
                  <a:lnTo>
                    <a:pt x="37588" y="24604"/>
                  </a:lnTo>
                  <a:lnTo>
                    <a:pt x="37650" y="24398"/>
                  </a:lnTo>
                  <a:lnTo>
                    <a:pt x="37650" y="24398"/>
                  </a:lnTo>
                  <a:lnTo>
                    <a:pt x="37794" y="23841"/>
                  </a:lnTo>
                  <a:lnTo>
                    <a:pt x="37794" y="23841"/>
                  </a:lnTo>
                  <a:lnTo>
                    <a:pt x="37897" y="23283"/>
                  </a:lnTo>
                  <a:lnTo>
                    <a:pt x="38021" y="22685"/>
                  </a:lnTo>
                  <a:lnTo>
                    <a:pt x="38104" y="22024"/>
                  </a:lnTo>
                  <a:lnTo>
                    <a:pt x="38186" y="21343"/>
                  </a:lnTo>
                  <a:lnTo>
                    <a:pt x="38228" y="20621"/>
                  </a:lnTo>
                  <a:lnTo>
                    <a:pt x="38248" y="19857"/>
                  </a:lnTo>
                  <a:lnTo>
                    <a:pt x="38248" y="19052"/>
                  </a:lnTo>
                  <a:lnTo>
                    <a:pt x="38207" y="18226"/>
                  </a:lnTo>
                  <a:lnTo>
                    <a:pt x="38207" y="18226"/>
                  </a:lnTo>
                  <a:lnTo>
                    <a:pt x="38145" y="17690"/>
                  </a:lnTo>
                  <a:lnTo>
                    <a:pt x="38083" y="17132"/>
                  </a:lnTo>
                  <a:lnTo>
                    <a:pt x="38001" y="16575"/>
                  </a:lnTo>
                  <a:lnTo>
                    <a:pt x="37897" y="15997"/>
                  </a:lnTo>
                  <a:lnTo>
                    <a:pt x="37774" y="15419"/>
                  </a:lnTo>
                  <a:lnTo>
                    <a:pt x="37629" y="14821"/>
                  </a:lnTo>
                  <a:lnTo>
                    <a:pt x="37464" y="14243"/>
                  </a:lnTo>
                  <a:lnTo>
                    <a:pt x="37278" y="13644"/>
                  </a:lnTo>
                  <a:lnTo>
                    <a:pt x="37278" y="13644"/>
                  </a:lnTo>
                  <a:lnTo>
                    <a:pt x="37072" y="13025"/>
                  </a:lnTo>
                  <a:lnTo>
                    <a:pt x="36845" y="12426"/>
                  </a:lnTo>
                  <a:lnTo>
                    <a:pt x="36576" y="11828"/>
                  </a:lnTo>
                  <a:lnTo>
                    <a:pt x="36308" y="11208"/>
                  </a:lnTo>
                  <a:lnTo>
                    <a:pt x="35999" y="10610"/>
                  </a:lnTo>
                  <a:lnTo>
                    <a:pt x="35668" y="9990"/>
                  </a:lnTo>
                  <a:lnTo>
                    <a:pt x="35317" y="9392"/>
                  </a:lnTo>
                  <a:lnTo>
                    <a:pt x="34925" y="8814"/>
                  </a:lnTo>
                  <a:lnTo>
                    <a:pt x="34925" y="8814"/>
                  </a:lnTo>
                  <a:lnTo>
                    <a:pt x="34533" y="8215"/>
                  </a:lnTo>
                  <a:lnTo>
                    <a:pt x="34100" y="7637"/>
                  </a:lnTo>
                  <a:lnTo>
                    <a:pt x="33625" y="7059"/>
                  </a:lnTo>
                  <a:lnTo>
                    <a:pt x="33129" y="6502"/>
                  </a:lnTo>
                  <a:lnTo>
                    <a:pt x="33129" y="6502"/>
                  </a:lnTo>
                  <a:lnTo>
                    <a:pt x="32634" y="5965"/>
                  </a:lnTo>
                  <a:lnTo>
                    <a:pt x="32097" y="5429"/>
                  </a:lnTo>
                  <a:lnTo>
                    <a:pt x="31519" y="4913"/>
                  </a:lnTo>
                  <a:lnTo>
                    <a:pt x="30921" y="4417"/>
                  </a:lnTo>
                  <a:lnTo>
                    <a:pt x="30921" y="4417"/>
                  </a:lnTo>
                  <a:lnTo>
                    <a:pt x="30322" y="3943"/>
                  </a:lnTo>
                  <a:lnTo>
                    <a:pt x="29682" y="3488"/>
                  </a:lnTo>
                  <a:lnTo>
                    <a:pt x="29022" y="3034"/>
                  </a:lnTo>
                  <a:lnTo>
                    <a:pt x="28320" y="2642"/>
                  </a:lnTo>
                  <a:lnTo>
                    <a:pt x="28320" y="2642"/>
                  </a:lnTo>
                  <a:lnTo>
                    <a:pt x="27618" y="2250"/>
                  </a:lnTo>
                  <a:lnTo>
                    <a:pt x="26896" y="1899"/>
                  </a:lnTo>
                  <a:lnTo>
                    <a:pt x="26153" y="1569"/>
                  </a:lnTo>
                  <a:lnTo>
                    <a:pt x="25389" y="1259"/>
                  </a:lnTo>
                  <a:lnTo>
                    <a:pt x="25389" y="1259"/>
                  </a:lnTo>
                  <a:lnTo>
                    <a:pt x="24625" y="991"/>
                  </a:lnTo>
                  <a:lnTo>
                    <a:pt x="23841" y="764"/>
                  </a:lnTo>
                  <a:lnTo>
                    <a:pt x="23056" y="557"/>
                  </a:lnTo>
                  <a:lnTo>
                    <a:pt x="22272" y="372"/>
                  </a:lnTo>
                  <a:lnTo>
                    <a:pt x="22272" y="372"/>
                  </a:lnTo>
                  <a:lnTo>
                    <a:pt x="21488" y="227"/>
                  </a:lnTo>
                  <a:lnTo>
                    <a:pt x="20703" y="145"/>
                  </a:lnTo>
                  <a:lnTo>
                    <a:pt x="19919" y="62"/>
                  </a:lnTo>
                  <a:lnTo>
                    <a:pt x="19135" y="21"/>
                  </a:lnTo>
                  <a:lnTo>
                    <a:pt x="19135" y="21"/>
                  </a:lnTo>
                  <a:lnTo>
                    <a:pt x="1845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0" name="Google Shape;750;p27">
              <a:extLst>
                <a:ext uri="{FF2B5EF4-FFF2-40B4-BE49-F238E27FC236}">
                  <a16:creationId xmlns:a16="http://schemas.microsoft.com/office/drawing/2014/main" id="{F2511ACE-FD95-4E79-07C2-C23BE289AA8A}"/>
                </a:ext>
              </a:extLst>
            </p:cNvPr>
            <p:cNvSpPr/>
            <p:nvPr/>
          </p:nvSpPr>
          <p:spPr>
            <a:xfrm>
              <a:off x="2951825" y="1144275"/>
              <a:ext cx="555275" cy="697175"/>
            </a:xfrm>
            <a:custGeom>
              <a:avLst/>
              <a:gdLst/>
              <a:ahLst/>
              <a:cxnLst/>
              <a:rect l="l" t="t" r="r" b="b"/>
              <a:pathLst>
                <a:path w="22211" h="27887" extrusionOk="0">
                  <a:moveTo>
                    <a:pt x="12034" y="6894"/>
                  </a:moveTo>
                  <a:lnTo>
                    <a:pt x="12385" y="6915"/>
                  </a:lnTo>
                  <a:lnTo>
                    <a:pt x="12756" y="6956"/>
                  </a:lnTo>
                  <a:lnTo>
                    <a:pt x="11167" y="11002"/>
                  </a:lnTo>
                  <a:lnTo>
                    <a:pt x="10775" y="10672"/>
                  </a:lnTo>
                  <a:lnTo>
                    <a:pt x="10445" y="10341"/>
                  </a:lnTo>
                  <a:lnTo>
                    <a:pt x="10156" y="9990"/>
                  </a:lnTo>
                  <a:lnTo>
                    <a:pt x="10032" y="9825"/>
                  </a:lnTo>
                  <a:lnTo>
                    <a:pt x="9929" y="9660"/>
                  </a:lnTo>
                  <a:lnTo>
                    <a:pt x="9846" y="9495"/>
                  </a:lnTo>
                  <a:lnTo>
                    <a:pt x="9784" y="9309"/>
                  </a:lnTo>
                  <a:lnTo>
                    <a:pt x="9743" y="9144"/>
                  </a:lnTo>
                  <a:lnTo>
                    <a:pt x="9702" y="8958"/>
                  </a:lnTo>
                  <a:lnTo>
                    <a:pt x="9702" y="8793"/>
                  </a:lnTo>
                  <a:lnTo>
                    <a:pt x="9722" y="8607"/>
                  </a:lnTo>
                  <a:lnTo>
                    <a:pt x="9763" y="8422"/>
                  </a:lnTo>
                  <a:lnTo>
                    <a:pt x="9825" y="8236"/>
                  </a:lnTo>
                  <a:lnTo>
                    <a:pt x="9949" y="7947"/>
                  </a:lnTo>
                  <a:lnTo>
                    <a:pt x="10135" y="7699"/>
                  </a:lnTo>
                  <a:lnTo>
                    <a:pt x="10218" y="7575"/>
                  </a:lnTo>
                  <a:lnTo>
                    <a:pt x="10341" y="7472"/>
                  </a:lnTo>
                  <a:lnTo>
                    <a:pt x="10465" y="7369"/>
                  </a:lnTo>
                  <a:lnTo>
                    <a:pt x="10589" y="7266"/>
                  </a:lnTo>
                  <a:lnTo>
                    <a:pt x="10734" y="7183"/>
                  </a:lnTo>
                  <a:lnTo>
                    <a:pt x="10878" y="7121"/>
                  </a:lnTo>
                  <a:lnTo>
                    <a:pt x="11043" y="7059"/>
                  </a:lnTo>
                  <a:lnTo>
                    <a:pt x="11229" y="6997"/>
                  </a:lnTo>
                  <a:lnTo>
                    <a:pt x="11415" y="6956"/>
                  </a:lnTo>
                  <a:lnTo>
                    <a:pt x="11600" y="6915"/>
                  </a:lnTo>
                  <a:lnTo>
                    <a:pt x="11807" y="6915"/>
                  </a:lnTo>
                  <a:lnTo>
                    <a:pt x="12034" y="6894"/>
                  </a:lnTo>
                  <a:close/>
                  <a:moveTo>
                    <a:pt x="12096" y="17008"/>
                  </a:moveTo>
                  <a:lnTo>
                    <a:pt x="12467" y="17359"/>
                  </a:lnTo>
                  <a:lnTo>
                    <a:pt x="12798" y="17690"/>
                  </a:lnTo>
                  <a:lnTo>
                    <a:pt x="13066" y="18020"/>
                  </a:lnTo>
                  <a:lnTo>
                    <a:pt x="13169" y="18206"/>
                  </a:lnTo>
                  <a:lnTo>
                    <a:pt x="13272" y="18371"/>
                  </a:lnTo>
                  <a:lnTo>
                    <a:pt x="13355" y="18536"/>
                  </a:lnTo>
                  <a:lnTo>
                    <a:pt x="13417" y="18701"/>
                  </a:lnTo>
                  <a:lnTo>
                    <a:pt x="13458" y="18887"/>
                  </a:lnTo>
                  <a:lnTo>
                    <a:pt x="13479" y="19052"/>
                  </a:lnTo>
                  <a:lnTo>
                    <a:pt x="13479" y="19238"/>
                  </a:lnTo>
                  <a:lnTo>
                    <a:pt x="13479" y="19423"/>
                  </a:lnTo>
                  <a:lnTo>
                    <a:pt x="13438" y="19609"/>
                  </a:lnTo>
                  <a:lnTo>
                    <a:pt x="13376" y="19795"/>
                  </a:lnTo>
                  <a:lnTo>
                    <a:pt x="13252" y="20063"/>
                  </a:lnTo>
                  <a:lnTo>
                    <a:pt x="13087" y="20290"/>
                  </a:lnTo>
                  <a:lnTo>
                    <a:pt x="12880" y="20497"/>
                  </a:lnTo>
                  <a:lnTo>
                    <a:pt x="12756" y="20600"/>
                  </a:lnTo>
                  <a:lnTo>
                    <a:pt x="12633" y="20683"/>
                  </a:lnTo>
                  <a:lnTo>
                    <a:pt x="12509" y="20765"/>
                  </a:lnTo>
                  <a:lnTo>
                    <a:pt x="12364" y="20827"/>
                  </a:lnTo>
                  <a:lnTo>
                    <a:pt x="12034" y="20930"/>
                  </a:lnTo>
                  <a:lnTo>
                    <a:pt x="11683" y="20992"/>
                  </a:lnTo>
                  <a:lnTo>
                    <a:pt x="11291" y="21013"/>
                  </a:lnTo>
                  <a:lnTo>
                    <a:pt x="10940" y="20992"/>
                  </a:lnTo>
                  <a:lnTo>
                    <a:pt x="10548" y="20951"/>
                  </a:lnTo>
                  <a:lnTo>
                    <a:pt x="12096" y="17008"/>
                  </a:lnTo>
                  <a:close/>
                  <a:moveTo>
                    <a:pt x="15481" y="0"/>
                  </a:moveTo>
                  <a:lnTo>
                    <a:pt x="14243" y="3179"/>
                  </a:lnTo>
                  <a:lnTo>
                    <a:pt x="13458" y="2993"/>
                  </a:lnTo>
                  <a:lnTo>
                    <a:pt x="12715" y="2849"/>
                  </a:lnTo>
                  <a:lnTo>
                    <a:pt x="11993" y="2787"/>
                  </a:lnTo>
                  <a:lnTo>
                    <a:pt x="11312" y="2766"/>
                  </a:lnTo>
                  <a:lnTo>
                    <a:pt x="10734" y="2766"/>
                  </a:lnTo>
                  <a:lnTo>
                    <a:pt x="10197" y="2828"/>
                  </a:lnTo>
                  <a:lnTo>
                    <a:pt x="9660" y="2910"/>
                  </a:lnTo>
                  <a:lnTo>
                    <a:pt x="9165" y="3034"/>
                  </a:lnTo>
                  <a:lnTo>
                    <a:pt x="8690" y="3199"/>
                  </a:lnTo>
                  <a:lnTo>
                    <a:pt x="8236" y="3385"/>
                  </a:lnTo>
                  <a:lnTo>
                    <a:pt x="7803" y="3592"/>
                  </a:lnTo>
                  <a:lnTo>
                    <a:pt x="7410" y="3839"/>
                  </a:lnTo>
                  <a:lnTo>
                    <a:pt x="7018" y="4108"/>
                  </a:lnTo>
                  <a:lnTo>
                    <a:pt x="6688" y="4397"/>
                  </a:lnTo>
                  <a:lnTo>
                    <a:pt x="6358" y="4727"/>
                  </a:lnTo>
                  <a:lnTo>
                    <a:pt x="6048" y="5057"/>
                  </a:lnTo>
                  <a:lnTo>
                    <a:pt x="5780" y="5429"/>
                  </a:lnTo>
                  <a:lnTo>
                    <a:pt x="5553" y="5821"/>
                  </a:lnTo>
                  <a:lnTo>
                    <a:pt x="5326" y="6234"/>
                  </a:lnTo>
                  <a:lnTo>
                    <a:pt x="5140" y="6667"/>
                  </a:lnTo>
                  <a:lnTo>
                    <a:pt x="5016" y="7039"/>
                  </a:lnTo>
                  <a:lnTo>
                    <a:pt x="4892" y="7410"/>
                  </a:lnTo>
                  <a:lnTo>
                    <a:pt x="4810" y="7761"/>
                  </a:lnTo>
                  <a:lnTo>
                    <a:pt x="4748" y="8112"/>
                  </a:lnTo>
                  <a:lnTo>
                    <a:pt x="4727" y="8463"/>
                  </a:lnTo>
                  <a:lnTo>
                    <a:pt x="4706" y="8793"/>
                  </a:lnTo>
                  <a:lnTo>
                    <a:pt x="4727" y="9123"/>
                  </a:lnTo>
                  <a:lnTo>
                    <a:pt x="4748" y="9433"/>
                  </a:lnTo>
                  <a:lnTo>
                    <a:pt x="4810" y="9743"/>
                  </a:lnTo>
                  <a:lnTo>
                    <a:pt x="4871" y="10032"/>
                  </a:lnTo>
                  <a:lnTo>
                    <a:pt x="4975" y="10341"/>
                  </a:lnTo>
                  <a:lnTo>
                    <a:pt x="5078" y="10630"/>
                  </a:lnTo>
                  <a:lnTo>
                    <a:pt x="5202" y="10899"/>
                  </a:lnTo>
                  <a:lnTo>
                    <a:pt x="5346" y="11167"/>
                  </a:lnTo>
                  <a:lnTo>
                    <a:pt x="5491" y="11435"/>
                  </a:lnTo>
                  <a:lnTo>
                    <a:pt x="5656" y="11704"/>
                  </a:lnTo>
                  <a:lnTo>
                    <a:pt x="5842" y="11951"/>
                  </a:lnTo>
                  <a:lnTo>
                    <a:pt x="6027" y="12199"/>
                  </a:lnTo>
                  <a:lnTo>
                    <a:pt x="6461" y="12674"/>
                  </a:lnTo>
                  <a:lnTo>
                    <a:pt x="6915" y="13149"/>
                  </a:lnTo>
                  <a:lnTo>
                    <a:pt x="7410" y="13582"/>
                  </a:lnTo>
                  <a:lnTo>
                    <a:pt x="7926" y="13995"/>
                  </a:lnTo>
                  <a:lnTo>
                    <a:pt x="8442" y="14408"/>
                  </a:lnTo>
                  <a:lnTo>
                    <a:pt x="9516" y="15192"/>
                  </a:lnTo>
                  <a:lnTo>
                    <a:pt x="7658" y="19939"/>
                  </a:lnTo>
                  <a:lnTo>
                    <a:pt x="7286" y="19754"/>
                  </a:lnTo>
                  <a:lnTo>
                    <a:pt x="6936" y="19547"/>
                  </a:lnTo>
                  <a:lnTo>
                    <a:pt x="6564" y="19320"/>
                  </a:lnTo>
                  <a:lnTo>
                    <a:pt x="6234" y="19093"/>
                  </a:lnTo>
                  <a:lnTo>
                    <a:pt x="5883" y="18846"/>
                  </a:lnTo>
                  <a:lnTo>
                    <a:pt x="5553" y="18598"/>
                  </a:lnTo>
                  <a:lnTo>
                    <a:pt x="5243" y="18350"/>
                  </a:lnTo>
                  <a:lnTo>
                    <a:pt x="4933" y="18082"/>
                  </a:lnTo>
                  <a:lnTo>
                    <a:pt x="4624" y="17793"/>
                  </a:lnTo>
                  <a:lnTo>
                    <a:pt x="4355" y="17524"/>
                  </a:lnTo>
                  <a:lnTo>
                    <a:pt x="4066" y="17235"/>
                  </a:lnTo>
                  <a:lnTo>
                    <a:pt x="3819" y="16947"/>
                  </a:lnTo>
                  <a:lnTo>
                    <a:pt x="3571" y="16658"/>
                  </a:lnTo>
                  <a:lnTo>
                    <a:pt x="3344" y="16348"/>
                  </a:lnTo>
                  <a:lnTo>
                    <a:pt x="3117" y="16059"/>
                  </a:lnTo>
                  <a:lnTo>
                    <a:pt x="2931" y="15749"/>
                  </a:lnTo>
                  <a:lnTo>
                    <a:pt x="0" y="18618"/>
                  </a:lnTo>
                  <a:lnTo>
                    <a:pt x="207" y="18969"/>
                  </a:lnTo>
                  <a:lnTo>
                    <a:pt x="454" y="19300"/>
                  </a:lnTo>
                  <a:lnTo>
                    <a:pt x="743" y="19651"/>
                  </a:lnTo>
                  <a:lnTo>
                    <a:pt x="1032" y="20001"/>
                  </a:lnTo>
                  <a:lnTo>
                    <a:pt x="1362" y="20352"/>
                  </a:lnTo>
                  <a:lnTo>
                    <a:pt x="1713" y="20683"/>
                  </a:lnTo>
                  <a:lnTo>
                    <a:pt x="2085" y="21013"/>
                  </a:lnTo>
                  <a:lnTo>
                    <a:pt x="2477" y="21364"/>
                  </a:lnTo>
                  <a:lnTo>
                    <a:pt x="2890" y="21673"/>
                  </a:lnTo>
                  <a:lnTo>
                    <a:pt x="3303" y="22004"/>
                  </a:lnTo>
                  <a:lnTo>
                    <a:pt x="3757" y="22313"/>
                  </a:lnTo>
                  <a:lnTo>
                    <a:pt x="4211" y="22602"/>
                  </a:lnTo>
                  <a:lnTo>
                    <a:pt x="4686" y="22891"/>
                  </a:lnTo>
                  <a:lnTo>
                    <a:pt x="5181" y="23160"/>
                  </a:lnTo>
                  <a:lnTo>
                    <a:pt x="5676" y="23428"/>
                  </a:lnTo>
                  <a:lnTo>
                    <a:pt x="6192" y="23676"/>
                  </a:lnTo>
                  <a:lnTo>
                    <a:pt x="4975" y="26772"/>
                  </a:lnTo>
                  <a:lnTo>
                    <a:pt x="7823" y="27886"/>
                  </a:lnTo>
                  <a:lnTo>
                    <a:pt x="9082" y="24708"/>
                  </a:lnTo>
                  <a:lnTo>
                    <a:pt x="9846" y="24873"/>
                  </a:lnTo>
                  <a:lnTo>
                    <a:pt x="10568" y="24997"/>
                  </a:lnTo>
                  <a:lnTo>
                    <a:pt x="11270" y="25079"/>
                  </a:lnTo>
                  <a:lnTo>
                    <a:pt x="11951" y="25100"/>
                  </a:lnTo>
                  <a:lnTo>
                    <a:pt x="12529" y="25079"/>
                  </a:lnTo>
                  <a:lnTo>
                    <a:pt x="13066" y="25038"/>
                  </a:lnTo>
                  <a:lnTo>
                    <a:pt x="13603" y="24935"/>
                  </a:lnTo>
                  <a:lnTo>
                    <a:pt x="14098" y="24811"/>
                  </a:lnTo>
                  <a:lnTo>
                    <a:pt x="14573" y="24666"/>
                  </a:lnTo>
                  <a:lnTo>
                    <a:pt x="15027" y="24481"/>
                  </a:lnTo>
                  <a:lnTo>
                    <a:pt x="15440" y="24274"/>
                  </a:lnTo>
                  <a:lnTo>
                    <a:pt x="15853" y="24026"/>
                  </a:lnTo>
                  <a:lnTo>
                    <a:pt x="16224" y="23779"/>
                  </a:lnTo>
                  <a:lnTo>
                    <a:pt x="16575" y="23469"/>
                  </a:lnTo>
                  <a:lnTo>
                    <a:pt x="16885" y="23160"/>
                  </a:lnTo>
                  <a:lnTo>
                    <a:pt x="17194" y="22809"/>
                  </a:lnTo>
                  <a:lnTo>
                    <a:pt x="17463" y="22458"/>
                  </a:lnTo>
                  <a:lnTo>
                    <a:pt x="17690" y="22066"/>
                  </a:lnTo>
                  <a:lnTo>
                    <a:pt x="17896" y="21673"/>
                  </a:lnTo>
                  <a:lnTo>
                    <a:pt x="18082" y="21240"/>
                  </a:lnTo>
                  <a:lnTo>
                    <a:pt x="18226" y="20868"/>
                  </a:lnTo>
                  <a:lnTo>
                    <a:pt x="18330" y="20517"/>
                  </a:lnTo>
                  <a:lnTo>
                    <a:pt x="18412" y="20146"/>
                  </a:lnTo>
                  <a:lnTo>
                    <a:pt x="18474" y="19816"/>
                  </a:lnTo>
                  <a:lnTo>
                    <a:pt x="18515" y="19465"/>
                  </a:lnTo>
                  <a:lnTo>
                    <a:pt x="18515" y="19155"/>
                  </a:lnTo>
                  <a:lnTo>
                    <a:pt x="18515" y="18825"/>
                  </a:lnTo>
                  <a:lnTo>
                    <a:pt x="18474" y="18515"/>
                  </a:lnTo>
                  <a:lnTo>
                    <a:pt x="18433" y="18206"/>
                  </a:lnTo>
                  <a:lnTo>
                    <a:pt x="18350" y="17917"/>
                  </a:lnTo>
                  <a:lnTo>
                    <a:pt x="18268" y="17628"/>
                  </a:lnTo>
                  <a:lnTo>
                    <a:pt x="18164" y="17339"/>
                  </a:lnTo>
                  <a:lnTo>
                    <a:pt x="18041" y="17070"/>
                  </a:lnTo>
                  <a:lnTo>
                    <a:pt x="17896" y="16802"/>
                  </a:lnTo>
                  <a:lnTo>
                    <a:pt x="17752" y="16534"/>
                  </a:lnTo>
                  <a:lnTo>
                    <a:pt x="17586" y="16265"/>
                  </a:lnTo>
                  <a:lnTo>
                    <a:pt x="17401" y="16018"/>
                  </a:lnTo>
                  <a:lnTo>
                    <a:pt x="17215" y="15770"/>
                  </a:lnTo>
                  <a:lnTo>
                    <a:pt x="16781" y="15295"/>
                  </a:lnTo>
                  <a:lnTo>
                    <a:pt x="16327" y="14841"/>
                  </a:lnTo>
                  <a:lnTo>
                    <a:pt x="15853" y="14408"/>
                  </a:lnTo>
                  <a:lnTo>
                    <a:pt x="15337" y="13995"/>
                  </a:lnTo>
                  <a:lnTo>
                    <a:pt x="14800" y="13603"/>
                  </a:lnTo>
                  <a:lnTo>
                    <a:pt x="14263" y="13210"/>
                  </a:lnTo>
                  <a:lnTo>
                    <a:pt x="13727" y="12839"/>
                  </a:lnTo>
                  <a:lnTo>
                    <a:pt x="15626" y="7988"/>
                  </a:lnTo>
                  <a:lnTo>
                    <a:pt x="16142" y="8277"/>
                  </a:lnTo>
                  <a:lnTo>
                    <a:pt x="16637" y="8607"/>
                  </a:lnTo>
                  <a:lnTo>
                    <a:pt x="17132" y="8958"/>
                  </a:lnTo>
                  <a:lnTo>
                    <a:pt x="17607" y="9330"/>
                  </a:lnTo>
                  <a:lnTo>
                    <a:pt x="18082" y="9743"/>
                  </a:lnTo>
                  <a:lnTo>
                    <a:pt x="18536" y="10197"/>
                  </a:lnTo>
                  <a:lnTo>
                    <a:pt x="18969" y="10672"/>
                  </a:lnTo>
                  <a:lnTo>
                    <a:pt x="19403" y="11188"/>
                  </a:lnTo>
                  <a:lnTo>
                    <a:pt x="22210" y="8236"/>
                  </a:lnTo>
                  <a:lnTo>
                    <a:pt x="21983" y="7926"/>
                  </a:lnTo>
                  <a:lnTo>
                    <a:pt x="21735" y="7637"/>
                  </a:lnTo>
                  <a:lnTo>
                    <a:pt x="21488" y="7348"/>
                  </a:lnTo>
                  <a:lnTo>
                    <a:pt x="21199" y="7080"/>
                  </a:lnTo>
                  <a:lnTo>
                    <a:pt x="20930" y="6791"/>
                  </a:lnTo>
                  <a:lnTo>
                    <a:pt x="20621" y="6523"/>
                  </a:lnTo>
                  <a:lnTo>
                    <a:pt x="20311" y="6254"/>
                  </a:lnTo>
                  <a:lnTo>
                    <a:pt x="20001" y="6007"/>
                  </a:lnTo>
                  <a:lnTo>
                    <a:pt x="19320" y="5511"/>
                  </a:lnTo>
                  <a:lnTo>
                    <a:pt x="18619" y="5057"/>
                  </a:lnTo>
                  <a:lnTo>
                    <a:pt x="17875" y="4624"/>
                  </a:lnTo>
                  <a:lnTo>
                    <a:pt x="17112" y="4231"/>
                  </a:lnTo>
                  <a:lnTo>
                    <a:pt x="18330" y="1115"/>
                  </a:lnTo>
                  <a:lnTo>
                    <a:pt x="15481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1" name="Google Shape;751;p27">
              <a:extLst>
                <a:ext uri="{FF2B5EF4-FFF2-40B4-BE49-F238E27FC236}">
                  <a16:creationId xmlns:a16="http://schemas.microsoft.com/office/drawing/2014/main" id="{526E90BE-D740-5BAD-6E00-F572605DF7D8}"/>
                </a:ext>
              </a:extLst>
            </p:cNvPr>
            <p:cNvSpPr/>
            <p:nvPr/>
          </p:nvSpPr>
          <p:spPr>
            <a:xfrm>
              <a:off x="3215500" y="1569475"/>
              <a:ext cx="73300" cy="100125"/>
            </a:xfrm>
            <a:custGeom>
              <a:avLst/>
              <a:gdLst/>
              <a:ahLst/>
              <a:cxnLst/>
              <a:rect l="l" t="t" r="r" b="b"/>
              <a:pathLst>
                <a:path w="2932" h="4005" fill="none" extrusionOk="0">
                  <a:moveTo>
                    <a:pt x="744" y="4005"/>
                  </a:moveTo>
                  <a:lnTo>
                    <a:pt x="744" y="4005"/>
                  </a:lnTo>
                  <a:lnTo>
                    <a:pt x="393" y="3984"/>
                  </a:lnTo>
                  <a:lnTo>
                    <a:pt x="1" y="3943"/>
                  </a:lnTo>
                  <a:lnTo>
                    <a:pt x="1549" y="0"/>
                  </a:lnTo>
                  <a:lnTo>
                    <a:pt x="1549" y="0"/>
                  </a:lnTo>
                  <a:lnTo>
                    <a:pt x="1920" y="351"/>
                  </a:lnTo>
                  <a:lnTo>
                    <a:pt x="2251" y="682"/>
                  </a:lnTo>
                  <a:lnTo>
                    <a:pt x="2519" y="1012"/>
                  </a:lnTo>
                  <a:lnTo>
                    <a:pt x="2622" y="1198"/>
                  </a:lnTo>
                  <a:lnTo>
                    <a:pt x="2725" y="1363"/>
                  </a:lnTo>
                  <a:lnTo>
                    <a:pt x="2808" y="1528"/>
                  </a:lnTo>
                  <a:lnTo>
                    <a:pt x="2870" y="1693"/>
                  </a:lnTo>
                  <a:lnTo>
                    <a:pt x="2911" y="1879"/>
                  </a:lnTo>
                  <a:lnTo>
                    <a:pt x="2932" y="2044"/>
                  </a:lnTo>
                  <a:lnTo>
                    <a:pt x="2932" y="2230"/>
                  </a:lnTo>
                  <a:lnTo>
                    <a:pt x="2932" y="2415"/>
                  </a:lnTo>
                  <a:lnTo>
                    <a:pt x="2891" y="2601"/>
                  </a:lnTo>
                  <a:lnTo>
                    <a:pt x="2829" y="2787"/>
                  </a:lnTo>
                  <a:lnTo>
                    <a:pt x="2829" y="2787"/>
                  </a:lnTo>
                  <a:lnTo>
                    <a:pt x="2705" y="3055"/>
                  </a:lnTo>
                  <a:lnTo>
                    <a:pt x="2540" y="3282"/>
                  </a:lnTo>
                  <a:lnTo>
                    <a:pt x="2333" y="3489"/>
                  </a:lnTo>
                  <a:lnTo>
                    <a:pt x="2209" y="3592"/>
                  </a:lnTo>
                  <a:lnTo>
                    <a:pt x="2086" y="3675"/>
                  </a:lnTo>
                  <a:lnTo>
                    <a:pt x="1962" y="3757"/>
                  </a:lnTo>
                  <a:lnTo>
                    <a:pt x="1817" y="3819"/>
                  </a:lnTo>
                  <a:lnTo>
                    <a:pt x="1487" y="3922"/>
                  </a:lnTo>
                  <a:lnTo>
                    <a:pt x="1136" y="3984"/>
                  </a:lnTo>
                  <a:lnTo>
                    <a:pt x="744" y="400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2" name="Google Shape;752;p27">
              <a:extLst>
                <a:ext uri="{FF2B5EF4-FFF2-40B4-BE49-F238E27FC236}">
                  <a16:creationId xmlns:a16="http://schemas.microsoft.com/office/drawing/2014/main" id="{FAD488BD-0EC6-07F7-0167-37C12A86EF6A}"/>
                </a:ext>
              </a:extLst>
            </p:cNvPr>
            <p:cNvSpPr/>
            <p:nvPr/>
          </p:nvSpPr>
          <p:spPr>
            <a:xfrm>
              <a:off x="3194350" y="1316625"/>
              <a:ext cx="76400" cy="102700"/>
            </a:xfrm>
            <a:custGeom>
              <a:avLst/>
              <a:gdLst/>
              <a:ahLst/>
              <a:cxnLst/>
              <a:rect l="l" t="t" r="r" b="b"/>
              <a:pathLst>
                <a:path w="3056" h="4108" fill="none" extrusionOk="0">
                  <a:moveTo>
                    <a:pt x="1466" y="4108"/>
                  </a:moveTo>
                  <a:lnTo>
                    <a:pt x="1466" y="4108"/>
                  </a:lnTo>
                  <a:lnTo>
                    <a:pt x="1074" y="3778"/>
                  </a:lnTo>
                  <a:lnTo>
                    <a:pt x="744" y="3447"/>
                  </a:lnTo>
                  <a:lnTo>
                    <a:pt x="455" y="3096"/>
                  </a:lnTo>
                  <a:lnTo>
                    <a:pt x="331" y="2931"/>
                  </a:lnTo>
                  <a:lnTo>
                    <a:pt x="228" y="2766"/>
                  </a:lnTo>
                  <a:lnTo>
                    <a:pt x="145" y="2601"/>
                  </a:lnTo>
                  <a:lnTo>
                    <a:pt x="83" y="2415"/>
                  </a:lnTo>
                  <a:lnTo>
                    <a:pt x="42" y="2250"/>
                  </a:lnTo>
                  <a:lnTo>
                    <a:pt x="1" y="2064"/>
                  </a:lnTo>
                  <a:lnTo>
                    <a:pt x="1" y="1899"/>
                  </a:lnTo>
                  <a:lnTo>
                    <a:pt x="21" y="1713"/>
                  </a:lnTo>
                  <a:lnTo>
                    <a:pt x="62" y="1528"/>
                  </a:lnTo>
                  <a:lnTo>
                    <a:pt x="124" y="1342"/>
                  </a:lnTo>
                  <a:lnTo>
                    <a:pt x="124" y="1342"/>
                  </a:lnTo>
                  <a:lnTo>
                    <a:pt x="248" y="1053"/>
                  </a:lnTo>
                  <a:lnTo>
                    <a:pt x="434" y="805"/>
                  </a:lnTo>
                  <a:lnTo>
                    <a:pt x="517" y="681"/>
                  </a:lnTo>
                  <a:lnTo>
                    <a:pt x="640" y="578"/>
                  </a:lnTo>
                  <a:lnTo>
                    <a:pt x="764" y="475"/>
                  </a:lnTo>
                  <a:lnTo>
                    <a:pt x="888" y="372"/>
                  </a:lnTo>
                  <a:lnTo>
                    <a:pt x="1033" y="289"/>
                  </a:lnTo>
                  <a:lnTo>
                    <a:pt x="1177" y="227"/>
                  </a:lnTo>
                  <a:lnTo>
                    <a:pt x="1342" y="165"/>
                  </a:lnTo>
                  <a:lnTo>
                    <a:pt x="1528" y="103"/>
                  </a:lnTo>
                  <a:lnTo>
                    <a:pt x="1714" y="62"/>
                  </a:lnTo>
                  <a:lnTo>
                    <a:pt x="1899" y="21"/>
                  </a:lnTo>
                  <a:lnTo>
                    <a:pt x="2106" y="21"/>
                  </a:lnTo>
                  <a:lnTo>
                    <a:pt x="2333" y="0"/>
                  </a:lnTo>
                  <a:lnTo>
                    <a:pt x="2333" y="0"/>
                  </a:lnTo>
                  <a:lnTo>
                    <a:pt x="2684" y="21"/>
                  </a:lnTo>
                  <a:lnTo>
                    <a:pt x="3055" y="62"/>
                  </a:lnTo>
                  <a:lnTo>
                    <a:pt x="1466" y="410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3" name="Google Shape;753;p27">
              <a:extLst>
                <a:ext uri="{FF2B5EF4-FFF2-40B4-BE49-F238E27FC236}">
                  <a16:creationId xmlns:a16="http://schemas.microsoft.com/office/drawing/2014/main" id="{E539B94B-8DFA-85EE-8E48-FF91FFDBCA22}"/>
                </a:ext>
              </a:extLst>
            </p:cNvPr>
            <p:cNvSpPr/>
            <p:nvPr/>
          </p:nvSpPr>
          <p:spPr>
            <a:xfrm>
              <a:off x="2951825" y="1144275"/>
              <a:ext cx="555275" cy="697175"/>
            </a:xfrm>
            <a:custGeom>
              <a:avLst/>
              <a:gdLst/>
              <a:ahLst/>
              <a:cxnLst/>
              <a:rect l="l" t="t" r="r" b="b"/>
              <a:pathLst>
                <a:path w="22211" h="27887" fill="none" extrusionOk="0">
                  <a:moveTo>
                    <a:pt x="15481" y="0"/>
                  </a:moveTo>
                  <a:lnTo>
                    <a:pt x="14243" y="3179"/>
                  </a:lnTo>
                  <a:lnTo>
                    <a:pt x="14243" y="3179"/>
                  </a:lnTo>
                  <a:lnTo>
                    <a:pt x="13458" y="2993"/>
                  </a:lnTo>
                  <a:lnTo>
                    <a:pt x="12715" y="2849"/>
                  </a:lnTo>
                  <a:lnTo>
                    <a:pt x="11993" y="2787"/>
                  </a:lnTo>
                  <a:lnTo>
                    <a:pt x="11312" y="2766"/>
                  </a:lnTo>
                  <a:lnTo>
                    <a:pt x="11312" y="2766"/>
                  </a:lnTo>
                  <a:lnTo>
                    <a:pt x="10734" y="2766"/>
                  </a:lnTo>
                  <a:lnTo>
                    <a:pt x="10197" y="2828"/>
                  </a:lnTo>
                  <a:lnTo>
                    <a:pt x="9660" y="2910"/>
                  </a:lnTo>
                  <a:lnTo>
                    <a:pt x="9165" y="3034"/>
                  </a:lnTo>
                  <a:lnTo>
                    <a:pt x="8690" y="3199"/>
                  </a:lnTo>
                  <a:lnTo>
                    <a:pt x="8236" y="3385"/>
                  </a:lnTo>
                  <a:lnTo>
                    <a:pt x="7803" y="3592"/>
                  </a:lnTo>
                  <a:lnTo>
                    <a:pt x="7410" y="3839"/>
                  </a:lnTo>
                  <a:lnTo>
                    <a:pt x="7018" y="4108"/>
                  </a:lnTo>
                  <a:lnTo>
                    <a:pt x="6688" y="4397"/>
                  </a:lnTo>
                  <a:lnTo>
                    <a:pt x="6358" y="4727"/>
                  </a:lnTo>
                  <a:lnTo>
                    <a:pt x="6048" y="5057"/>
                  </a:lnTo>
                  <a:lnTo>
                    <a:pt x="5780" y="5429"/>
                  </a:lnTo>
                  <a:lnTo>
                    <a:pt x="5553" y="5821"/>
                  </a:lnTo>
                  <a:lnTo>
                    <a:pt x="5326" y="6234"/>
                  </a:lnTo>
                  <a:lnTo>
                    <a:pt x="5140" y="6667"/>
                  </a:lnTo>
                  <a:lnTo>
                    <a:pt x="5140" y="6667"/>
                  </a:lnTo>
                  <a:lnTo>
                    <a:pt x="5016" y="7039"/>
                  </a:lnTo>
                  <a:lnTo>
                    <a:pt x="4892" y="7410"/>
                  </a:lnTo>
                  <a:lnTo>
                    <a:pt x="4810" y="7761"/>
                  </a:lnTo>
                  <a:lnTo>
                    <a:pt x="4748" y="8112"/>
                  </a:lnTo>
                  <a:lnTo>
                    <a:pt x="4727" y="8463"/>
                  </a:lnTo>
                  <a:lnTo>
                    <a:pt x="4706" y="8793"/>
                  </a:lnTo>
                  <a:lnTo>
                    <a:pt x="4727" y="9123"/>
                  </a:lnTo>
                  <a:lnTo>
                    <a:pt x="4748" y="9433"/>
                  </a:lnTo>
                  <a:lnTo>
                    <a:pt x="4810" y="9743"/>
                  </a:lnTo>
                  <a:lnTo>
                    <a:pt x="4871" y="10032"/>
                  </a:lnTo>
                  <a:lnTo>
                    <a:pt x="4975" y="10341"/>
                  </a:lnTo>
                  <a:lnTo>
                    <a:pt x="5078" y="10630"/>
                  </a:lnTo>
                  <a:lnTo>
                    <a:pt x="5202" y="10899"/>
                  </a:lnTo>
                  <a:lnTo>
                    <a:pt x="5346" y="11167"/>
                  </a:lnTo>
                  <a:lnTo>
                    <a:pt x="5491" y="11435"/>
                  </a:lnTo>
                  <a:lnTo>
                    <a:pt x="5656" y="11704"/>
                  </a:lnTo>
                  <a:lnTo>
                    <a:pt x="5842" y="11951"/>
                  </a:lnTo>
                  <a:lnTo>
                    <a:pt x="6027" y="12199"/>
                  </a:lnTo>
                  <a:lnTo>
                    <a:pt x="6461" y="12674"/>
                  </a:lnTo>
                  <a:lnTo>
                    <a:pt x="6915" y="13149"/>
                  </a:lnTo>
                  <a:lnTo>
                    <a:pt x="7410" y="13582"/>
                  </a:lnTo>
                  <a:lnTo>
                    <a:pt x="7926" y="13995"/>
                  </a:lnTo>
                  <a:lnTo>
                    <a:pt x="8442" y="14408"/>
                  </a:lnTo>
                  <a:lnTo>
                    <a:pt x="9516" y="15192"/>
                  </a:lnTo>
                  <a:lnTo>
                    <a:pt x="7658" y="19939"/>
                  </a:lnTo>
                  <a:lnTo>
                    <a:pt x="7658" y="19939"/>
                  </a:lnTo>
                  <a:lnTo>
                    <a:pt x="7286" y="19754"/>
                  </a:lnTo>
                  <a:lnTo>
                    <a:pt x="6936" y="19547"/>
                  </a:lnTo>
                  <a:lnTo>
                    <a:pt x="6564" y="19320"/>
                  </a:lnTo>
                  <a:lnTo>
                    <a:pt x="6234" y="19093"/>
                  </a:lnTo>
                  <a:lnTo>
                    <a:pt x="5883" y="18846"/>
                  </a:lnTo>
                  <a:lnTo>
                    <a:pt x="5553" y="18598"/>
                  </a:lnTo>
                  <a:lnTo>
                    <a:pt x="5243" y="18350"/>
                  </a:lnTo>
                  <a:lnTo>
                    <a:pt x="4933" y="18082"/>
                  </a:lnTo>
                  <a:lnTo>
                    <a:pt x="4624" y="17793"/>
                  </a:lnTo>
                  <a:lnTo>
                    <a:pt x="4355" y="17524"/>
                  </a:lnTo>
                  <a:lnTo>
                    <a:pt x="4066" y="17235"/>
                  </a:lnTo>
                  <a:lnTo>
                    <a:pt x="3819" y="16947"/>
                  </a:lnTo>
                  <a:lnTo>
                    <a:pt x="3571" y="16658"/>
                  </a:lnTo>
                  <a:lnTo>
                    <a:pt x="3344" y="16348"/>
                  </a:lnTo>
                  <a:lnTo>
                    <a:pt x="3117" y="16059"/>
                  </a:lnTo>
                  <a:lnTo>
                    <a:pt x="2931" y="15749"/>
                  </a:lnTo>
                  <a:lnTo>
                    <a:pt x="0" y="18618"/>
                  </a:lnTo>
                  <a:lnTo>
                    <a:pt x="0" y="18618"/>
                  </a:lnTo>
                  <a:lnTo>
                    <a:pt x="207" y="18969"/>
                  </a:lnTo>
                  <a:lnTo>
                    <a:pt x="454" y="19300"/>
                  </a:lnTo>
                  <a:lnTo>
                    <a:pt x="743" y="19651"/>
                  </a:lnTo>
                  <a:lnTo>
                    <a:pt x="1032" y="20001"/>
                  </a:lnTo>
                  <a:lnTo>
                    <a:pt x="1362" y="20352"/>
                  </a:lnTo>
                  <a:lnTo>
                    <a:pt x="1713" y="20683"/>
                  </a:lnTo>
                  <a:lnTo>
                    <a:pt x="2085" y="21013"/>
                  </a:lnTo>
                  <a:lnTo>
                    <a:pt x="2477" y="21364"/>
                  </a:lnTo>
                  <a:lnTo>
                    <a:pt x="2890" y="21673"/>
                  </a:lnTo>
                  <a:lnTo>
                    <a:pt x="3303" y="22004"/>
                  </a:lnTo>
                  <a:lnTo>
                    <a:pt x="3757" y="22313"/>
                  </a:lnTo>
                  <a:lnTo>
                    <a:pt x="4211" y="22602"/>
                  </a:lnTo>
                  <a:lnTo>
                    <a:pt x="4686" y="22891"/>
                  </a:lnTo>
                  <a:lnTo>
                    <a:pt x="5181" y="23160"/>
                  </a:lnTo>
                  <a:lnTo>
                    <a:pt x="5676" y="23428"/>
                  </a:lnTo>
                  <a:lnTo>
                    <a:pt x="6192" y="23676"/>
                  </a:lnTo>
                  <a:lnTo>
                    <a:pt x="4975" y="26772"/>
                  </a:lnTo>
                  <a:lnTo>
                    <a:pt x="7823" y="27886"/>
                  </a:lnTo>
                  <a:lnTo>
                    <a:pt x="9082" y="24708"/>
                  </a:lnTo>
                  <a:lnTo>
                    <a:pt x="9082" y="24708"/>
                  </a:lnTo>
                  <a:lnTo>
                    <a:pt x="9846" y="24873"/>
                  </a:lnTo>
                  <a:lnTo>
                    <a:pt x="10568" y="24997"/>
                  </a:lnTo>
                  <a:lnTo>
                    <a:pt x="11270" y="25079"/>
                  </a:lnTo>
                  <a:lnTo>
                    <a:pt x="11951" y="25100"/>
                  </a:lnTo>
                  <a:lnTo>
                    <a:pt x="11951" y="25100"/>
                  </a:lnTo>
                  <a:lnTo>
                    <a:pt x="12529" y="25079"/>
                  </a:lnTo>
                  <a:lnTo>
                    <a:pt x="13066" y="25038"/>
                  </a:lnTo>
                  <a:lnTo>
                    <a:pt x="13603" y="24935"/>
                  </a:lnTo>
                  <a:lnTo>
                    <a:pt x="14098" y="24811"/>
                  </a:lnTo>
                  <a:lnTo>
                    <a:pt x="14573" y="24666"/>
                  </a:lnTo>
                  <a:lnTo>
                    <a:pt x="15027" y="24481"/>
                  </a:lnTo>
                  <a:lnTo>
                    <a:pt x="15440" y="24274"/>
                  </a:lnTo>
                  <a:lnTo>
                    <a:pt x="15853" y="24026"/>
                  </a:lnTo>
                  <a:lnTo>
                    <a:pt x="16224" y="23779"/>
                  </a:lnTo>
                  <a:lnTo>
                    <a:pt x="16575" y="23469"/>
                  </a:lnTo>
                  <a:lnTo>
                    <a:pt x="16885" y="23160"/>
                  </a:lnTo>
                  <a:lnTo>
                    <a:pt x="17194" y="22809"/>
                  </a:lnTo>
                  <a:lnTo>
                    <a:pt x="17463" y="22458"/>
                  </a:lnTo>
                  <a:lnTo>
                    <a:pt x="17690" y="22066"/>
                  </a:lnTo>
                  <a:lnTo>
                    <a:pt x="17896" y="21673"/>
                  </a:lnTo>
                  <a:lnTo>
                    <a:pt x="18082" y="21240"/>
                  </a:lnTo>
                  <a:lnTo>
                    <a:pt x="18082" y="21240"/>
                  </a:lnTo>
                  <a:lnTo>
                    <a:pt x="18226" y="20868"/>
                  </a:lnTo>
                  <a:lnTo>
                    <a:pt x="18330" y="20517"/>
                  </a:lnTo>
                  <a:lnTo>
                    <a:pt x="18412" y="20146"/>
                  </a:lnTo>
                  <a:lnTo>
                    <a:pt x="18474" y="19816"/>
                  </a:lnTo>
                  <a:lnTo>
                    <a:pt x="18515" y="19465"/>
                  </a:lnTo>
                  <a:lnTo>
                    <a:pt x="18515" y="19155"/>
                  </a:lnTo>
                  <a:lnTo>
                    <a:pt x="18515" y="18825"/>
                  </a:lnTo>
                  <a:lnTo>
                    <a:pt x="18474" y="18515"/>
                  </a:lnTo>
                  <a:lnTo>
                    <a:pt x="18433" y="18206"/>
                  </a:lnTo>
                  <a:lnTo>
                    <a:pt x="18350" y="17917"/>
                  </a:lnTo>
                  <a:lnTo>
                    <a:pt x="18268" y="17628"/>
                  </a:lnTo>
                  <a:lnTo>
                    <a:pt x="18164" y="17339"/>
                  </a:lnTo>
                  <a:lnTo>
                    <a:pt x="18041" y="17070"/>
                  </a:lnTo>
                  <a:lnTo>
                    <a:pt x="17896" y="16802"/>
                  </a:lnTo>
                  <a:lnTo>
                    <a:pt x="17752" y="16534"/>
                  </a:lnTo>
                  <a:lnTo>
                    <a:pt x="17586" y="16265"/>
                  </a:lnTo>
                  <a:lnTo>
                    <a:pt x="17401" y="16018"/>
                  </a:lnTo>
                  <a:lnTo>
                    <a:pt x="17215" y="15770"/>
                  </a:lnTo>
                  <a:lnTo>
                    <a:pt x="16781" y="15295"/>
                  </a:lnTo>
                  <a:lnTo>
                    <a:pt x="16327" y="14841"/>
                  </a:lnTo>
                  <a:lnTo>
                    <a:pt x="15853" y="14408"/>
                  </a:lnTo>
                  <a:lnTo>
                    <a:pt x="15337" y="13995"/>
                  </a:lnTo>
                  <a:lnTo>
                    <a:pt x="14800" y="13603"/>
                  </a:lnTo>
                  <a:lnTo>
                    <a:pt x="14263" y="13210"/>
                  </a:lnTo>
                  <a:lnTo>
                    <a:pt x="13727" y="12839"/>
                  </a:lnTo>
                  <a:lnTo>
                    <a:pt x="15626" y="7988"/>
                  </a:lnTo>
                  <a:lnTo>
                    <a:pt x="15626" y="7988"/>
                  </a:lnTo>
                  <a:lnTo>
                    <a:pt x="16142" y="8277"/>
                  </a:lnTo>
                  <a:lnTo>
                    <a:pt x="16637" y="8607"/>
                  </a:lnTo>
                  <a:lnTo>
                    <a:pt x="17132" y="8958"/>
                  </a:lnTo>
                  <a:lnTo>
                    <a:pt x="17607" y="9330"/>
                  </a:lnTo>
                  <a:lnTo>
                    <a:pt x="18082" y="9743"/>
                  </a:lnTo>
                  <a:lnTo>
                    <a:pt x="18536" y="10197"/>
                  </a:lnTo>
                  <a:lnTo>
                    <a:pt x="18969" y="10672"/>
                  </a:lnTo>
                  <a:lnTo>
                    <a:pt x="19403" y="11188"/>
                  </a:lnTo>
                  <a:lnTo>
                    <a:pt x="22210" y="8236"/>
                  </a:lnTo>
                  <a:lnTo>
                    <a:pt x="22210" y="8236"/>
                  </a:lnTo>
                  <a:lnTo>
                    <a:pt x="21983" y="7926"/>
                  </a:lnTo>
                  <a:lnTo>
                    <a:pt x="21735" y="7637"/>
                  </a:lnTo>
                  <a:lnTo>
                    <a:pt x="21488" y="7348"/>
                  </a:lnTo>
                  <a:lnTo>
                    <a:pt x="21199" y="7080"/>
                  </a:lnTo>
                  <a:lnTo>
                    <a:pt x="20930" y="6791"/>
                  </a:lnTo>
                  <a:lnTo>
                    <a:pt x="20621" y="6523"/>
                  </a:lnTo>
                  <a:lnTo>
                    <a:pt x="20311" y="6254"/>
                  </a:lnTo>
                  <a:lnTo>
                    <a:pt x="20001" y="6007"/>
                  </a:lnTo>
                  <a:lnTo>
                    <a:pt x="19320" y="5511"/>
                  </a:lnTo>
                  <a:lnTo>
                    <a:pt x="18619" y="5057"/>
                  </a:lnTo>
                  <a:lnTo>
                    <a:pt x="17875" y="4624"/>
                  </a:lnTo>
                  <a:lnTo>
                    <a:pt x="17112" y="4231"/>
                  </a:lnTo>
                  <a:lnTo>
                    <a:pt x="18330" y="1115"/>
                  </a:lnTo>
                  <a:lnTo>
                    <a:pt x="1548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4" name="Google Shape;754;p27">
              <a:extLst>
                <a:ext uri="{FF2B5EF4-FFF2-40B4-BE49-F238E27FC236}">
                  <a16:creationId xmlns:a16="http://schemas.microsoft.com/office/drawing/2014/main" id="{3D9ABD4A-E3FD-CA3F-285B-7D272BC5D995}"/>
                </a:ext>
              </a:extLst>
            </p:cNvPr>
            <p:cNvSpPr/>
            <p:nvPr/>
          </p:nvSpPr>
          <p:spPr>
            <a:xfrm>
              <a:off x="1588450" y="854775"/>
              <a:ext cx="492325" cy="1008350"/>
            </a:xfrm>
            <a:custGeom>
              <a:avLst/>
              <a:gdLst/>
              <a:ahLst/>
              <a:cxnLst/>
              <a:rect l="l" t="t" r="r" b="b"/>
              <a:pathLst>
                <a:path w="19693" h="40334" extrusionOk="0">
                  <a:moveTo>
                    <a:pt x="8134" y="0"/>
                  </a:moveTo>
                  <a:lnTo>
                    <a:pt x="7618" y="21"/>
                  </a:lnTo>
                  <a:lnTo>
                    <a:pt x="7102" y="83"/>
                  </a:lnTo>
                  <a:lnTo>
                    <a:pt x="6606" y="165"/>
                  </a:lnTo>
                  <a:lnTo>
                    <a:pt x="6131" y="289"/>
                  </a:lnTo>
                  <a:lnTo>
                    <a:pt x="5677" y="434"/>
                  </a:lnTo>
                  <a:lnTo>
                    <a:pt x="5223" y="599"/>
                  </a:lnTo>
                  <a:lnTo>
                    <a:pt x="4790" y="785"/>
                  </a:lnTo>
                  <a:lnTo>
                    <a:pt x="4398" y="991"/>
                  </a:lnTo>
                  <a:lnTo>
                    <a:pt x="4005" y="1218"/>
                  </a:lnTo>
                  <a:lnTo>
                    <a:pt x="3634" y="1466"/>
                  </a:lnTo>
                  <a:lnTo>
                    <a:pt x="3262" y="1734"/>
                  </a:lnTo>
                  <a:lnTo>
                    <a:pt x="2932" y="2023"/>
                  </a:lnTo>
                  <a:lnTo>
                    <a:pt x="2602" y="2312"/>
                  </a:lnTo>
                  <a:lnTo>
                    <a:pt x="2313" y="2642"/>
                  </a:lnTo>
                  <a:lnTo>
                    <a:pt x="2024" y="2993"/>
                  </a:lnTo>
                  <a:lnTo>
                    <a:pt x="1755" y="3344"/>
                  </a:lnTo>
                  <a:lnTo>
                    <a:pt x="1508" y="3716"/>
                  </a:lnTo>
                  <a:lnTo>
                    <a:pt x="1281" y="4087"/>
                  </a:lnTo>
                  <a:lnTo>
                    <a:pt x="1074" y="4500"/>
                  </a:lnTo>
                  <a:lnTo>
                    <a:pt x="889" y="4913"/>
                  </a:lnTo>
                  <a:lnTo>
                    <a:pt x="703" y="5326"/>
                  </a:lnTo>
                  <a:lnTo>
                    <a:pt x="558" y="5780"/>
                  </a:lnTo>
                  <a:lnTo>
                    <a:pt x="414" y="6213"/>
                  </a:lnTo>
                  <a:lnTo>
                    <a:pt x="311" y="6688"/>
                  </a:lnTo>
                  <a:lnTo>
                    <a:pt x="207" y="7142"/>
                  </a:lnTo>
                  <a:lnTo>
                    <a:pt x="125" y="7617"/>
                  </a:lnTo>
                  <a:lnTo>
                    <a:pt x="63" y="8112"/>
                  </a:lnTo>
                  <a:lnTo>
                    <a:pt x="22" y="8608"/>
                  </a:lnTo>
                  <a:lnTo>
                    <a:pt x="1" y="9103"/>
                  </a:lnTo>
                  <a:lnTo>
                    <a:pt x="1" y="9598"/>
                  </a:lnTo>
                  <a:lnTo>
                    <a:pt x="22" y="10115"/>
                  </a:lnTo>
                  <a:lnTo>
                    <a:pt x="63" y="10631"/>
                  </a:lnTo>
                  <a:lnTo>
                    <a:pt x="104" y="11147"/>
                  </a:lnTo>
                  <a:lnTo>
                    <a:pt x="2251" y="32283"/>
                  </a:lnTo>
                  <a:lnTo>
                    <a:pt x="2313" y="32985"/>
                  </a:lnTo>
                  <a:lnTo>
                    <a:pt x="2437" y="33687"/>
                  </a:lnTo>
                  <a:lnTo>
                    <a:pt x="2560" y="34430"/>
                  </a:lnTo>
                  <a:lnTo>
                    <a:pt x="2746" y="35173"/>
                  </a:lnTo>
                  <a:lnTo>
                    <a:pt x="2953" y="35895"/>
                  </a:lnTo>
                  <a:lnTo>
                    <a:pt x="3077" y="36246"/>
                  </a:lnTo>
                  <a:lnTo>
                    <a:pt x="3221" y="36597"/>
                  </a:lnTo>
                  <a:lnTo>
                    <a:pt x="3365" y="36948"/>
                  </a:lnTo>
                  <a:lnTo>
                    <a:pt x="3531" y="37299"/>
                  </a:lnTo>
                  <a:lnTo>
                    <a:pt x="3716" y="37609"/>
                  </a:lnTo>
                  <a:lnTo>
                    <a:pt x="3902" y="37939"/>
                  </a:lnTo>
                  <a:lnTo>
                    <a:pt x="4109" y="38228"/>
                  </a:lnTo>
                  <a:lnTo>
                    <a:pt x="4336" y="38517"/>
                  </a:lnTo>
                  <a:lnTo>
                    <a:pt x="4583" y="38785"/>
                  </a:lnTo>
                  <a:lnTo>
                    <a:pt x="4831" y="39054"/>
                  </a:lnTo>
                  <a:lnTo>
                    <a:pt x="5120" y="39281"/>
                  </a:lnTo>
                  <a:lnTo>
                    <a:pt x="5409" y="39508"/>
                  </a:lnTo>
                  <a:lnTo>
                    <a:pt x="5719" y="39693"/>
                  </a:lnTo>
                  <a:lnTo>
                    <a:pt x="6049" y="39859"/>
                  </a:lnTo>
                  <a:lnTo>
                    <a:pt x="6420" y="40024"/>
                  </a:lnTo>
                  <a:lnTo>
                    <a:pt x="6792" y="40127"/>
                  </a:lnTo>
                  <a:lnTo>
                    <a:pt x="7184" y="40230"/>
                  </a:lnTo>
                  <a:lnTo>
                    <a:pt x="7597" y="40292"/>
                  </a:lnTo>
                  <a:lnTo>
                    <a:pt x="8051" y="40333"/>
                  </a:lnTo>
                  <a:lnTo>
                    <a:pt x="8526" y="40333"/>
                  </a:lnTo>
                  <a:lnTo>
                    <a:pt x="9021" y="40313"/>
                  </a:lnTo>
                  <a:lnTo>
                    <a:pt x="9537" y="40251"/>
                  </a:lnTo>
                  <a:lnTo>
                    <a:pt x="9971" y="40148"/>
                  </a:lnTo>
                  <a:lnTo>
                    <a:pt x="10384" y="40003"/>
                  </a:lnTo>
                  <a:lnTo>
                    <a:pt x="10796" y="39859"/>
                  </a:lnTo>
                  <a:lnTo>
                    <a:pt x="11168" y="39673"/>
                  </a:lnTo>
                  <a:lnTo>
                    <a:pt x="11519" y="39487"/>
                  </a:lnTo>
                  <a:lnTo>
                    <a:pt x="11849" y="39281"/>
                  </a:lnTo>
                  <a:lnTo>
                    <a:pt x="12159" y="39054"/>
                  </a:lnTo>
                  <a:lnTo>
                    <a:pt x="12448" y="38826"/>
                  </a:lnTo>
                  <a:lnTo>
                    <a:pt x="12716" y="38558"/>
                  </a:lnTo>
                  <a:lnTo>
                    <a:pt x="12984" y="38310"/>
                  </a:lnTo>
                  <a:lnTo>
                    <a:pt x="13211" y="38021"/>
                  </a:lnTo>
                  <a:lnTo>
                    <a:pt x="13418" y="37733"/>
                  </a:lnTo>
                  <a:lnTo>
                    <a:pt x="13624" y="37444"/>
                  </a:lnTo>
                  <a:lnTo>
                    <a:pt x="13810" y="37134"/>
                  </a:lnTo>
                  <a:lnTo>
                    <a:pt x="13975" y="36804"/>
                  </a:lnTo>
                  <a:lnTo>
                    <a:pt x="14120" y="36473"/>
                  </a:lnTo>
                  <a:lnTo>
                    <a:pt x="14264" y="36143"/>
                  </a:lnTo>
                  <a:lnTo>
                    <a:pt x="14367" y="35813"/>
                  </a:lnTo>
                  <a:lnTo>
                    <a:pt x="14491" y="35462"/>
                  </a:lnTo>
                  <a:lnTo>
                    <a:pt x="14574" y="35111"/>
                  </a:lnTo>
                  <a:lnTo>
                    <a:pt x="14656" y="34781"/>
                  </a:lnTo>
                  <a:lnTo>
                    <a:pt x="14718" y="34430"/>
                  </a:lnTo>
                  <a:lnTo>
                    <a:pt x="14821" y="33707"/>
                  </a:lnTo>
                  <a:lnTo>
                    <a:pt x="14863" y="33006"/>
                  </a:lnTo>
                  <a:lnTo>
                    <a:pt x="14883" y="32325"/>
                  </a:lnTo>
                  <a:lnTo>
                    <a:pt x="14863" y="31643"/>
                  </a:lnTo>
                  <a:lnTo>
                    <a:pt x="14821" y="31003"/>
                  </a:lnTo>
                  <a:lnTo>
                    <a:pt x="14615" y="28939"/>
                  </a:lnTo>
                  <a:lnTo>
                    <a:pt x="14512" y="27928"/>
                  </a:lnTo>
                  <a:lnTo>
                    <a:pt x="14739" y="27866"/>
                  </a:lnTo>
                  <a:lnTo>
                    <a:pt x="15007" y="27804"/>
                  </a:lnTo>
                  <a:lnTo>
                    <a:pt x="15337" y="27680"/>
                  </a:lnTo>
                  <a:lnTo>
                    <a:pt x="15750" y="27515"/>
                  </a:lnTo>
                  <a:lnTo>
                    <a:pt x="16204" y="27309"/>
                  </a:lnTo>
                  <a:lnTo>
                    <a:pt x="16679" y="27061"/>
                  </a:lnTo>
                  <a:lnTo>
                    <a:pt x="17154" y="26731"/>
                  </a:lnTo>
                  <a:lnTo>
                    <a:pt x="17402" y="26545"/>
                  </a:lnTo>
                  <a:lnTo>
                    <a:pt x="17649" y="26359"/>
                  </a:lnTo>
                  <a:lnTo>
                    <a:pt x="17897" y="26132"/>
                  </a:lnTo>
                  <a:lnTo>
                    <a:pt x="18124" y="25905"/>
                  </a:lnTo>
                  <a:lnTo>
                    <a:pt x="18351" y="25657"/>
                  </a:lnTo>
                  <a:lnTo>
                    <a:pt x="18557" y="25368"/>
                  </a:lnTo>
                  <a:lnTo>
                    <a:pt x="18764" y="25079"/>
                  </a:lnTo>
                  <a:lnTo>
                    <a:pt x="18950" y="24770"/>
                  </a:lnTo>
                  <a:lnTo>
                    <a:pt x="19115" y="24440"/>
                  </a:lnTo>
                  <a:lnTo>
                    <a:pt x="19280" y="24089"/>
                  </a:lnTo>
                  <a:lnTo>
                    <a:pt x="19404" y="23717"/>
                  </a:lnTo>
                  <a:lnTo>
                    <a:pt x="19528" y="23325"/>
                  </a:lnTo>
                  <a:lnTo>
                    <a:pt x="19610" y="22912"/>
                  </a:lnTo>
                  <a:lnTo>
                    <a:pt x="19672" y="22479"/>
                  </a:lnTo>
                  <a:lnTo>
                    <a:pt x="19693" y="22004"/>
                  </a:lnTo>
                  <a:lnTo>
                    <a:pt x="19693" y="21508"/>
                  </a:lnTo>
                  <a:lnTo>
                    <a:pt x="19651" y="20414"/>
                  </a:lnTo>
                  <a:lnTo>
                    <a:pt x="19548" y="19114"/>
                  </a:lnTo>
                  <a:lnTo>
                    <a:pt x="19424" y="17607"/>
                  </a:lnTo>
                  <a:lnTo>
                    <a:pt x="19280" y="15977"/>
                  </a:lnTo>
                  <a:lnTo>
                    <a:pt x="18888" y="12426"/>
                  </a:lnTo>
                  <a:lnTo>
                    <a:pt x="18454" y="8773"/>
                  </a:lnTo>
                  <a:lnTo>
                    <a:pt x="18392" y="8298"/>
                  </a:lnTo>
                  <a:lnTo>
                    <a:pt x="18289" y="7823"/>
                  </a:lnTo>
                  <a:lnTo>
                    <a:pt x="18186" y="7369"/>
                  </a:lnTo>
                  <a:lnTo>
                    <a:pt x="18041" y="6915"/>
                  </a:lnTo>
                  <a:lnTo>
                    <a:pt x="17897" y="6461"/>
                  </a:lnTo>
                  <a:lnTo>
                    <a:pt x="17711" y="6028"/>
                  </a:lnTo>
                  <a:lnTo>
                    <a:pt x="17525" y="5615"/>
                  </a:lnTo>
                  <a:lnTo>
                    <a:pt x="17319" y="5202"/>
                  </a:lnTo>
                  <a:lnTo>
                    <a:pt x="17092" y="4789"/>
                  </a:lnTo>
                  <a:lnTo>
                    <a:pt x="16844" y="4418"/>
                  </a:lnTo>
                  <a:lnTo>
                    <a:pt x="16576" y="4046"/>
                  </a:lnTo>
                  <a:lnTo>
                    <a:pt x="16287" y="3674"/>
                  </a:lnTo>
                  <a:lnTo>
                    <a:pt x="15998" y="3324"/>
                  </a:lnTo>
                  <a:lnTo>
                    <a:pt x="15688" y="2993"/>
                  </a:lnTo>
                  <a:lnTo>
                    <a:pt x="15358" y="2684"/>
                  </a:lnTo>
                  <a:lnTo>
                    <a:pt x="15007" y="2374"/>
                  </a:lnTo>
                  <a:lnTo>
                    <a:pt x="14656" y="2085"/>
                  </a:lnTo>
                  <a:lnTo>
                    <a:pt x="14285" y="1817"/>
                  </a:lnTo>
                  <a:lnTo>
                    <a:pt x="13913" y="1569"/>
                  </a:lnTo>
                  <a:lnTo>
                    <a:pt x="13521" y="1321"/>
                  </a:lnTo>
                  <a:lnTo>
                    <a:pt x="13129" y="1094"/>
                  </a:lnTo>
                  <a:lnTo>
                    <a:pt x="12716" y="909"/>
                  </a:lnTo>
                  <a:lnTo>
                    <a:pt x="12283" y="723"/>
                  </a:lnTo>
                  <a:lnTo>
                    <a:pt x="11849" y="558"/>
                  </a:lnTo>
                  <a:lnTo>
                    <a:pt x="11416" y="413"/>
                  </a:lnTo>
                  <a:lnTo>
                    <a:pt x="10961" y="289"/>
                  </a:lnTo>
                  <a:lnTo>
                    <a:pt x="10507" y="186"/>
                  </a:lnTo>
                  <a:lnTo>
                    <a:pt x="10053" y="104"/>
                  </a:lnTo>
                  <a:lnTo>
                    <a:pt x="9579" y="42"/>
                  </a:lnTo>
                  <a:lnTo>
                    <a:pt x="9104" y="0"/>
                  </a:lnTo>
                  <a:close/>
                </a:path>
              </a:pathLst>
            </a:custGeom>
            <a:solidFill>
              <a:srgbClr val="FFBF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5" name="Google Shape;755;p27">
              <a:extLst>
                <a:ext uri="{FF2B5EF4-FFF2-40B4-BE49-F238E27FC236}">
                  <a16:creationId xmlns:a16="http://schemas.microsoft.com/office/drawing/2014/main" id="{A92B8774-619F-C153-88CE-ED372A4CD9E0}"/>
                </a:ext>
              </a:extLst>
            </p:cNvPr>
            <p:cNvSpPr/>
            <p:nvPr/>
          </p:nvSpPr>
          <p:spPr>
            <a:xfrm>
              <a:off x="1774750" y="1508075"/>
              <a:ext cx="179600" cy="81025"/>
            </a:xfrm>
            <a:custGeom>
              <a:avLst/>
              <a:gdLst/>
              <a:ahLst/>
              <a:cxnLst/>
              <a:rect l="l" t="t" r="r" b="b"/>
              <a:pathLst>
                <a:path w="7184" h="3241" extrusionOk="0">
                  <a:moveTo>
                    <a:pt x="0" y="0"/>
                  </a:moveTo>
                  <a:lnTo>
                    <a:pt x="83" y="165"/>
                  </a:lnTo>
                  <a:lnTo>
                    <a:pt x="207" y="351"/>
                  </a:lnTo>
                  <a:lnTo>
                    <a:pt x="372" y="599"/>
                  </a:lnTo>
                  <a:lnTo>
                    <a:pt x="599" y="888"/>
                  </a:lnTo>
                  <a:lnTo>
                    <a:pt x="867" y="1197"/>
                  </a:lnTo>
                  <a:lnTo>
                    <a:pt x="1198" y="1507"/>
                  </a:lnTo>
                  <a:lnTo>
                    <a:pt x="1590" y="1837"/>
                  </a:lnTo>
                  <a:lnTo>
                    <a:pt x="1817" y="2002"/>
                  </a:lnTo>
                  <a:lnTo>
                    <a:pt x="2044" y="2167"/>
                  </a:lnTo>
                  <a:lnTo>
                    <a:pt x="2312" y="2333"/>
                  </a:lnTo>
                  <a:lnTo>
                    <a:pt x="2581" y="2477"/>
                  </a:lnTo>
                  <a:lnTo>
                    <a:pt x="2870" y="2601"/>
                  </a:lnTo>
                  <a:lnTo>
                    <a:pt x="3159" y="2745"/>
                  </a:lnTo>
                  <a:lnTo>
                    <a:pt x="3489" y="2849"/>
                  </a:lnTo>
                  <a:lnTo>
                    <a:pt x="3819" y="2972"/>
                  </a:lnTo>
                  <a:lnTo>
                    <a:pt x="4170" y="3055"/>
                  </a:lnTo>
                  <a:lnTo>
                    <a:pt x="4542" y="3138"/>
                  </a:lnTo>
                  <a:lnTo>
                    <a:pt x="4934" y="3179"/>
                  </a:lnTo>
                  <a:lnTo>
                    <a:pt x="5347" y="3220"/>
                  </a:lnTo>
                  <a:lnTo>
                    <a:pt x="5780" y="3241"/>
                  </a:lnTo>
                  <a:lnTo>
                    <a:pt x="6234" y="3241"/>
                  </a:lnTo>
                  <a:lnTo>
                    <a:pt x="6709" y="3220"/>
                  </a:lnTo>
                  <a:lnTo>
                    <a:pt x="7184" y="3158"/>
                  </a:lnTo>
                  <a:lnTo>
                    <a:pt x="7060" y="1796"/>
                  </a:lnTo>
                  <a:lnTo>
                    <a:pt x="6915" y="1796"/>
                  </a:lnTo>
                  <a:lnTo>
                    <a:pt x="6482" y="1817"/>
                  </a:lnTo>
                  <a:lnTo>
                    <a:pt x="5801" y="1796"/>
                  </a:lnTo>
                  <a:lnTo>
                    <a:pt x="5388" y="1755"/>
                  </a:lnTo>
                  <a:lnTo>
                    <a:pt x="4913" y="1693"/>
                  </a:lnTo>
                  <a:lnTo>
                    <a:pt x="4418" y="1610"/>
                  </a:lnTo>
                  <a:lnTo>
                    <a:pt x="3860" y="1507"/>
                  </a:lnTo>
                  <a:lnTo>
                    <a:pt x="3282" y="1362"/>
                  </a:lnTo>
                  <a:lnTo>
                    <a:pt x="2663" y="1177"/>
                  </a:lnTo>
                  <a:lnTo>
                    <a:pt x="2023" y="970"/>
                  </a:lnTo>
                  <a:lnTo>
                    <a:pt x="1363" y="702"/>
                  </a:lnTo>
                  <a:lnTo>
                    <a:pt x="682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6" name="Google Shape;756;p27">
              <a:extLst>
                <a:ext uri="{FF2B5EF4-FFF2-40B4-BE49-F238E27FC236}">
                  <a16:creationId xmlns:a16="http://schemas.microsoft.com/office/drawing/2014/main" id="{1C40BE2D-205B-C50B-C467-F26F9527B26C}"/>
                </a:ext>
              </a:extLst>
            </p:cNvPr>
            <p:cNvSpPr/>
            <p:nvPr/>
          </p:nvSpPr>
          <p:spPr>
            <a:xfrm>
              <a:off x="1746875" y="1135500"/>
              <a:ext cx="82600" cy="25825"/>
            </a:xfrm>
            <a:custGeom>
              <a:avLst/>
              <a:gdLst/>
              <a:ahLst/>
              <a:cxnLst/>
              <a:rect l="l" t="t" r="r" b="b"/>
              <a:pathLst>
                <a:path w="3304" h="1033" extrusionOk="0">
                  <a:moveTo>
                    <a:pt x="1611" y="0"/>
                  </a:moveTo>
                  <a:lnTo>
                    <a:pt x="1404" y="21"/>
                  </a:lnTo>
                  <a:lnTo>
                    <a:pt x="1198" y="62"/>
                  </a:lnTo>
                  <a:lnTo>
                    <a:pt x="1012" y="124"/>
                  </a:lnTo>
                  <a:lnTo>
                    <a:pt x="847" y="186"/>
                  </a:lnTo>
                  <a:lnTo>
                    <a:pt x="703" y="268"/>
                  </a:lnTo>
                  <a:lnTo>
                    <a:pt x="558" y="351"/>
                  </a:lnTo>
                  <a:lnTo>
                    <a:pt x="310" y="516"/>
                  </a:lnTo>
                  <a:lnTo>
                    <a:pt x="145" y="702"/>
                  </a:lnTo>
                  <a:lnTo>
                    <a:pt x="42" y="846"/>
                  </a:lnTo>
                  <a:lnTo>
                    <a:pt x="1" y="950"/>
                  </a:lnTo>
                  <a:lnTo>
                    <a:pt x="1" y="991"/>
                  </a:lnTo>
                  <a:lnTo>
                    <a:pt x="21" y="1012"/>
                  </a:lnTo>
                  <a:lnTo>
                    <a:pt x="42" y="1032"/>
                  </a:lnTo>
                  <a:lnTo>
                    <a:pt x="83" y="1032"/>
                  </a:lnTo>
                  <a:lnTo>
                    <a:pt x="187" y="991"/>
                  </a:lnTo>
                  <a:lnTo>
                    <a:pt x="538" y="826"/>
                  </a:lnTo>
                  <a:lnTo>
                    <a:pt x="765" y="743"/>
                  </a:lnTo>
                  <a:lnTo>
                    <a:pt x="1012" y="640"/>
                  </a:lnTo>
                  <a:lnTo>
                    <a:pt x="1301" y="578"/>
                  </a:lnTo>
                  <a:lnTo>
                    <a:pt x="1631" y="537"/>
                  </a:lnTo>
                  <a:lnTo>
                    <a:pt x="1962" y="516"/>
                  </a:lnTo>
                  <a:lnTo>
                    <a:pt x="2251" y="557"/>
                  </a:lnTo>
                  <a:lnTo>
                    <a:pt x="2519" y="599"/>
                  </a:lnTo>
                  <a:lnTo>
                    <a:pt x="2767" y="661"/>
                  </a:lnTo>
                  <a:lnTo>
                    <a:pt x="3118" y="764"/>
                  </a:lnTo>
                  <a:lnTo>
                    <a:pt x="3221" y="785"/>
                  </a:lnTo>
                  <a:lnTo>
                    <a:pt x="3262" y="785"/>
                  </a:lnTo>
                  <a:lnTo>
                    <a:pt x="3283" y="764"/>
                  </a:lnTo>
                  <a:lnTo>
                    <a:pt x="3303" y="723"/>
                  </a:lnTo>
                  <a:lnTo>
                    <a:pt x="3283" y="702"/>
                  </a:lnTo>
                  <a:lnTo>
                    <a:pt x="3242" y="599"/>
                  </a:lnTo>
                  <a:lnTo>
                    <a:pt x="3118" y="454"/>
                  </a:lnTo>
                  <a:lnTo>
                    <a:pt x="2932" y="310"/>
                  </a:lnTo>
                  <a:lnTo>
                    <a:pt x="2808" y="248"/>
                  </a:lnTo>
                  <a:lnTo>
                    <a:pt x="2684" y="186"/>
                  </a:lnTo>
                  <a:lnTo>
                    <a:pt x="2540" y="124"/>
                  </a:lnTo>
                  <a:lnTo>
                    <a:pt x="2375" y="62"/>
                  </a:lnTo>
                  <a:lnTo>
                    <a:pt x="2189" y="21"/>
                  </a:lnTo>
                  <a:lnTo>
                    <a:pt x="2003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7" name="Google Shape;757;p27">
              <a:extLst>
                <a:ext uri="{FF2B5EF4-FFF2-40B4-BE49-F238E27FC236}">
                  <a16:creationId xmlns:a16="http://schemas.microsoft.com/office/drawing/2014/main" id="{61F39C87-2A6B-70DD-6B4C-BCFDF8E9DE47}"/>
                </a:ext>
              </a:extLst>
            </p:cNvPr>
            <p:cNvSpPr/>
            <p:nvPr/>
          </p:nvSpPr>
          <p:spPr>
            <a:xfrm>
              <a:off x="1797450" y="1194325"/>
              <a:ext cx="36150" cy="34600"/>
            </a:xfrm>
            <a:custGeom>
              <a:avLst/>
              <a:gdLst/>
              <a:ahLst/>
              <a:cxnLst/>
              <a:rect l="l" t="t" r="r" b="b"/>
              <a:pathLst>
                <a:path w="1446" h="1384" extrusionOk="0">
                  <a:moveTo>
                    <a:pt x="682" y="0"/>
                  </a:moveTo>
                  <a:lnTo>
                    <a:pt x="537" y="21"/>
                  </a:lnTo>
                  <a:lnTo>
                    <a:pt x="393" y="83"/>
                  </a:lnTo>
                  <a:lnTo>
                    <a:pt x="290" y="145"/>
                  </a:lnTo>
                  <a:lnTo>
                    <a:pt x="186" y="248"/>
                  </a:lnTo>
                  <a:lnTo>
                    <a:pt x="104" y="351"/>
                  </a:lnTo>
                  <a:lnTo>
                    <a:pt x="42" y="475"/>
                  </a:lnTo>
                  <a:lnTo>
                    <a:pt x="1" y="619"/>
                  </a:lnTo>
                  <a:lnTo>
                    <a:pt x="1" y="764"/>
                  </a:lnTo>
                  <a:lnTo>
                    <a:pt x="21" y="888"/>
                  </a:lnTo>
                  <a:lnTo>
                    <a:pt x="83" y="1012"/>
                  </a:lnTo>
                  <a:lnTo>
                    <a:pt x="166" y="1136"/>
                  </a:lnTo>
                  <a:lnTo>
                    <a:pt x="248" y="1218"/>
                  </a:lnTo>
                  <a:lnTo>
                    <a:pt x="372" y="1301"/>
                  </a:lnTo>
                  <a:lnTo>
                    <a:pt x="496" y="1342"/>
                  </a:lnTo>
                  <a:lnTo>
                    <a:pt x="641" y="1383"/>
                  </a:lnTo>
                  <a:lnTo>
                    <a:pt x="785" y="1383"/>
                  </a:lnTo>
                  <a:lnTo>
                    <a:pt x="930" y="1342"/>
                  </a:lnTo>
                  <a:lnTo>
                    <a:pt x="1053" y="1301"/>
                  </a:lnTo>
                  <a:lnTo>
                    <a:pt x="1177" y="1218"/>
                  </a:lnTo>
                  <a:lnTo>
                    <a:pt x="1280" y="1136"/>
                  </a:lnTo>
                  <a:lnTo>
                    <a:pt x="1363" y="1012"/>
                  </a:lnTo>
                  <a:lnTo>
                    <a:pt x="1404" y="888"/>
                  </a:lnTo>
                  <a:lnTo>
                    <a:pt x="1446" y="764"/>
                  </a:lnTo>
                  <a:lnTo>
                    <a:pt x="1446" y="619"/>
                  </a:lnTo>
                  <a:lnTo>
                    <a:pt x="1425" y="475"/>
                  </a:lnTo>
                  <a:lnTo>
                    <a:pt x="1363" y="351"/>
                  </a:lnTo>
                  <a:lnTo>
                    <a:pt x="1301" y="248"/>
                  </a:lnTo>
                  <a:lnTo>
                    <a:pt x="1198" y="145"/>
                  </a:lnTo>
                  <a:lnTo>
                    <a:pt x="1095" y="83"/>
                  </a:lnTo>
                  <a:lnTo>
                    <a:pt x="950" y="21"/>
                  </a:lnTo>
                  <a:lnTo>
                    <a:pt x="826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8" name="Google Shape;758;p27">
              <a:extLst>
                <a:ext uri="{FF2B5EF4-FFF2-40B4-BE49-F238E27FC236}">
                  <a16:creationId xmlns:a16="http://schemas.microsoft.com/office/drawing/2014/main" id="{1A39F827-B142-DC44-D6E3-9E531596CDEE}"/>
                </a:ext>
              </a:extLst>
            </p:cNvPr>
            <p:cNvSpPr/>
            <p:nvPr/>
          </p:nvSpPr>
          <p:spPr>
            <a:xfrm>
              <a:off x="1885700" y="1131875"/>
              <a:ext cx="68650" cy="171875"/>
            </a:xfrm>
            <a:custGeom>
              <a:avLst/>
              <a:gdLst/>
              <a:ahLst/>
              <a:cxnLst/>
              <a:rect l="l" t="t" r="r" b="b"/>
              <a:pathLst>
                <a:path w="2746" h="6875" extrusionOk="0">
                  <a:moveTo>
                    <a:pt x="21" y="1"/>
                  </a:moveTo>
                  <a:lnTo>
                    <a:pt x="0" y="21"/>
                  </a:lnTo>
                  <a:lnTo>
                    <a:pt x="21" y="83"/>
                  </a:lnTo>
                  <a:lnTo>
                    <a:pt x="83" y="331"/>
                  </a:lnTo>
                  <a:lnTo>
                    <a:pt x="413" y="1239"/>
                  </a:lnTo>
                  <a:lnTo>
                    <a:pt x="929" y="2540"/>
                  </a:lnTo>
                  <a:lnTo>
                    <a:pt x="1590" y="4129"/>
                  </a:lnTo>
                  <a:lnTo>
                    <a:pt x="2271" y="5698"/>
                  </a:lnTo>
                  <a:lnTo>
                    <a:pt x="2353" y="5883"/>
                  </a:lnTo>
                  <a:lnTo>
                    <a:pt x="2415" y="6049"/>
                  </a:lnTo>
                  <a:lnTo>
                    <a:pt x="2436" y="6193"/>
                  </a:lnTo>
                  <a:lnTo>
                    <a:pt x="2436" y="6255"/>
                  </a:lnTo>
                  <a:lnTo>
                    <a:pt x="2436" y="6317"/>
                  </a:lnTo>
                  <a:lnTo>
                    <a:pt x="2415" y="6379"/>
                  </a:lnTo>
                  <a:lnTo>
                    <a:pt x="2374" y="6420"/>
                  </a:lnTo>
                  <a:lnTo>
                    <a:pt x="2271" y="6482"/>
                  </a:lnTo>
                  <a:lnTo>
                    <a:pt x="2147" y="6523"/>
                  </a:lnTo>
                  <a:lnTo>
                    <a:pt x="2003" y="6544"/>
                  </a:lnTo>
                  <a:lnTo>
                    <a:pt x="1012" y="6730"/>
                  </a:lnTo>
                  <a:lnTo>
                    <a:pt x="764" y="6792"/>
                  </a:lnTo>
                  <a:lnTo>
                    <a:pt x="681" y="6812"/>
                  </a:lnTo>
                  <a:lnTo>
                    <a:pt x="661" y="6833"/>
                  </a:lnTo>
                  <a:lnTo>
                    <a:pt x="702" y="6854"/>
                  </a:lnTo>
                  <a:lnTo>
                    <a:pt x="764" y="6874"/>
                  </a:lnTo>
                  <a:lnTo>
                    <a:pt x="1032" y="6854"/>
                  </a:lnTo>
                  <a:lnTo>
                    <a:pt x="2023" y="6792"/>
                  </a:lnTo>
                  <a:lnTo>
                    <a:pt x="2188" y="6771"/>
                  </a:lnTo>
                  <a:lnTo>
                    <a:pt x="2374" y="6730"/>
                  </a:lnTo>
                  <a:lnTo>
                    <a:pt x="2477" y="6668"/>
                  </a:lnTo>
                  <a:lnTo>
                    <a:pt x="2580" y="6606"/>
                  </a:lnTo>
                  <a:lnTo>
                    <a:pt x="2663" y="6503"/>
                  </a:lnTo>
                  <a:lnTo>
                    <a:pt x="2704" y="6399"/>
                  </a:lnTo>
                  <a:lnTo>
                    <a:pt x="2746" y="6276"/>
                  </a:lnTo>
                  <a:lnTo>
                    <a:pt x="2746" y="6172"/>
                  </a:lnTo>
                  <a:lnTo>
                    <a:pt x="2725" y="6069"/>
                  </a:lnTo>
                  <a:lnTo>
                    <a:pt x="2704" y="5966"/>
                  </a:lnTo>
                  <a:lnTo>
                    <a:pt x="2642" y="5760"/>
                  </a:lnTo>
                  <a:lnTo>
                    <a:pt x="2560" y="5574"/>
                  </a:lnTo>
                  <a:lnTo>
                    <a:pt x="1899" y="3984"/>
                  </a:lnTo>
                  <a:lnTo>
                    <a:pt x="1218" y="2416"/>
                  </a:lnTo>
                  <a:lnTo>
                    <a:pt x="640" y="1136"/>
                  </a:lnTo>
                  <a:lnTo>
                    <a:pt x="207" y="290"/>
                  </a:lnTo>
                  <a:lnTo>
                    <a:pt x="83" y="63"/>
                  </a:lnTo>
                  <a:lnTo>
                    <a:pt x="42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9" name="Google Shape;759;p27">
              <a:extLst>
                <a:ext uri="{FF2B5EF4-FFF2-40B4-BE49-F238E27FC236}">
                  <a16:creationId xmlns:a16="http://schemas.microsoft.com/office/drawing/2014/main" id="{3F737ADE-5F37-51B6-B901-535461AD6CEF}"/>
                </a:ext>
              </a:extLst>
            </p:cNvPr>
            <p:cNvSpPr/>
            <p:nvPr/>
          </p:nvSpPr>
          <p:spPr>
            <a:xfrm>
              <a:off x="1727275" y="1059125"/>
              <a:ext cx="83100" cy="26850"/>
            </a:xfrm>
            <a:custGeom>
              <a:avLst/>
              <a:gdLst/>
              <a:ahLst/>
              <a:cxnLst/>
              <a:rect l="l" t="t" r="r" b="b"/>
              <a:pathLst>
                <a:path w="3324" h="1074" extrusionOk="0">
                  <a:moveTo>
                    <a:pt x="1941" y="0"/>
                  </a:moveTo>
                  <a:lnTo>
                    <a:pt x="1569" y="42"/>
                  </a:lnTo>
                  <a:lnTo>
                    <a:pt x="1198" y="124"/>
                  </a:lnTo>
                  <a:lnTo>
                    <a:pt x="867" y="227"/>
                  </a:lnTo>
                  <a:lnTo>
                    <a:pt x="578" y="372"/>
                  </a:lnTo>
                  <a:lnTo>
                    <a:pt x="351" y="537"/>
                  </a:lnTo>
                  <a:lnTo>
                    <a:pt x="186" y="681"/>
                  </a:lnTo>
                  <a:lnTo>
                    <a:pt x="62" y="826"/>
                  </a:lnTo>
                  <a:lnTo>
                    <a:pt x="21" y="929"/>
                  </a:lnTo>
                  <a:lnTo>
                    <a:pt x="0" y="991"/>
                  </a:lnTo>
                  <a:lnTo>
                    <a:pt x="21" y="1012"/>
                  </a:lnTo>
                  <a:lnTo>
                    <a:pt x="42" y="1053"/>
                  </a:lnTo>
                  <a:lnTo>
                    <a:pt x="83" y="1074"/>
                  </a:lnTo>
                  <a:lnTo>
                    <a:pt x="207" y="1074"/>
                  </a:lnTo>
                  <a:lnTo>
                    <a:pt x="372" y="1053"/>
                  </a:lnTo>
                  <a:lnTo>
                    <a:pt x="578" y="1012"/>
                  </a:lnTo>
                  <a:lnTo>
                    <a:pt x="1074" y="908"/>
                  </a:lnTo>
                  <a:lnTo>
                    <a:pt x="1363" y="847"/>
                  </a:lnTo>
                  <a:lnTo>
                    <a:pt x="1672" y="785"/>
                  </a:lnTo>
                  <a:lnTo>
                    <a:pt x="1982" y="743"/>
                  </a:lnTo>
                  <a:lnTo>
                    <a:pt x="2271" y="723"/>
                  </a:lnTo>
                  <a:lnTo>
                    <a:pt x="2787" y="681"/>
                  </a:lnTo>
                  <a:lnTo>
                    <a:pt x="2993" y="661"/>
                  </a:lnTo>
                  <a:lnTo>
                    <a:pt x="3159" y="619"/>
                  </a:lnTo>
                  <a:lnTo>
                    <a:pt x="3262" y="578"/>
                  </a:lnTo>
                  <a:lnTo>
                    <a:pt x="3303" y="537"/>
                  </a:lnTo>
                  <a:lnTo>
                    <a:pt x="3303" y="516"/>
                  </a:lnTo>
                  <a:lnTo>
                    <a:pt x="3324" y="475"/>
                  </a:lnTo>
                  <a:lnTo>
                    <a:pt x="3303" y="434"/>
                  </a:lnTo>
                  <a:lnTo>
                    <a:pt x="3220" y="330"/>
                  </a:lnTo>
                  <a:lnTo>
                    <a:pt x="3076" y="227"/>
                  </a:lnTo>
                  <a:lnTo>
                    <a:pt x="2849" y="145"/>
                  </a:lnTo>
                  <a:lnTo>
                    <a:pt x="2601" y="62"/>
                  </a:lnTo>
                  <a:lnTo>
                    <a:pt x="2292" y="21"/>
                  </a:lnTo>
                  <a:lnTo>
                    <a:pt x="1941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0" name="Google Shape;760;p27">
              <a:extLst>
                <a:ext uri="{FF2B5EF4-FFF2-40B4-BE49-F238E27FC236}">
                  <a16:creationId xmlns:a16="http://schemas.microsoft.com/office/drawing/2014/main" id="{ED33525E-3927-29C8-986B-AE14DCD522A3}"/>
                </a:ext>
              </a:extLst>
            </p:cNvPr>
            <p:cNvSpPr/>
            <p:nvPr/>
          </p:nvSpPr>
          <p:spPr>
            <a:xfrm>
              <a:off x="1944000" y="1076150"/>
              <a:ext cx="82075" cy="20675"/>
            </a:xfrm>
            <a:custGeom>
              <a:avLst/>
              <a:gdLst/>
              <a:ahLst/>
              <a:cxnLst/>
              <a:rect l="l" t="t" r="r" b="b"/>
              <a:pathLst>
                <a:path w="3283" h="827" extrusionOk="0">
                  <a:moveTo>
                    <a:pt x="1962" y="0"/>
                  </a:moveTo>
                  <a:lnTo>
                    <a:pt x="1590" y="21"/>
                  </a:lnTo>
                  <a:lnTo>
                    <a:pt x="1219" y="62"/>
                  </a:lnTo>
                  <a:lnTo>
                    <a:pt x="888" y="145"/>
                  </a:lnTo>
                  <a:lnTo>
                    <a:pt x="599" y="248"/>
                  </a:lnTo>
                  <a:lnTo>
                    <a:pt x="372" y="372"/>
                  </a:lnTo>
                  <a:lnTo>
                    <a:pt x="187" y="475"/>
                  </a:lnTo>
                  <a:lnTo>
                    <a:pt x="63" y="599"/>
                  </a:lnTo>
                  <a:lnTo>
                    <a:pt x="1" y="682"/>
                  </a:lnTo>
                  <a:lnTo>
                    <a:pt x="1" y="723"/>
                  </a:lnTo>
                  <a:lnTo>
                    <a:pt x="21" y="764"/>
                  </a:lnTo>
                  <a:lnTo>
                    <a:pt x="42" y="785"/>
                  </a:lnTo>
                  <a:lnTo>
                    <a:pt x="83" y="805"/>
                  </a:lnTo>
                  <a:lnTo>
                    <a:pt x="187" y="826"/>
                  </a:lnTo>
                  <a:lnTo>
                    <a:pt x="352" y="805"/>
                  </a:lnTo>
                  <a:lnTo>
                    <a:pt x="558" y="785"/>
                  </a:lnTo>
                  <a:lnTo>
                    <a:pt x="1053" y="723"/>
                  </a:lnTo>
                  <a:lnTo>
                    <a:pt x="1652" y="661"/>
                  </a:lnTo>
                  <a:lnTo>
                    <a:pt x="2251" y="640"/>
                  </a:lnTo>
                  <a:lnTo>
                    <a:pt x="2746" y="620"/>
                  </a:lnTo>
                  <a:lnTo>
                    <a:pt x="2952" y="620"/>
                  </a:lnTo>
                  <a:lnTo>
                    <a:pt x="3118" y="599"/>
                  </a:lnTo>
                  <a:lnTo>
                    <a:pt x="3221" y="578"/>
                  </a:lnTo>
                  <a:lnTo>
                    <a:pt x="3262" y="558"/>
                  </a:lnTo>
                  <a:lnTo>
                    <a:pt x="3283" y="516"/>
                  </a:lnTo>
                  <a:lnTo>
                    <a:pt x="3283" y="496"/>
                  </a:lnTo>
                  <a:lnTo>
                    <a:pt x="3283" y="455"/>
                  </a:lnTo>
                  <a:lnTo>
                    <a:pt x="3200" y="372"/>
                  </a:lnTo>
                  <a:lnTo>
                    <a:pt x="3056" y="269"/>
                  </a:lnTo>
                  <a:lnTo>
                    <a:pt x="2849" y="186"/>
                  </a:lnTo>
                  <a:lnTo>
                    <a:pt x="2602" y="104"/>
                  </a:lnTo>
                  <a:lnTo>
                    <a:pt x="2292" y="42"/>
                  </a:lnTo>
                  <a:lnTo>
                    <a:pt x="1962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1" name="Google Shape;761;p27">
              <a:extLst>
                <a:ext uri="{FF2B5EF4-FFF2-40B4-BE49-F238E27FC236}">
                  <a16:creationId xmlns:a16="http://schemas.microsoft.com/office/drawing/2014/main" id="{874D4052-BB43-760E-417A-964E7838FE7A}"/>
                </a:ext>
              </a:extLst>
            </p:cNvPr>
            <p:cNvSpPr/>
            <p:nvPr/>
          </p:nvSpPr>
          <p:spPr>
            <a:xfrm>
              <a:off x="1519325" y="1229400"/>
              <a:ext cx="97550" cy="139350"/>
            </a:xfrm>
            <a:custGeom>
              <a:avLst/>
              <a:gdLst/>
              <a:ahLst/>
              <a:cxnLst/>
              <a:rect l="l" t="t" r="r" b="b"/>
              <a:pathLst>
                <a:path w="3902" h="5574" extrusionOk="0">
                  <a:moveTo>
                    <a:pt x="2271" y="1"/>
                  </a:moveTo>
                  <a:lnTo>
                    <a:pt x="1940" y="21"/>
                  </a:lnTo>
                  <a:lnTo>
                    <a:pt x="1610" y="83"/>
                  </a:lnTo>
                  <a:lnTo>
                    <a:pt x="1445" y="145"/>
                  </a:lnTo>
                  <a:lnTo>
                    <a:pt x="1280" y="207"/>
                  </a:lnTo>
                  <a:lnTo>
                    <a:pt x="1115" y="269"/>
                  </a:lnTo>
                  <a:lnTo>
                    <a:pt x="970" y="352"/>
                  </a:lnTo>
                  <a:lnTo>
                    <a:pt x="826" y="455"/>
                  </a:lnTo>
                  <a:lnTo>
                    <a:pt x="681" y="579"/>
                  </a:lnTo>
                  <a:lnTo>
                    <a:pt x="557" y="703"/>
                  </a:lnTo>
                  <a:lnTo>
                    <a:pt x="434" y="868"/>
                  </a:lnTo>
                  <a:lnTo>
                    <a:pt x="310" y="1033"/>
                  </a:lnTo>
                  <a:lnTo>
                    <a:pt x="227" y="1219"/>
                  </a:lnTo>
                  <a:lnTo>
                    <a:pt x="145" y="1446"/>
                  </a:lnTo>
                  <a:lnTo>
                    <a:pt x="83" y="1673"/>
                  </a:lnTo>
                  <a:lnTo>
                    <a:pt x="41" y="1920"/>
                  </a:lnTo>
                  <a:lnTo>
                    <a:pt x="0" y="2209"/>
                  </a:lnTo>
                  <a:lnTo>
                    <a:pt x="0" y="2498"/>
                  </a:lnTo>
                  <a:lnTo>
                    <a:pt x="0" y="2829"/>
                  </a:lnTo>
                  <a:lnTo>
                    <a:pt x="41" y="3159"/>
                  </a:lnTo>
                  <a:lnTo>
                    <a:pt x="103" y="3469"/>
                  </a:lnTo>
                  <a:lnTo>
                    <a:pt x="165" y="3758"/>
                  </a:lnTo>
                  <a:lnTo>
                    <a:pt x="248" y="4005"/>
                  </a:lnTo>
                  <a:lnTo>
                    <a:pt x="351" y="4232"/>
                  </a:lnTo>
                  <a:lnTo>
                    <a:pt x="475" y="4439"/>
                  </a:lnTo>
                  <a:lnTo>
                    <a:pt x="599" y="4624"/>
                  </a:lnTo>
                  <a:lnTo>
                    <a:pt x="722" y="4790"/>
                  </a:lnTo>
                  <a:lnTo>
                    <a:pt x="867" y="4934"/>
                  </a:lnTo>
                  <a:lnTo>
                    <a:pt x="1032" y="5079"/>
                  </a:lnTo>
                  <a:lnTo>
                    <a:pt x="1197" y="5182"/>
                  </a:lnTo>
                  <a:lnTo>
                    <a:pt x="1362" y="5285"/>
                  </a:lnTo>
                  <a:lnTo>
                    <a:pt x="1527" y="5347"/>
                  </a:lnTo>
                  <a:lnTo>
                    <a:pt x="1693" y="5429"/>
                  </a:lnTo>
                  <a:lnTo>
                    <a:pt x="2044" y="5512"/>
                  </a:lnTo>
                  <a:lnTo>
                    <a:pt x="2394" y="5574"/>
                  </a:lnTo>
                  <a:lnTo>
                    <a:pt x="3055" y="5574"/>
                  </a:lnTo>
                  <a:lnTo>
                    <a:pt x="3323" y="5533"/>
                  </a:lnTo>
                  <a:lnTo>
                    <a:pt x="3550" y="5491"/>
                  </a:lnTo>
                  <a:lnTo>
                    <a:pt x="3736" y="5450"/>
                  </a:lnTo>
                  <a:lnTo>
                    <a:pt x="3860" y="5409"/>
                  </a:lnTo>
                  <a:lnTo>
                    <a:pt x="3901" y="5368"/>
                  </a:lnTo>
                  <a:lnTo>
                    <a:pt x="3468" y="125"/>
                  </a:lnTo>
                  <a:lnTo>
                    <a:pt x="3282" y="83"/>
                  </a:lnTo>
                  <a:lnTo>
                    <a:pt x="3096" y="42"/>
                  </a:lnTo>
                  <a:lnTo>
                    <a:pt x="2849" y="21"/>
                  </a:lnTo>
                  <a:lnTo>
                    <a:pt x="2580" y="1"/>
                  </a:lnTo>
                  <a:close/>
                </a:path>
              </a:pathLst>
            </a:custGeom>
            <a:solidFill>
              <a:srgbClr val="FFBF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2" name="Google Shape;762;p27">
              <a:extLst>
                <a:ext uri="{FF2B5EF4-FFF2-40B4-BE49-F238E27FC236}">
                  <a16:creationId xmlns:a16="http://schemas.microsoft.com/office/drawing/2014/main" id="{4E09EBD0-9E11-3A05-B200-C5CB2E7B868E}"/>
                </a:ext>
              </a:extLst>
            </p:cNvPr>
            <p:cNvSpPr/>
            <p:nvPr/>
          </p:nvSpPr>
          <p:spPr>
            <a:xfrm>
              <a:off x="1542525" y="1259850"/>
              <a:ext cx="43900" cy="79500"/>
            </a:xfrm>
            <a:custGeom>
              <a:avLst/>
              <a:gdLst/>
              <a:ahLst/>
              <a:cxnLst/>
              <a:rect l="l" t="t" r="r" b="b"/>
              <a:pathLst>
                <a:path w="1756" h="3180" extrusionOk="0">
                  <a:moveTo>
                    <a:pt x="785" y="1"/>
                  </a:moveTo>
                  <a:lnTo>
                    <a:pt x="682" y="42"/>
                  </a:lnTo>
                  <a:lnTo>
                    <a:pt x="599" y="83"/>
                  </a:lnTo>
                  <a:lnTo>
                    <a:pt x="496" y="145"/>
                  </a:lnTo>
                  <a:lnTo>
                    <a:pt x="414" y="228"/>
                  </a:lnTo>
                  <a:lnTo>
                    <a:pt x="331" y="310"/>
                  </a:lnTo>
                  <a:lnTo>
                    <a:pt x="269" y="414"/>
                  </a:lnTo>
                  <a:lnTo>
                    <a:pt x="166" y="620"/>
                  </a:lnTo>
                  <a:lnTo>
                    <a:pt x="83" y="868"/>
                  </a:lnTo>
                  <a:lnTo>
                    <a:pt x="42" y="1115"/>
                  </a:lnTo>
                  <a:lnTo>
                    <a:pt x="1" y="1384"/>
                  </a:lnTo>
                  <a:lnTo>
                    <a:pt x="22" y="1652"/>
                  </a:lnTo>
                  <a:lnTo>
                    <a:pt x="63" y="1941"/>
                  </a:lnTo>
                  <a:lnTo>
                    <a:pt x="145" y="2189"/>
                  </a:lnTo>
                  <a:lnTo>
                    <a:pt x="249" y="2436"/>
                  </a:lnTo>
                  <a:lnTo>
                    <a:pt x="372" y="2643"/>
                  </a:lnTo>
                  <a:lnTo>
                    <a:pt x="517" y="2849"/>
                  </a:lnTo>
                  <a:lnTo>
                    <a:pt x="682" y="2994"/>
                  </a:lnTo>
                  <a:lnTo>
                    <a:pt x="868" y="3118"/>
                  </a:lnTo>
                  <a:lnTo>
                    <a:pt x="971" y="3138"/>
                  </a:lnTo>
                  <a:lnTo>
                    <a:pt x="1074" y="3179"/>
                  </a:lnTo>
                  <a:lnTo>
                    <a:pt x="1260" y="3179"/>
                  </a:lnTo>
                  <a:lnTo>
                    <a:pt x="1405" y="3159"/>
                  </a:lnTo>
                  <a:lnTo>
                    <a:pt x="1549" y="3097"/>
                  </a:lnTo>
                  <a:lnTo>
                    <a:pt x="1632" y="3035"/>
                  </a:lnTo>
                  <a:lnTo>
                    <a:pt x="1714" y="2973"/>
                  </a:lnTo>
                  <a:lnTo>
                    <a:pt x="1735" y="2911"/>
                  </a:lnTo>
                  <a:lnTo>
                    <a:pt x="1755" y="2870"/>
                  </a:lnTo>
                  <a:lnTo>
                    <a:pt x="1755" y="2849"/>
                  </a:lnTo>
                  <a:lnTo>
                    <a:pt x="1735" y="2849"/>
                  </a:lnTo>
                  <a:lnTo>
                    <a:pt x="1693" y="2870"/>
                  </a:lnTo>
                  <a:lnTo>
                    <a:pt x="1590" y="2952"/>
                  </a:lnTo>
                  <a:lnTo>
                    <a:pt x="1487" y="2994"/>
                  </a:lnTo>
                  <a:lnTo>
                    <a:pt x="1384" y="3014"/>
                  </a:lnTo>
                  <a:lnTo>
                    <a:pt x="1239" y="3035"/>
                  </a:lnTo>
                  <a:lnTo>
                    <a:pt x="1116" y="2994"/>
                  </a:lnTo>
                  <a:lnTo>
                    <a:pt x="950" y="2932"/>
                  </a:lnTo>
                  <a:lnTo>
                    <a:pt x="827" y="2829"/>
                  </a:lnTo>
                  <a:lnTo>
                    <a:pt x="682" y="2684"/>
                  </a:lnTo>
                  <a:lnTo>
                    <a:pt x="558" y="2519"/>
                  </a:lnTo>
                  <a:lnTo>
                    <a:pt x="455" y="2333"/>
                  </a:lnTo>
                  <a:lnTo>
                    <a:pt x="372" y="2106"/>
                  </a:lnTo>
                  <a:lnTo>
                    <a:pt x="311" y="1879"/>
                  </a:lnTo>
                  <a:lnTo>
                    <a:pt x="269" y="1631"/>
                  </a:lnTo>
                  <a:lnTo>
                    <a:pt x="269" y="1384"/>
                  </a:lnTo>
                  <a:lnTo>
                    <a:pt x="290" y="1157"/>
                  </a:lnTo>
                  <a:lnTo>
                    <a:pt x="331" y="930"/>
                  </a:lnTo>
                  <a:lnTo>
                    <a:pt x="393" y="702"/>
                  </a:lnTo>
                  <a:lnTo>
                    <a:pt x="476" y="517"/>
                  </a:lnTo>
                  <a:lnTo>
                    <a:pt x="579" y="372"/>
                  </a:lnTo>
                  <a:lnTo>
                    <a:pt x="703" y="248"/>
                  </a:lnTo>
                  <a:lnTo>
                    <a:pt x="765" y="207"/>
                  </a:lnTo>
                  <a:lnTo>
                    <a:pt x="827" y="186"/>
                  </a:lnTo>
                  <a:lnTo>
                    <a:pt x="909" y="166"/>
                  </a:lnTo>
                  <a:lnTo>
                    <a:pt x="971" y="166"/>
                  </a:lnTo>
                  <a:lnTo>
                    <a:pt x="1074" y="207"/>
                  </a:lnTo>
                  <a:lnTo>
                    <a:pt x="1157" y="269"/>
                  </a:lnTo>
                  <a:lnTo>
                    <a:pt x="1219" y="331"/>
                  </a:lnTo>
                  <a:lnTo>
                    <a:pt x="1260" y="393"/>
                  </a:lnTo>
                  <a:lnTo>
                    <a:pt x="1260" y="455"/>
                  </a:lnTo>
                  <a:lnTo>
                    <a:pt x="1260" y="496"/>
                  </a:lnTo>
                  <a:lnTo>
                    <a:pt x="1281" y="517"/>
                  </a:lnTo>
                  <a:lnTo>
                    <a:pt x="1301" y="496"/>
                  </a:lnTo>
                  <a:lnTo>
                    <a:pt x="1322" y="455"/>
                  </a:lnTo>
                  <a:lnTo>
                    <a:pt x="1322" y="393"/>
                  </a:lnTo>
                  <a:lnTo>
                    <a:pt x="1322" y="290"/>
                  </a:lnTo>
                  <a:lnTo>
                    <a:pt x="1260" y="186"/>
                  </a:lnTo>
                  <a:lnTo>
                    <a:pt x="1219" y="125"/>
                  </a:lnTo>
                  <a:lnTo>
                    <a:pt x="1157" y="83"/>
                  </a:lnTo>
                  <a:lnTo>
                    <a:pt x="1074" y="42"/>
                  </a:lnTo>
                  <a:lnTo>
                    <a:pt x="992" y="1"/>
                  </a:lnTo>
                  <a:close/>
                </a:path>
              </a:pathLst>
            </a:custGeom>
            <a:solidFill>
              <a:srgbClr val="FF9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3" name="Google Shape;763;p27">
              <a:extLst>
                <a:ext uri="{FF2B5EF4-FFF2-40B4-BE49-F238E27FC236}">
                  <a16:creationId xmlns:a16="http://schemas.microsoft.com/office/drawing/2014/main" id="{CAF1BF3A-687A-57A4-D5DB-1414122292B3}"/>
                </a:ext>
              </a:extLst>
            </p:cNvPr>
            <p:cNvSpPr/>
            <p:nvPr/>
          </p:nvSpPr>
          <p:spPr>
            <a:xfrm>
              <a:off x="1833575" y="1315075"/>
              <a:ext cx="54200" cy="54200"/>
            </a:xfrm>
            <a:custGeom>
              <a:avLst/>
              <a:gdLst/>
              <a:ahLst/>
              <a:cxnLst/>
              <a:rect l="l" t="t" r="r" b="b"/>
              <a:pathLst>
                <a:path w="2168" h="2168" extrusionOk="0">
                  <a:moveTo>
                    <a:pt x="1" y="0"/>
                  </a:moveTo>
                  <a:lnTo>
                    <a:pt x="1" y="42"/>
                  </a:lnTo>
                  <a:lnTo>
                    <a:pt x="1" y="145"/>
                  </a:lnTo>
                  <a:lnTo>
                    <a:pt x="83" y="475"/>
                  </a:lnTo>
                  <a:lnTo>
                    <a:pt x="166" y="702"/>
                  </a:lnTo>
                  <a:lnTo>
                    <a:pt x="290" y="970"/>
                  </a:lnTo>
                  <a:lnTo>
                    <a:pt x="455" y="1239"/>
                  </a:lnTo>
                  <a:lnTo>
                    <a:pt x="558" y="1363"/>
                  </a:lnTo>
                  <a:lnTo>
                    <a:pt x="682" y="1486"/>
                  </a:lnTo>
                  <a:lnTo>
                    <a:pt x="806" y="1610"/>
                  </a:lnTo>
                  <a:lnTo>
                    <a:pt x="929" y="1714"/>
                  </a:lnTo>
                  <a:lnTo>
                    <a:pt x="1198" y="1899"/>
                  </a:lnTo>
                  <a:lnTo>
                    <a:pt x="1466" y="2023"/>
                  </a:lnTo>
                  <a:lnTo>
                    <a:pt x="1693" y="2106"/>
                  </a:lnTo>
                  <a:lnTo>
                    <a:pt x="1900" y="2147"/>
                  </a:lnTo>
                  <a:lnTo>
                    <a:pt x="2044" y="2168"/>
                  </a:lnTo>
                  <a:lnTo>
                    <a:pt x="2147" y="2147"/>
                  </a:lnTo>
                  <a:lnTo>
                    <a:pt x="2168" y="2126"/>
                  </a:lnTo>
                  <a:lnTo>
                    <a:pt x="2147" y="2106"/>
                  </a:lnTo>
                  <a:lnTo>
                    <a:pt x="2065" y="2044"/>
                  </a:lnTo>
                  <a:lnTo>
                    <a:pt x="1755" y="1899"/>
                  </a:lnTo>
                  <a:lnTo>
                    <a:pt x="1569" y="1796"/>
                  </a:lnTo>
                  <a:lnTo>
                    <a:pt x="1342" y="1672"/>
                  </a:lnTo>
                  <a:lnTo>
                    <a:pt x="1115" y="1507"/>
                  </a:lnTo>
                  <a:lnTo>
                    <a:pt x="888" y="1301"/>
                  </a:lnTo>
                  <a:lnTo>
                    <a:pt x="702" y="1053"/>
                  </a:lnTo>
                  <a:lnTo>
                    <a:pt x="537" y="826"/>
                  </a:lnTo>
                  <a:lnTo>
                    <a:pt x="269" y="392"/>
                  </a:lnTo>
                  <a:lnTo>
                    <a:pt x="104" y="104"/>
                  </a:lnTo>
                  <a:lnTo>
                    <a:pt x="42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4" name="Google Shape;764;p27">
              <a:extLst>
                <a:ext uri="{FF2B5EF4-FFF2-40B4-BE49-F238E27FC236}">
                  <a16:creationId xmlns:a16="http://schemas.microsoft.com/office/drawing/2014/main" id="{B7A59CE5-22F2-8210-6328-F3754E5B739F}"/>
                </a:ext>
              </a:extLst>
            </p:cNvPr>
            <p:cNvSpPr/>
            <p:nvPr/>
          </p:nvSpPr>
          <p:spPr>
            <a:xfrm>
              <a:off x="1950725" y="1120525"/>
              <a:ext cx="82575" cy="25825"/>
            </a:xfrm>
            <a:custGeom>
              <a:avLst/>
              <a:gdLst/>
              <a:ahLst/>
              <a:cxnLst/>
              <a:rect l="l" t="t" r="r" b="b"/>
              <a:pathLst>
                <a:path w="3303" h="1033" extrusionOk="0">
                  <a:moveTo>
                    <a:pt x="1796" y="1"/>
                  </a:moveTo>
                  <a:lnTo>
                    <a:pt x="1589" y="21"/>
                  </a:lnTo>
                  <a:lnTo>
                    <a:pt x="1404" y="42"/>
                  </a:lnTo>
                  <a:lnTo>
                    <a:pt x="1197" y="83"/>
                  </a:lnTo>
                  <a:lnTo>
                    <a:pt x="1012" y="145"/>
                  </a:lnTo>
                  <a:lnTo>
                    <a:pt x="846" y="207"/>
                  </a:lnTo>
                  <a:lnTo>
                    <a:pt x="702" y="290"/>
                  </a:lnTo>
                  <a:lnTo>
                    <a:pt x="557" y="372"/>
                  </a:lnTo>
                  <a:lnTo>
                    <a:pt x="310" y="537"/>
                  </a:lnTo>
                  <a:lnTo>
                    <a:pt x="145" y="702"/>
                  </a:lnTo>
                  <a:lnTo>
                    <a:pt x="41" y="847"/>
                  </a:lnTo>
                  <a:lnTo>
                    <a:pt x="0" y="971"/>
                  </a:lnTo>
                  <a:lnTo>
                    <a:pt x="0" y="1012"/>
                  </a:lnTo>
                  <a:lnTo>
                    <a:pt x="21" y="1033"/>
                  </a:lnTo>
                  <a:lnTo>
                    <a:pt x="83" y="1033"/>
                  </a:lnTo>
                  <a:lnTo>
                    <a:pt x="186" y="1012"/>
                  </a:lnTo>
                  <a:lnTo>
                    <a:pt x="537" y="847"/>
                  </a:lnTo>
                  <a:lnTo>
                    <a:pt x="764" y="744"/>
                  </a:lnTo>
                  <a:lnTo>
                    <a:pt x="1012" y="661"/>
                  </a:lnTo>
                  <a:lnTo>
                    <a:pt x="1301" y="578"/>
                  </a:lnTo>
                  <a:lnTo>
                    <a:pt x="1631" y="537"/>
                  </a:lnTo>
                  <a:lnTo>
                    <a:pt x="1961" y="537"/>
                  </a:lnTo>
                  <a:lnTo>
                    <a:pt x="2250" y="558"/>
                  </a:lnTo>
                  <a:lnTo>
                    <a:pt x="2518" y="620"/>
                  </a:lnTo>
                  <a:lnTo>
                    <a:pt x="2766" y="682"/>
                  </a:lnTo>
                  <a:lnTo>
                    <a:pt x="3117" y="785"/>
                  </a:lnTo>
                  <a:lnTo>
                    <a:pt x="3261" y="785"/>
                  </a:lnTo>
                  <a:lnTo>
                    <a:pt x="3282" y="764"/>
                  </a:lnTo>
                  <a:lnTo>
                    <a:pt x="3303" y="744"/>
                  </a:lnTo>
                  <a:lnTo>
                    <a:pt x="3282" y="702"/>
                  </a:lnTo>
                  <a:lnTo>
                    <a:pt x="3241" y="599"/>
                  </a:lnTo>
                  <a:lnTo>
                    <a:pt x="3117" y="475"/>
                  </a:lnTo>
                  <a:lnTo>
                    <a:pt x="2931" y="331"/>
                  </a:lnTo>
                  <a:lnTo>
                    <a:pt x="2807" y="269"/>
                  </a:lnTo>
                  <a:lnTo>
                    <a:pt x="2683" y="186"/>
                  </a:lnTo>
                  <a:lnTo>
                    <a:pt x="2539" y="145"/>
                  </a:lnTo>
                  <a:lnTo>
                    <a:pt x="2374" y="83"/>
                  </a:lnTo>
                  <a:lnTo>
                    <a:pt x="2188" y="42"/>
                  </a:lnTo>
                  <a:lnTo>
                    <a:pt x="2002" y="21"/>
                  </a:lnTo>
                  <a:lnTo>
                    <a:pt x="1796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5" name="Google Shape;765;p27">
              <a:extLst>
                <a:ext uri="{FF2B5EF4-FFF2-40B4-BE49-F238E27FC236}">
                  <a16:creationId xmlns:a16="http://schemas.microsoft.com/office/drawing/2014/main" id="{7CB50363-16AC-9D8E-0B49-8D5DC395DA21}"/>
                </a:ext>
              </a:extLst>
            </p:cNvPr>
            <p:cNvSpPr/>
            <p:nvPr/>
          </p:nvSpPr>
          <p:spPr>
            <a:xfrm>
              <a:off x="1985300" y="1182975"/>
              <a:ext cx="36125" cy="34600"/>
            </a:xfrm>
            <a:custGeom>
              <a:avLst/>
              <a:gdLst/>
              <a:ahLst/>
              <a:cxnLst/>
              <a:rect l="l" t="t" r="r" b="b"/>
              <a:pathLst>
                <a:path w="1445" h="1384" extrusionOk="0">
                  <a:moveTo>
                    <a:pt x="661" y="0"/>
                  </a:moveTo>
                  <a:lnTo>
                    <a:pt x="516" y="21"/>
                  </a:lnTo>
                  <a:lnTo>
                    <a:pt x="392" y="83"/>
                  </a:lnTo>
                  <a:lnTo>
                    <a:pt x="268" y="165"/>
                  </a:lnTo>
                  <a:lnTo>
                    <a:pt x="165" y="248"/>
                  </a:lnTo>
                  <a:lnTo>
                    <a:pt x="83" y="351"/>
                  </a:lnTo>
                  <a:lnTo>
                    <a:pt x="41" y="475"/>
                  </a:lnTo>
                  <a:lnTo>
                    <a:pt x="0" y="619"/>
                  </a:lnTo>
                  <a:lnTo>
                    <a:pt x="0" y="764"/>
                  </a:lnTo>
                  <a:lnTo>
                    <a:pt x="21" y="888"/>
                  </a:lnTo>
                  <a:lnTo>
                    <a:pt x="62" y="1032"/>
                  </a:lnTo>
                  <a:lnTo>
                    <a:pt x="145" y="1135"/>
                  </a:lnTo>
                  <a:lnTo>
                    <a:pt x="248" y="1218"/>
                  </a:lnTo>
                  <a:lnTo>
                    <a:pt x="351" y="1301"/>
                  </a:lnTo>
                  <a:lnTo>
                    <a:pt x="475" y="1362"/>
                  </a:lnTo>
                  <a:lnTo>
                    <a:pt x="619" y="1383"/>
                  </a:lnTo>
                  <a:lnTo>
                    <a:pt x="764" y="1383"/>
                  </a:lnTo>
                  <a:lnTo>
                    <a:pt x="908" y="1362"/>
                  </a:lnTo>
                  <a:lnTo>
                    <a:pt x="1053" y="1301"/>
                  </a:lnTo>
                  <a:lnTo>
                    <a:pt x="1156" y="1218"/>
                  </a:lnTo>
                  <a:lnTo>
                    <a:pt x="1259" y="1135"/>
                  </a:lnTo>
                  <a:lnTo>
                    <a:pt x="1342" y="1012"/>
                  </a:lnTo>
                  <a:lnTo>
                    <a:pt x="1404" y="888"/>
                  </a:lnTo>
                  <a:lnTo>
                    <a:pt x="1424" y="764"/>
                  </a:lnTo>
                  <a:lnTo>
                    <a:pt x="1445" y="619"/>
                  </a:lnTo>
                  <a:lnTo>
                    <a:pt x="1404" y="475"/>
                  </a:lnTo>
                  <a:lnTo>
                    <a:pt x="1362" y="351"/>
                  </a:lnTo>
                  <a:lnTo>
                    <a:pt x="1280" y="248"/>
                  </a:lnTo>
                  <a:lnTo>
                    <a:pt x="1197" y="145"/>
                  </a:lnTo>
                  <a:lnTo>
                    <a:pt x="1073" y="83"/>
                  </a:lnTo>
                  <a:lnTo>
                    <a:pt x="950" y="21"/>
                  </a:lnTo>
                  <a:lnTo>
                    <a:pt x="80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6" name="Google Shape;766;p27">
              <a:extLst>
                <a:ext uri="{FF2B5EF4-FFF2-40B4-BE49-F238E27FC236}">
                  <a16:creationId xmlns:a16="http://schemas.microsoft.com/office/drawing/2014/main" id="{8AD82A9F-F7F6-111C-CED3-18B67F00BDAA}"/>
                </a:ext>
              </a:extLst>
            </p:cNvPr>
            <p:cNvSpPr/>
            <p:nvPr/>
          </p:nvSpPr>
          <p:spPr>
            <a:xfrm>
              <a:off x="1496100" y="762400"/>
              <a:ext cx="639375" cy="495925"/>
            </a:xfrm>
            <a:custGeom>
              <a:avLst/>
              <a:gdLst/>
              <a:ahLst/>
              <a:cxnLst/>
              <a:rect l="l" t="t" r="r" b="b"/>
              <a:pathLst>
                <a:path w="25575" h="19837" extrusionOk="0">
                  <a:moveTo>
                    <a:pt x="17504" y="1"/>
                  </a:moveTo>
                  <a:lnTo>
                    <a:pt x="17194" y="21"/>
                  </a:lnTo>
                  <a:lnTo>
                    <a:pt x="16864" y="42"/>
                  </a:lnTo>
                  <a:lnTo>
                    <a:pt x="16554" y="104"/>
                  </a:lnTo>
                  <a:lnTo>
                    <a:pt x="16245" y="186"/>
                  </a:lnTo>
                  <a:lnTo>
                    <a:pt x="15935" y="289"/>
                  </a:lnTo>
                  <a:lnTo>
                    <a:pt x="15646" y="434"/>
                  </a:lnTo>
                  <a:lnTo>
                    <a:pt x="15357" y="578"/>
                  </a:lnTo>
                  <a:lnTo>
                    <a:pt x="15089" y="744"/>
                  </a:lnTo>
                  <a:lnTo>
                    <a:pt x="14841" y="950"/>
                  </a:lnTo>
                  <a:lnTo>
                    <a:pt x="14594" y="1156"/>
                  </a:lnTo>
                  <a:lnTo>
                    <a:pt x="14387" y="1383"/>
                  </a:lnTo>
                  <a:lnTo>
                    <a:pt x="14181" y="1631"/>
                  </a:lnTo>
                  <a:lnTo>
                    <a:pt x="14119" y="1487"/>
                  </a:lnTo>
                  <a:lnTo>
                    <a:pt x="14057" y="1322"/>
                  </a:lnTo>
                  <a:lnTo>
                    <a:pt x="13954" y="1177"/>
                  </a:lnTo>
                  <a:lnTo>
                    <a:pt x="13830" y="1053"/>
                  </a:lnTo>
                  <a:lnTo>
                    <a:pt x="13706" y="929"/>
                  </a:lnTo>
                  <a:lnTo>
                    <a:pt x="13582" y="826"/>
                  </a:lnTo>
                  <a:lnTo>
                    <a:pt x="13438" y="723"/>
                  </a:lnTo>
                  <a:lnTo>
                    <a:pt x="13273" y="661"/>
                  </a:lnTo>
                  <a:lnTo>
                    <a:pt x="13107" y="578"/>
                  </a:lnTo>
                  <a:lnTo>
                    <a:pt x="12942" y="537"/>
                  </a:lnTo>
                  <a:lnTo>
                    <a:pt x="12612" y="455"/>
                  </a:lnTo>
                  <a:lnTo>
                    <a:pt x="12261" y="413"/>
                  </a:lnTo>
                  <a:lnTo>
                    <a:pt x="11931" y="413"/>
                  </a:lnTo>
                  <a:lnTo>
                    <a:pt x="11394" y="434"/>
                  </a:lnTo>
                  <a:lnTo>
                    <a:pt x="10857" y="517"/>
                  </a:lnTo>
                  <a:lnTo>
                    <a:pt x="10321" y="620"/>
                  </a:lnTo>
                  <a:lnTo>
                    <a:pt x="9805" y="785"/>
                  </a:lnTo>
                  <a:lnTo>
                    <a:pt x="9309" y="991"/>
                  </a:lnTo>
                  <a:lnTo>
                    <a:pt x="8835" y="1239"/>
                  </a:lnTo>
                  <a:lnTo>
                    <a:pt x="8381" y="1507"/>
                  </a:lnTo>
                  <a:lnTo>
                    <a:pt x="7947" y="1838"/>
                  </a:lnTo>
                  <a:lnTo>
                    <a:pt x="7741" y="2023"/>
                  </a:lnTo>
                  <a:lnTo>
                    <a:pt x="7534" y="2209"/>
                  </a:lnTo>
                  <a:lnTo>
                    <a:pt x="7328" y="2416"/>
                  </a:lnTo>
                  <a:lnTo>
                    <a:pt x="7142" y="2622"/>
                  </a:lnTo>
                  <a:lnTo>
                    <a:pt x="6956" y="2849"/>
                  </a:lnTo>
                  <a:lnTo>
                    <a:pt x="6791" y="3076"/>
                  </a:lnTo>
                  <a:lnTo>
                    <a:pt x="6482" y="3551"/>
                  </a:lnTo>
                  <a:lnTo>
                    <a:pt x="6089" y="3551"/>
                  </a:lnTo>
                  <a:lnTo>
                    <a:pt x="5697" y="3592"/>
                  </a:lnTo>
                  <a:lnTo>
                    <a:pt x="5305" y="3654"/>
                  </a:lnTo>
                  <a:lnTo>
                    <a:pt x="4892" y="3737"/>
                  </a:lnTo>
                  <a:lnTo>
                    <a:pt x="4521" y="3840"/>
                  </a:lnTo>
                  <a:lnTo>
                    <a:pt x="4128" y="3964"/>
                  </a:lnTo>
                  <a:lnTo>
                    <a:pt x="3757" y="4108"/>
                  </a:lnTo>
                  <a:lnTo>
                    <a:pt x="3385" y="4273"/>
                  </a:lnTo>
                  <a:lnTo>
                    <a:pt x="3034" y="4459"/>
                  </a:lnTo>
                  <a:lnTo>
                    <a:pt x="2704" y="4665"/>
                  </a:lnTo>
                  <a:lnTo>
                    <a:pt x="2374" y="4892"/>
                  </a:lnTo>
                  <a:lnTo>
                    <a:pt x="2044" y="5140"/>
                  </a:lnTo>
                  <a:lnTo>
                    <a:pt x="1755" y="5409"/>
                  </a:lnTo>
                  <a:lnTo>
                    <a:pt x="1466" y="5698"/>
                  </a:lnTo>
                  <a:lnTo>
                    <a:pt x="1197" y="5986"/>
                  </a:lnTo>
                  <a:lnTo>
                    <a:pt x="950" y="6317"/>
                  </a:lnTo>
                  <a:lnTo>
                    <a:pt x="826" y="6503"/>
                  </a:lnTo>
                  <a:lnTo>
                    <a:pt x="702" y="6730"/>
                  </a:lnTo>
                  <a:lnTo>
                    <a:pt x="578" y="6957"/>
                  </a:lnTo>
                  <a:lnTo>
                    <a:pt x="475" y="7204"/>
                  </a:lnTo>
                  <a:lnTo>
                    <a:pt x="392" y="7452"/>
                  </a:lnTo>
                  <a:lnTo>
                    <a:pt x="289" y="7720"/>
                  </a:lnTo>
                  <a:lnTo>
                    <a:pt x="227" y="7989"/>
                  </a:lnTo>
                  <a:lnTo>
                    <a:pt x="165" y="8257"/>
                  </a:lnTo>
                  <a:lnTo>
                    <a:pt x="62" y="8856"/>
                  </a:lnTo>
                  <a:lnTo>
                    <a:pt x="0" y="9475"/>
                  </a:lnTo>
                  <a:lnTo>
                    <a:pt x="0" y="10135"/>
                  </a:lnTo>
                  <a:lnTo>
                    <a:pt x="21" y="10796"/>
                  </a:lnTo>
                  <a:lnTo>
                    <a:pt x="103" y="11498"/>
                  </a:lnTo>
                  <a:lnTo>
                    <a:pt x="227" y="12199"/>
                  </a:lnTo>
                  <a:lnTo>
                    <a:pt x="392" y="12901"/>
                  </a:lnTo>
                  <a:lnTo>
                    <a:pt x="599" y="13624"/>
                  </a:lnTo>
                  <a:lnTo>
                    <a:pt x="867" y="14326"/>
                  </a:lnTo>
                  <a:lnTo>
                    <a:pt x="1177" y="15027"/>
                  </a:lnTo>
                  <a:lnTo>
                    <a:pt x="1342" y="15378"/>
                  </a:lnTo>
                  <a:lnTo>
                    <a:pt x="1528" y="15729"/>
                  </a:lnTo>
                  <a:lnTo>
                    <a:pt x="1734" y="16080"/>
                  </a:lnTo>
                  <a:lnTo>
                    <a:pt x="1940" y="16410"/>
                  </a:lnTo>
                  <a:lnTo>
                    <a:pt x="2663" y="18743"/>
                  </a:lnTo>
                  <a:lnTo>
                    <a:pt x="3096" y="18701"/>
                  </a:lnTo>
                  <a:lnTo>
                    <a:pt x="3489" y="18701"/>
                  </a:lnTo>
                  <a:lnTo>
                    <a:pt x="3674" y="18743"/>
                  </a:lnTo>
                  <a:lnTo>
                    <a:pt x="3860" y="18784"/>
                  </a:lnTo>
                  <a:lnTo>
                    <a:pt x="4025" y="18846"/>
                  </a:lnTo>
                  <a:lnTo>
                    <a:pt x="4190" y="18949"/>
                  </a:lnTo>
                  <a:lnTo>
                    <a:pt x="4376" y="19094"/>
                  </a:lnTo>
                  <a:lnTo>
                    <a:pt x="4562" y="19279"/>
                  </a:lnTo>
                  <a:lnTo>
                    <a:pt x="4727" y="19465"/>
                  </a:lnTo>
                  <a:lnTo>
                    <a:pt x="4913" y="19630"/>
                  </a:lnTo>
                  <a:lnTo>
                    <a:pt x="5016" y="19713"/>
                  </a:lnTo>
                  <a:lnTo>
                    <a:pt x="5099" y="19754"/>
                  </a:lnTo>
                  <a:lnTo>
                    <a:pt x="5202" y="19795"/>
                  </a:lnTo>
                  <a:lnTo>
                    <a:pt x="5326" y="19837"/>
                  </a:lnTo>
                  <a:lnTo>
                    <a:pt x="5553" y="19837"/>
                  </a:lnTo>
                  <a:lnTo>
                    <a:pt x="5677" y="19795"/>
                  </a:lnTo>
                  <a:lnTo>
                    <a:pt x="5821" y="19734"/>
                  </a:lnTo>
                  <a:lnTo>
                    <a:pt x="5904" y="19672"/>
                  </a:lnTo>
                  <a:lnTo>
                    <a:pt x="5966" y="19610"/>
                  </a:lnTo>
                  <a:lnTo>
                    <a:pt x="6110" y="19465"/>
                  </a:lnTo>
                  <a:lnTo>
                    <a:pt x="6213" y="19259"/>
                  </a:lnTo>
                  <a:lnTo>
                    <a:pt x="6316" y="19032"/>
                  </a:lnTo>
                  <a:lnTo>
                    <a:pt x="6420" y="18805"/>
                  </a:lnTo>
                  <a:lnTo>
                    <a:pt x="6502" y="18557"/>
                  </a:lnTo>
                  <a:lnTo>
                    <a:pt x="6605" y="18165"/>
                  </a:lnTo>
                  <a:lnTo>
                    <a:pt x="6709" y="17608"/>
                  </a:lnTo>
                  <a:lnTo>
                    <a:pt x="6791" y="17071"/>
                  </a:lnTo>
                  <a:lnTo>
                    <a:pt x="6874" y="16514"/>
                  </a:lnTo>
                  <a:lnTo>
                    <a:pt x="6936" y="15956"/>
                  </a:lnTo>
                  <a:lnTo>
                    <a:pt x="6977" y="15399"/>
                  </a:lnTo>
                  <a:lnTo>
                    <a:pt x="6998" y="14842"/>
                  </a:lnTo>
                  <a:lnTo>
                    <a:pt x="7018" y="14284"/>
                  </a:lnTo>
                  <a:lnTo>
                    <a:pt x="7018" y="13727"/>
                  </a:lnTo>
                  <a:lnTo>
                    <a:pt x="7018" y="13149"/>
                  </a:lnTo>
                  <a:lnTo>
                    <a:pt x="6977" y="12592"/>
                  </a:lnTo>
                  <a:lnTo>
                    <a:pt x="6936" y="12034"/>
                  </a:lnTo>
                  <a:lnTo>
                    <a:pt x="6874" y="11477"/>
                  </a:lnTo>
                  <a:lnTo>
                    <a:pt x="6812" y="10940"/>
                  </a:lnTo>
                  <a:lnTo>
                    <a:pt x="6729" y="10383"/>
                  </a:lnTo>
                  <a:lnTo>
                    <a:pt x="6626" y="9826"/>
                  </a:lnTo>
                  <a:lnTo>
                    <a:pt x="6502" y="9289"/>
                  </a:lnTo>
                  <a:lnTo>
                    <a:pt x="6688" y="9021"/>
                  </a:lnTo>
                  <a:lnTo>
                    <a:pt x="6915" y="8794"/>
                  </a:lnTo>
                  <a:lnTo>
                    <a:pt x="7121" y="8546"/>
                  </a:lnTo>
                  <a:lnTo>
                    <a:pt x="7369" y="8340"/>
                  </a:lnTo>
                  <a:lnTo>
                    <a:pt x="7596" y="8133"/>
                  </a:lnTo>
                  <a:lnTo>
                    <a:pt x="7864" y="7927"/>
                  </a:lnTo>
                  <a:lnTo>
                    <a:pt x="8112" y="7741"/>
                  </a:lnTo>
                  <a:lnTo>
                    <a:pt x="8381" y="7555"/>
                  </a:lnTo>
                  <a:lnTo>
                    <a:pt x="8381" y="7555"/>
                  </a:lnTo>
                  <a:lnTo>
                    <a:pt x="8339" y="7638"/>
                  </a:lnTo>
                  <a:lnTo>
                    <a:pt x="8876" y="7369"/>
                  </a:lnTo>
                  <a:lnTo>
                    <a:pt x="9433" y="7142"/>
                  </a:lnTo>
                  <a:lnTo>
                    <a:pt x="10011" y="6915"/>
                  </a:lnTo>
                  <a:lnTo>
                    <a:pt x="10280" y="6833"/>
                  </a:lnTo>
                  <a:lnTo>
                    <a:pt x="10569" y="6750"/>
                  </a:lnTo>
                  <a:lnTo>
                    <a:pt x="10857" y="6688"/>
                  </a:lnTo>
                  <a:lnTo>
                    <a:pt x="11146" y="6626"/>
                  </a:lnTo>
                  <a:lnTo>
                    <a:pt x="11435" y="6606"/>
                  </a:lnTo>
                  <a:lnTo>
                    <a:pt x="11724" y="6585"/>
                  </a:lnTo>
                  <a:lnTo>
                    <a:pt x="12013" y="6606"/>
                  </a:lnTo>
                  <a:lnTo>
                    <a:pt x="12302" y="6647"/>
                  </a:lnTo>
                  <a:lnTo>
                    <a:pt x="12591" y="6688"/>
                  </a:lnTo>
                  <a:lnTo>
                    <a:pt x="12860" y="6791"/>
                  </a:lnTo>
                  <a:lnTo>
                    <a:pt x="13087" y="6874"/>
                  </a:lnTo>
                  <a:lnTo>
                    <a:pt x="13293" y="6977"/>
                  </a:lnTo>
                  <a:lnTo>
                    <a:pt x="13479" y="7080"/>
                  </a:lnTo>
                  <a:lnTo>
                    <a:pt x="13665" y="7204"/>
                  </a:lnTo>
                  <a:lnTo>
                    <a:pt x="14036" y="7473"/>
                  </a:lnTo>
                  <a:lnTo>
                    <a:pt x="14387" y="7782"/>
                  </a:lnTo>
                  <a:lnTo>
                    <a:pt x="14717" y="8113"/>
                  </a:lnTo>
                  <a:lnTo>
                    <a:pt x="15048" y="8422"/>
                  </a:lnTo>
                  <a:lnTo>
                    <a:pt x="15378" y="8752"/>
                  </a:lnTo>
                  <a:lnTo>
                    <a:pt x="15708" y="9083"/>
                  </a:lnTo>
                  <a:lnTo>
                    <a:pt x="16038" y="9351"/>
                  </a:lnTo>
                  <a:lnTo>
                    <a:pt x="16389" y="9619"/>
                  </a:lnTo>
                  <a:lnTo>
                    <a:pt x="16740" y="9846"/>
                  </a:lnTo>
                  <a:lnTo>
                    <a:pt x="17091" y="10073"/>
                  </a:lnTo>
                  <a:lnTo>
                    <a:pt x="17463" y="10280"/>
                  </a:lnTo>
                  <a:lnTo>
                    <a:pt x="17855" y="10445"/>
                  </a:lnTo>
                  <a:lnTo>
                    <a:pt x="18226" y="10610"/>
                  </a:lnTo>
                  <a:lnTo>
                    <a:pt x="18619" y="10755"/>
                  </a:lnTo>
                  <a:lnTo>
                    <a:pt x="19031" y="10858"/>
                  </a:lnTo>
                  <a:lnTo>
                    <a:pt x="19424" y="10961"/>
                  </a:lnTo>
                  <a:lnTo>
                    <a:pt x="19836" y="11044"/>
                  </a:lnTo>
                  <a:lnTo>
                    <a:pt x="20249" y="11106"/>
                  </a:lnTo>
                  <a:lnTo>
                    <a:pt x="20683" y="11147"/>
                  </a:lnTo>
                  <a:lnTo>
                    <a:pt x="21116" y="11167"/>
                  </a:lnTo>
                  <a:lnTo>
                    <a:pt x="21529" y="11167"/>
                  </a:lnTo>
                  <a:lnTo>
                    <a:pt x="21962" y="11147"/>
                  </a:lnTo>
                  <a:lnTo>
                    <a:pt x="22066" y="11725"/>
                  </a:lnTo>
                  <a:lnTo>
                    <a:pt x="22128" y="12365"/>
                  </a:lnTo>
                  <a:lnTo>
                    <a:pt x="22272" y="13706"/>
                  </a:lnTo>
                  <a:lnTo>
                    <a:pt x="22417" y="15027"/>
                  </a:lnTo>
                  <a:lnTo>
                    <a:pt x="22499" y="15667"/>
                  </a:lnTo>
                  <a:lnTo>
                    <a:pt x="22582" y="16245"/>
                  </a:lnTo>
                  <a:lnTo>
                    <a:pt x="23572" y="13706"/>
                  </a:lnTo>
                  <a:lnTo>
                    <a:pt x="23572" y="13727"/>
                  </a:lnTo>
                  <a:lnTo>
                    <a:pt x="23676" y="13438"/>
                  </a:lnTo>
                  <a:lnTo>
                    <a:pt x="23779" y="13170"/>
                  </a:lnTo>
                  <a:lnTo>
                    <a:pt x="23800" y="13108"/>
                  </a:lnTo>
                  <a:lnTo>
                    <a:pt x="23800" y="13087"/>
                  </a:lnTo>
                  <a:lnTo>
                    <a:pt x="23944" y="12901"/>
                  </a:lnTo>
                  <a:lnTo>
                    <a:pt x="24089" y="12674"/>
                  </a:lnTo>
                  <a:lnTo>
                    <a:pt x="24274" y="12365"/>
                  </a:lnTo>
                  <a:lnTo>
                    <a:pt x="24481" y="12034"/>
                  </a:lnTo>
                  <a:lnTo>
                    <a:pt x="24605" y="11849"/>
                  </a:lnTo>
                  <a:lnTo>
                    <a:pt x="24708" y="11663"/>
                  </a:lnTo>
                  <a:lnTo>
                    <a:pt x="24790" y="11456"/>
                  </a:lnTo>
                  <a:lnTo>
                    <a:pt x="24873" y="11271"/>
                  </a:lnTo>
                  <a:lnTo>
                    <a:pt x="24914" y="11064"/>
                  </a:lnTo>
                  <a:lnTo>
                    <a:pt x="24976" y="10837"/>
                  </a:lnTo>
                  <a:lnTo>
                    <a:pt x="24997" y="10631"/>
                  </a:lnTo>
                  <a:lnTo>
                    <a:pt x="25017" y="10424"/>
                  </a:lnTo>
                  <a:lnTo>
                    <a:pt x="25017" y="10197"/>
                  </a:lnTo>
                  <a:lnTo>
                    <a:pt x="25017" y="9991"/>
                  </a:lnTo>
                  <a:lnTo>
                    <a:pt x="24976" y="9764"/>
                  </a:lnTo>
                  <a:lnTo>
                    <a:pt x="24935" y="9557"/>
                  </a:lnTo>
                  <a:lnTo>
                    <a:pt x="24894" y="9351"/>
                  </a:lnTo>
                  <a:lnTo>
                    <a:pt x="24811" y="9145"/>
                  </a:lnTo>
                  <a:lnTo>
                    <a:pt x="24728" y="8959"/>
                  </a:lnTo>
                  <a:lnTo>
                    <a:pt x="24646" y="8752"/>
                  </a:lnTo>
                  <a:lnTo>
                    <a:pt x="24832" y="8587"/>
                  </a:lnTo>
                  <a:lnTo>
                    <a:pt x="24997" y="8381"/>
                  </a:lnTo>
                  <a:lnTo>
                    <a:pt x="25141" y="8174"/>
                  </a:lnTo>
                  <a:lnTo>
                    <a:pt x="25265" y="7947"/>
                  </a:lnTo>
                  <a:lnTo>
                    <a:pt x="25368" y="7720"/>
                  </a:lnTo>
                  <a:lnTo>
                    <a:pt x="25451" y="7473"/>
                  </a:lnTo>
                  <a:lnTo>
                    <a:pt x="25513" y="7225"/>
                  </a:lnTo>
                  <a:lnTo>
                    <a:pt x="25554" y="6957"/>
                  </a:lnTo>
                  <a:lnTo>
                    <a:pt x="25575" y="6709"/>
                  </a:lnTo>
                  <a:lnTo>
                    <a:pt x="25554" y="6441"/>
                  </a:lnTo>
                  <a:lnTo>
                    <a:pt x="25533" y="6193"/>
                  </a:lnTo>
                  <a:lnTo>
                    <a:pt x="25492" y="5925"/>
                  </a:lnTo>
                  <a:lnTo>
                    <a:pt x="25410" y="5677"/>
                  </a:lnTo>
                  <a:lnTo>
                    <a:pt x="25327" y="5450"/>
                  </a:lnTo>
                  <a:lnTo>
                    <a:pt x="25203" y="5223"/>
                  </a:lnTo>
                  <a:lnTo>
                    <a:pt x="25059" y="4996"/>
                  </a:lnTo>
                  <a:lnTo>
                    <a:pt x="24894" y="4789"/>
                  </a:lnTo>
                  <a:lnTo>
                    <a:pt x="24708" y="4624"/>
                  </a:lnTo>
                  <a:lnTo>
                    <a:pt x="24522" y="4459"/>
                  </a:lnTo>
                  <a:lnTo>
                    <a:pt x="24295" y="4315"/>
                  </a:lnTo>
                  <a:lnTo>
                    <a:pt x="24068" y="4191"/>
                  </a:lnTo>
                  <a:lnTo>
                    <a:pt x="23841" y="4087"/>
                  </a:lnTo>
                  <a:lnTo>
                    <a:pt x="23593" y="4005"/>
                  </a:lnTo>
                  <a:lnTo>
                    <a:pt x="23345" y="3943"/>
                  </a:lnTo>
                  <a:lnTo>
                    <a:pt x="23077" y="3902"/>
                  </a:lnTo>
                  <a:lnTo>
                    <a:pt x="22829" y="3881"/>
                  </a:lnTo>
                  <a:lnTo>
                    <a:pt x="22561" y="3902"/>
                  </a:lnTo>
                  <a:lnTo>
                    <a:pt x="22313" y="3922"/>
                  </a:lnTo>
                  <a:lnTo>
                    <a:pt x="22066" y="3964"/>
                  </a:lnTo>
                  <a:lnTo>
                    <a:pt x="21818" y="4046"/>
                  </a:lnTo>
                  <a:lnTo>
                    <a:pt x="21570" y="4149"/>
                  </a:lnTo>
                  <a:lnTo>
                    <a:pt x="21343" y="4273"/>
                  </a:lnTo>
                  <a:lnTo>
                    <a:pt x="21364" y="3943"/>
                  </a:lnTo>
                  <a:lnTo>
                    <a:pt x="21343" y="3633"/>
                  </a:lnTo>
                  <a:lnTo>
                    <a:pt x="21302" y="3324"/>
                  </a:lnTo>
                  <a:lnTo>
                    <a:pt x="21219" y="2993"/>
                  </a:lnTo>
                  <a:lnTo>
                    <a:pt x="21137" y="2705"/>
                  </a:lnTo>
                  <a:lnTo>
                    <a:pt x="21013" y="2395"/>
                  </a:lnTo>
                  <a:lnTo>
                    <a:pt x="20868" y="2106"/>
                  </a:lnTo>
                  <a:lnTo>
                    <a:pt x="20703" y="1838"/>
                  </a:lnTo>
                  <a:lnTo>
                    <a:pt x="20518" y="1569"/>
                  </a:lnTo>
                  <a:lnTo>
                    <a:pt x="20332" y="1322"/>
                  </a:lnTo>
                  <a:lnTo>
                    <a:pt x="20105" y="1095"/>
                  </a:lnTo>
                  <a:lnTo>
                    <a:pt x="19857" y="867"/>
                  </a:lnTo>
                  <a:lnTo>
                    <a:pt x="19609" y="682"/>
                  </a:lnTo>
                  <a:lnTo>
                    <a:pt x="19341" y="517"/>
                  </a:lnTo>
                  <a:lnTo>
                    <a:pt x="19052" y="351"/>
                  </a:lnTo>
                  <a:lnTo>
                    <a:pt x="18763" y="228"/>
                  </a:lnTo>
                  <a:lnTo>
                    <a:pt x="18453" y="145"/>
                  </a:lnTo>
                  <a:lnTo>
                    <a:pt x="18144" y="62"/>
                  </a:lnTo>
                  <a:lnTo>
                    <a:pt x="17834" y="21"/>
                  </a:lnTo>
                  <a:lnTo>
                    <a:pt x="1750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7" name="Google Shape;767;p27">
              <a:extLst>
                <a:ext uri="{FF2B5EF4-FFF2-40B4-BE49-F238E27FC236}">
                  <a16:creationId xmlns:a16="http://schemas.microsoft.com/office/drawing/2014/main" id="{BFD002FC-AE5D-0720-A5CD-36E097F91A13}"/>
                </a:ext>
              </a:extLst>
            </p:cNvPr>
            <p:cNvSpPr/>
            <p:nvPr/>
          </p:nvSpPr>
          <p:spPr>
            <a:xfrm>
              <a:off x="2099325" y="1067375"/>
              <a:ext cx="550" cy="550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21" y="21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1" y="2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8" name="Google Shape;768;p27">
              <a:extLst>
                <a:ext uri="{FF2B5EF4-FFF2-40B4-BE49-F238E27FC236}">
                  <a16:creationId xmlns:a16="http://schemas.microsoft.com/office/drawing/2014/main" id="{0E379E1D-DA20-C7AF-4D7B-DD88B800011A}"/>
                </a:ext>
              </a:extLst>
            </p:cNvPr>
            <p:cNvSpPr/>
            <p:nvPr/>
          </p:nvSpPr>
          <p:spPr>
            <a:xfrm>
              <a:off x="1918200" y="895025"/>
              <a:ext cx="152775" cy="93425"/>
            </a:xfrm>
            <a:custGeom>
              <a:avLst/>
              <a:gdLst/>
              <a:ahLst/>
              <a:cxnLst/>
              <a:rect l="l" t="t" r="r" b="b"/>
              <a:pathLst>
                <a:path w="6111" h="3737" extrusionOk="0">
                  <a:moveTo>
                    <a:pt x="6007" y="0"/>
                  </a:moveTo>
                  <a:lnTo>
                    <a:pt x="6028" y="83"/>
                  </a:lnTo>
                  <a:lnTo>
                    <a:pt x="6049" y="310"/>
                  </a:lnTo>
                  <a:lnTo>
                    <a:pt x="6069" y="475"/>
                  </a:lnTo>
                  <a:lnTo>
                    <a:pt x="6049" y="681"/>
                  </a:lnTo>
                  <a:lnTo>
                    <a:pt x="6007" y="909"/>
                  </a:lnTo>
                  <a:lnTo>
                    <a:pt x="5904" y="1156"/>
                  </a:lnTo>
                  <a:lnTo>
                    <a:pt x="5842" y="1280"/>
                  </a:lnTo>
                  <a:lnTo>
                    <a:pt x="5780" y="1404"/>
                  </a:lnTo>
                  <a:lnTo>
                    <a:pt x="5677" y="1507"/>
                  </a:lnTo>
                  <a:lnTo>
                    <a:pt x="5574" y="1631"/>
                  </a:lnTo>
                  <a:lnTo>
                    <a:pt x="5450" y="1734"/>
                  </a:lnTo>
                  <a:lnTo>
                    <a:pt x="5306" y="1817"/>
                  </a:lnTo>
                  <a:lnTo>
                    <a:pt x="5140" y="1899"/>
                  </a:lnTo>
                  <a:lnTo>
                    <a:pt x="4975" y="1961"/>
                  </a:lnTo>
                  <a:lnTo>
                    <a:pt x="4789" y="1982"/>
                  </a:lnTo>
                  <a:lnTo>
                    <a:pt x="4604" y="2003"/>
                  </a:lnTo>
                  <a:lnTo>
                    <a:pt x="4418" y="2003"/>
                  </a:lnTo>
                  <a:lnTo>
                    <a:pt x="4212" y="1961"/>
                  </a:lnTo>
                  <a:lnTo>
                    <a:pt x="4026" y="1899"/>
                  </a:lnTo>
                  <a:lnTo>
                    <a:pt x="3840" y="1817"/>
                  </a:lnTo>
                  <a:lnTo>
                    <a:pt x="3654" y="1714"/>
                  </a:lnTo>
                  <a:lnTo>
                    <a:pt x="3510" y="1569"/>
                  </a:lnTo>
                  <a:lnTo>
                    <a:pt x="3499" y="1579"/>
                  </a:lnTo>
                  <a:lnTo>
                    <a:pt x="3499" y="1579"/>
                  </a:lnTo>
                  <a:lnTo>
                    <a:pt x="3489" y="1569"/>
                  </a:lnTo>
                  <a:lnTo>
                    <a:pt x="3407" y="1652"/>
                  </a:lnTo>
                  <a:lnTo>
                    <a:pt x="3486" y="1722"/>
                  </a:lnTo>
                  <a:lnTo>
                    <a:pt x="3530" y="1775"/>
                  </a:lnTo>
                  <a:lnTo>
                    <a:pt x="3613" y="1920"/>
                  </a:lnTo>
                  <a:lnTo>
                    <a:pt x="3675" y="2085"/>
                  </a:lnTo>
                  <a:lnTo>
                    <a:pt x="3716" y="2271"/>
                  </a:lnTo>
                  <a:lnTo>
                    <a:pt x="3716" y="2498"/>
                  </a:lnTo>
                  <a:lnTo>
                    <a:pt x="3654" y="2746"/>
                  </a:lnTo>
                  <a:lnTo>
                    <a:pt x="3572" y="2952"/>
                  </a:lnTo>
                  <a:lnTo>
                    <a:pt x="3448" y="3138"/>
                  </a:lnTo>
                  <a:lnTo>
                    <a:pt x="3283" y="3303"/>
                  </a:lnTo>
                  <a:lnTo>
                    <a:pt x="3097" y="3427"/>
                  </a:lnTo>
                  <a:lnTo>
                    <a:pt x="2890" y="3509"/>
                  </a:lnTo>
                  <a:lnTo>
                    <a:pt x="2684" y="3571"/>
                  </a:lnTo>
                  <a:lnTo>
                    <a:pt x="2478" y="3613"/>
                  </a:lnTo>
                  <a:lnTo>
                    <a:pt x="2065" y="3613"/>
                  </a:lnTo>
                  <a:lnTo>
                    <a:pt x="1879" y="3592"/>
                  </a:lnTo>
                  <a:lnTo>
                    <a:pt x="1693" y="3551"/>
                  </a:lnTo>
                  <a:lnTo>
                    <a:pt x="1528" y="3489"/>
                  </a:lnTo>
                  <a:lnTo>
                    <a:pt x="1198" y="3365"/>
                  </a:lnTo>
                  <a:lnTo>
                    <a:pt x="930" y="3220"/>
                  </a:lnTo>
                  <a:lnTo>
                    <a:pt x="682" y="3076"/>
                  </a:lnTo>
                  <a:lnTo>
                    <a:pt x="310" y="2808"/>
                  </a:lnTo>
                  <a:lnTo>
                    <a:pt x="83" y="2642"/>
                  </a:lnTo>
                  <a:lnTo>
                    <a:pt x="1" y="2601"/>
                  </a:lnTo>
                  <a:lnTo>
                    <a:pt x="1" y="2601"/>
                  </a:lnTo>
                  <a:lnTo>
                    <a:pt x="63" y="2663"/>
                  </a:lnTo>
                  <a:lnTo>
                    <a:pt x="290" y="2849"/>
                  </a:lnTo>
                  <a:lnTo>
                    <a:pt x="641" y="3138"/>
                  </a:lnTo>
                  <a:lnTo>
                    <a:pt x="888" y="3282"/>
                  </a:lnTo>
                  <a:lnTo>
                    <a:pt x="1177" y="3447"/>
                  </a:lnTo>
                  <a:lnTo>
                    <a:pt x="1487" y="3592"/>
                  </a:lnTo>
                  <a:lnTo>
                    <a:pt x="1673" y="3633"/>
                  </a:lnTo>
                  <a:lnTo>
                    <a:pt x="1858" y="3695"/>
                  </a:lnTo>
                  <a:lnTo>
                    <a:pt x="2065" y="3716"/>
                  </a:lnTo>
                  <a:lnTo>
                    <a:pt x="2271" y="3736"/>
                  </a:lnTo>
                  <a:lnTo>
                    <a:pt x="2498" y="3716"/>
                  </a:lnTo>
                  <a:lnTo>
                    <a:pt x="2705" y="3674"/>
                  </a:lnTo>
                  <a:lnTo>
                    <a:pt x="2932" y="3613"/>
                  </a:lnTo>
                  <a:lnTo>
                    <a:pt x="3159" y="3530"/>
                  </a:lnTo>
                  <a:lnTo>
                    <a:pt x="3345" y="3385"/>
                  </a:lnTo>
                  <a:lnTo>
                    <a:pt x="3530" y="3220"/>
                  </a:lnTo>
                  <a:lnTo>
                    <a:pt x="3613" y="3117"/>
                  </a:lnTo>
                  <a:lnTo>
                    <a:pt x="3675" y="3014"/>
                  </a:lnTo>
                  <a:lnTo>
                    <a:pt x="3737" y="2890"/>
                  </a:lnTo>
                  <a:lnTo>
                    <a:pt x="3778" y="2766"/>
                  </a:lnTo>
                  <a:lnTo>
                    <a:pt x="3819" y="2642"/>
                  </a:lnTo>
                  <a:lnTo>
                    <a:pt x="3840" y="2519"/>
                  </a:lnTo>
                  <a:lnTo>
                    <a:pt x="3840" y="2395"/>
                  </a:lnTo>
                  <a:lnTo>
                    <a:pt x="3840" y="2250"/>
                  </a:lnTo>
                  <a:lnTo>
                    <a:pt x="3799" y="2064"/>
                  </a:lnTo>
                  <a:lnTo>
                    <a:pt x="3744" y="1901"/>
                  </a:lnTo>
                  <a:lnTo>
                    <a:pt x="3744" y="1901"/>
                  </a:lnTo>
                  <a:lnTo>
                    <a:pt x="3778" y="1920"/>
                  </a:lnTo>
                  <a:lnTo>
                    <a:pt x="3984" y="2023"/>
                  </a:lnTo>
                  <a:lnTo>
                    <a:pt x="4191" y="2085"/>
                  </a:lnTo>
                  <a:lnTo>
                    <a:pt x="4397" y="2106"/>
                  </a:lnTo>
                  <a:lnTo>
                    <a:pt x="4810" y="2106"/>
                  </a:lnTo>
                  <a:lnTo>
                    <a:pt x="4996" y="2064"/>
                  </a:lnTo>
                  <a:lnTo>
                    <a:pt x="5182" y="2003"/>
                  </a:lnTo>
                  <a:lnTo>
                    <a:pt x="5347" y="1920"/>
                  </a:lnTo>
                  <a:lnTo>
                    <a:pt x="5491" y="1817"/>
                  </a:lnTo>
                  <a:lnTo>
                    <a:pt x="5636" y="1693"/>
                  </a:lnTo>
                  <a:lnTo>
                    <a:pt x="5739" y="1569"/>
                  </a:lnTo>
                  <a:lnTo>
                    <a:pt x="5842" y="1445"/>
                  </a:lnTo>
                  <a:lnTo>
                    <a:pt x="5925" y="1321"/>
                  </a:lnTo>
                  <a:lnTo>
                    <a:pt x="5987" y="1177"/>
                  </a:lnTo>
                  <a:lnTo>
                    <a:pt x="6069" y="929"/>
                  </a:lnTo>
                  <a:lnTo>
                    <a:pt x="6111" y="681"/>
                  </a:lnTo>
                  <a:lnTo>
                    <a:pt x="6111" y="475"/>
                  </a:lnTo>
                  <a:lnTo>
                    <a:pt x="6111" y="310"/>
                  </a:lnTo>
                  <a:lnTo>
                    <a:pt x="6069" y="165"/>
                  </a:lnTo>
                  <a:lnTo>
                    <a:pt x="6049" y="62"/>
                  </a:lnTo>
                  <a:lnTo>
                    <a:pt x="6007" y="0"/>
                  </a:lnTo>
                  <a:close/>
                </a:path>
              </a:pathLst>
            </a:custGeom>
            <a:solidFill>
              <a:srgbClr val="37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9" name="Google Shape;769;p27">
              <a:extLst>
                <a:ext uri="{FF2B5EF4-FFF2-40B4-BE49-F238E27FC236}">
                  <a16:creationId xmlns:a16="http://schemas.microsoft.com/office/drawing/2014/main" id="{F7967263-FB99-3C18-9C6D-476949779690}"/>
                </a:ext>
              </a:extLst>
            </p:cNvPr>
            <p:cNvSpPr/>
            <p:nvPr/>
          </p:nvSpPr>
          <p:spPr>
            <a:xfrm>
              <a:off x="1862475" y="807800"/>
              <a:ext cx="108400" cy="99625"/>
            </a:xfrm>
            <a:custGeom>
              <a:avLst/>
              <a:gdLst/>
              <a:ahLst/>
              <a:cxnLst/>
              <a:rect l="l" t="t" r="r" b="b"/>
              <a:pathLst>
                <a:path w="4336" h="3985" extrusionOk="0">
                  <a:moveTo>
                    <a:pt x="3221" y="1"/>
                  </a:moveTo>
                  <a:lnTo>
                    <a:pt x="3303" y="63"/>
                  </a:lnTo>
                  <a:lnTo>
                    <a:pt x="3489" y="187"/>
                  </a:lnTo>
                  <a:lnTo>
                    <a:pt x="3633" y="290"/>
                  </a:lnTo>
                  <a:lnTo>
                    <a:pt x="3778" y="434"/>
                  </a:lnTo>
                  <a:lnTo>
                    <a:pt x="3943" y="620"/>
                  </a:lnTo>
                  <a:lnTo>
                    <a:pt x="4087" y="847"/>
                  </a:lnTo>
                  <a:lnTo>
                    <a:pt x="4129" y="971"/>
                  </a:lnTo>
                  <a:lnTo>
                    <a:pt x="4191" y="1116"/>
                  </a:lnTo>
                  <a:lnTo>
                    <a:pt x="4211" y="1260"/>
                  </a:lnTo>
                  <a:lnTo>
                    <a:pt x="4232" y="1425"/>
                  </a:lnTo>
                  <a:lnTo>
                    <a:pt x="4232" y="1570"/>
                  </a:lnTo>
                  <a:lnTo>
                    <a:pt x="4191" y="1755"/>
                  </a:lnTo>
                  <a:lnTo>
                    <a:pt x="4149" y="1921"/>
                  </a:lnTo>
                  <a:lnTo>
                    <a:pt x="4087" y="2065"/>
                  </a:lnTo>
                  <a:lnTo>
                    <a:pt x="3984" y="2230"/>
                  </a:lnTo>
                  <a:lnTo>
                    <a:pt x="3860" y="2354"/>
                  </a:lnTo>
                  <a:lnTo>
                    <a:pt x="3695" y="2478"/>
                  </a:lnTo>
                  <a:lnTo>
                    <a:pt x="3530" y="2540"/>
                  </a:lnTo>
                  <a:lnTo>
                    <a:pt x="3344" y="2581"/>
                  </a:lnTo>
                  <a:lnTo>
                    <a:pt x="3138" y="2602"/>
                  </a:lnTo>
                  <a:lnTo>
                    <a:pt x="2952" y="2560"/>
                  </a:lnTo>
                  <a:lnTo>
                    <a:pt x="2766" y="2478"/>
                  </a:lnTo>
                  <a:lnTo>
                    <a:pt x="2643" y="2416"/>
                  </a:lnTo>
                  <a:lnTo>
                    <a:pt x="2560" y="2333"/>
                  </a:lnTo>
                  <a:lnTo>
                    <a:pt x="2230" y="1983"/>
                  </a:lnTo>
                  <a:lnTo>
                    <a:pt x="2457" y="2395"/>
                  </a:lnTo>
                  <a:lnTo>
                    <a:pt x="2539" y="2581"/>
                  </a:lnTo>
                  <a:lnTo>
                    <a:pt x="2560" y="2767"/>
                  </a:lnTo>
                  <a:lnTo>
                    <a:pt x="2560" y="2953"/>
                  </a:lnTo>
                  <a:lnTo>
                    <a:pt x="2519" y="3118"/>
                  </a:lnTo>
                  <a:lnTo>
                    <a:pt x="2457" y="3304"/>
                  </a:lnTo>
                  <a:lnTo>
                    <a:pt x="2354" y="3448"/>
                  </a:lnTo>
                  <a:lnTo>
                    <a:pt x="2250" y="3572"/>
                  </a:lnTo>
                  <a:lnTo>
                    <a:pt x="2106" y="3675"/>
                  </a:lnTo>
                  <a:lnTo>
                    <a:pt x="1961" y="3758"/>
                  </a:lnTo>
                  <a:lnTo>
                    <a:pt x="1817" y="3820"/>
                  </a:lnTo>
                  <a:lnTo>
                    <a:pt x="1652" y="3861"/>
                  </a:lnTo>
                  <a:lnTo>
                    <a:pt x="1507" y="3882"/>
                  </a:lnTo>
                  <a:lnTo>
                    <a:pt x="1218" y="3882"/>
                  </a:lnTo>
                  <a:lnTo>
                    <a:pt x="1074" y="3861"/>
                  </a:lnTo>
                  <a:lnTo>
                    <a:pt x="950" y="3820"/>
                  </a:lnTo>
                  <a:lnTo>
                    <a:pt x="723" y="3737"/>
                  </a:lnTo>
                  <a:lnTo>
                    <a:pt x="516" y="3634"/>
                  </a:lnTo>
                  <a:lnTo>
                    <a:pt x="351" y="3531"/>
                  </a:lnTo>
                  <a:lnTo>
                    <a:pt x="228" y="3448"/>
                  </a:lnTo>
                  <a:lnTo>
                    <a:pt x="62" y="3304"/>
                  </a:lnTo>
                  <a:lnTo>
                    <a:pt x="0" y="3242"/>
                  </a:lnTo>
                  <a:lnTo>
                    <a:pt x="42" y="3304"/>
                  </a:lnTo>
                  <a:lnTo>
                    <a:pt x="207" y="3469"/>
                  </a:lnTo>
                  <a:lnTo>
                    <a:pt x="331" y="3572"/>
                  </a:lnTo>
                  <a:lnTo>
                    <a:pt x="496" y="3696"/>
                  </a:lnTo>
                  <a:lnTo>
                    <a:pt x="682" y="3799"/>
                  </a:lnTo>
                  <a:lnTo>
                    <a:pt x="929" y="3902"/>
                  </a:lnTo>
                  <a:lnTo>
                    <a:pt x="1053" y="3943"/>
                  </a:lnTo>
                  <a:lnTo>
                    <a:pt x="1198" y="3964"/>
                  </a:lnTo>
                  <a:lnTo>
                    <a:pt x="1363" y="3985"/>
                  </a:lnTo>
                  <a:lnTo>
                    <a:pt x="1507" y="3985"/>
                  </a:lnTo>
                  <a:lnTo>
                    <a:pt x="1672" y="3964"/>
                  </a:lnTo>
                  <a:lnTo>
                    <a:pt x="1838" y="3923"/>
                  </a:lnTo>
                  <a:lnTo>
                    <a:pt x="2003" y="3861"/>
                  </a:lnTo>
                  <a:lnTo>
                    <a:pt x="2168" y="3758"/>
                  </a:lnTo>
                  <a:lnTo>
                    <a:pt x="2312" y="3654"/>
                  </a:lnTo>
                  <a:lnTo>
                    <a:pt x="2457" y="3510"/>
                  </a:lnTo>
                  <a:lnTo>
                    <a:pt x="2560" y="3345"/>
                  </a:lnTo>
                  <a:lnTo>
                    <a:pt x="2643" y="3159"/>
                  </a:lnTo>
                  <a:lnTo>
                    <a:pt x="2684" y="2953"/>
                  </a:lnTo>
                  <a:lnTo>
                    <a:pt x="2684" y="2746"/>
                  </a:lnTo>
                  <a:lnTo>
                    <a:pt x="2665" y="2555"/>
                  </a:lnTo>
                  <a:lnTo>
                    <a:pt x="2665" y="2555"/>
                  </a:lnTo>
                  <a:lnTo>
                    <a:pt x="2704" y="2581"/>
                  </a:lnTo>
                  <a:lnTo>
                    <a:pt x="2808" y="2643"/>
                  </a:lnTo>
                  <a:lnTo>
                    <a:pt x="2911" y="2684"/>
                  </a:lnTo>
                  <a:lnTo>
                    <a:pt x="3138" y="2705"/>
                  </a:lnTo>
                  <a:lnTo>
                    <a:pt x="3344" y="2705"/>
                  </a:lnTo>
                  <a:lnTo>
                    <a:pt x="3571" y="2664"/>
                  </a:lnTo>
                  <a:lnTo>
                    <a:pt x="3757" y="2560"/>
                  </a:lnTo>
                  <a:lnTo>
                    <a:pt x="3922" y="2437"/>
                  </a:lnTo>
                  <a:lnTo>
                    <a:pt x="4067" y="2292"/>
                  </a:lnTo>
                  <a:lnTo>
                    <a:pt x="4170" y="2127"/>
                  </a:lnTo>
                  <a:lnTo>
                    <a:pt x="4253" y="1941"/>
                  </a:lnTo>
                  <a:lnTo>
                    <a:pt x="4314" y="1776"/>
                  </a:lnTo>
                  <a:lnTo>
                    <a:pt x="4335" y="1590"/>
                  </a:lnTo>
                  <a:lnTo>
                    <a:pt x="4335" y="1405"/>
                  </a:lnTo>
                  <a:lnTo>
                    <a:pt x="4314" y="1239"/>
                  </a:lnTo>
                  <a:lnTo>
                    <a:pt x="4273" y="1074"/>
                  </a:lnTo>
                  <a:lnTo>
                    <a:pt x="4211" y="930"/>
                  </a:lnTo>
                  <a:lnTo>
                    <a:pt x="4149" y="806"/>
                  </a:lnTo>
                  <a:lnTo>
                    <a:pt x="4005" y="579"/>
                  </a:lnTo>
                  <a:lnTo>
                    <a:pt x="3840" y="393"/>
                  </a:lnTo>
                  <a:lnTo>
                    <a:pt x="3675" y="249"/>
                  </a:lnTo>
                  <a:lnTo>
                    <a:pt x="3530" y="145"/>
                  </a:lnTo>
                  <a:lnTo>
                    <a:pt x="3303" y="42"/>
                  </a:lnTo>
                  <a:lnTo>
                    <a:pt x="3221" y="1"/>
                  </a:lnTo>
                  <a:close/>
                </a:path>
              </a:pathLst>
            </a:custGeom>
            <a:solidFill>
              <a:srgbClr val="37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0" name="Google Shape;770;p27">
              <a:extLst>
                <a:ext uri="{FF2B5EF4-FFF2-40B4-BE49-F238E27FC236}">
                  <a16:creationId xmlns:a16="http://schemas.microsoft.com/office/drawing/2014/main" id="{CE1D301E-29D8-668A-EBB9-3767F11824A9}"/>
                </a:ext>
              </a:extLst>
            </p:cNvPr>
            <p:cNvSpPr/>
            <p:nvPr/>
          </p:nvSpPr>
          <p:spPr>
            <a:xfrm>
              <a:off x="2230400" y="4992300"/>
              <a:ext cx="597600" cy="468075"/>
            </a:xfrm>
            <a:custGeom>
              <a:avLst/>
              <a:gdLst/>
              <a:ahLst/>
              <a:cxnLst/>
              <a:rect l="l" t="t" r="r" b="b"/>
              <a:pathLst>
                <a:path w="23904" h="18723" extrusionOk="0">
                  <a:moveTo>
                    <a:pt x="372" y="1"/>
                  </a:moveTo>
                  <a:lnTo>
                    <a:pt x="1" y="18165"/>
                  </a:lnTo>
                  <a:lnTo>
                    <a:pt x="23903" y="18722"/>
                  </a:lnTo>
                  <a:lnTo>
                    <a:pt x="23883" y="18619"/>
                  </a:lnTo>
                  <a:lnTo>
                    <a:pt x="23862" y="18516"/>
                  </a:lnTo>
                  <a:lnTo>
                    <a:pt x="23800" y="18413"/>
                  </a:lnTo>
                  <a:lnTo>
                    <a:pt x="23738" y="18289"/>
                  </a:lnTo>
                  <a:lnTo>
                    <a:pt x="23573" y="18062"/>
                  </a:lnTo>
                  <a:lnTo>
                    <a:pt x="23346" y="17814"/>
                  </a:lnTo>
                  <a:lnTo>
                    <a:pt x="23057" y="17567"/>
                  </a:lnTo>
                  <a:lnTo>
                    <a:pt x="22727" y="17298"/>
                  </a:lnTo>
                  <a:lnTo>
                    <a:pt x="22355" y="17030"/>
                  </a:lnTo>
                  <a:lnTo>
                    <a:pt x="21942" y="16762"/>
                  </a:lnTo>
                  <a:lnTo>
                    <a:pt x="21488" y="16473"/>
                  </a:lnTo>
                  <a:lnTo>
                    <a:pt x="20993" y="16204"/>
                  </a:lnTo>
                  <a:lnTo>
                    <a:pt x="19961" y="15626"/>
                  </a:lnTo>
                  <a:lnTo>
                    <a:pt x="18846" y="15069"/>
                  </a:lnTo>
                  <a:lnTo>
                    <a:pt x="17690" y="14532"/>
                  </a:lnTo>
                  <a:lnTo>
                    <a:pt x="16555" y="13996"/>
                  </a:lnTo>
                  <a:lnTo>
                    <a:pt x="15440" y="13521"/>
                  </a:lnTo>
                  <a:lnTo>
                    <a:pt x="13479" y="12695"/>
                  </a:lnTo>
                  <a:lnTo>
                    <a:pt x="12096" y="12138"/>
                  </a:lnTo>
                  <a:lnTo>
                    <a:pt x="11560" y="11932"/>
                  </a:lnTo>
                  <a:lnTo>
                    <a:pt x="12303" y="310"/>
                  </a:lnTo>
                  <a:lnTo>
                    <a:pt x="3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1" name="Google Shape;771;p27">
              <a:extLst>
                <a:ext uri="{FF2B5EF4-FFF2-40B4-BE49-F238E27FC236}">
                  <a16:creationId xmlns:a16="http://schemas.microsoft.com/office/drawing/2014/main" id="{9431F052-18FD-3DFC-6255-6DED1B55DE1A}"/>
                </a:ext>
              </a:extLst>
            </p:cNvPr>
            <p:cNvSpPr/>
            <p:nvPr/>
          </p:nvSpPr>
          <p:spPr>
            <a:xfrm>
              <a:off x="2230400" y="4992300"/>
              <a:ext cx="597600" cy="468075"/>
            </a:xfrm>
            <a:custGeom>
              <a:avLst/>
              <a:gdLst/>
              <a:ahLst/>
              <a:cxnLst/>
              <a:rect l="l" t="t" r="r" b="b"/>
              <a:pathLst>
                <a:path w="23904" h="18723" fill="none" extrusionOk="0">
                  <a:moveTo>
                    <a:pt x="372" y="1"/>
                  </a:moveTo>
                  <a:lnTo>
                    <a:pt x="1" y="18165"/>
                  </a:lnTo>
                  <a:lnTo>
                    <a:pt x="23903" y="18722"/>
                  </a:lnTo>
                  <a:lnTo>
                    <a:pt x="23903" y="18722"/>
                  </a:lnTo>
                  <a:lnTo>
                    <a:pt x="23883" y="18619"/>
                  </a:lnTo>
                  <a:lnTo>
                    <a:pt x="23862" y="18516"/>
                  </a:lnTo>
                  <a:lnTo>
                    <a:pt x="23800" y="18413"/>
                  </a:lnTo>
                  <a:lnTo>
                    <a:pt x="23738" y="18289"/>
                  </a:lnTo>
                  <a:lnTo>
                    <a:pt x="23573" y="18062"/>
                  </a:lnTo>
                  <a:lnTo>
                    <a:pt x="23346" y="17814"/>
                  </a:lnTo>
                  <a:lnTo>
                    <a:pt x="23057" y="17567"/>
                  </a:lnTo>
                  <a:lnTo>
                    <a:pt x="22727" y="17298"/>
                  </a:lnTo>
                  <a:lnTo>
                    <a:pt x="22355" y="17030"/>
                  </a:lnTo>
                  <a:lnTo>
                    <a:pt x="21942" y="16762"/>
                  </a:lnTo>
                  <a:lnTo>
                    <a:pt x="21488" y="16473"/>
                  </a:lnTo>
                  <a:lnTo>
                    <a:pt x="20993" y="16204"/>
                  </a:lnTo>
                  <a:lnTo>
                    <a:pt x="19961" y="15626"/>
                  </a:lnTo>
                  <a:lnTo>
                    <a:pt x="18846" y="15069"/>
                  </a:lnTo>
                  <a:lnTo>
                    <a:pt x="17690" y="14532"/>
                  </a:lnTo>
                  <a:lnTo>
                    <a:pt x="16555" y="13996"/>
                  </a:lnTo>
                  <a:lnTo>
                    <a:pt x="15440" y="13521"/>
                  </a:lnTo>
                  <a:lnTo>
                    <a:pt x="13479" y="12695"/>
                  </a:lnTo>
                  <a:lnTo>
                    <a:pt x="12096" y="12138"/>
                  </a:lnTo>
                  <a:lnTo>
                    <a:pt x="11560" y="11932"/>
                  </a:lnTo>
                  <a:lnTo>
                    <a:pt x="12303" y="310"/>
                  </a:lnTo>
                  <a:lnTo>
                    <a:pt x="37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2" name="Google Shape;772;p27">
              <a:extLst>
                <a:ext uri="{FF2B5EF4-FFF2-40B4-BE49-F238E27FC236}">
                  <a16:creationId xmlns:a16="http://schemas.microsoft.com/office/drawing/2014/main" id="{52E4F2E9-58B7-5FD6-FF70-5F35F2D24A06}"/>
                </a:ext>
              </a:extLst>
            </p:cNvPr>
            <p:cNvSpPr/>
            <p:nvPr/>
          </p:nvSpPr>
          <p:spPr>
            <a:xfrm>
              <a:off x="2317100" y="5261150"/>
              <a:ext cx="46975" cy="43900"/>
            </a:xfrm>
            <a:custGeom>
              <a:avLst/>
              <a:gdLst/>
              <a:ahLst/>
              <a:cxnLst/>
              <a:rect l="l" t="t" r="r" b="b"/>
              <a:pathLst>
                <a:path w="1879" h="1756" extrusionOk="0">
                  <a:moveTo>
                    <a:pt x="909" y="1"/>
                  </a:moveTo>
                  <a:lnTo>
                    <a:pt x="764" y="22"/>
                  </a:lnTo>
                  <a:lnTo>
                    <a:pt x="640" y="63"/>
                  </a:lnTo>
                  <a:lnTo>
                    <a:pt x="496" y="125"/>
                  </a:lnTo>
                  <a:lnTo>
                    <a:pt x="351" y="228"/>
                  </a:lnTo>
                  <a:lnTo>
                    <a:pt x="227" y="331"/>
                  </a:lnTo>
                  <a:lnTo>
                    <a:pt x="145" y="455"/>
                  </a:lnTo>
                  <a:lnTo>
                    <a:pt x="62" y="600"/>
                  </a:lnTo>
                  <a:lnTo>
                    <a:pt x="21" y="765"/>
                  </a:lnTo>
                  <a:lnTo>
                    <a:pt x="0" y="909"/>
                  </a:lnTo>
                  <a:lnTo>
                    <a:pt x="21" y="1074"/>
                  </a:lnTo>
                  <a:lnTo>
                    <a:pt x="62" y="1219"/>
                  </a:lnTo>
                  <a:lnTo>
                    <a:pt x="145" y="1343"/>
                  </a:lnTo>
                  <a:lnTo>
                    <a:pt x="248" y="1466"/>
                  </a:lnTo>
                  <a:lnTo>
                    <a:pt x="351" y="1570"/>
                  </a:lnTo>
                  <a:lnTo>
                    <a:pt x="475" y="1652"/>
                  </a:lnTo>
                  <a:lnTo>
                    <a:pt x="620" y="1714"/>
                  </a:lnTo>
                  <a:lnTo>
                    <a:pt x="785" y="1735"/>
                  </a:lnTo>
                  <a:lnTo>
                    <a:pt x="929" y="1755"/>
                  </a:lnTo>
                  <a:lnTo>
                    <a:pt x="1115" y="1735"/>
                  </a:lnTo>
                  <a:lnTo>
                    <a:pt x="1280" y="1673"/>
                  </a:lnTo>
                  <a:lnTo>
                    <a:pt x="1445" y="1590"/>
                  </a:lnTo>
                  <a:lnTo>
                    <a:pt x="1590" y="1466"/>
                  </a:lnTo>
                  <a:lnTo>
                    <a:pt x="1714" y="1301"/>
                  </a:lnTo>
                  <a:lnTo>
                    <a:pt x="1796" y="1157"/>
                  </a:lnTo>
                  <a:lnTo>
                    <a:pt x="1858" y="971"/>
                  </a:lnTo>
                  <a:lnTo>
                    <a:pt x="1879" y="806"/>
                  </a:lnTo>
                  <a:lnTo>
                    <a:pt x="1858" y="723"/>
                  </a:lnTo>
                  <a:lnTo>
                    <a:pt x="1837" y="641"/>
                  </a:lnTo>
                  <a:lnTo>
                    <a:pt x="1776" y="517"/>
                  </a:lnTo>
                  <a:lnTo>
                    <a:pt x="1693" y="393"/>
                  </a:lnTo>
                  <a:lnTo>
                    <a:pt x="1590" y="290"/>
                  </a:lnTo>
                  <a:lnTo>
                    <a:pt x="1487" y="187"/>
                  </a:lnTo>
                  <a:lnTo>
                    <a:pt x="1342" y="104"/>
                  </a:lnTo>
                  <a:lnTo>
                    <a:pt x="1198" y="42"/>
                  </a:lnTo>
                  <a:lnTo>
                    <a:pt x="1053" y="22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3" name="Google Shape;773;p27">
              <a:extLst>
                <a:ext uri="{FF2B5EF4-FFF2-40B4-BE49-F238E27FC236}">
                  <a16:creationId xmlns:a16="http://schemas.microsoft.com/office/drawing/2014/main" id="{1E0521B3-857E-32EC-CA3E-F64F9A34D448}"/>
                </a:ext>
              </a:extLst>
            </p:cNvPr>
            <p:cNvSpPr/>
            <p:nvPr/>
          </p:nvSpPr>
          <p:spPr>
            <a:xfrm>
              <a:off x="2335150" y="52622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4" name="Google Shape;774;p27">
              <a:extLst>
                <a:ext uri="{FF2B5EF4-FFF2-40B4-BE49-F238E27FC236}">
                  <a16:creationId xmlns:a16="http://schemas.microsoft.com/office/drawing/2014/main" id="{488A8131-87E5-AC7E-9173-DFB4381169F3}"/>
                </a:ext>
              </a:extLst>
            </p:cNvPr>
            <p:cNvSpPr/>
            <p:nvPr/>
          </p:nvSpPr>
          <p:spPr>
            <a:xfrm>
              <a:off x="2317100" y="5261150"/>
              <a:ext cx="46975" cy="43900"/>
            </a:xfrm>
            <a:custGeom>
              <a:avLst/>
              <a:gdLst/>
              <a:ahLst/>
              <a:cxnLst/>
              <a:rect l="l" t="t" r="r" b="b"/>
              <a:pathLst>
                <a:path w="1879" h="1756" fill="none" extrusionOk="0">
                  <a:moveTo>
                    <a:pt x="909" y="1"/>
                  </a:moveTo>
                  <a:lnTo>
                    <a:pt x="909" y="1"/>
                  </a:lnTo>
                  <a:lnTo>
                    <a:pt x="764" y="22"/>
                  </a:lnTo>
                  <a:lnTo>
                    <a:pt x="640" y="63"/>
                  </a:lnTo>
                  <a:lnTo>
                    <a:pt x="640" y="63"/>
                  </a:lnTo>
                  <a:lnTo>
                    <a:pt x="496" y="125"/>
                  </a:lnTo>
                  <a:lnTo>
                    <a:pt x="351" y="228"/>
                  </a:lnTo>
                  <a:lnTo>
                    <a:pt x="227" y="331"/>
                  </a:lnTo>
                  <a:lnTo>
                    <a:pt x="145" y="455"/>
                  </a:lnTo>
                  <a:lnTo>
                    <a:pt x="62" y="600"/>
                  </a:lnTo>
                  <a:lnTo>
                    <a:pt x="21" y="765"/>
                  </a:lnTo>
                  <a:lnTo>
                    <a:pt x="0" y="909"/>
                  </a:lnTo>
                  <a:lnTo>
                    <a:pt x="21" y="1074"/>
                  </a:lnTo>
                  <a:lnTo>
                    <a:pt x="21" y="1074"/>
                  </a:lnTo>
                  <a:lnTo>
                    <a:pt x="62" y="1219"/>
                  </a:lnTo>
                  <a:lnTo>
                    <a:pt x="145" y="1343"/>
                  </a:lnTo>
                  <a:lnTo>
                    <a:pt x="248" y="1466"/>
                  </a:lnTo>
                  <a:lnTo>
                    <a:pt x="351" y="1570"/>
                  </a:lnTo>
                  <a:lnTo>
                    <a:pt x="475" y="1652"/>
                  </a:lnTo>
                  <a:lnTo>
                    <a:pt x="620" y="1714"/>
                  </a:lnTo>
                  <a:lnTo>
                    <a:pt x="785" y="1735"/>
                  </a:lnTo>
                  <a:lnTo>
                    <a:pt x="929" y="1755"/>
                  </a:lnTo>
                  <a:lnTo>
                    <a:pt x="929" y="1755"/>
                  </a:lnTo>
                  <a:lnTo>
                    <a:pt x="1115" y="1735"/>
                  </a:lnTo>
                  <a:lnTo>
                    <a:pt x="1115" y="1735"/>
                  </a:lnTo>
                  <a:lnTo>
                    <a:pt x="1280" y="1673"/>
                  </a:lnTo>
                  <a:lnTo>
                    <a:pt x="1445" y="1590"/>
                  </a:lnTo>
                  <a:lnTo>
                    <a:pt x="1590" y="1466"/>
                  </a:lnTo>
                  <a:lnTo>
                    <a:pt x="1714" y="1301"/>
                  </a:lnTo>
                  <a:lnTo>
                    <a:pt x="1796" y="1157"/>
                  </a:lnTo>
                  <a:lnTo>
                    <a:pt x="1858" y="971"/>
                  </a:lnTo>
                  <a:lnTo>
                    <a:pt x="1879" y="806"/>
                  </a:lnTo>
                  <a:lnTo>
                    <a:pt x="1858" y="723"/>
                  </a:lnTo>
                  <a:lnTo>
                    <a:pt x="1837" y="641"/>
                  </a:lnTo>
                  <a:lnTo>
                    <a:pt x="1837" y="641"/>
                  </a:lnTo>
                  <a:lnTo>
                    <a:pt x="1776" y="517"/>
                  </a:lnTo>
                  <a:lnTo>
                    <a:pt x="1693" y="393"/>
                  </a:lnTo>
                  <a:lnTo>
                    <a:pt x="1590" y="290"/>
                  </a:lnTo>
                  <a:lnTo>
                    <a:pt x="1487" y="187"/>
                  </a:lnTo>
                  <a:lnTo>
                    <a:pt x="1342" y="104"/>
                  </a:lnTo>
                  <a:lnTo>
                    <a:pt x="1198" y="42"/>
                  </a:lnTo>
                  <a:lnTo>
                    <a:pt x="1053" y="22"/>
                  </a:lnTo>
                  <a:lnTo>
                    <a:pt x="90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5" name="Google Shape;775;p27">
              <a:extLst>
                <a:ext uri="{FF2B5EF4-FFF2-40B4-BE49-F238E27FC236}">
                  <a16:creationId xmlns:a16="http://schemas.microsoft.com/office/drawing/2014/main" id="{D59D6A91-0C59-4414-7BA2-3644472F1C7A}"/>
                </a:ext>
              </a:extLst>
            </p:cNvPr>
            <p:cNvSpPr/>
            <p:nvPr/>
          </p:nvSpPr>
          <p:spPr>
            <a:xfrm>
              <a:off x="2809900" y="5433525"/>
              <a:ext cx="18100" cy="24275"/>
            </a:xfrm>
            <a:custGeom>
              <a:avLst/>
              <a:gdLst/>
              <a:ahLst/>
              <a:cxnLst/>
              <a:rect l="l" t="t" r="r" b="b"/>
              <a:pathLst>
                <a:path w="724" h="971" extrusionOk="0">
                  <a:moveTo>
                    <a:pt x="1" y="0"/>
                  </a:moveTo>
                  <a:lnTo>
                    <a:pt x="248" y="268"/>
                  </a:lnTo>
                  <a:lnTo>
                    <a:pt x="476" y="516"/>
                  </a:lnTo>
                  <a:lnTo>
                    <a:pt x="620" y="743"/>
                  </a:lnTo>
                  <a:lnTo>
                    <a:pt x="661" y="846"/>
                  </a:lnTo>
                  <a:lnTo>
                    <a:pt x="703" y="970"/>
                  </a:lnTo>
                  <a:lnTo>
                    <a:pt x="723" y="970"/>
                  </a:lnTo>
                  <a:lnTo>
                    <a:pt x="703" y="805"/>
                  </a:lnTo>
                  <a:lnTo>
                    <a:pt x="661" y="640"/>
                  </a:lnTo>
                  <a:lnTo>
                    <a:pt x="579" y="496"/>
                  </a:lnTo>
                  <a:lnTo>
                    <a:pt x="476" y="372"/>
                  </a:lnTo>
                  <a:lnTo>
                    <a:pt x="352" y="268"/>
                  </a:lnTo>
                  <a:lnTo>
                    <a:pt x="228" y="1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6" name="Google Shape;776;p27">
              <a:extLst>
                <a:ext uri="{FF2B5EF4-FFF2-40B4-BE49-F238E27FC236}">
                  <a16:creationId xmlns:a16="http://schemas.microsoft.com/office/drawing/2014/main" id="{ABABFAA8-FFE8-018F-AE75-525CA92E7CC3}"/>
                </a:ext>
              </a:extLst>
            </p:cNvPr>
            <p:cNvSpPr/>
            <p:nvPr/>
          </p:nvSpPr>
          <p:spPr>
            <a:xfrm>
              <a:off x="2809900" y="5433525"/>
              <a:ext cx="18100" cy="24275"/>
            </a:xfrm>
            <a:custGeom>
              <a:avLst/>
              <a:gdLst/>
              <a:ahLst/>
              <a:cxnLst/>
              <a:rect l="l" t="t" r="r" b="b"/>
              <a:pathLst>
                <a:path w="724" h="9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48" y="268"/>
                  </a:lnTo>
                  <a:lnTo>
                    <a:pt x="476" y="516"/>
                  </a:lnTo>
                  <a:lnTo>
                    <a:pt x="620" y="743"/>
                  </a:lnTo>
                  <a:lnTo>
                    <a:pt x="661" y="846"/>
                  </a:lnTo>
                  <a:lnTo>
                    <a:pt x="703" y="970"/>
                  </a:lnTo>
                  <a:lnTo>
                    <a:pt x="703" y="970"/>
                  </a:lnTo>
                  <a:lnTo>
                    <a:pt x="723" y="970"/>
                  </a:lnTo>
                  <a:lnTo>
                    <a:pt x="723" y="970"/>
                  </a:lnTo>
                  <a:lnTo>
                    <a:pt x="703" y="805"/>
                  </a:lnTo>
                  <a:lnTo>
                    <a:pt x="661" y="640"/>
                  </a:lnTo>
                  <a:lnTo>
                    <a:pt x="579" y="496"/>
                  </a:lnTo>
                  <a:lnTo>
                    <a:pt x="476" y="372"/>
                  </a:lnTo>
                  <a:lnTo>
                    <a:pt x="352" y="268"/>
                  </a:lnTo>
                  <a:lnTo>
                    <a:pt x="228" y="16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7" name="Google Shape;777;p27">
              <a:extLst>
                <a:ext uri="{FF2B5EF4-FFF2-40B4-BE49-F238E27FC236}">
                  <a16:creationId xmlns:a16="http://schemas.microsoft.com/office/drawing/2014/main" id="{CF9C7708-3BA1-1324-A2EE-9E6A9BF3BDAF}"/>
                </a:ext>
              </a:extLst>
            </p:cNvPr>
            <p:cNvSpPr/>
            <p:nvPr/>
          </p:nvSpPr>
          <p:spPr>
            <a:xfrm>
              <a:off x="2827450" y="5457775"/>
              <a:ext cx="550" cy="2600"/>
            </a:xfrm>
            <a:custGeom>
              <a:avLst/>
              <a:gdLst/>
              <a:ahLst/>
              <a:cxnLst/>
              <a:rect l="l" t="t" r="r" b="b"/>
              <a:pathLst>
                <a:path w="22" h="104" extrusionOk="0">
                  <a:moveTo>
                    <a:pt x="1" y="0"/>
                  </a:moveTo>
                  <a:lnTo>
                    <a:pt x="21" y="10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A3AB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8" name="Google Shape;778;p27">
              <a:extLst>
                <a:ext uri="{FF2B5EF4-FFF2-40B4-BE49-F238E27FC236}">
                  <a16:creationId xmlns:a16="http://schemas.microsoft.com/office/drawing/2014/main" id="{02B35BC4-3715-6897-82EC-E139A25D5D57}"/>
                </a:ext>
              </a:extLst>
            </p:cNvPr>
            <p:cNvSpPr/>
            <p:nvPr/>
          </p:nvSpPr>
          <p:spPr>
            <a:xfrm>
              <a:off x="2827450" y="5457775"/>
              <a:ext cx="550" cy="2600"/>
            </a:xfrm>
            <a:custGeom>
              <a:avLst/>
              <a:gdLst/>
              <a:ahLst/>
              <a:cxnLst/>
              <a:rect l="l" t="t" r="r" b="b"/>
              <a:pathLst>
                <a:path w="22" h="104" fill="none" extrusionOk="0">
                  <a:moveTo>
                    <a:pt x="21" y="0"/>
                  </a:moveTo>
                  <a:lnTo>
                    <a:pt x="2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1" y="103"/>
                  </a:lnTo>
                  <a:lnTo>
                    <a:pt x="21" y="103"/>
                  </a:lnTo>
                  <a:lnTo>
                    <a:pt x="21" y="103"/>
                  </a:lnTo>
                  <a:lnTo>
                    <a:pt x="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9" name="Google Shape;779;p27">
              <a:extLst>
                <a:ext uri="{FF2B5EF4-FFF2-40B4-BE49-F238E27FC236}">
                  <a16:creationId xmlns:a16="http://schemas.microsoft.com/office/drawing/2014/main" id="{459D633C-AC0D-BB49-6305-BD60F902387C}"/>
                </a:ext>
              </a:extLst>
            </p:cNvPr>
            <p:cNvSpPr/>
            <p:nvPr/>
          </p:nvSpPr>
          <p:spPr>
            <a:xfrm>
              <a:off x="2230400" y="5400500"/>
              <a:ext cx="597600" cy="59875"/>
            </a:xfrm>
            <a:custGeom>
              <a:avLst/>
              <a:gdLst/>
              <a:ahLst/>
              <a:cxnLst/>
              <a:rect l="l" t="t" r="r" b="b"/>
              <a:pathLst>
                <a:path w="23904" h="2395" extrusionOk="0">
                  <a:moveTo>
                    <a:pt x="104" y="0"/>
                  </a:moveTo>
                  <a:lnTo>
                    <a:pt x="1" y="1837"/>
                  </a:lnTo>
                  <a:lnTo>
                    <a:pt x="23903" y="2394"/>
                  </a:lnTo>
                  <a:lnTo>
                    <a:pt x="23883" y="2291"/>
                  </a:lnTo>
                  <a:lnTo>
                    <a:pt x="23841" y="2167"/>
                  </a:lnTo>
                  <a:lnTo>
                    <a:pt x="23800" y="2064"/>
                  </a:lnTo>
                  <a:lnTo>
                    <a:pt x="23656" y="1837"/>
                  </a:lnTo>
                  <a:lnTo>
                    <a:pt x="23428" y="1589"/>
                  </a:lnTo>
                  <a:lnTo>
                    <a:pt x="23181" y="1321"/>
                  </a:lnTo>
                  <a:lnTo>
                    <a:pt x="22974" y="1239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0" name="Google Shape;780;p27">
              <a:extLst>
                <a:ext uri="{FF2B5EF4-FFF2-40B4-BE49-F238E27FC236}">
                  <a16:creationId xmlns:a16="http://schemas.microsoft.com/office/drawing/2014/main" id="{17B20458-87B5-D624-986D-289CEA0E1D6F}"/>
                </a:ext>
              </a:extLst>
            </p:cNvPr>
            <p:cNvSpPr/>
            <p:nvPr/>
          </p:nvSpPr>
          <p:spPr>
            <a:xfrm>
              <a:off x="2473975" y="5285425"/>
              <a:ext cx="55225" cy="33550"/>
            </a:xfrm>
            <a:custGeom>
              <a:avLst/>
              <a:gdLst/>
              <a:ahLst/>
              <a:cxnLst/>
              <a:rect l="l" t="t" r="r" b="b"/>
              <a:pathLst>
                <a:path w="2209" h="1342" extrusionOk="0">
                  <a:moveTo>
                    <a:pt x="1796" y="0"/>
                  </a:moveTo>
                  <a:lnTo>
                    <a:pt x="1590" y="21"/>
                  </a:lnTo>
                  <a:lnTo>
                    <a:pt x="1342" y="62"/>
                  </a:lnTo>
                  <a:lnTo>
                    <a:pt x="1094" y="145"/>
                  </a:lnTo>
                  <a:lnTo>
                    <a:pt x="826" y="268"/>
                  </a:lnTo>
                  <a:lnTo>
                    <a:pt x="578" y="434"/>
                  </a:lnTo>
                  <a:lnTo>
                    <a:pt x="372" y="599"/>
                  </a:lnTo>
                  <a:lnTo>
                    <a:pt x="227" y="784"/>
                  </a:lnTo>
                  <a:lnTo>
                    <a:pt x="124" y="950"/>
                  </a:lnTo>
                  <a:lnTo>
                    <a:pt x="42" y="1094"/>
                  </a:lnTo>
                  <a:lnTo>
                    <a:pt x="0" y="1218"/>
                  </a:lnTo>
                  <a:lnTo>
                    <a:pt x="0" y="1321"/>
                  </a:lnTo>
                  <a:lnTo>
                    <a:pt x="0" y="1342"/>
                  </a:lnTo>
                  <a:lnTo>
                    <a:pt x="83" y="1342"/>
                  </a:lnTo>
                  <a:lnTo>
                    <a:pt x="145" y="1301"/>
                  </a:lnTo>
                  <a:lnTo>
                    <a:pt x="351" y="1115"/>
                  </a:lnTo>
                  <a:lnTo>
                    <a:pt x="640" y="867"/>
                  </a:lnTo>
                  <a:lnTo>
                    <a:pt x="826" y="723"/>
                  </a:lnTo>
                  <a:lnTo>
                    <a:pt x="1032" y="599"/>
                  </a:lnTo>
                  <a:lnTo>
                    <a:pt x="1259" y="475"/>
                  </a:lnTo>
                  <a:lnTo>
                    <a:pt x="1466" y="392"/>
                  </a:lnTo>
                  <a:lnTo>
                    <a:pt x="1837" y="268"/>
                  </a:lnTo>
                  <a:lnTo>
                    <a:pt x="2106" y="186"/>
                  </a:lnTo>
                  <a:lnTo>
                    <a:pt x="2188" y="145"/>
                  </a:lnTo>
                  <a:lnTo>
                    <a:pt x="2209" y="103"/>
                  </a:lnTo>
                  <a:lnTo>
                    <a:pt x="2209" y="83"/>
                  </a:lnTo>
                  <a:lnTo>
                    <a:pt x="2188" y="62"/>
                  </a:lnTo>
                  <a:lnTo>
                    <a:pt x="2106" y="41"/>
                  </a:lnTo>
                  <a:lnTo>
                    <a:pt x="1961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1" name="Google Shape;781;p27">
              <a:extLst>
                <a:ext uri="{FF2B5EF4-FFF2-40B4-BE49-F238E27FC236}">
                  <a16:creationId xmlns:a16="http://schemas.microsoft.com/office/drawing/2014/main" id="{AE417E42-5D16-7AEC-C482-6D99658A111B}"/>
                </a:ext>
              </a:extLst>
            </p:cNvPr>
            <p:cNvSpPr/>
            <p:nvPr/>
          </p:nvSpPr>
          <p:spPr>
            <a:xfrm>
              <a:off x="2550850" y="5312775"/>
              <a:ext cx="40275" cy="43350"/>
            </a:xfrm>
            <a:custGeom>
              <a:avLst/>
              <a:gdLst/>
              <a:ahLst/>
              <a:cxnLst/>
              <a:rect l="l" t="t" r="r" b="b"/>
              <a:pathLst>
                <a:path w="1611" h="1734" extrusionOk="0">
                  <a:moveTo>
                    <a:pt x="1508" y="0"/>
                  </a:moveTo>
                  <a:lnTo>
                    <a:pt x="1363" y="21"/>
                  </a:lnTo>
                  <a:lnTo>
                    <a:pt x="1198" y="41"/>
                  </a:lnTo>
                  <a:lnTo>
                    <a:pt x="1012" y="124"/>
                  </a:lnTo>
                  <a:lnTo>
                    <a:pt x="827" y="207"/>
                  </a:lnTo>
                  <a:lnTo>
                    <a:pt x="620" y="351"/>
                  </a:lnTo>
                  <a:lnTo>
                    <a:pt x="414" y="537"/>
                  </a:lnTo>
                  <a:lnTo>
                    <a:pt x="249" y="764"/>
                  </a:lnTo>
                  <a:lnTo>
                    <a:pt x="125" y="970"/>
                  </a:lnTo>
                  <a:lnTo>
                    <a:pt x="42" y="1177"/>
                  </a:lnTo>
                  <a:lnTo>
                    <a:pt x="1" y="1362"/>
                  </a:lnTo>
                  <a:lnTo>
                    <a:pt x="1" y="1507"/>
                  </a:lnTo>
                  <a:lnTo>
                    <a:pt x="1" y="1631"/>
                  </a:lnTo>
                  <a:lnTo>
                    <a:pt x="22" y="1713"/>
                  </a:lnTo>
                  <a:lnTo>
                    <a:pt x="42" y="1734"/>
                  </a:lnTo>
                  <a:lnTo>
                    <a:pt x="63" y="1734"/>
                  </a:lnTo>
                  <a:lnTo>
                    <a:pt x="104" y="1713"/>
                  </a:lnTo>
                  <a:lnTo>
                    <a:pt x="166" y="1651"/>
                  </a:lnTo>
                  <a:lnTo>
                    <a:pt x="269" y="1445"/>
                  </a:lnTo>
                  <a:lnTo>
                    <a:pt x="455" y="1135"/>
                  </a:lnTo>
                  <a:lnTo>
                    <a:pt x="579" y="970"/>
                  </a:lnTo>
                  <a:lnTo>
                    <a:pt x="723" y="805"/>
                  </a:lnTo>
                  <a:lnTo>
                    <a:pt x="868" y="640"/>
                  </a:lnTo>
                  <a:lnTo>
                    <a:pt x="1033" y="495"/>
                  </a:lnTo>
                  <a:lnTo>
                    <a:pt x="1322" y="289"/>
                  </a:lnTo>
                  <a:lnTo>
                    <a:pt x="1549" y="145"/>
                  </a:lnTo>
                  <a:lnTo>
                    <a:pt x="1590" y="103"/>
                  </a:lnTo>
                  <a:lnTo>
                    <a:pt x="1611" y="62"/>
                  </a:lnTo>
                  <a:lnTo>
                    <a:pt x="1611" y="41"/>
                  </a:lnTo>
                  <a:lnTo>
                    <a:pt x="1590" y="21"/>
                  </a:lnTo>
                  <a:lnTo>
                    <a:pt x="1508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2" name="Google Shape;782;p27">
              <a:extLst>
                <a:ext uri="{FF2B5EF4-FFF2-40B4-BE49-F238E27FC236}">
                  <a16:creationId xmlns:a16="http://schemas.microsoft.com/office/drawing/2014/main" id="{534CE387-3C50-C13C-596F-3A0F2072E9AA}"/>
                </a:ext>
              </a:extLst>
            </p:cNvPr>
            <p:cNvSpPr/>
            <p:nvPr/>
          </p:nvSpPr>
          <p:spPr>
            <a:xfrm>
              <a:off x="2621550" y="5338575"/>
              <a:ext cx="27900" cy="47500"/>
            </a:xfrm>
            <a:custGeom>
              <a:avLst/>
              <a:gdLst/>
              <a:ahLst/>
              <a:cxnLst/>
              <a:rect l="l" t="t" r="r" b="b"/>
              <a:pathLst>
                <a:path w="1116" h="1900" extrusionOk="0">
                  <a:moveTo>
                    <a:pt x="1074" y="0"/>
                  </a:moveTo>
                  <a:lnTo>
                    <a:pt x="992" y="21"/>
                  </a:lnTo>
                  <a:lnTo>
                    <a:pt x="888" y="62"/>
                  </a:lnTo>
                  <a:lnTo>
                    <a:pt x="744" y="145"/>
                  </a:lnTo>
                  <a:lnTo>
                    <a:pt x="620" y="248"/>
                  </a:lnTo>
                  <a:lnTo>
                    <a:pt x="455" y="372"/>
                  </a:lnTo>
                  <a:lnTo>
                    <a:pt x="331" y="557"/>
                  </a:lnTo>
                  <a:lnTo>
                    <a:pt x="187" y="764"/>
                  </a:lnTo>
                  <a:lnTo>
                    <a:pt x="104" y="991"/>
                  </a:lnTo>
                  <a:lnTo>
                    <a:pt x="42" y="1197"/>
                  </a:lnTo>
                  <a:lnTo>
                    <a:pt x="1" y="1383"/>
                  </a:lnTo>
                  <a:lnTo>
                    <a:pt x="1" y="1569"/>
                  </a:lnTo>
                  <a:lnTo>
                    <a:pt x="21" y="1693"/>
                  </a:lnTo>
                  <a:lnTo>
                    <a:pt x="63" y="1817"/>
                  </a:lnTo>
                  <a:lnTo>
                    <a:pt x="104" y="1879"/>
                  </a:lnTo>
                  <a:lnTo>
                    <a:pt x="145" y="1899"/>
                  </a:lnTo>
                  <a:lnTo>
                    <a:pt x="187" y="1879"/>
                  </a:lnTo>
                  <a:lnTo>
                    <a:pt x="207" y="1817"/>
                  </a:lnTo>
                  <a:lnTo>
                    <a:pt x="290" y="1590"/>
                  </a:lnTo>
                  <a:lnTo>
                    <a:pt x="393" y="1280"/>
                  </a:lnTo>
                  <a:lnTo>
                    <a:pt x="475" y="1115"/>
                  </a:lnTo>
                  <a:lnTo>
                    <a:pt x="558" y="929"/>
                  </a:lnTo>
                  <a:lnTo>
                    <a:pt x="661" y="764"/>
                  </a:lnTo>
                  <a:lnTo>
                    <a:pt x="764" y="599"/>
                  </a:lnTo>
                  <a:lnTo>
                    <a:pt x="950" y="330"/>
                  </a:lnTo>
                  <a:lnTo>
                    <a:pt x="1095" y="145"/>
                  </a:lnTo>
                  <a:lnTo>
                    <a:pt x="1115" y="83"/>
                  </a:lnTo>
                  <a:lnTo>
                    <a:pt x="1115" y="21"/>
                  </a:lnTo>
                  <a:lnTo>
                    <a:pt x="107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3" name="Google Shape;783;p27">
              <a:extLst>
                <a:ext uri="{FF2B5EF4-FFF2-40B4-BE49-F238E27FC236}">
                  <a16:creationId xmlns:a16="http://schemas.microsoft.com/office/drawing/2014/main" id="{6FCDDBDA-258D-273B-C0E5-FC54E654B5D1}"/>
                </a:ext>
              </a:extLst>
            </p:cNvPr>
            <p:cNvSpPr/>
            <p:nvPr/>
          </p:nvSpPr>
          <p:spPr>
            <a:xfrm>
              <a:off x="2463650" y="5211100"/>
              <a:ext cx="61950" cy="12925"/>
            </a:xfrm>
            <a:custGeom>
              <a:avLst/>
              <a:gdLst/>
              <a:ahLst/>
              <a:cxnLst/>
              <a:rect l="l" t="t" r="r" b="b"/>
              <a:pathLst>
                <a:path w="2478" h="517" extrusionOk="0">
                  <a:moveTo>
                    <a:pt x="1218" y="1"/>
                  </a:moveTo>
                  <a:lnTo>
                    <a:pt x="950" y="21"/>
                  </a:lnTo>
                  <a:lnTo>
                    <a:pt x="702" y="63"/>
                  </a:lnTo>
                  <a:lnTo>
                    <a:pt x="475" y="145"/>
                  </a:lnTo>
                  <a:lnTo>
                    <a:pt x="289" y="228"/>
                  </a:lnTo>
                  <a:lnTo>
                    <a:pt x="145" y="310"/>
                  </a:lnTo>
                  <a:lnTo>
                    <a:pt x="62" y="393"/>
                  </a:lnTo>
                  <a:lnTo>
                    <a:pt x="1" y="455"/>
                  </a:lnTo>
                  <a:lnTo>
                    <a:pt x="1" y="476"/>
                  </a:lnTo>
                  <a:lnTo>
                    <a:pt x="1" y="496"/>
                  </a:lnTo>
                  <a:lnTo>
                    <a:pt x="42" y="517"/>
                  </a:lnTo>
                  <a:lnTo>
                    <a:pt x="124" y="517"/>
                  </a:lnTo>
                  <a:lnTo>
                    <a:pt x="393" y="476"/>
                  </a:lnTo>
                  <a:lnTo>
                    <a:pt x="764" y="414"/>
                  </a:lnTo>
                  <a:lnTo>
                    <a:pt x="991" y="393"/>
                  </a:lnTo>
                  <a:lnTo>
                    <a:pt x="1239" y="372"/>
                  </a:lnTo>
                  <a:lnTo>
                    <a:pt x="1487" y="372"/>
                  </a:lnTo>
                  <a:lnTo>
                    <a:pt x="1693" y="393"/>
                  </a:lnTo>
                  <a:lnTo>
                    <a:pt x="2085" y="414"/>
                  </a:lnTo>
                  <a:lnTo>
                    <a:pt x="2354" y="455"/>
                  </a:lnTo>
                  <a:lnTo>
                    <a:pt x="2436" y="434"/>
                  </a:lnTo>
                  <a:lnTo>
                    <a:pt x="2477" y="414"/>
                  </a:lnTo>
                  <a:lnTo>
                    <a:pt x="2477" y="393"/>
                  </a:lnTo>
                  <a:lnTo>
                    <a:pt x="2477" y="372"/>
                  </a:lnTo>
                  <a:lnTo>
                    <a:pt x="2416" y="310"/>
                  </a:lnTo>
                  <a:lnTo>
                    <a:pt x="2312" y="228"/>
                  </a:lnTo>
                  <a:lnTo>
                    <a:pt x="2168" y="166"/>
                  </a:lnTo>
                  <a:lnTo>
                    <a:pt x="1982" y="83"/>
                  </a:lnTo>
                  <a:lnTo>
                    <a:pt x="1755" y="42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4" name="Google Shape;784;p27">
              <a:extLst>
                <a:ext uri="{FF2B5EF4-FFF2-40B4-BE49-F238E27FC236}">
                  <a16:creationId xmlns:a16="http://schemas.microsoft.com/office/drawing/2014/main" id="{2AAE5887-BB13-3DC5-C015-5533CF2976D3}"/>
                </a:ext>
              </a:extLst>
            </p:cNvPr>
            <p:cNvSpPr/>
            <p:nvPr/>
          </p:nvSpPr>
          <p:spPr>
            <a:xfrm>
              <a:off x="2423400" y="5106875"/>
              <a:ext cx="89825" cy="49550"/>
            </a:xfrm>
            <a:custGeom>
              <a:avLst/>
              <a:gdLst/>
              <a:ahLst/>
              <a:cxnLst/>
              <a:rect l="l" t="t" r="r" b="b"/>
              <a:pathLst>
                <a:path w="3593" h="1982" extrusionOk="0">
                  <a:moveTo>
                    <a:pt x="764" y="392"/>
                  </a:moveTo>
                  <a:lnTo>
                    <a:pt x="950" y="434"/>
                  </a:lnTo>
                  <a:lnTo>
                    <a:pt x="1301" y="537"/>
                  </a:lnTo>
                  <a:lnTo>
                    <a:pt x="1631" y="640"/>
                  </a:lnTo>
                  <a:lnTo>
                    <a:pt x="1941" y="785"/>
                  </a:lnTo>
                  <a:lnTo>
                    <a:pt x="2209" y="929"/>
                  </a:lnTo>
                  <a:lnTo>
                    <a:pt x="2457" y="1094"/>
                  </a:lnTo>
                  <a:lnTo>
                    <a:pt x="2684" y="1239"/>
                  </a:lnTo>
                  <a:lnTo>
                    <a:pt x="3035" y="1528"/>
                  </a:lnTo>
                  <a:lnTo>
                    <a:pt x="3303" y="1775"/>
                  </a:lnTo>
                  <a:lnTo>
                    <a:pt x="3333" y="1805"/>
                  </a:lnTo>
                  <a:lnTo>
                    <a:pt x="3333" y="1805"/>
                  </a:lnTo>
                  <a:lnTo>
                    <a:pt x="3282" y="1796"/>
                  </a:lnTo>
                  <a:lnTo>
                    <a:pt x="2932" y="1713"/>
                  </a:lnTo>
                  <a:lnTo>
                    <a:pt x="2457" y="1590"/>
                  </a:lnTo>
                  <a:lnTo>
                    <a:pt x="2209" y="1507"/>
                  </a:lnTo>
                  <a:lnTo>
                    <a:pt x="1920" y="1404"/>
                  </a:lnTo>
                  <a:lnTo>
                    <a:pt x="1631" y="1280"/>
                  </a:lnTo>
                  <a:lnTo>
                    <a:pt x="1322" y="1156"/>
                  </a:lnTo>
                  <a:lnTo>
                    <a:pt x="1012" y="991"/>
                  </a:lnTo>
                  <a:lnTo>
                    <a:pt x="702" y="785"/>
                  </a:lnTo>
                  <a:lnTo>
                    <a:pt x="537" y="681"/>
                  </a:lnTo>
                  <a:lnTo>
                    <a:pt x="434" y="599"/>
                  </a:lnTo>
                  <a:lnTo>
                    <a:pt x="393" y="516"/>
                  </a:lnTo>
                  <a:lnTo>
                    <a:pt x="413" y="454"/>
                  </a:lnTo>
                  <a:lnTo>
                    <a:pt x="455" y="434"/>
                  </a:lnTo>
                  <a:lnTo>
                    <a:pt x="496" y="413"/>
                  </a:lnTo>
                  <a:lnTo>
                    <a:pt x="620" y="392"/>
                  </a:lnTo>
                  <a:close/>
                  <a:moveTo>
                    <a:pt x="599" y="0"/>
                  </a:moveTo>
                  <a:lnTo>
                    <a:pt x="455" y="21"/>
                  </a:lnTo>
                  <a:lnTo>
                    <a:pt x="331" y="62"/>
                  </a:lnTo>
                  <a:lnTo>
                    <a:pt x="186" y="124"/>
                  </a:lnTo>
                  <a:lnTo>
                    <a:pt x="83" y="248"/>
                  </a:lnTo>
                  <a:lnTo>
                    <a:pt x="42" y="310"/>
                  </a:lnTo>
                  <a:lnTo>
                    <a:pt x="0" y="392"/>
                  </a:lnTo>
                  <a:lnTo>
                    <a:pt x="0" y="475"/>
                  </a:lnTo>
                  <a:lnTo>
                    <a:pt x="0" y="558"/>
                  </a:lnTo>
                  <a:lnTo>
                    <a:pt x="21" y="640"/>
                  </a:lnTo>
                  <a:lnTo>
                    <a:pt x="42" y="702"/>
                  </a:lnTo>
                  <a:lnTo>
                    <a:pt x="83" y="785"/>
                  </a:lnTo>
                  <a:lnTo>
                    <a:pt x="124" y="826"/>
                  </a:lnTo>
                  <a:lnTo>
                    <a:pt x="207" y="908"/>
                  </a:lnTo>
                  <a:lnTo>
                    <a:pt x="289" y="991"/>
                  </a:lnTo>
                  <a:lnTo>
                    <a:pt x="475" y="1094"/>
                  </a:lnTo>
                  <a:lnTo>
                    <a:pt x="806" y="1301"/>
                  </a:lnTo>
                  <a:lnTo>
                    <a:pt x="1156" y="1466"/>
                  </a:lnTo>
                  <a:lnTo>
                    <a:pt x="1487" y="1610"/>
                  </a:lnTo>
                  <a:lnTo>
                    <a:pt x="1796" y="1713"/>
                  </a:lnTo>
                  <a:lnTo>
                    <a:pt x="2106" y="1796"/>
                  </a:lnTo>
                  <a:lnTo>
                    <a:pt x="2395" y="1858"/>
                  </a:lnTo>
                  <a:lnTo>
                    <a:pt x="2663" y="1899"/>
                  </a:lnTo>
                  <a:lnTo>
                    <a:pt x="2890" y="1920"/>
                  </a:lnTo>
                  <a:lnTo>
                    <a:pt x="3262" y="1941"/>
                  </a:lnTo>
                  <a:lnTo>
                    <a:pt x="3452" y="1925"/>
                  </a:lnTo>
                  <a:lnTo>
                    <a:pt x="3452" y="1925"/>
                  </a:lnTo>
                  <a:lnTo>
                    <a:pt x="3468" y="1941"/>
                  </a:lnTo>
                  <a:lnTo>
                    <a:pt x="3530" y="1961"/>
                  </a:lnTo>
                  <a:lnTo>
                    <a:pt x="3551" y="1982"/>
                  </a:lnTo>
                  <a:lnTo>
                    <a:pt x="3551" y="1941"/>
                  </a:lnTo>
                  <a:lnTo>
                    <a:pt x="3536" y="1911"/>
                  </a:lnTo>
                  <a:lnTo>
                    <a:pt x="3571" y="1899"/>
                  </a:lnTo>
                  <a:lnTo>
                    <a:pt x="3592" y="1899"/>
                  </a:lnTo>
                  <a:lnTo>
                    <a:pt x="3571" y="1879"/>
                  </a:lnTo>
                  <a:lnTo>
                    <a:pt x="3510" y="1837"/>
                  </a:lnTo>
                  <a:lnTo>
                    <a:pt x="3498" y="1835"/>
                  </a:lnTo>
                  <a:lnTo>
                    <a:pt x="3498" y="1835"/>
                  </a:lnTo>
                  <a:lnTo>
                    <a:pt x="3427" y="1693"/>
                  </a:lnTo>
                  <a:lnTo>
                    <a:pt x="3344" y="1548"/>
                  </a:lnTo>
                  <a:lnTo>
                    <a:pt x="3221" y="1383"/>
                  </a:lnTo>
                  <a:lnTo>
                    <a:pt x="3055" y="1218"/>
                  </a:lnTo>
                  <a:lnTo>
                    <a:pt x="2870" y="1032"/>
                  </a:lnTo>
                  <a:lnTo>
                    <a:pt x="2643" y="847"/>
                  </a:lnTo>
                  <a:lnTo>
                    <a:pt x="2395" y="661"/>
                  </a:lnTo>
                  <a:lnTo>
                    <a:pt x="2106" y="496"/>
                  </a:lnTo>
                  <a:lnTo>
                    <a:pt x="1776" y="330"/>
                  </a:lnTo>
                  <a:lnTo>
                    <a:pt x="1425" y="186"/>
                  </a:lnTo>
                  <a:lnTo>
                    <a:pt x="1053" y="62"/>
                  </a:lnTo>
                  <a:lnTo>
                    <a:pt x="847" y="2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5" name="Google Shape;785;p27">
              <a:extLst>
                <a:ext uri="{FF2B5EF4-FFF2-40B4-BE49-F238E27FC236}">
                  <a16:creationId xmlns:a16="http://schemas.microsoft.com/office/drawing/2014/main" id="{783F005F-C607-0FD0-E6D0-1202E52EDECC}"/>
                </a:ext>
              </a:extLst>
            </p:cNvPr>
            <p:cNvSpPr/>
            <p:nvPr/>
          </p:nvSpPr>
          <p:spPr>
            <a:xfrm>
              <a:off x="2502350" y="5068675"/>
              <a:ext cx="48025" cy="89300"/>
            </a:xfrm>
            <a:custGeom>
              <a:avLst/>
              <a:gdLst/>
              <a:ahLst/>
              <a:cxnLst/>
              <a:rect l="l" t="t" r="r" b="b"/>
              <a:pathLst>
                <a:path w="1921" h="3572" extrusionOk="0">
                  <a:moveTo>
                    <a:pt x="1280" y="1"/>
                  </a:moveTo>
                  <a:lnTo>
                    <a:pt x="1136" y="21"/>
                  </a:lnTo>
                  <a:lnTo>
                    <a:pt x="991" y="83"/>
                  </a:lnTo>
                  <a:lnTo>
                    <a:pt x="888" y="145"/>
                  </a:lnTo>
                  <a:lnTo>
                    <a:pt x="785" y="207"/>
                  </a:lnTo>
                  <a:lnTo>
                    <a:pt x="702" y="290"/>
                  </a:lnTo>
                  <a:lnTo>
                    <a:pt x="620" y="393"/>
                  </a:lnTo>
                  <a:lnTo>
                    <a:pt x="517" y="558"/>
                  </a:lnTo>
                  <a:lnTo>
                    <a:pt x="331" y="888"/>
                  </a:lnTo>
                  <a:lnTo>
                    <a:pt x="186" y="1239"/>
                  </a:lnTo>
                  <a:lnTo>
                    <a:pt x="83" y="1570"/>
                  </a:lnTo>
                  <a:lnTo>
                    <a:pt x="21" y="1900"/>
                  </a:lnTo>
                  <a:lnTo>
                    <a:pt x="1" y="2189"/>
                  </a:lnTo>
                  <a:lnTo>
                    <a:pt x="1" y="2478"/>
                  </a:lnTo>
                  <a:lnTo>
                    <a:pt x="1" y="2725"/>
                  </a:lnTo>
                  <a:lnTo>
                    <a:pt x="42" y="2952"/>
                  </a:lnTo>
                  <a:lnTo>
                    <a:pt x="83" y="3138"/>
                  </a:lnTo>
                  <a:lnTo>
                    <a:pt x="124" y="3303"/>
                  </a:lnTo>
                  <a:lnTo>
                    <a:pt x="228" y="3510"/>
                  </a:lnTo>
                  <a:lnTo>
                    <a:pt x="248" y="3551"/>
                  </a:lnTo>
                  <a:lnTo>
                    <a:pt x="269" y="3572"/>
                  </a:lnTo>
                  <a:lnTo>
                    <a:pt x="290" y="3551"/>
                  </a:lnTo>
                  <a:lnTo>
                    <a:pt x="290" y="3489"/>
                  </a:lnTo>
                  <a:lnTo>
                    <a:pt x="290" y="3262"/>
                  </a:lnTo>
                  <a:lnTo>
                    <a:pt x="269" y="2932"/>
                  </a:lnTo>
                  <a:lnTo>
                    <a:pt x="269" y="2478"/>
                  </a:lnTo>
                  <a:lnTo>
                    <a:pt x="310" y="2230"/>
                  </a:lnTo>
                  <a:lnTo>
                    <a:pt x="352" y="1941"/>
                  </a:lnTo>
                  <a:lnTo>
                    <a:pt x="434" y="1652"/>
                  </a:lnTo>
                  <a:lnTo>
                    <a:pt x="537" y="1363"/>
                  </a:lnTo>
                  <a:lnTo>
                    <a:pt x="682" y="1053"/>
                  </a:lnTo>
                  <a:lnTo>
                    <a:pt x="847" y="744"/>
                  </a:lnTo>
                  <a:lnTo>
                    <a:pt x="950" y="620"/>
                  </a:lnTo>
                  <a:lnTo>
                    <a:pt x="1053" y="496"/>
                  </a:lnTo>
                  <a:lnTo>
                    <a:pt x="1177" y="414"/>
                  </a:lnTo>
                  <a:lnTo>
                    <a:pt x="1239" y="393"/>
                  </a:lnTo>
                  <a:lnTo>
                    <a:pt x="1322" y="393"/>
                  </a:lnTo>
                  <a:lnTo>
                    <a:pt x="1342" y="414"/>
                  </a:lnTo>
                  <a:lnTo>
                    <a:pt x="1404" y="496"/>
                  </a:lnTo>
                  <a:lnTo>
                    <a:pt x="1466" y="641"/>
                  </a:lnTo>
                  <a:lnTo>
                    <a:pt x="1507" y="806"/>
                  </a:lnTo>
                  <a:lnTo>
                    <a:pt x="1528" y="971"/>
                  </a:lnTo>
                  <a:lnTo>
                    <a:pt x="1528" y="1136"/>
                  </a:lnTo>
                  <a:lnTo>
                    <a:pt x="1507" y="1466"/>
                  </a:lnTo>
                  <a:lnTo>
                    <a:pt x="1445" y="1755"/>
                  </a:lnTo>
                  <a:lnTo>
                    <a:pt x="1342" y="2044"/>
                  </a:lnTo>
                  <a:lnTo>
                    <a:pt x="1239" y="2292"/>
                  </a:lnTo>
                  <a:lnTo>
                    <a:pt x="1095" y="2519"/>
                  </a:lnTo>
                  <a:lnTo>
                    <a:pt x="950" y="2705"/>
                  </a:lnTo>
                  <a:lnTo>
                    <a:pt x="826" y="2870"/>
                  </a:lnTo>
                  <a:lnTo>
                    <a:pt x="579" y="3097"/>
                  </a:lnTo>
                  <a:lnTo>
                    <a:pt x="393" y="3262"/>
                  </a:lnTo>
                  <a:lnTo>
                    <a:pt x="352" y="3303"/>
                  </a:lnTo>
                  <a:lnTo>
                    <a:pt x="352" y="3324"/>
                  </a:lnTo>
                  <a:lnTo>
                    <a:pt x="434" y="3324"/>
                  </a:lnTo>
                  <a:lnTo>
                    <a:pt x="537" y="3283"/>
                  </a:lnTo>
                  <a:lnTo>
                    <a:pt x="661" y="3221"/>
                  </a:lnTo>
                  <a:lnTo>
                    <a:pt x="806" y="3138"/>
                  </a:lnTo>
                  <a:lnTo>
                    <a:pt x="971" y="3014"/>
                  </a:lnTo>
                  <a:lnTo>
                    <a:pt x="1157" y="2870"/>
                  </a:lnTo>
                  <a:lnTo>
                    <a:pt x="1322" y="2663"/>
                  </a:lnTo>
                  <a:lnTo>
                    <a:pt x="1507" y="2436"/>
                  </a:lnTo>
                  <a:lnTo>
                    <a:pt x="1652" y="2168"/>
                  </a:lnTo>
                  <a:lnTo>
                    <a:pt x="1776" y="1858"/>
                  </a:lnTo>
                  <a:lnTo>
                    <a:pt x="1838" y="1693"/>
                  </a:lnTo>
                  <a:lnTo>
                    <a:pt x="1879" y="1508"/>
                  </a:lnTo>
                  <a:lnTo>
                    <a:pt x="1900" y="1322"/>
                  </a:lnTo>
                  <a:lnTo>
                    <a:pt x="1920" y="1136"/>
                  </a:lnTo>
                  <a:lnTo>
                    <a:pt x="1920" y="950"/>
                  </a:lnTo>
                  <a:lnTo>
                    <a:pt x="1900" y="744"/>
                  </a:lnTo>
                  <a:lnTo>
                    <a:pt x="1858" y="558"/>
                  </a:lnTo>
                  <a:lnTo>
                    <a:pt x="1817" y="455"/>
                  </a:lnTo>
                  <a:lnTo>
                    <a:pt x="1776" y="331"/>
                  </a:lnTo>
                  <a:lnTo>
                    <a:pt x="1714" y="207"/>
                  </a:lnTo>
                  <a:lnTo>
                    <a:pt x="1590" y="104"/>
                  </a:lnTo>
                  <a:lnTo>
                    <a:pt x="1528" y="63"/>
                  </a:lnTo>
                  <a:lnTo>
                    <a:pt x="1466" y="42"/>
                  </a:lnTo>
                  <a:lnTo>
                    <a:pt x="1384" y="21"/>
                  </a:lnTo>
                  <a:lnTo>
                    <a:pt x="1280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6" name="Google Shape;786;p27">
              <a:extLst>
                <a:ext uri="{FF2B5EF4-FFF2-40B4-BE49-F238E27FC236}">
                  <a16:creationId xmlns:a16="http://schemas.microsoft.com/office/drawing/2014/main" id="{8489EADF-1252-34EB-7268-6D410B6AD571}"/>
                </a:ext>
              </a:extLst>
            </p:cNvPr>
            <p:cNvSpPr/>
            <p:nvPr/>
          </p:nvSpPr>
          <p:spPr>
            <a:xfrm>
              <a:off x="1435725" y="4805500"/>
              <a:ext cx="454650" cy="644050"/>
            </a:xfrm>
            <a:custGeom>
              <a:avLst/>
              <a:gdLst/>
              <a:ahLst/>
              <a:cxnLst/>
              <a:rect l="l" t="t" r="r" b="b"/>
              <a:pathLst>
                <a:path w="18186" h="25762" extrusionOk="0">
                  <a:moveTo>
                    <a:pt x="9763" y="1"/>
                  </a:moveTo>
                  <a:lnTo>
                    <a:pt x="0" y="12860"/>
                  </a:lnTo>
                  <a:lnTo>
                    <a:pt x="16885" y="25761"/>
                  </a:lnTo>
                  <a:lnTo>
                    <a:pt x="16926" y="25678"/>
                  </a:lnTo>
                  <a:lnTo>
                    <a:pt x="16967" y="25596"/>
                  </a:lnTo>
                  <a:lnTo>
                    <a:pt x="17009" y="25369"/>
                  </a:lnTo>
                  <a:lnTo>
                    <a:pt x="17009" y="25121"/>
                  </a:lnTo>
                  <a:lnTo>
                    <a:pt x="16967" y="24812"/>
                  </a:lnTo>
                  <a:lnTo>
                    <a:pt x="16905" y="24481"/>
                  </a:lnTo>
                  <a:lnTo>
                    <a:pt x="16802" y="24130"/>
                  </a:lnTo>
                  <a:lnTo>
                    <a:pt x="16658" y="23738"/>
                  </a:lnTo>
                  <a:lnTo>
                    <a:pt x="16513" y="23325"/>
                  </a:lnTo>
                  <a:lnTo>
                    <a:pt x="16327" y="22892"/>
                  </a:lnTo>
                  <a:lnTo>
                    <a:pt x="16121" y="22438"/>
                  </a:lnTo>
                  <a:lnTo>
                    <a:pt x="15667" y="21488"/>
                  </a:lnTo>
                  <a:lnTo>
                    <a:pt x="15171" y="20498"/>
                  </a:lnTo>
                  <a:lnTo>
                    <a:pt x="14635" y="19507"/>
                  </a:lnTo>
                  <a:lnTo>
                    <a:pt x="14077" y="18537"/>
                  </a:lnTo>
                  <a:lnTo>
                    <a:pt x="13541" y="17608"/>
                  </a:lnTo>
                  <a:lnTo>
                    <a:pt x="12550" y="15977"/>
                  </a:lnTo>
                  <a:lnTo>
                    <a:pt x="11848" y="14862"/>
                  </a:lnTo>
                  <a:lnTo>
                    <a:pt x="11580" y="14429"/>
                  </a:lnTo>
                  <a:lnTo>
                    <a:pt x="18185" y="6482"/>
                  </a:lnTo>
                  <a:lnTo>
                    <a:pt x="97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7" name="Google Shape;787;p27">
              <a:extLst>
                <a:ext uri="{FF2B5EF4-FFF2-40B4-BE49-F238E27FC236}">
                  <a16:creationId xmlns:a16="http://schemas.microsoft.com/office/drawing/2014/main" id="{21A54E50-78D1-227D-9868-FF4605774A23}"/>
                </a:ext>
              </a:extLst>
            </p:cNvPr>
            <p:cNvSpPr/>
            <p:nvPr/>
          </p:nvSpPr>
          <p:spPr>
            <a:xfrm>
              <a:off x="1435725" y="4805500"/>
              <a:ext cx="454650" cy="644050"/>
            </a:xfrm>
            <a:custGeom>
              <a:avLst/>
              <a:gdLst/>
              <a:ahLst/>
              <a:cxnLst/>
              <a:rect l="l" t="t" r="r" b="b"/>
              <a:pathLst>
                <a:path w="18186" h="25762" fill="none" extrusionOk="0">
                  <a:moveTo>
                    <a:pt x="9763" y="1"/>
                  </a:moveTo>
                  <a:lnTo>
                    <a:pt x="0" y="12860"/>
                  </a:lnTo>
                  <a:lnTo>
                    <a:pt x="16885" y="25761"/>
                  </a:lnTo>
                  <a:lnTo>
                    <a:pt x="16885" y="25761"/>
                  </a:lnTo>
                  <a:lnTo>
                    <a:pt x="16926" y="25678"/>
                  </a:lnTo>
                  <a:lnTo>
                    <a:pt x="16967" y="25596"/>
                  </a:lnTo>
                  <a:lnTo>
                    <a:pt x="17009" y="25369"/>
                  </a:lnTo>
                  <a:lnTo>
                    <a:pt x="17009" y="25121"/>
                  </a:lnTo>
                  <a:lnTo>
                    <a:pt x="16967" y="24812"/>
                  </a:lnTo>
                  <a:lnTo>
                    <a:pt x="16905" y="24481"/>
                  </a:lnTo>
                  <a:lnTo>
                    <a:pt x="16802" y="24130"/>
                  </a:lnTo>
                  <a:lnTo>
                    <a:pt x="16658" y="23738"/>
                  </a:lnTo>
                  <a:lnTo>
                    <a:pt x="16513" y="23325"/>
                  </a:lnTo>
                  <a:lnTo>
                    <a:pt x="16327" y="22892"/>
                  </a:lnTo>
                  <a:lnTo>
                    <a:pt x="16121" y="22438"/>
                  </a:lnTo>
                  <a:lnTo>
                    <a:pt x="15667" y="21488"/>
                  </a:lnTo>
                  <a:lnTo>
                    <a:pt x="15171" y="20498"/>
                  </a:lnTo>
                  <a:lnTo>
                    <a:pt x="14635" y="19507"/>
                  </a:lnTo>
                  <a:lnTo>
                    <a:pt x="14077" y="18537"/>
                  </a:lnTo>
                  <a:lnTo>
                    <a:pt x="13541" y="17608"/>
                  </a:lnTo>
                  <a:lnTo>
                    <a:pt x="12550" y="15977"/>
                  </a:lnTo>
                  <a:lnTo>
                    <a:pt x="11848" y="14862"/>
                  </a:lnTo>
                  <a:lnTo>
                    <a:pt x="11580" y="14429"/>
                  </a:lnTo>
                  <a:lnTo>
                    <a:pt x="18185" y="6482"/>
                  </a:lnTo>
                  <a:lnTo>
                    <a:pt x="976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8" name="Google Shape;788;p27">
              <a:extLst>
                <a:ext uri="{FF2B5EF4-FFF2-40B4-BE49-F238E27FC236}">
                  <a16:creationId xmlns:a16="http://schemas.microsoft.com/office/drawing/2014/main" id="{6F244C96-67D9-BC31-6E9B-DF623E06CAE4}"/>
                </a:ext>
              </a:extLst>
            </p:cNvPr>
            <p:cNvSpPr/>
            <p:nvPr/>
          </p:nvSpPr>
          <p:spPr>
            <a:xfrm>
              <a:off x="1580200" y="5048050"/>
              <a:ext cx="40275" cy="38725"/>
            </a:xfrm>
            <a:custGeom>
              <a:avLst/>
              <a:gdLst/>
              <a:ahLst/>
              <a:cxnLst/>
              <a:rect l="l" t="t" r="r" b="b"/>
              <a:pathLst>
                <a:path w="1611" h="1549" extrusionOk="0">
                  <a:moveTo>
                    <a:pt x="661" y="0"/>
                  </a:moveTo>
                  <a:lnTo>
                    <a:pt x="558" y="21"/>
                  </a:lnTo>
                  <a:lnTo>
                    <a:pt x="455" y="62"/>
                  </a:lnTo>
                  <a:lnTo>
                    <a:pt x="352" y="103"/>
                  </a:lnTo>
                  <a:lnTo>
                    <a:pt x="248" y="165"/>
                  </a:lnTo>
                  <a:lnTo>
                    <a:pt x="166" y="248"/>
                  </a:lnTo>
                  <a:lnTo>
                    <a:pt x="104" y="330"/>
                  </a:lnTo>
                  <a:lnTo>
                    <a:pt x="63" y="434"/>
                  </a:lnTo>
                  <a:lnTo>
                    <a:pt x="1" y="578"/>
                  </a:lnTo>
                  <a:lnTo>
                    <a:pt x="1" y="723"/>
                  </a:lnTo>
                  <a:lnTo>
                    <a:pt x="21" y="888"/>
                  </a:lnTo>
                  <a:lnTo>
                    <a:pt x="63" y="1032"/>
                  </a:lnTo>
                  <a:lnTo>
                    <a:pt x="125" y="1177"/>
                  </a:lnTo>
                  <a:lnTo>
                    <a:pt x="228" y="1301"/>
                  </a:lnTo>
                  <a:lnTo>
                    <a:pt x="352" y="1404"/>
                  </a:lnTo>
                  <a:lnTo>
                    <a:pt x="475" y="1486"/>
                  </a:lnTo>
                  <a:lnTo>
                    <a:pt x="641" y="1528"/>
                  </a:lnTo>
                  <a:lnTo>
                    <a:pt x="806" y="1548"/>
                  </a:lnTo>
                  <a:lnTo>
                    <a:pt x="930" y="1528"/>
                  </a:lnTo>
                  <a:lnTo>
                    <a:pt x="1053" y="1507"/>
                  </a:lnTo>
                  <a:lnTo>
                    <a:pt x="1177" y="1466"/>
                  </a:lnTo>
                  <a:lnTo>
                    <a:pt x="1280" y="1424"/>
                  </a:lnTo>
                  <a:lnTo>
                    <a:pt x="1384" y="1342"/>
                  </a:lnTo>
                  <a:lnTo>
                    <a:pt x="1466" y="1259"/>
                  </a:lnTo>
                  <a:lnTo>
                    <a:pt x="1549" y="1177"/>
                  </a:lnTo>
                  <a:lnTo>
                    <a:pt x="1590" y="1073"/>
                  </a:lnTo>
                  <a:lnTo>
                    <a:pt x="1611" y="929"/>
                  </a:lnTo>
                  <a:lnTo>
                    <a:pt x="1611" y="764"/>
                  </a:lnTo>
                  <a:lnTo>
                    <a:pt x="1569" y="599"/>
                  </a:lnTo>
                  <a:lnTo>
                    <a:pt x="1508" y="434"/>
                  </a:lnTo>
                  <a:lnTo>
                    <a:pt x="1425" y="289"/>
                  </a:lnTo>
                  <a:lnTo>
                    <a:pt x="1301" y="165"/>
                  </a:lnTo>
                  <a:lnTo>
                    <a:pt x="1177" y="83"/>
                  </a:lnTo>
                  <a:lnTo>
                    <a:pt x="1033" y="21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9" name="Google Shape;789;p27">
              <a:extLst>
                <a:ext uri="{FF2B5EF4-FFF2-40B4-BE49-F238E27FC236}">
                  <a16:creationId xmlns:a16="http://schemas.microsoft.com/office/drawing/2014/main" id="{EC5FCB61-9A00-5CCE-6C43-926F6B217ED7}"/>
                </a:ext>
              </a:extLst>
            </p:cNvPr>
            <p:cNvSpPr/>
            <p:nvPr/>
          </p:nvSpPr>
          <p:spPr>
            <a:xfrm>
              <a:off x="1580200" y="5048050"/>
              <a:ext cx="40275" cy="38725"/>
            </a:xfrm>
            <a:custGeom>
              <a:avLst/>
              <a:gdLst/>
              <a:ahLst/>
              <a:cxnLst/>
              <a:rect l="l" t="t" r="r" b="b"/>
              <a:pathLst>
                <a:path w="1611" h="1549" fill="none" extrusionOk="0">
                  <a:moveTo>
                    <a:pt x="785" y="0"/>
                  </a:moveTo>
                  <a:lnTo>
                    <a:pt x="785" y="0"/>
                  </a:lnTo>
                  <a:lnTo>
                    <a:pt x="661" y="0"/>
                  </a:lnTo>
                  <a:lnTo>
                    <a:pt x="558" y="21"/>
                  </a:lnTo>
                  <a:lnTo>
                    <a:pt x="455" y="62"/>
                  </a:lnTo>
                  <a:lnTo>
                    <a:pt x="352" y="103"/>
                  </a:lnTo>
                  <a:lnTo>
                    <a:pt x="248" y="165"/>
                  </a:lnTo>
                  <a:lnTo>
                    <a:pt x="166" y="248"/>
                  </a:lnTo>
                  <a:lnTo>
                    <a:pt x="104" y="330"/>
                  </a:lnTo>
                  <a:lnTo>
                    <a:pt x="63" y="434"/>
                  </a:lnTo>
                  <a:lnTo>
                    <a:pt x="63" y="434"/>
                  </a:lnTo>
                  <a:lnTo>
                    <a:pt x="1" y="578"/>
                  </a:lnTo>
                  <a:lnTo>
                    <a:pt x="1" y="723"/>
                  </a:lnTo>
                  <a:lnTo>
                    <a:pt x="21" y="888"/>
                  </a:lnTo>
                  <a:lnTo>
                    <a:pt x="63" y="1032"/>
                  </a:lnTo>
                  <a:lnTo>
                    <a:pt x="125" y="1177"/>
                  </a:lnTo>
                  <a:lnTo>
                    <a:pt x="228" y="1301"/>
                  </a:lnTo>
                  <a:lnTo>
                    <a:pt x="352" y="1404"/>
                  </a:lnTo>
                  <a:lnTo>
                    <a:pt x="475" y="1486"/>
                  </a:lnTo>
                  <a:lnTo>
                    <a:pt x="475" y="1486"/>
                  </a:lnTo>
                  <a:lnTo>
                    <a:pt x="641" y="1528"/>
                  </a:lnTo>
                  <a:lnTo>
                    <a:pt x="806" y="1548"/>
                  </a:lnTo>
                  <a:lnTo>
                    <a:pt x="806" y="1548"/>
                  </a:lnTo>
                  <a:lnTo>
                    <a:pt x="930" y="1528"/>
                  </a:lnTo>
                  <a:lnTo>
                    <a:pt x="1053" y="1507"/>
                  </a:lnTo>
                  <a:lnTo>
                    <a:pt x="1177" y="1466"/>
                  </a:lnTo>
                  <a:lnTo>
                    <a:pt x="1280" y="1424"/>
                  </a:lnTo>
                  <a:lnTo>
                    <a:pt x="1384" y="1342"/>
                  </a:lnTo>
                  <a:lnTo>
                    <a:pt x="1466" y="1259"/>
                  </a:lnTo>
                  <a:lnTo>
                    <a:pt x="1549" y="1177"/>
                  </a:lnTo>
                  <a:lnTo>
                    <a:pt x="1590" y="1073"/>
                  </a:lnTo>
                  <a:lnTo>
                    <a:pt x="1590" y="1073"/>
                  </a:lnTo>
                  <a:lnTo>
                    <a:pt x="1611" y="929"/>
                  </a:lnTo>
                  <a:lnTo>
                    <a:pt x="1611" y="764"/>
                  </a:lnTo>
                  <a:lnTo>
                    <a:pt x="1569" y="599"/>
                  </a:lnTo>
                  <a:lnTo>
                    <a:pt x="1508" y="434"/>
                  </a:lnTo>
                  <a:lnTo>
                    <a:pt x="1425" y="289"/>
                  </a:lnTo>
                  <a:lnTo>
                    <a:pt x="1301" y="165"/>
                  </a:lnTo>
                  <a:lnTo>
                    <a:pt x="1177" y="83"/>
                  </a:lnTo>
                  <a:lnTo>
                    <a:pt x="1033" y="21"/>
                  </a:lnTo>
                  <a:lnTo>
                    <a:pt x="1033" y="21"/>
                  </a:lnTo>
                  <a:lnTo>
                    <a:pt x="909" y="0"/>
                  </a:lnTo>
                  <a:lnTo>
                    <a:pt x="785" y="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0" name="Google Shape;790;p27">
              <a:extLst>
                <a:ext uri="{FF2B5EF4-FFF2-40B4-BE49-F238E27FC236}">
                  <a16:creationId xmlns:a16="http://schemas.microsoft.com/office/drawing/2014/main" id="{8EC9B2B2-5A47-4084-EBA2-E0EF20715B86}"/>
                </a:ext>
              </a:extLst>
            </p:cNvPr>
            <p:cNvSpPr/>
            <p:nvPr/>
          </p:nvSpPr>
          <p:spPr>
            <a:xfrm>
              <a:off x="1857825" y="5421125"/>
              <a:ext cx="5200" cy="28425"/>
            </a:xfrm>
            <a:custGeom>
              <a:avLst/>
              <a:gdLst/>
              <a:ahLst/>
              <a:cxnLst/>
              <a:rect l="l" t="t" r="r" b="b"/>
              <a:pathLst>
                <a:path w="208" h="1137" extrusionOk="0">
                  <a:moveTo>
                    <a:pt x="42" y="1"/>
                  </a:moveTo>
                  <a:lnTo>
                    <a:pt x="104" y="352"/>
                  </a:lnTo>
                  <a:lnTo>
                    <a:pt x="125" y="682"/>
                  </a:lnTo>
                  <a:lnTo>
                    <a:pt x="104" y="806"/>
                  </a:lnTo>
                  <a:lnTo>
                    <a:pt x="83" y="930"/>
                  </a:lnTo>
                  <a:lnTo>
                    <a:pt x="63" y="1053"/>
                  </a:lnTo>
                  <a:lnTo>
                    <a:pt x="1" y="1136"/>
                  </a:lnTo>
                  <a:lnTo>
                    <a:pt x="104" y="1012"/>
                  </a:lnTo>
                  <a:lnTo>
                    <a:pt x="166" y="868"/>
                  </a:lnTo>
                  <a:lnTo>
                    <a:pt x="207" y="703"/>
                  </a:lnTo>
                  <a:lnTo>
                    <a:pt x="186" y="558"/>
                  </a:lnTo>
                  <a:lnTo>
                    <a:pt x="166" y="393"/>
                  </a:lnTo>
                  <a:lnTo>
                    <a:pt x="145" y="248"/>
                  </a:lnTo>
                  <a:lnTo>
                    <a:pt x="42" y="1"/>
                  </a:lnTo>
                  <a:close/>
                </a:path>
              </a:pathLst>
            </a:custGeom>
            <a:solidFill>
              <a:srgbClr val="FFC7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1" name="Google Shape;791;p27">
              <a:extLst>
                <a:ext uri="{FF2B5EF4-FFF2-40B4-BE49-F238E27FC236}">
                  <a16:creationId xmlns:a16="http://schemas.microsoft.com/office/drawing/2014/main" id="{45E1A557-DE0F-2735-120D-3BAC1ABE43B9}"/>
                </a:ext>
              </a:extLst>
            </p:cNvPr>
            <p:cNvSpPr/>
            <p:nvPr/>
          </p:nvSpPr>
          <p:spPr>
            <a:xfrm>
              <a:off x="1857825" y="5421125"/>
              <a:ext cx="5200" cy="28425"/>
            </a:xfrm>
            <a:custGeom>
              <a:avLst/>
              <a:gdLst/>
              <a:ahLst/>
              <a:cxnLst/>
              <a:rect l="l" t="t" r="r" b="b"/>
              <a:pathLst>
                <a:path w="208" h="1137" fill="none" extrusionOk="0">
                  <a:moveTo>
                    <a:pt x="42" y="1"/>
                  </a:moveTo>
                  <a:lnTo>
                    <a:pt x="42" y="1"/>
                  </a:lnTo>
                  <a:lnTo>
                    <a:pt x="104" y="352"/>
                  </a:lnTo>
                  <a:lnTo>
                    <a:pt x="125" y="682"/>
                  </a:lnTo>
                  <a:lnTo>
                    <a:pt x="104" y="806"/>
                  </a:lnTo>
                  <a:lnTo>
                    <a:pt x="83" y="930"/>
                  </a:lnTo>
                  <a:lnTo>
                    <a:pt x="63" y="1053"/>
                  </a:lnTo>
                  <a:lnTo>
                    <a:pt x="1" y="1136"/>
                  </a:lnTo>
                  <a:lnTo>
                    <a:pt x="1" y="1136"/>
                  </a:lnTo>
                  <a:lnTo>
                    <a:pt x="104" y="1012"/>
                  </a:lnTo>
                  <a:lnTo>
                    <a:pt x="166" y="868"/>
                  </a:lnTo>
                  <a:lnTo>
                    <a:pt x="207" y="703"/>
                  </a:lnTo>
                  <a:lnTo>
                    <a:pt x="186" y="558"/>
                  </a:lnTo>
                  <a:lnTo>
                    <a:pt x="166" y="393"/>
                  </a:lnTo>
                  <a:lnTo>
                    <a:pt x="145" y="248"/>
                  </a:lnTo>
                  <a:lnTo>
                    <a:pt x="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2" name="Google Shape;792;p27">
              <a:extLst>
                <a:ext uri="{FF2B5EF4-FFF2-40B4-BE49-F238E27FC236}">
                  <a16:creationId xmlns:a16="http://schemas.microsoft.com/office/drawing/2014/main" id="{84B1485F-EBAE-1B61-B2A0-328C5180AA82}"/>
                </a:ext>
              </a:extLst>
            </p:cNvPr>
            <p:cNvSpPr/>
            <p:nvPr/>
          </p:nvSpPr>
          <p:spPr>
            <a:xfrm>
              <a:off x="1435725" y="5095525"/>
              <a:ext cx="425225" cy="354025"/>
            </a:xfrm>
            <a:custGeom>
              <a:avLst/>
              <a:gdLst/>
              <a:ahLst/>
              <a:cxnLst/>
              <a:rect l="l" t="t" r="r" b="b"/>
              <a:pathLst>
                <a:path w="17009" h="14161" extrusionOk="0">
                  <a:moveTo>
                    <a:pt x="1032" y="0"/>
                  </a:moveTo>
                  <a:lnTo>
                    <a:pt x="0" y="1259"/>
                  </a:lnTo>
                  <a:lnTo>
                    <a:pt x="16885" y="14160"/>
                  </a:lnTo>
                  <a:lnTo>
                    <a:pt x="16947" y="14077"/>
                  </a:lnTo>
                  <a:lnTo>
                    <a:pt x="16967" y="13954"/>
                  </a:lnTo>
                  <a:lnTo>
                    <a:pt x="16988" y="13830"/>
                  </a:lnTo>
                  <a:lnTo>
                    <a:pt x="17009" y="13706"/>
                  </a:lnTo>
                  <a:lnTo>
                    <a:pt x="16988" y="13376"/>
                  </a:lnTo>
                  <a:lnTo>
                    <a:pt x="16926" y="13025"/>
                  </a:lnTo>
                  <a:lnTo>
                    <a:pt x="16843" y="12839"/>
                  </a:lnTo>
                  <a:lnTo>
                    <a:pt x="10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3" name="Google Shape;793;p27">
              <a:extLst>
                <a:ext uri="{FF2B5EF4-FFF2-40B4-BE49-F238E27FC236}">
                  <a16:creationId xmlns:a16="http://schemas.microsoft.com/office/drawing/2014/main" id="{BFE941BC-E198-14FB-7621-64768B52A832}"/>
                </a:ext>
              </a:extLst>
            </p:cNvPr>
            <p:cNvSpPr/>
            <p:nvPr/>
          </p:nvSpPr>
          <p:spPr>
            <a:xfrm>
              <a:off x="1677725" y="5153825"/>
              <a:ext cx="55775" cy="16025"/>
            </a:xfrm>
            <a:custGeom>
              <a:avLst/>
              <a:gdLst/>
              <a:ahLst/>
              <a:cxnLst/>
              <a:rect l="l" t="t" r="r" b="b"/>
              <a:pathLst>
                <a:path w="2231" h="641" extrusionOk="0">
                  <a:moveTo>
                    <a:pt x="888" y="1"/>
                  </a:moveTo>
                  <a:lnTo>
                    <a:pt x="661" y="42"/>
                  </a:lnTo>
                  <a:lnTo>
                    <a:pt x="455" y="83"/>
                  </a:lnTo>
                  <a:lnTo>
                    <a:pt x="290" y="145"/>
                  </a:lnTo>
                  <a:lnTo>
                    <a:pt x="145" y="207"/>
                  </a:lnTo>
                  <a:lnTo>
                    <a:pt x="63" y="290"/>
                  </a:lnTo>
                  <a:lnTo>
                    <a:pt x="1" y="331"/>
                  </a:lnTo>
                  <a:lnTo>
                    <a:pt x="1" y="372"/>
                  </a:lnTo>
                  <a:lnTo>
                    <a:pt x="42" y="393"/>
                  </a:lnTo>
                  <a:lnTo>
                    <a:pt x="125" y="413"/>
                  </a:lnTo>
                  <a:lnTo>
                    <a:pt x="372" y="372"/>
                  </a:lnTo>
                  <a:lnTo>
                    <a:pt x="703" y="351"/>
                  </a:lnTo>
                  <a:lnTo>
                    <a:pt x="909" y="351"/>
                  </a:lnTo>
                  <a:lnTo>
                    <a:pt x="1136" y="372"/>
                  </a:lnTo>
                  <a:lnTo>
                    <a:pt x="1343" y="393"/>
                  </a:lnTo>
                  <a:lnTo>
                    <a:pt x="1549" y="455"/>
                  </a:lnTo>
                  <a:lnTo>
                    <a:pt x="1879" y="558"/>
                  </a:lnTo>
                  <a:lnTo>
                    <a:pt x="2106" y="640"/>
                  </a:lnTo>
                  <a:lnTo>
                    <a:pt x="2230" y="640"/>
                  </a:lnTo>
                  <a:lnTo>
                    <a:pt x="2230" y="620"/>
                  </a:lnTo>
                  <a:lnTo>
                    <a:pt x="2230" y="599"/>
                  </a:lnTo>
                  <a:lnTo>
                    <a:pt x="2189" y="517"/>
                  </a:lnTo>
                  <a:lnTo>
                    <a:pt x="2106" y="434"/>
                  </a:lnTo>
                  <a:lnTo>
                    <a:pt x="1982" y="331"/>
                  </a:lnTo>
                  <a:lnTo>
                    <a:pt x="1817" y="228"/>
                  </a:lnTo>
                  <a:lnTo>
                    <a:pt x="1632" y="145"/>
                  </a:lnTo>
                  <a:lnTo>
                    <a:pt x="1405" y="63"/>
                  </a:lnTo>
                  <a:lnTo>
                    <a:pt x="1157" y="21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4" name="Google Shape;794;p27">
              <a:extLst>
                <a:ext uri="{FF2B5EF4-FFF2-40B4-BE49-F238E27FC236}">
                  <a16:creationId xmlns:a16="http://schemas.microsoft.com/office/drawing/2014/main" id="{E4C2CCAC-47E9-9923-3F81-A1A9537B3B9E}"/>
                </a:ext>
              </a:extLst>
            </p:cNvPr>
            <p:cNvSpPr/>
            <p:nvPr/>
          </p:nvSpPr>
          <p:spPr>
            <a:xfrm>
              <a:off x="1714375" y="5213175"/>
              <a:ext cx="50075" cy="17575"/>
            </a:xfrm>
            <a:custGeom>
              <a:avLst/>
              <a:gdLst/>
              <a:ahLst/>
              <a:cxnLst/>
              <a:rect l="l" t="t" r="r" b="b"/>
              <a:pathLst>
                <a:path w="2003" h="703" extrusionOk="0">
                  <a:moveTo>
                    <a:pt x="1115" y="0"/>
                  </a:moveTo>
                  <a:lnTo>
                    <a:pt x="888" y="21"/>
                  </a:lnTo>
                  <a:lnTo>
                    <a:pt x="640" y="83"/>
                  </a:lnTo>
                  <a:lnTo>
                    <a:pt x="455" y="186"/>
                  </a:lnTo>
                  <a:lnTo>
                    <a:pt x="289" y="289"/>
                  </a:lnTo>
                  <a:lnTo>
                    <a:pt x="166" y="393"/>
                  </a:lnTo>
                  <a:lnTo>
                    <a:pt x="62" y="496"/>
                  </a:lnTo>
                  <a:lnTo>
                    <a:pt x="21" y="599"/>
                  </a:lnTo>
                  <a:lnTo>
                    <a:pt x="0" y="661"/>
                  </a:lnTo>
                  <a:lnTo>
                    <a:pt x="0" y="702"/>
                  </a:lnTo>
                  <a:lnTo>
                    <a:pt x="42" y="702"/>
                  </a:lnTo>
                  <a:lnTo>
                    <a:pt x="124" y="681"/>
                  </a:lnTo>
                  <a:lnTo>
                    <a:pt x="310" y="599"/>
                  </a:lnTo>
                  <a:lnTo>
                    <a:pt x="599" y="475"/>
                  </a:lnTo>
                  <a:lnTo>
                    <a:pt x="785" y="413"/>
                  </a:lnTo>
                  <a:lnTo>
                    <a:pt x="971" y="372"/>
                  </a:lnTo>
                  <a:lnTo>
                    <a:pt x="1156" y="331"/>
                  </a:lnTo>
                  <a:lnTo>
                    <a:pt x="1961" y="331"/>
                  </a:lnTo>
                  <a:lnTo>
                    <a:pt x="2003" y="310"/>
                  </a:lnTo>
                  <a:lnTo>
                    <a:pt x="2003" y="269"/>
                  </a:lnTo>
                  <a:lnTo>
                    <a:pt x="1941" y="207"/>
                  </a:lnTo>
                  <a:lnTo>
                    <a:pt x="1838" y="145"/>
                  </a:lnTo>
                  <a:lnTo>
                    <a:pt x="1714" y="83"/>
                  </a:lnTo>
                  <a:lnTo>
                    <a:pt x="1549" y="42"/>
                  </a:lnTo>
                  <a:lnTo>
                    <a:pt x="1342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5" name="Google Shape;795;p27">
              <a:extLst>
                <a:ext uri="{FF2B5EF4-FFF2-40B4-BE49-F238E27FC236}">
                  <a16:creationId xmlns:a16="http://schemas.microsoft.com/office/drawing/2014/main" id="{2DF119CE-7317-E762-7296-1C2A971171DE}"/>
                </a:ext>
              </a:extLst>
            </p:cNvPr>
            <p:cNvSpPr/>
            <p:nvPr/>
          </p:nvSpPr>
          <p:spPr>
            <a:xfrm>
              <a:off x="1750500" y="5266325"/>
              <a:ext cx="42325" cy="23750"/>
            </a:xfrm>
            <a:custGeom>
              <a:avLst/>
              <a:gdLst/>
              <a:ahLst/>
              <a:cxnLst/>
              <a:rect l="l" t="t" r="r" b="b"/>
              <a:pathLst>
                <a:path w="1693" h="950" extrusionOk="0">
                  <a:moveTo>
                    <a:pt x="1239" y="0"/>
                  </a:moveTo>
                  <a:lnTo>
                    <a:pt x="1053" y="21"/>
                  </a:lnTo>
                  <a:lnTo>
                    <a:pt x="867" y="83"/>
                  </a:lnTo>
                  <a:lnTo>
                    <a:pt x="661" y="166"/>
                  </a:lnTo>
                  <a:lnTo>
                    <a:pt x="475" y="269"/>
                  </a:lnTo>
                  <a:lnTo>
                    <a:pt x="331" y="393"/>
                  </a:lnTo>
                  <a:lnTo>
                    <a:pt x="207" y="516"/>
                  </a:lnTo>
                  <a:lnTo>
                    <a:pt x="104" y="640"/>
                  </a:lnTo>
                  <a:lnTo>
                    <a:pt x="42" y="743"/>
                  </a:lnTo>
                  <a:lnTo>
                    <a:pt x="0" y="847"/>
                  </a:lnTo>
                  <a:lnTo>
                    <a:pt x="0" y="909"/>
                  </a:lnTo>
                  <a:lnTo>
                    <a:pt x="21" y="950"/>
                  </a:lnTo>
                  <a:lnTo>
                    <a:pt x="62" y="950"/>
                  </a:lnTo>
                  <a:lnTo>
                    <a:pt x="124" y="929"/>
                  </a:lnTo>
                  <a:lnTo>
                    <a:pt x="289" y="805"/>
                  </a:lnTo>
                  <a:lnTo>
                    <a:pt x="537" y="640"/>
                  </a:lnTo>
                  <a:lnTo>
                    <a:pt x="681" y="558"/>
                  </a:lnTo>
                  <a:lnTo>
                    <a:pt x="826" y="475"/>
                  </a:lnTo>
                  <a:lnTo>
                    <a:pt x="991" y="393"/>
                  </a:lnTo>
                  <a:lnTo>
                    <a:pt x="1156" y="331"/>
                  </a:lnTo>
                  <a:lnTo>
                    <a:pt x="1425" y="248"/>
                  </a:lnTo>
                  <a:lnTo>
                    <a:pt x="1631" y="186"/>
                  </a:lnTo>
                  <a:lnTo>
                    <a:pt x="1672" y="145"/>
                  </a:lnTo>
                  <a:lnTo>
                    <a:pt x="1693" y="124"/>
                  </a:lnTo>
                  <a:lnTo>
                    <a:pt x="1672" y="83"/>
                  </a:lnTo>
                  <a:lnTo>
                    <a:pt x="1610" y="42"/>
                  </a:lnTo>
                  <a:lnTo>
                    <a:pt x="1528" y="21"/>
                  </a:lnTo>
                  <a:lnTo>
                    <a:pt x="1383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6" name="Google Shape;796;p27">
              <a:extLst>
                <a:ext uri="{FF2B5EF4-FFF2-40B4-BE49-F238E27FC236}">
                  <a16:creationId xmlns:a16="http://schemas.microsoft.com/office/drawing/2014/main" id="{0D9DD3FF-5BBD-7C9C-D6DA-78C017D7A5D1}"/>
                </a:ext>
              </a:extLst>
            </p:cNvPr>
            <p:cNvSpPr/>
            <p:nvPr/>
          </p:nvSpPr>
          <p:spPr>
            <a:xfrm>
              <a:off x="1720050" y="5087250"/>
              <a:ext cx="45950" cy="32550"/>
            </a:xfrm>
            <a:custGeom>
              <a:avLst/>
              <a:gdLst/>
              <a:ahLst/>
              <a:cxnLst/>
              <a:rect l="l" t="t" r="r" b="b"/>
              <a:pathLst>
                <a:path w="1838" h="1302" extrusionOk="0">
                  <a:moveTo>
                    <a:pt x="207" y="1"/>
                  </a:moveTo>
                  <a:lnTo>
                    <a:pt x="104" y="22"/>
                  </a:lnTo>
                  <a:lnTo>
                    <a:pt x="21" y="22"/>
                  </a:lnTo>
                  <a:lnTo>
                    <a:pt x="0" y="63"/>
                  </a:lnTo>
                  <a:lnTo>
                    <a:pt x="21" y="104"/>
                  </a:lnTo>
                  <a:lnTo>
                    <a:pt x="83" y="145"/>
                  </a:lnTo>
                  <a:lnTo>
                    <a:pt x="289" y="249"/>
                  </a:lnTo>
                  <a:lnTo>
                    <a:pt x="599" y="414"/>
                  </a:lnTo>
                  <a:lnTo>
                    <a:pt x="764" y="517"/>
                  </a:lnTo>
                  <a:lnTo>
                    <a:pt x="950" y="620"/>
                  </a:lnTo>
                  <a:lnTo>
                    <a:pt x="1136" y="744"/>
                  </a:lnTo>
                  <a:lnTo>
                    <a:pt x="1280" y="868"/>
                  </a:lnTo>
                  <a:lnTo>
                    <a:pt x="1549" y="1095"/>
                  </a:lnTo>
                  <a:lnTo>
                    <a:pt x="1714" y="1260"/>
                  </a:lnTo>
                  <a:lnTo>
                    <a:pt x="1776" y="1301"/>
                  </a:lnTo>
                  <a:lnTo>
                    <a:pt x="1817" y="1301"/>
                  </a:lnTo>
                  <a:lnTo>
                    <a:pt x="1838" y="1281"/>
                  </a:lnTo>
                  <a:lnTo>
                    <a:pt x="1838" y="1198"/>
                  </a:lnTo>
                  <a:lnTo>
                    <a:pt x="1796" y="1095"/>
                  </a:lnTo>
                  <a:lnTo>
                    <a:pt x="1734" y="950"/>
                  </a:lnTo>
                  <a:lnTo>
                    <a:pt x="1631" y="806"/>
                  </a:lnTo>
                  <a:lnTo>
                    <a:pt x="1507" y="661"/>
                  </a:lnTo>
                  <a:lnTo>
                    <a:pt x="1342" y="496"/>
                  </a:lnTo>
                  <a:lnTo>
                    <a:pt x="1136" y="352"/>
                  </a:lnTo>
                  <a:lnTo>
                    <a:pt x="929" y="207"/>
                  </a:lnTo>
                  <a:lnTo>
                    <a:pt x="723" y="125"/>
                  </a:lnTo>
                  <a:lnTo>
                    <a:pt x="537" y="63"/>
                  </a:lnTo>
                  <a:lnTo>
                    <a:pt x="351" y="22"/>
                  </a:lnTo>
                  <a:lnTo>
                    <a:pt x="207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7" name="Google Shape;797;p27">
              <a:extLst>
                <a:ext uri="{FF2B5EF4-FFF2-40B4-BE49-F238E27FC236}">
                  <a16:creationId xmlns:a16="http://schemas.microsoft.com/office/drawing/2014/main" id="{586EFEC9-C5C3-E32C-9194-F845613565F2}"/>
                </a:ext>
              </a:extLst>
            </p:cNvPr>
            <p:cNvSpPr/>
            <p:nvPr/>
          </p:nvSpPr>
          <p:spPr>
            <a:xfrm>
              <a:off x="1743275" y="4988700"/>
              <a:ext cx="48525" cy="77425"/>
            </a:xfrm>
            <a:custGeom>
              <a:avLst/>
              <a:gdLst/>
              <a:ahLst/>
              <a:cxnLst/>
              <a:rect l="l" t="t" r="r" b="b"/>
              <a:pathLst>
                <a:path w="1941" h="3097" extrusionOk="0">
                  <a:moveTo>
                    <a:pt x="496" y="351"/>
                  </a:moveTo>
                  <a:lnTo>
                    <a:pt x="599" y="413"/>
                  </a:lnTo>
                  <a:lnTo>
                    <a:pt x="702" y="496"/>
                  </a:lnTo>
                  <a:lnTo>
                    <a:pt x="805" y="620"/>
                  </a:lnTo>
                  <a:lnTo>
                    <a:pt x="1012" y="867"/>
                  </a:lnTo>
                  <a:lnTo>
                    <a:pt x="1177" y="1136"/>
                  </a:lnTo>
                  <a:lnTo>
                    <a:pt x="1342" y="1383"/>
                  </a:lnTo>
                  <a:lnTo>
                    <a:pt x="1445" y="1631"/>
                  </a:lnTo>
                  <a:lnTo>
                    <a:pt x="1548" y="1879"/>
                  </a:lnTo>
                  <a:lnTo>
                    <a:pt x="1631" y="2106"/>
                  </a:lnTo>
                  <a:lnTo>
                    <a:pt x="1734" y="2519"/>
                  </a:lnTo>
                  <a:lnTo>
                    <a:pt x="1796" y="2808"/>
                  </a:lnTo>
                  <a:lnTo>
                    <a:pt x="1806" y="2859"/>
                  </a:lnTo>
                  <a:lnTo>
                    <a:pt x="1775" y="2828"/>
                  </a:lnTo>
                  <a:lnTo>
                    <a:pt x="1569" y="2581"/>
                  </a:lnTo>
                  <a:lnTo>
                    <a:pt x="1301" y="2250"/>
                  </a:lnTo>
                  <a:lnTo>
                    <a:pt x="991" y="1837"/>
                  </a:lnTo>
                  <a:lnTo>
                    <a:pt x="847" y="1590"/>
                  </a:lnTo>
                  <a:lnTo>
                    <a:pt x="702" y="1321"/>
                  </a:lnTo>
                  <a:lnTo>
                    <a:pt x="558" y="1053"/>
                  </a:lnTo>
                  <a:lnTo>
                    <a:pt x="434" y="743"/>
                  </a:lnTo>
                  <a:lnTo>
                    <a:pt x="393" y="599"/>
                  </a:lnTo>
                  <a:lnTo>
                    <a:pt x="351" y="454"/>
                  </a:lnTo>
                  <a:lnTo>
                    <a:pt x="372" y="393"/>
                  </a:lnTo>
                  <a:lnTo>
                    <a:pt x="413" y="351"/>
                  </a:lnTo>
                  <a:close/>
                  <a:moveTo>
                    <a:pt x="434" y="0"/>
                  </a:moveTo>
                  <a:lnTo>
                    <a:pt x="289" y="21"/>
                  </a:lnTo>
                  <a:lnTo>
                    <a:pt x="207" y="62"/>
                  </a:lnTo>
                  <a:lnTo>
                    <a:pt x="145" y="104"/>
                  </a:lnTo>
                  <a:lnTo>
                    <a:pt x="104" y="145"/>
                  </a:lnTo>
                  <a:lnTo>
                    <a:pt x="62" y="207"/>
                  </a:lnTo>
                  <a:lnTo>
                    <a:pt x="21" y="351"/>
                  </a:lnTo>
                  <a:lnTo>
                    <a:pt x="0" y="475"/>
                  </a:lnTo>
                  <a:lnTo>
                    <a:pt x="21" y="578"/>
                  </a:lnTo>
                  <a:lnTo>
                    <a:pt x="62" y="682"/>
                  </a:lnTo>
                  <a:lnTo>
                    <a:pt x="124" y="847"/>
                  </a:lnTo>
                  <a:lnTo>
                    <a:pt x="269" y="1177"/>
                  </a:lnTo>
                  <a:lnTo>
                    <a:pt x="413" y="1466"/>
                  </a:lnTo>
                  <a:lnTo>
                    <a:pt x="578" y="1734"/>
                  </a:lnTo>
                  <a:lnTo>
                    <a:pt x="764" y="1982"/>
                  </a:lnTo>
                  <a:lnTo>
                    <a:pt x="929" y="2209"/>
                  </a:lnTo>
                  <a:lnTo>
                    <a:pt x="1115" y="2395"/>
                  </a:lnTo>
                  <a:lnTo>
                    <a:pt x="1425" y="2704"/>
                  </a:lnTo>
                  <a:lnTo>
                    <a:pt x="1693" y="2911"/>
                  </a:lnTo>
                  <a:lnTo>
                    <a:pt x="1836" y="3006"/>
                  </a:lnTo>
                  <a:lnTo>
                    <a:pt x="1836" y="3006"/>
                  </a:lnTo>
                  <a:lnTo>
                    <a:pt x="1837" y="3014"/>
                  </a:lnTo>
                  <a:lnTo>
                    <a:pt x="1858" y="3076"/>
                  </a:lnTo>
                  <a:lnTo>
                    <a:pt x="1879" y="3097"/>
                  </a:lnTo>
                  <a:lnTo>
                    <a:pt x="1899" y="3076"/>
                  </a:lnTo>
                  <a:lnTo>
                    <a:pt x="1908" y="3049"/>
                  </a:lnTo>
                  <a:lnTo>
                    <a:pt x="1908" y="3049"/>
                  </a:lnTo>
                  <a:lnTo>
                    <a:pt x="1920" y="3055"/>
                  </a:lnTo>
                  <a:lnTo>
                    <a:pt x="1941" y="3055"/>
                  </a:lnTo>
                  <a:lnTo>
                    <a:pt x="1941" y="3014"/>
                  </a:lnTo>
                  <a:lnTo>
                    <a:pt x="1923" y="2980"/>
                  </a:lnTo>
                  <a:lnTo>
                    <a:pt x="1941" y="2808"/>
                  </a:lnTo>
                  <a:lnTo>
                    <a:pt x="1941" y="2498"/>
                  </a:lnTo>
                  <a:lnTo>
                    <a:pt x="1920" y="2292"/>
                  </a:lnTo>
                  <a:lnTo>
                    <a:pt x="1879" y="2065"/>
                  </a:lnTo>
                  <a:lnTo>
                    <a:pt x="1817" y="1817"/>
                  </a:lnTo>
                  <a:lnTo>
                    <a:pt x="1734" y="1548"/>
                  </a:lnTo>
                  <a:lnTo>
                    <a:pt x="1610" y="1259"/>
                  </a:lnTo>
                  <a:lnTo>
                    <a:pt x="1466" y="991"/>
                  </a:lnTo>
                  <a:lnTo>
                    <a:pt x="1280" y="702"/>
                  </a:lnTo>
                  <a:lnTo>
                    <a:pt x="1074" y="413"/>
                  </a:lnTo>
                  <a:lnTo>
                    <a:pt x="950" y="269"/>
                  </a:lnTo>
                  <a:lnTo>
                    <a:pt x="785" y="124"/>
                  </a:lnTo>
                  <a:lnTo>
                    <a:pt x="682" y="62"/>
                  </a:lnTo>
                  <a:lnTo>
                    <a:pt x="558" y="2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8" name="Google Shape;798;p27">
              <a:extLst>
                <a:ext uri="{FF2B5EF4-FFF2-40B4-BE49-F238E27FC236}">
                  <a16:creationId xmlns:a16="http://schemas.microsoft.com/office/drawing/2014/main" id="{7A6392F5-E82E-DF62-2539-D81B92409085}"/>
                </a:ext>
              </a:extLst>
            </p:cNvPr>
            <p:cNvSpPr/>
            <p:nvPr/>
          </p:nvSpPr>
          <p:spPr>
            <a:xfrm>
              <a:off x="1787125" y="5011925"/>
              <a:ext cx="69700" cy="53675"/>
            </a:xfrm>
            <a:custGeom>
              <a:avLst/>
              <a:gdLst/>
              <a:ahLst/>
              <a:cxnLst/>
              <a:rect l="l" t="t" r="r" b="b"/>
              <a:pathLst>
                <a:path w="2788" h="2147" extrusionOk="0">
                  <a:moveTo>
                    <a:pt x="2127" y="0"/>
                  </a:moveTo>
                  <a:lnTo>
                    <a:pt x="1920" y="42"/>
                  </a:lnTo>
                  <a:lnTo>
                    <a:pt x="1735" y="103"/>
                  </a:lnTo>
                  <a:lnTo>
                    <a:pt x="1425" y="248"/>
                  </a:lnTo>
                  <a:lnTo>
                    <a:pt x="1157" y="434"/>
                  </a:lnTo>
                  <a:lnTo>
                    <a:pt x="909" y="619"/>
                  </a:lnTo>
                  <a:lnTo>
                    <a:pt x="703" y="805"/>
                  </a:lnTo>
                  <a:lnTo>
                    <a:pt x="517" y="1012"/>
                  </a:lnTo>
                  <a:lnTo>
                    <a:pt x="372" y="1218"/>
                  </a:lnTo>
                  <a:lnTo>
                    <a:pt x="249" y="1404"/>
                  </a:lnTo>
                  <a:lnTo>
                    <a:pt x="166" y="1569"/>
                  </a:lnTo>
                  <a:lnTo>
                    <a:pt x="83" y="1734"/>
                  </a:lnTo>
                  <a:lnTo>
                    <a:pt x="42" y="1879"/>
                  </a:lnTo>
                  <a:lnTo>
                    <a:pt x="1" y="2064"/>
                  </a:lnTo>
                  <a:lnTo>
                    <a:pt x="1" y="2126"/>
                  </a:lnTo>
                  <a:lnTo>
                    <a:pt x="1" y="2147"/>
                  </a:lnTo>
                  <a:lnTo>
                    <a:pt x="21" y="2147"/>
                  </a:lnTo>
                  <a:lnTo>
                    <a:pt x="63" y="2106"/>
                  </a:lnTo>
                  <a:lnTo>
                    <a:pt x="166" y="1941"/>
                  </a:lnTo>
                  <a:lnTo>
                    <a:pt x="331" y="1672"/>
                  </a:lnTo>
                  <a:lnTo>
                    <a:pt x="579" y="1363"/>
                  </a:lnTo>
                  <a:lnTo>
                    <a:pt x="723" y="1197"/>
                  </a:lnTo>
                  <a:lnTo>
                    <a:pt x="909" y="1032"/>
                  </a:lnTo>
                  <a:lnTo>
                    <a:pt x="1115" y="847"/>
                  </a:lnTo>
                  <a:lnTo>
                    <a:pt x="1343" y="702"/>
                  </a:lnTo>
                  <a:lnTo>
                    <a:pt x="1611" y="558"/>
                  </a:lnTo>
                  <a:lnTo>
                    <a:pt x="1900" y="413"/>
                  </a:lnTo>
                  <a:lnTo>
                    <a:pt x="2024" y="372"/>
                  </a:lnTo>
                  <a:lnTo>
                    <a:pt x="2168" y="351"/>
                  </a:lnTo>
                  <a:lnTo>
                    <a:pt x="2292" y="351"/>
                  </a:lnTo>
                  <a:lnTo>
                    <a:pt x="2395" y="392"/>
                  </a:lnTo>
                  <a:lnTo>
                    <a:pt x="2416" y="413"/>
                  </a:lnTo>
                  <a:lnTo>
                    <a:pt x="2437" y="434"/>
                  </a:lnTo>
                  <a:lnTo>
                    <a:pt x="2416" y="537"/>
                  </a:lnTo>
                  <a:lnTo>
                    <a:pt x="2395" y="661"/>
                  </a:lnTo>
                  <a:lnTo>
                    <a:pt x="2333" y="805"/>
                  </a:lnTo>
                  <a:lnTo>
                    <a:pt x="2168" y="1053"/>
                  </a:lnTo>
                  <a:lnTo>
                    <a:pt x="1982" y="1280"/>
                  </a:lnTo>
                  <a:lnTo>
                    <a:pt x="1776" y="1466"/>
                  </a:lnTo>
                  <a:lnTo>
                    <a:pt x="1570" y="1610"/>
                  </a:lnTo>
                  <a:lnTo>
                    <a:pt x="1363" y="1734"/>
                  </a:lnTo>
                  <a:lnTo>
                    <a:pt x="1136" y="1817"/>
                  </a:lnTo>
                  <a:lnTo>
                    <a:pt x="950" y="1879"/>
                  </a:lnTo>
                  <a:lnTo>
                    <a:pt x="765" y="1920"/>
                  </a:lnTo>
                  <a:lnTo>
                    <a:pt x="455" y="1961"/>
                  </a:lnTo>
                  <a:lnTo>
                    <a:pt x="249" y="1982"/>
                  </a:lnTo>
                  <a:lnTo>
                    <a:pt x="207" y="2002"/>
                  </a:lnTo>
                  <a:lnTo>
                    <a:pt x="187" y="2002"/>
                  </a:lnTo>
                  <a:lnTo>
                    <a:pt x="187" y="2023"/>
                  </a:lnTo>
                  <a:lnTo>
                    <a:pt x="249" y="2044"/>
                  </a:lnTo>
                  <a:lnTo>
                    <a:pt x="331" y="2085"/>
                  </a:lnTo>
                  <a:lnTo>
                    <a:pt x="455" y="2106"/>
                  </a:lnTo>
                  <a:lnTo>
                    <a:pt x="620" y="2126"/>
                  </a:lnTo>
                  <a:lnTo>
                    <a:pt x="785" y="2126"/>
                  </a:lnTo>
                  <a:lnTo>
                    <a:pt x="992" y="2106"/>
                  </a:lnTo>
                  <a:lnTo>
                    <a:pt x="1239" y="2044"/>
                  </a:lnTo>
                  <a:lnTo>
                    <a:pt x="1466" y="1982"/>
                  </a:lnTo>
                  <a:lnTo>
                    <a:pt x="1735" y="1858"/>
                  </a:lnTo>
                  <a:lnTo>
                    <a:pt x="1982" y="1713"/>
                  </a:lnTo>
                  <a:lnTo>
                    <a:pt x="2230" y="1507"/>
                  </a:lnTo>
                  <a:lnTo>
                    <a:pt x="2333" y="1383"/>
                  </a:lnTo>
                  <a:lnTo>
                    <a:pt x="2457" y="1259"/>
                  </a:lnTo>
                  <a:lnTo>
                    <a:pt x="2540" y="1115"/>
                  </a:lnTo>
                  <a:lnTo>
                    <a:pt x="2643" y="970"/>
                  </a:lnTo>
                  <a:lnTo>
                    <a:pt x="2725" y="805"/>
                  </a:lnTo>
                  <a:lnTo>
                    <a:pt x="2746" y="702"/>
                  </a:lnTo>
                  <a:lnTo>
                    <a:pt x="2767" y="599"/>
                  </a:lnTo>
                  <a:lnTo>
                    <a:pt x="2787" y="496"/>
                  </a:lnTo>
                  <a:lnTo>
                    <a:pt x="2767" y="351"/>
                  </a:lnTo>
                  <a:lnTo>
                    <a:pt x="2705" y="227"/>
                  </a:lnTo>
                  <a:lnTo>
                    <a:pt x="2643" y="165"/>
                  </a:lnTo>
                  <a:lnTo>
                    <a:pt x="2602" y="124"/>
                  </a:lnTo>
                  <a:lnTo>
                    <a:pt x="2457" y="42"/>
                  </a:lnTo>
                  <a:lnTo>
                    <a:pt x="2354" y="21"/>
                  </a:lnTo>
                  <a:lnTo>
                    <a:pt x="2230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9" name="Google Shape;799;p27">
              <a:extLst>
                <a:ext uri="{FF2B5EF4-FFF2-40B4-BE49-F238E27FC236}">
                  <a16:creationId xmlns:a16="http://schemas.microsoft.com/office/drawing/2014/main" id="{5CFD6714-8CEF-D6CB-85F9-B4B1CB91320A}"/>
                </a:ext>
              </a:extLst>
            </p:cNvPr>
            <p:cNvSpPr/>
            <p:nvPr/>
          </p:nvSpPr>
          <p:spPr>
            <a:xfrm>
              <a:off x="1751000" y="2864200"/>
              <a:ext cx="958300" cy="2351575"/>
            </a:xfrm>
            <a:custGeom>
              <a:avLst/>
              <a:gdLst/>
              <a:ahLst/>
              <a:cxnLst/>
              <a:rect l="l" t="t" r="r" b="b"/>
              <a:pathLst>
                <a:path w="38332" h="94063" extrusionOk="0">
                  <a:moveTo>
                    <a:pt x="29518" y="0"/>
                  </a:moveTo>
                  <a:lnTo>
                    <a:pt x="1" y="5883"/>
                  </a:lnTo>
                  <a:lnTo>
                    <a:pt x="2911" y="15337"/>
                  </a:lnTo>
                  <a:lnTo>
                    <a:pt x="3056" y="15791"/>
                  </a:lnTo>
                  <a:lnTo>
                    <a:pt x="3221" y="16245"/>
                  </a:lnTo>
                  <a:lnTo>
                    <a:pt x="3386" y="16678"/>
                  </a:lnTo>
                  <a:lnTo>
                    <a:pt x="3572" y="17112"/>
                  </a:lnTo>
                  <a:lnTo>
                    <a:pt x="3778" y="17545"/>
                  </a:lnTo>
                  <a:lnTo>
                    <a:pt x="3985" y="17979"/>
                  </a:lnTo>
                  <a:lnTo>
                    <a:pt x="4212" y="18392"/>
                  </a:lnTo>
                  <a:lnTo>
                    <a:pt x="4459" y="18805"/>
                  </a:lnTo>
                  <a:lnTo>
                    <a:pt x="4707" y="19197"/>
                  </a:lnTo>
                  <a:lnTo>
                    <a:pt x="4975" y="19589"/>
                  </a:lnTo>
                  <a:lnTo>
                    <a:pt x="5244" y="19981"/>
                  </a:lnTo>
                  <a:lnTo>
                    <a:pt x="5533" y="20353"/>
                  </a:lnTo>
                  <a:lnTo>
                    <a:pt x="5842" y="20724"/>
                  </a:lnTo>
                  <a:lnTo>
                    <a:pt x="6152" y="21075"/>
                  </a:lnTo>
                  <a:lnTo>
                    <a:pt x="6462" y="21426"/>
                  </a:lnTo>
                  <a:lnTo>
                    <a:pt x="6792" y="21756"/>
                  </a:lnTo>
                  <a:lnTo>
                    <a:pt x="9578" y="24543"/>
                  </a:lnTo>
                  <a:lnTo>
                    <a:pt x="10652" y="25616"/>
                  </a:lnTo>
                  <a:lnTo>
                    <a:pt x="11230" y="26256"/>
                  </a:lnTo>
                  <a:lnTo>
                    <a:pt x="20064" y="54865"/>
                  </a:lnTo>
                  <a:lnTo>
                    <a:pt x="18000" y="93030"/>
                  </a:lnTo>
                  <a:lnTo>
                    <a:pt x="33213" y="94063"/>
                  </a:lnTo>
                  <a:lnTo>
                    <a:pt x="33460" y="92391"/>
                  </a:lnTo>
                  <a:lnTo>
                    <a:pt x="34121" y="87891"/>
                  </a:lnTo>
                  <a:lnTo>
                    <a:pt x="35050" y="81430"/>
                  </a:lnTo>
                  <a:lnTo>
                    <a:pt x="35566" y="77715"/>
                  </a:lnTo>
                  <a:lnTo>
                    <a:pt x="36082" y="73834"/>
                  </a:lnTo>
                  <a:lnTo>
                    <a:pt x="36577" y="69871"/>
                  </a:lnTo>
                  <a:lnTo>
                    <a:pt x="37052" y="65949"/>
                  </a:lnTo>
                  <a:lnTo>
                    <a:pt x="37485" y="62172"/>
                  </a:lnTo>
                  <a:lnTo>
                    <a:pt x="37857" y="58642"/>
                  </a:lnTo>
                  <a:lnTo>
                    <a:pt x="38001" y="56991"/>
                  </a:lnTo>
                  <a:lnTo>
                    <a:pt x="38125" y="55463"/>
                  </a:lnTo>
                  <a:lnTo>
                    <a:pt x="38208" y="54039"/>
                  </a:lnTo>
                  <a:lnTo>
                    <a:pt x="38290" y="52739"/>
                  </a:lnTo>
                  <a:lnTo>
                    <a:pt x="38332" y="51562"/>
                  </a:lnTo>
                  <a:lnTo>
                    <a:pt x="38332" y="50571"/>
                  </a:lnTo>
                  <a:lnTo>
                    <a:pt x="38290" y="49725"/>
                  </a:lnTo>
                  <a:lnTo>
                    <a:pt x="38270" y="49374"/>
                  </a:lnTo>
                  <a:lnTo>
                    <a:pt x="38229" y="49065"/>
                  </a:lnTo>
                  <a:lnTo>
                    <a:pt x="36701" y="39301"/>
                  </a:lnTo>
                  <a:lnTo>
                    <a:pt x="34307" y="23676"/>
                  </a:lnTo>
                  <a:lnTo>
                    <a:pt x="31128" y="2808"/>
                  </a:lnTo>
                  <a:lnTo>
                    <a:pt x="29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0" name="Google Shape;800;p27">
              <a:extLst>
                <a:ext uri="{FF2B5EF4-FFF2-40B4-BE49-F238E27FC236}">
                  <a16:creationId xmlns:a16="http://schemas.microsoft.com/office/drawing/2014/main" id="{0D57AED0-1719-162F-F503-AD5B5EA5ABCC}"/>
                </a:ext>
              </a:extLst>
            </p:cNvPr>
            <p:cNvSpPr/>
            <p:nvPr/>
          </p:nvSpPr>
          <p:spPr>
            <a:xfrm>
              <a:off x="1751000" y="2864200"/>
              <a:ext cx="958300" cy="2351575"/>
            </a:xfrm>
            <a:custGeom>
              <a:avLst/>
              <a:gdLst/>
              <a:ahLst/>
              <a:cxnLst/>
              <a:rect l="l" t="t" r="r" b="b"/>
              <a:pathLst>
                <a:path w="38332" h="94063" fill="none" extrusionOk="0">
                  <a:moveTo>
                    <a:pt x="1" y="5883"/>
                  </a:moveTo>
                  <a:lnTo>
                    <a:pt x="2911" y="15337"/>
                  </a:lnTo>
                  <a:lnTo>
                    <a:pt x="2911" y="15337"/>
                  </a:lnTo>
                  <a:lnTo>
                    <a:pt x="3056" y="15791"/>
                  </a:lnTo>
                  <a:lnTo>
                    <a:pt x="3221" y="16245"/>
                  </a:lnTo>
                  <a:lnTo>
                    <a:pt x="3386" y="16678"/>
                  </a:lnTo>
                  <a:lnTo>
                    <a:pt x="3572" y="17112"/>
                  </a:lnTo>
                  <a:lnTo>
                    <a:pt x="3778" y="17545"/>
                  </a:lnTo>
                  <a:lnTo>
                    <a:pt x="3985" y="17979"/>
                  </a:lnTo>
                  <a:lnTo>
                    <a:pt x="4212" y="18392"/>
                  </a:lnTo>
                  <a:lnTo>
                    <a:pt x="4459" y="18805"/>
                  </a:lnTo>
                  <a:lnTo>
                    <a:pt x="4707" y="19197"/>
                  </a:lnTo>
                  <a:lnTo>
                    <a:pt x="4975" y="19589"/>
                  </a:lnTo>
                  <a:lnTo>
                    <a:pt x="5244" y="19981"/>
                  </a:lnTo>
                  <a:lnTo>
                    <a:pt x="5533" y="20353"/>
                  </a:lnTo>
                  <a:lnTo>
                    <a:pt x="5842" y="20724"/>
                  </a:lnTo>
                  <a:lnTo>
                    <a:pt x="6152" y="21075"/>
                  </a:lnTo>
                  <a:lnTo>
                    <a:pt x="6462" y="21426"/>
                  </a:lnTo>
                  <a:lnTo>
                    <a:pt x="6792" y="21756"/>
                  </a:lnTo>
                  <a:lnTo>
                    <a:pt x="6792" y="21756"/>
                  </a:lnTo>
                  <a:lnTo>
                    <a:pt x="9578" y="24543"/>
                  </a:lnTo>
                  <a:lnTo>
                    <a:pt x="10652" y="25616"/>
                  </a:lnTo>
                  <a:lnTo>
                    <a:pt x="11230" y="26256"/>
                  </a:lnTo>
                  <a:lnTo>
                    <a:pt x="20064" y="54865"/>
                  </a:lnTo>
                  <a:lnTo>
                    <a:pt x="18000" y="93030"/>
                  </a:lnTo>
                  <a:lnTo>
                    <a:pt x="33213" y="94063"/>
                  </a:lnTo>
                  <a:lnTo>
                    <a:pt x="33213" y="94063"/>
                  </a:lnTo>
                  <a:lnTo>
                    <a:pt x="33460" y="92391"/>
                  </a:lnTo>
                  <a:lnTo>
                    <a:pt x="34121" y="87891"/>
                  </a:lnTo>
                  <a:lnTo>
                    <a:pt x="35050" y="81430"/>
                  </a:lnTo>
                  <a:lnTo>
                    <a:pt x="35566" y="77715"/>
                  </a:lnTo>
                  <a:lnTo>
                    <a:pt x="36082" y="73834"/>
                  </a:lnTo>
                  <a:lnTo>
                    <a:pt x="36577" y="69871"/>
                  </a:lnTo>
                  <a:lnTo>
                    <a:pt x="37052" y="65949"/>
                  </a:lnTo>
                  <a:lnTo>
                    <a:pt x="37485" y="62172"/>
                  </a:lnTo>
                  <a:lnTo>
                    <a:pt x="37857" y="58642"/>
                  </a:lnTo>
                  <a:lnTo>
                    <a:pt x="38001" y="56991"/>
                  </a:lnTo>
                  <a:lnTo>
                    <a:pt x="38125" y="55463"/>
                  </a:lnTo>
                  <a:lnTo>
                    <a:pt x="38208" y="54039"/>
                  </a:lnTo>
                  <a:lnTo>
                    <a:pt x="38290" y="52739"/>
                  </a:lnTo>
                  <a:lnTo>
                    <a:pt x="38332" y="51562"/>
                  </a:lnTo>
                  <a:lnTo>
                    <a:pt x="38332" y="50571"/>
                  </a:lnTo>
                  <a:lnTo>
                    <a:pt x="38290" y="49725"/>
                  </a:lnTo>
                  <a:lnTo>
                    <a:pt x="38270" y="49374"/>
                  </a:lnTo>
                  <a:lnTo>
                    <a:pt x="38229" y="49065"/>
                  </a:lnTo>
                  <a:lnTo>
                    <a:pt x="38229" y="49065"/>
                  </a:lnTo>
                  <a:lnTo>
                    <a:pt x="36701" y="39301"/>
                  </a:lnTo>
                  <a:lnTo>
                    <a:pt x="34307" y="23676"/>
                  </a:lnTo>
                  <a:lnTo>
                    <a:pt x="31128" y="2808"/>
                  </a:lnTo>
                  <a:lnTo>
                    <a:pt x="29518" y="0"/>
                  </a:lnTo>
                  <a:lnTo>
                    <a:pt x="1" y="588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1" name="Google Shape;801;p27">
              <a:extLst>
                <a:ext uri="{FF2B5EF4-FFF2-40B4-BE49-F238E27FC236}">
                  <a16:creationId xmlns:a16="http://schemas.microsoft.com/office/drawing/2014/main" id="{F2615AC9-1DDA-354D-CEB3-2504578A5909}"/>
                </a:ext>
              </a:extLst>
            </p:cNvPr>
            <p:cNvSpPr/>
            <p:nvPr/>
          </p:nvSpPr>
          <p:spPr>
            <a:xfrm>
              <a:off x="1523950" y="3434925"/>
              <a:ext cx="1005250" cy="1717375"/>
            </a:xfrm>
            <a:custGeom>
              <a:avLst/>
              <a:gdLst/>
              <a:ahLst/>
              <a:cxnLst/>
              <a:rect l="l" t="t" r="r" b="b"/>
              <a:pathLst>
                <a:path w="40210" h="68695" extrusionOk="0">
                  <a:moveTo>
                    <a:pt x="40210" y="1"/>
                  </a:moveTo>
                  <a:lnTo>
                    <a:pt x="21757" y="4438"/>
                  </a:lnTo>
                  <a:lnTo>
                    <a:pt x="20209" y="32572"/>
                  </a:lnTo>
                  <a:lnTo>
                    <a:pt x="1" y="60046"/>
                  </a:lnTo>
                  <a:lnTo>
                    <a:pt x="12675" y="68695"/>
                  </a:lnTo>
                  <a:lnTo>
                    <a:pt x="39942" y="36845"/>
                  </a:lnTo>
                  <a:lnTo>
                    <a:pt x="402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2" name="Google Shape;802;p27">
              <a:extLst>
                <a:ext uri="{FF2B5EF4-FFF2-40B4-BE49-F238E27FC236}">
                  <a16:creationId xmlns:a16="http://schemas.microsoft.com/office/drawing/2014/main" id="{180B07A7-5134-EAAA-6728-D3E00B6B4D01}"/>
                </a:ext>
              </a:extLst>
            </p:cNvPr>
            <p:cNvSpPr/>
            <p:nvPr/>
          </p:nvSpPr>
          <p:spPr>
            <a:xfrm>
              <a:off x="1523950" y="3434925"/>
              <a:ext cx="1005250" cy="1717375"/>
            </a:xfrm>
            <a:custGeom>
              <a:avLst/>
              <a:gdLst/>
              <a:ahLst/>
              <a:cxnLst/>
              <a:rect l="l" t="t" r="r" b="b"/>
              <a:pathLst>
                <a:path w="40210" h="68695" fill="none" extrusionOk="0">
                  <a:moveTo>
                    <a:pt x="21757" y="4438"/>
                  </a:moveTo>
                  <a:lnTo>
                    <a:pt x="20209" y="32572"/>
                  </a:lnTo>
                  <a:lnTo>
                    <a:pt x="1" y="60046"/>
                  </a:lnTo>
                  <a:lnTo>
                    <a:pt x="12675" y="68695"/>
                  </a:lnTo>
                  <a:lnTo>
                    <a:pt x="39942" y="36845"/>
                  </a:lnTo>
                  <a:lnTo>
                    <a:pt x="40210" y="1"/>
                  </a:lnTo>
                  <a:lnTo>
                    <a:pt x="21757" y="443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3" name="Google Shape;803;p27">
              <a:extLst>
                <a:ext uri="{FF2B5EF4-FFF2-40B4-BE49-F238E27FC236}">
                  <a16:creationId xmlns:a16="http://schemas.microsoft.com/office/drawing/2014/main" id="{A29459BA-3DD3-CCA1-78D0-47183E95D7D5}"/>
                </a:ext>
              </a:extLst>
            </p:cNvPr>
            <p:cNvSpPr/>
            <p:nvPr/>
          </p:nvSpPr>
          <p:spPr>
            <a:xfrm>
              <a:off x="2031725" y="3520600"/>
              <a:ext cx="224500" cy="1646150"/>
            </a:xfrm>
            <a:custGeom>
              <a:avLst/>
              <a:gdLst/>
              <a:ahLst/>
              <a:cxnLst/>
              <a:rect l="l" t="t" r="r" b="b"/>
              <a:pathLst>
                <a:path w="8980" h="65846" extrusionOk="0">
                  <a:moveTo>
                    <a:pt x="1" y="0"/>
                  </a:moveTo>
                  <a:lnTo>
                    <a:pt x="42" y="124"/>
                  </a:lnTo>
                  <a:lnTo>
                    <a:pt x="166" y="537"/>
                  </a:lnTo>
                  <a:lnTo>
                    <a:pt x="641" y="2085"/>
                  </a:lnTo>
                  <a:lnTo>
                    <a:pt x="2457" y="7823"/>
                  </a:lnTo>
                  <a:lnTo>
                    <a:pt x="8709" y="27155"/>
                  </a:lnTo>
                  <a:lnTo>
                    <a:pt x="8443" y="32221"/>
                  </a:lnTo>
                  <a:lnTo>
                    <a:pt x="7246" y="56000"/>
                  </a:lnTo>
                  <a:lnTo>
                    <a:pt x="6916" y="63204"/>
                  </a:lnTo>
                  <a:lnTo>
                    <a:pt x="6833" y="65164"/>
                  </a:lnTo>
                  <a:lnTo>
                    <a:pt x="6833" y="65680"/>
                  </a:lnTo>
                  <a:lnTo>
                    <a:pt x="6833" y="65846"/>
                  </a:lnTo>
                  <a:lnTo>
                    <a:pt x="6854" y="65680"/>
                  </a:lnTo>
                  <a:lnTo>
                    <a:pt x="6895" y="65164"/>
                  </a:lnTo>
                  <a:lnTo>
                    <a:pt x="7019" y="63204"/>
                  </a:lnTo>
                  <a:lnTo>
                    <a:pt x="7432" y="56000"/>
                  </a:lnTo>
                  <a:lnTo>
                    <a:pt x="8711" y="32242"/>
                  </a:lnTo>
                  <a:lnTo>
                    <a:pt x="8980" y="27123"/>
                  </a:lnTo>
                  <a:lnTo>
                    <a:pt x="8980" y="27102"/>
                  </a:lnTo>
                  <a:lnTo>
                    <a:pt x="8980" y="27081"/>
                  </a:lnTo>
                  <a:lnTo>
                    <a:pt x="2643" y="7761"/>
                  </a:lnTo>
                  <a:lnTo>
                    <a:pt x="723" y="2044"/>
                  </a:lnTo>
                  <a:lnTo>
                    <a:pt x="207" y="516"/>
                  </a:lnTo>
                  <a:lnTo>
                    <a:pt x="63" y="1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7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4" name="Google Shape;804;p27">
              <a:extLst>
                <a:ext uri="{FF2B5EF4-FFF2-40B4-BE49-F238E27FC236}">
                  <a16:creationId xmlns:a16="http://schemas.microsoft.com/office/drawing/2014/main" id="{7A60ACED-919E-CF2C-0A4F-EE91D35D1DE9}"/>
                </a:ext>
              </a:extLst>
            </p:cNvPr>
            <p:cNvSpPr/>
            <p:nvPr/>
          </p:nvSpPr>
          <p:spPr>
            <a:xfrm>
              <a:off x="2031725" y="3520600"/>
              <a:ext cx="224500" cy="1646150"/>
            </a:xfrm>
            <a:custGeom>
              <a:avLst/>
              <a:gdLst/>
              <a:ahLst/>
              <a:cxnLst/>
              <a:rect l="l" t="t" r="r" b="b"/>
              <a:pathLst>
                <a:path w="8980" h="65846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63" y="124"/>
                  </a:lnTo>
                  <a:lnTo>
                    <a:pt x="63" y="124"/>
                  </a:lnTo>
                  <a:lnTo>
                    <a:pt x="207" y="516"/>
                  </a:lnTo>
                  <a:lnTo>
                    <a:pt x="207" y="516"/>
                  </a:lnTo>
                  <a:lnTo>
                    <a:pt x="723" y="2044"/>
                  </a:lnTo>
                  <a:lnTo>
                    <a:pt x="723" y="2044"/>
                  </a:lnTo>
                  <a:lnTo>
                    <a:pt x="2643" y="7761"/>
                  </a:lnTo>
                  <a:lnTo>
                    <a:pt x="2643" y="7761"/>
                  </a:lnTo>
                  <a:lnTo>
                    <a:pt x="8980" y="27081"/>
                  </a:lnTo>
                  <a:lnTo>
                    <a:pt x="8980" y="27102"/>
                  </a:lnTo>
                  <a:lnTo>
                    <a:pt x="8980" y="27123"/>
                  </a:lnTo>
                  <a:lnTo>
                    <a:pt x="8980" y="27123"/>
                  </a:lnTo>
                  <a:lnTo>
                    <a:pt x="8711" y="32242"/>
                  </a:lnTo>
                  <a:lnTo>
                    <a:pt x="8711" y="32242"/>
                  </a:lnTo>
                  <a:lnTo>
                    <a:pt x="7432" y="56000"/>
                  </a:lnTo>
                  <a:lnTo>
                    <a:pt x="7432" y="56000"/>
                  </a:lnTo>
                  <a:lnTo>
                    <a:pt x="7019" y="63204"/>
                  </a:lnTo>
                  <a:lnTo>
                    <a:pt x="7019" y="63204"/>
                  </a:lnTo>
                  <a:lnTo>
                    <a:pt x="6895" y="65164"/>
                  </a:lnTo>
                  <a:lnTo>
                    <a:pt x="6895" y="65164"/>
                  </a:lnTo>
                  <a:lnTo>
                    <a:pt x="6854" y="65680"/>
                  </a:lnTo>
                  <a:lnTo>
                    <a:pt x="6854" y="65680"/>
                  </a:lnTo>
                  <a:lnTo>
                    <a:pt x="6833" y="65846"/>
                  </a:lnTo>
                  <a:lnTo>
                    <a:pt x="6833" y="65846"/>
                  </a:lnTo>
                  <a:lnTo>
                    <a:pt x="6833" y="65680"/>
                  </a:lnTo>
                  <a:lnTo>
                    <a:pt x="6833" y="65680"/>
                  </a:lnTo>
                  <a:lnTo>
                    <a:pt x="6833" y="65164"/>
                  </a:lnTo>
                  <a:lnTo>
                    <a:pt x="6833" y="65164"/>
                  </a:lnTo>
                  <a:lnTo>
                    <a:pt x="6916" y="63204"/>
                  </a:lnTo>
                  <a:lnTo>
                    <a:pt x="6916" y="63204"/>
                  </a:lnTo>
                  <a:lnTo>
                    <a:pt x="7246" y="56000"/>
                  </a:lnTo>
                  <a:lnTo>
                    <a:pt x="7246" y="56000"/>
                  </a:lnTo>
                  <a:lnTo>
                    <a:pt x="8443" y="32221"/>
                  </a:lnTo>
                  <a:lnTo>
                    <a:pt x="8443" y="32221"/>
                  </a:lnTo>
                  <a:lnTo>
                    <a:pt x="8711" y="27102"/>
                  </a:lnTo>
                  <a:lnTo>
                    <a:pt x="8711" y="27164"/>
                  </a:lnTo>
                  <a:lnTo>
                    <a:pt x="8711" y="27164"/>
                  </a:lnTo>
                  <a:lnTo>
                    <a:pt x="2457" y="7823"/>
                  </a:lnTo>
                  <a:lnTo>
                    <a:pt x="2457" y="7823"/>
                  </a:lnTo>
                  <a:lnTo>
                    <a:pt x="641" y="2085"/>
                  </a:lnTo>
                  <a:lnTo>
                    <a:pt x="641" y="2085"/>
                  </a:lnTo>
                  <a:lnTo>
                    <a:pt x="166" y="537"/>
                  </a:lnTo>
                  <a:lnTo>
                    <a:pt x="166" y="537"/>
                  </a:lnTo>
                  <a:lnTo>
                    <a:pt x="42" y="124"/>
                  </a:lnTo>
                  <a:lnTo>
                    <a:pt x="42" y="124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5" name="Google Shape;805;p27">
              <a:extLst>
                <a:ext uri="{FF2B5EF4-FFF2-40B4-BE49-F238E27FC236}">
                  <a16:creationId xmlns:a16="http://schemas.microsoft.com/office/drawing/2014/main" id="{EB01D5B4-1F17-F144-429E-2DB12ECA80A7}"/>
                </a:ext>
              </a:extLst>
            </p:cNvPr>
            <p:cNvSpPr/>
            <p:nvPr/>
          </p:nvSpPr>
          <p:spPr>
            <a:xfrm>
              <a:off x="1525500" y="1610250"/>
              <a:ext cx="1039825" cy="1557925"/>
            </a:xfrm>
            <a:custGeom>
              <a:avLst/>
              <a:gdLst/>
              <a:ahLst/>
              <a:cxnLst/>
              <a:rect l="l" t="t" r="r" b="b"/>
              <a:pathLst>
                <a:path w="41593" h="62317" extrusionOk="0">
                  <a:moveTo>
                    <a:pt x="4150" y="0"/>
                  </a:moveTo>
                  <a:lnTo>
                    <a:pt x="3943" y="351"/>
                  </a:lnTo>
                  <a:lnTo>
                    <a:pt x="3696" y="764"/>
                  </a:lnTo>
                  <a:lnTo>
                    <a:pt x="3386" y="1321"/>
                  </a:lnTo>
                  <a:lnTo>
                    <a:pt x="3035" y="2002"/>
                  </a:lnTo>
                  <a:lnTo>
                    <a:pt x="2622" y="2807"/>
                  </a:lnTo>
                  <a:lnTo>
                    <a:pt x="2209" y="3716"/>
                  </a:lnTo>
                  <a:lnTo>
                    <a:pt x="1776" y="4706"/>
                  </a:lnTo>
                  <a:lnTo>
                    <a:pt x="1363" y="5780"/>
                  </a:lnTo>
                  <a:lnTo>
                    <a:pt x="1177" y="6337"/>
                  </a:lnTo>
                  <a:lnTo>
                    <a:pt x="971" y="6915"/>
                  </a:lnTo>
                  <a:lnTo>
                    <a:pt x="806" y="7493"/>
                  </a:lnTo>
                  <a:lnTo>
                    <a:pt x="641" y="8091"/>
                  </a:lnTo>
                  <a:lnTo>
                    <a:pt x="496" y="8711"/>
                  </a:lnTo>
                  <a:lnTo>
                    <a:pt x="352" y="9330"/>
                  </a:lnTo>
                  <a:lnTo>
                    <a:pt x="248" y="9949"/>
                  </a:lnTo>
                  <a:lnTo>
                    <a:pt x="145" y="10568"/>
                  </a:lnTo>
                  <a:lnTo>
                    <a:pt x="83" y="11188"/>
                  </a:lnTo>
                  <a:lnTo>
                    <a:pt x="21" y="11828"/>
                  </a:lnTo>
                  <a:lnTo>
                    <a:pt x="1" y="12447"/>
                  </a:lnTo>
                  <a:lnTo>
                    <a:pt x="21" y="13066"/>
                  </a:lnTo>
                  <a:lnTo>
                    <a:pt x="63" y="13685"/>
                  </a:lnTo>
                  <a:lnTo>
                    <a:pt x="125" y="14304"/>
                  </a:lnTo>
                  <a:lnTo>
                    <a:pt x="207" y="14697"/>
                  </a:lnTo>
                  <a:lnTo>
                    <a:pt x="310" y="15254"/>
                  </a:lnTo>
                  <a:lnTo>
                    <a:pt x="661" y="16823"/>
                  </a:lnTo>
                  <a:lnTo>
                    <a:pt x="1136" y="18907"/>
                  </a:lnTo>
                  <a:lnTo>
                    <a:pt x="1735" y="21405"/>
                  </a:lnTo>
                  <a:lnTo>
                    <a:pt x="3200" y="27308"/>
                  </a:lnTo>
                  <a:lnTo>
                    <a:pt x="4810" y="33810"/>
                  </a:lnTo>
                  <a:lnTo>
                    <a:pt x="7782" y="45617"/>
                  </a:lnTo>
                  <a:lnTo>
                    <a:pt x="9124" y="50881"/>
                  </a:lnTo>
                  <a:lnTo>
                    <a:pt x="9021" y="62316"/>
                  </a:lnTo>
                  <a:lnTo>
                    <a:pt x="41593" y="55587"/>
                  </a:lnTo>
                  <a:lnTo>
                    <a:pt x="38311" y="43987"/>
                  </a:lnTo>
                  <a:lnTo>
                    <a:pt x="28651" y="9763"/>
                  </a:lnTo>
                  <a:lnTo>
                    <a:pt x="17257" y="165"/>
                  </a:lnTo>
                  <a:lnTo>
                    <a:pt x="41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6" name="Google Shape;806;p27">
              <a:extLst>
                <a:ext uri="{FF2B5EF4-FFF2-40B4-BE49-F238E27FC236}">
                  <a16:creationId xmlns:a16="http://schemas.microsoft.com/office/drawing/2014/main" id="{14423E2C-D117-74F0-E422-B440EE2BE238}"/>
                </a:ext>
              </a:extLst>
            </p:cNvPr>
            <p:cNvSpPr/>
            <p:nvPr/>
          </p:nvSpPr>
          <p:spPr>
            <a:xfrm>
              <a:off x="1525500" y="1610250"/>
              <a:ext cx="1039825" cy="1557925"/>
            </a:xfrm>
            <a:custGeom>
              <a:avLst/>
              <a:gdLst/>
              <a:ahLst/>
              <a:cxnLst/>
              <a:rect l="l" t="t" r="r" b="b"/>
              <a:pathLst>
                <a:path w="41593" h="62317" fill="none" extrusionOk="0">
                  <a:moveTo>
                    <a:pt x="4150" y="0"/>
                  </a:moveTo>
                  <a:lnTo>
                    <a:pt x="4150" y="0"/>
                  </a:lnTo>
                  <a:lnTo>
                    <a:pt x="3943" y="351"/>
                  </a:lnTo>
                  <a:lnTo>
                    <a:pt x="3696" y="764"/>
                  </a:lnTo>
                  <a:lnTo>
                    <a:pt x="3386" y="1321"/>
                  </a:lnTo>
                  <a:lnTo>
                    <a:pt x="3035" y="2002"/>
                  </a:lnTo>
                  <a:lnTo>
                    <a:pt x="2622" y="2807"/>
                  </a:lnTo>
                  <a:lnTo>
                    <a:pt x="2209" y="3716"/>
                  </a:lnTo>
                  <a:lnTo>
                    <a:pt x="1776" y="4706"/>
                  </a:lnTo>
                  <a:lnTo>
                    <a:pt x="1363" y="5780"/>
                  </a:lnTo>
                  <a:lnTo>
                    <a:pt x="1177" y="6337"/>
                  </a:lnTo>
                  <a:lnTo>
                    <a:pt x="971" y="6915"/>
                  </a:lnTo>
                  <a:lnTo>
                    <a:pt x="806" y="7493"/>
                  </a:lnTo>
                  <a:lnTo>
                    <a:pt x="641" y="8091"/>
                  </a:lnTo>
                  <a:lnTo>
                    <a:pt x="496" y="8711"/>
                  </a:lnTo>
                  <a:lnTo>
                    <a:pt x="352" y="9330"/>
                  </a:lnTo>
                  <a:lnTo>
                    <a:pt x="248" y="9949"/>
                  </a:lnTo>
                  <a:lnTo>
                    <a:pt x="145" y="10568"/>
                  </a:lnTo>
                  <a:lnTo>
                    <a:pt x="83" y="11188"/>
                  </a:lnTo>
                  <a:lnTo>
                    <a:pt x="21" y="11828"/>
                  </a:lnTo>
                  <a:lnTo>
                    <a:pt x="1" y="12447"/>
                  </a:lnTo>
                  <a:lnTo>
                    <a:pt x="21" y="13066"/>
                  </a:lnTo>
                  <a:lnTo>
                    <a:pt x="63" y="13685"/>
                  </a:lnTo>
                  <a:lnTo>
                    <a:pt x="125" y="14304"/>
                  </a:lnTo>
                  <a:lnTo>
                    <a:pt x="125" y="14304"/>
                  </a:lnTo>
                  <a:lnTo>
                    <a:pt x="207" y="14697"/>
                  </a:lnTo>
                  <a:lnTo>
                    <a:pt x="310" y="15254"/>
                  </a:lnTo>
                  <a:lnTo>
                    <a:pt x="661" y="16823"/>
                  </a:lnTo>
                  <a:lnTo>
                    <a:pt x="1136" y="18907"/>
                  </a:lnTo>
                  <a:lnTo>
                    <a:pt x="1735" y="21405"/>
                  </a:lnTo>
                  <a:lnTo>
                    <a:pt x="3200" y="27308"/>
                  </a:lnTo>
                  <a:lnTo>
                    <a:pt x="4810" y="33810"/>
                  </a:lnTo>
                  <a:lnTo>
                    <a:pt x="7782" y="45617"/>
                  </a:lnTo>
                  <a:lnTo>
                    <a:pt x="9124" y="50881"/>
                  </a:lnTo>
                  <a:lnTo>
                    <a:pt x="9021" y="62316"/>
                  </a:lnTo>
                  <a:lnTo>
                    <a:pt x="41593" y="55587"/>
                  </a:lnTo>
                  <a:lnTo>
                    <a:pt x="38311" y="43987"/>
                  </a:lnTo>
                  <a:lnTo>
                    <a:pt x="28651" y="9763"/>
                  </a:lnTo>
                  <a:lnTo>
                    <a:pt x="17257" y="165"/>
                  </a:lnTo>
                  <a:lnTo>
                    <a:pt x="415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7" name="Google Shape;807;p27">
              <a:extLst>
                <a:ext uri="{FF2B5EF4-FFF2-40B4-BE49-F238E27FC236}">
                  <a16:creationId xmlns:a16="http://schemas.microsoft.com/office/drawing/2014/main" id="{414D5058-FD0D-41AC-ABD4-8FD131854688}"/>
                </a:ext>
              </a:extLst>
            </p:cNvPr>
            <p:cNvSpPr/>
            <p:nvPr/>
          </p:nvSpPr>
          <p:spPr>
            <a:xfrm>
              <a:off x="2352700" y="2247025"/>
              <a:ext cx="14475" cy="52150"/>
            </a:xfrm>
            <a:custGeom>
              <a:avLst/>
              <a:gdLst/>
              <a:ahLst/>
              <a:cxnLst/>
              <a:rect l="l" t="t" r="r" b="b"/>
              <a:pathLst>
                <a:path w="579" h="2086" extrusionOk="0">
                  <a:moveTo>
                    <a:pt x="1" y="0"/>
                  </a:moveTo>
                  <a:lnTo>
                    <a:pt x="579" y="20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8" name="Google Shape;808;p27">
              <a:extLst>
                <a:ext uri="{FF2B5EF4-FFF2-40B4-BE49-F238E27FC236}">
                  <a16:creationId xmlns:a16="http://schemas.microsoft.com/office/drawing/2014/main" id="{88DDDA9B-5BB3-4275-C56D-662AAA465F68}"/>
                </a:ext>
              </a:extLst>
            </p:cNvPr>
            <p:cNvSpPr/>
            <p:nvPr/>
          </p:nvSpPr>
          <p:spPr>
            <a:xfrm>
              <a:off x="2352700" y="2247025"/>
              <a:ext cx="14475" cy="52150"/>
            </a:xfrm>
            <a:custGeom>
              <a:avLst/>
              <a:gdLst/>
              <a:ahLst/>
              <a:cxnLst/>
              <a:rect l="l" t="t" r="r" b="b"/>
              <a:pathLst>
                <a:path w="579" h="2086" fill="none" extrusionOk="0">
                  <a:moveTo>
                    <a:pt x="1" y="0"/>
                  </a:moveTo>
                  <a:lnTo>
                    <a:pt x="579" y="208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9" name="Google Shape;809;p27">
              <a:extLst>
                <a:ext uri="{FF2B5EF4-FFF2-40B4-BE49-F238E27FC236}">
                  <a16:creationId xmlns:a16="http://schemas.microsoft.com/office/drawing/2014/main" id="{C9E378CE-1C52-1895-1341-3D8D2F38532D}"/>
                </a:ext>
              </a:extLst>
            </p:cNvPr>
            <p:cNvSpPr/>
            <p:nvPr/>
          </p:nvSpPr>
          <p:spPr>
            <a:xfrm>
              <a:off x="1719525" y="2029775"/>
              <a:ext cx="651275" cy="281250"/>
            </a:xfrm>
            <a:custGeom>
              <a:avLst/>
              <a:gdLst/>
              <a:ahLst/>
              <a:cxnLst/>
              <a:rect l="l" t="t" r="r" b="b"/>
              <a:pathLst>
                <a:path w="26051" h="11250" extrusionOk="0">
                  <a:moveTo>
                    <a:pt x="1" y="0"/>
                  </a:moveTo>
                  <a:lnTo>
                    <a:pt x="682" y="475"/>
                  </a:lnTo>
                  <a:lnTo>
                    <a:pt x="2519" y="1734"/>
                  </a:lnTo>
                  <a:lnTo>
                    <a:pt x="3799" y="2581"/>
                  </a:lnTo>
                  <a:lnTo>
                    <a:pt x="5244" y="3509"/>
                  </a:lnTo>
                  <a:lnTo>
                    <a:pt x="6812" y="4521"/>
                  </a:lnTo>
                  <a:lnTo>
                    <a:pt x="8505" y="5553"/>
                  </a:lnTo>
                  <a:lnTo>
                    <a:pt x="10260" y="6585"/>
                  </a:lnTo>
                  <a:lnTo>
                    <a:pt x="12035" y="7596"/>
                  </a:lnTo>
                  <a:lnTo>
                    <a:pt x="12922" y="8071"/>
                  </a:lnTo>
                  <a:lnTo>
                    <a:pt x="13810" y="8546"/>
                  </a:lnTo>
                  <a:lnTo>
                    <a:pt x="14677" y="8979"/>
                  </a:lnTo>
                  <a:lnTo>
                    <a:pt x="15544" y="9372"/>
                  </a:lnTo>
                  <a:lnTo>
                    <a:pt x="16369" y="9743"/>
                  </a:lnTo>
                  <a:lnTo>
                    <a:pt x="17174" y="10094"/>
                  </a:lnTo>
                  <a:lnTo>
                    <a:pt x="17959" y="10383"/>
                  </a:lnTo>
                  <a:lnTo>
                    <a:pt x="18702" y="10631"/>
                  </a:lnTo>
                  <a:lnTo>
                    <a:pt x="19404" y="10837"/>
                  </a:lnTo>
                  <a:lnTo>
                    <a:pt x="20064" y="10982"/>
                  </a:lnTo>
                  <a:lnTo>
                    <a:pt x="20374" y="11044"/>
                  </a:lnTo>
                  <a:lnTo>
                    <a:pt x="20683" y="11085"/>
                  </a:lnTo>
                  <a:lnTo>
                    <a:pt x="20952" y="11105"/>
                  </a:lnTo>
                  <a:lnTo>
                    <a:pt x="21323" y="11105"/>
                  </a:lnTo>
                  <a:lnTo>
                    <a:pt x="26050" y="11250"/>
                  </a:lnTo>
                  <a:lnTo>
                    <a:pt x="25906" y="10775"/>
                  </a:lnTo>
                  <a:lnTo>
                    <a:pt x="25328" y="86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26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0" name="Google Shape;810;p27">
              <a:extLst>
                <a:ext uri="{FF2B5EF4-FFF2-40B4-BE49-F238E27FC236}">
                  <a16:creationId xmlns:a16="http://schemas.microsoft.com/office/drawing/2014/main" id="{A5B93D8E-A3D3-7C40-BBB2-7AFE6D87DDF2}"/>
                </a:ext>
              </a:extLst>
            </p:cNvPr>
            <p:cNvSpPr/>
            <p:nvPr/>
          </p:nvSpPr>
          <p:spPr>
            <a:xfrm>
              <a:off x="1719525" y="2029775"/>
              <a:ext cx="651275" cy="281250"/>
            </a:xfrm>
            <a:custGeom>
              <a:avLst/>
              <a:gdLst/>
              <a:ahLst/>
              <a:cxnLst/>
              <a:rect l="l" t="t" r="r" b="b"/>
              <a:pathLst>
                <a:path w="26051" h="11250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682" y="475"/>
                  </a:lnTo>
                  <a:lnTo>
                    <a:pt x="2519" y="1734"/>
                  </a:lnTo>
                  <a:lnTo>
                    <a:pt x="3799" y="2581"/>
                  </a:lnTo>
                  <a:lnTo>
                    <a:pt x="5244" y="3509"/>
                  </a:lnTo>
                  <a:lnTo>
                    <a:pt x="6812" y="4521"/>
                  </a:lnTo>
                  <a:lnTo>
                    <a:pt x="8505" y="5553"/>
                  </a:lnTo>
                  <a:lnTo>
                    <a:pt x="10260" y="6585"/>
                  </a:lnTo>
                  <a:lnTo>
                    <a:pt x="12035" y="7596"/>
                  </a:lnTo>
                  <a:lnTo>
                    <a:pt x="12922" y="8071"/>
                  </a:lnTo>
                  <a:lnTo>
                    <a:pt x="13810" y="8546"/>
                  </a:lnTo>
                  <a:lnTo>
                    <a:pt x="14677" y="8979"/>
                  </a:lnTo>
                  <a:lnTo>
                    <a:pt x="15544" y="9372"/>
                  </a:lnTo>
                  <a:lnTo>
                    <a:pt x="16369" y="9743"/>
                  </a:lnTo>
                  <a:lnTo>
                    <a:pt x="17174" y="10094"/>
                  </a:lnTo>
                  <a:lnTo>
                    <a:pt x="17959" y="10383"/>
                  </a:lnTo>
                  <a:lnTo>
                    <a:pt x="18702" y="10631"/>
                  </a:lnTo>
                  <a:lnTo>
                    <a:pt x="19404" y="10837"/>
                  </a:lnTo>
                  <a:lnTo>
                    <a:pt x="20064" y="10982"/>
                  </a:lnTo>
                  <a:lnTo>
                    <a:pt x="20374" y="11044"/>
                  </a:lnTo>
                  <a:lnTo>
                    <a:pt x="20683" y="11085"/>
                  </a:lnTo>
                  <a:lnTo>
                    <a:pt x="20952" y="11105"/>
                  </a:lnTo>
                  <a:lnTo>
                    <a:pt x="21241" y="11105"/>
                  </a:lnTo>
                  <a:lnTo>
                    <a:pt x="21241" y="11105"/>
                  </a:lnTo>
                  <a:lnTo>
                    <a:pt x="21323" y="11105"/>
                  </a:lnTo>
                  <a:lnTo>
                    <a:pt x="26050" y="11250"/>
                  </a:lnTo>
                  <a:lnTo>
                    <a:pt x="25906" y="10775"/>
                  </a:lnTo>
                  <a:lnTo>
                    <a:pt x="25328" y="869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1" name="Google Shape;811;p27">
              <a:extLst>
                <a:ext uri="{FF2B5EF4-FFF2-40B4-BE49-F238E27FC236}">
                  <a16:creationId xmlns:a16="http://schemas.microsoft.com/office/drawing/2014/main" id="{3513D5D7-9F3A-A3CC-51A2-65F8AAEBE89A}"/>
                </a:ext>
              </a:extLst>
            </p:cNvPr>
            <p:cNvSpPr/>
            <p:nvPr/>
          </p:nvSpPr>
          <p:spPr>
            <a:xfrm>
              <a:off x="1569375" y="2072600"/>
              <a:ext cx="232750" cy="85175"/>
            </a:xfrm>
            <a:custGeom>
              <a:avLst/>
              <a:gdLst/>
              <a:ahLst/>
              <a:cxnLst/>
              <a:rect l="l" t="t" r="r" b="b"/>
              <a:pathLst>
                <a:path w="9310" h="3407" extrusionOk="0">
                  <a:moveTo>
                    <a:pt x="9289" y="1"/>
                  </a:moveTo>
                  <a:lnTo>
                    <a:pt x="9206" y="21"/>
                  </a:lnTo>
                  <a:lnTo>
                    <a:pt x="8959" y="166"/>
                  </a:lnTo>
                  <a:lnTo>
                    <a:pt x="8009" y="641"/>
                  </a:lnTo>
                  <a:lnTo>
                    <a:pt x="7349" y="971"/>
                  </a:lnTo>
                  <a:lnTo>
                    <a:pt x="6585" y="1322"/>
                  </a:lnTo>
                  <a:lnTo>
                    <a:pt x="5718" y="1693"/>
                  </a:lnTo>
                  <a:lnTo>
                    <a:pt x="4789" y="2065"/>
                  </a:lnTo>
                  <a:lnTo>
                    <a:pt x="3840" y="2374"/>
                  </a:lnTo>
                  <a:lnTo>
                    <a:pt x="2952" y="2663"/>
                  </a:lnTo>
                  <a:lnTo>
                    <a:pt x="2126" y="2890"/>
                  </a:lnTo>
                  <a:lnTo>
                    <a:pt x="1424" y="3056"/>
                  </a:lnTo>
                  <a:lnTo>
                    <a:pt x="372" y="3303"/>
                  </a:lnTo>
                  <a:lnTo>
                    <a:pt x="83" y="3365"/>
                  </a:lnTo>
                  <a:lnTo>
                    <a:pt x="21" y="3386"/>
                  </a:lnTo>
                  <a:lnTo>
                    <a:pt x="0" y="3406"/>
                  </a:lnTo>
                  <a:lnTo>
                    <a:pt x="103" y="3406"/>
                  </a:lnTo>
                  <a:lnTo>
                    <a:pt x="392" y="3386"/>
                  </a:lnTo>
                  <a:lnTo>
                    <a:pt x="847" y="3324"/>
                  </a:lnTo>
                  <a:lnTo>
                    <a:pt x="1445" y="3241"/>
                  </a:lnTo>
                  <a:lnTo>
                    <a:pt x="2188" y="3076"/>
                  </a:lnTo>
                  <a:lnTo>
                    <a:pt x="3014" y="2870"/>
                  </a:lnTo>
                  <a:lnTo>
                    <a:pt x="3922" y="2622"/>
                  </a:lnTo>
                  <a:lnTo>
                    <a:pt x="4872" y="2292"/>
                  </a:lnTo>
                  <a:lnTo>
                    <a:pt x="5821" y="1920"/>
                  </a:lnTo>
                  <a:lnTo>
                    <a:pt x="6667" y="1528"/>
                  </a:lnTo>
                  <a:lnTo>
                    <a:pt x="7431" y="1157"/>
                  </a:lnTo>
                  <a:lnTo>
                    <a:pt x="8092" y="806"/>
                  </a:lnTo>
                  <a:lnTo>
                    <a:pt x="8608" y="496"/>
                  </a:lnTo>
                  <a:lnTo>
                    <a:pt x="9000" y="248"/>
                  </a:lnTo>
                  <a:lnTo>
                    <a:pt x="9248" y="63"/>
                  </a:lnTo>
                  <a:lnTo>
                    <a:pt x="9309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2" name="Google Shape;812;p27">
              <a:extLst>
                <a:ext uri="{FF2B5EF4-FFF2-40B4-BE49-F238E27FC236}">
                  <a16:creationId xmlns:a16="http://schemas.microsoft.com/office/drawing/2014/main" id="{BBAFD8D9-459A-E8BD-364F-096405B6191C}"/>
                </a:ext>
              </a:extLst>
            </p:cNvPr>
            <p:cNvSpPr/>
            <p:nvPr/>
          </p:nvSpPr>
          <p:spPr>
            <a:xfrm>
              <a:off x="1686000" y="2409575"/>
              <a:ext cx="704400" cy="180125"/>
            </a:xfrm>
            <a:custGeom>
              <a:avLst/>
              <a:gdLst/>
              <a:ahLst/>
              <a:cxnLst/>
              <a:rect l="l" t="t" r="r" b="b"/>
              <a:pathLst>
                <a:path w="28176" h="7205" extrusionOk="0">
                  <a:moveTo>
                    <a:pt x="28093" y="0"/>
                  </a:moveTo>
                  <a:lnTo>
                    <a:pt x="27866" y="42"/>
                  </a:lnTo>
                  <a:lnTo>
                    <a:pt x="27040" y="248"/>
                  </a:lnTo>
                  <a:lnTo>
                    <a:pt x="24027" y="971"/>
                  </a:lnTo>
                  <a:lnTo>
                    <a:pt x="19527" y="2085"/>
                  </a:lnTo>
                  <a:lnTo>
                    <a:pt x="14057" y="3489"/>
                  </a:lnTo>
                  <a:lnTo>
                    <a:pt x="8566" y="4892"/>
                  </a:lnTo>
                  <a:lnTo>
                    <a:pt x="4087" y="6069"/>
                  </a:lnTo>
                  <a:lnTo>
                    <a:pt x="1094" y="6874"/>
                  </a:lnTo>
                  <a:lnTo>
                    <a:pt x="268" y="7122"/>
                  </a:lnTo>
                  <a:lnTo>
                    <a:pt x="62" y="7184"/>
                  </a:lnTo>
                  <a:lnTo>
                    <a:pt x="0" y="7204"/>
                  </a:lnTo>
                  <a:lnTo>
                    <a:pt x="62" y="7204"/>
                  </a:lnTo>
                  <a:lnTo>
                    <a:pt x="289" y="7163"/>
                  </a:lnTo>
                  <a:lnTo>
                    <a:pt x="1115" y="6977"/>
                  </a:lnTo>
                  <a:lnTo>
                    <a:pt x="4128" y="6234"/>
                  </a:lnTo>
                  <a:lnTo>
                    <a:pt x="8628" y="5119"/>
                  </a:lnTo>
                  <a:lnTo>
                    <a:pt x="14119" y="3736"/>
                  </a:lnTo>
                  <a:lnTo>
                    <a:pt x="19589" y="2312"/>
                  </a:lnTo>
                  <a:lnTo>
                    <a:pt x="24068" y="1136"/>
                  </a:lnTo>
                  <a:lnTo>
                    <a:pt x="27081" y="331"/>
                  </a:lnTo>
                  <a:lnTo>
                    <a:pt x="27886" y="104"/>
                  </a:lnTo>
                  <a:lnTo>
                    <a:pt x="28093" y="42"/>
                  </a:lnTo>
                  <a:lnTo>
                    <a:pt x="28175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3" name="Google Shape;813;p27">
              <a:extLst>
                <a:ext uri="{FF2B5EF4-FFF2-40B4-BE49-F238E27FC236}">
                  <a16:creationId xmlns:a16="http://schemas.microsoft.com/office/drawing/2014/main" id="{3A1E2F18-606B-46B7-E526-0CDE74A796AA}"/>
                </a:ext>
              </a:extLst>
            </p:cNvPr>
            <p:cNvSpPr/>
            <p:nvPr/>
          </p:nvSpPr>
          <p:spPr>
            <a:xfrm>
              <a:off x="1762375" y="2795050"/>
              <a:ext cx="738450" cy="178050"/>
            </a:xfrm>
            <a:custGeom>
              <a:avLst/>
              <a:gdLst/>
              <a:ahLst/>
              <a:cxnLst/>
              <a:rect l="l" t="t" r="r" b="b"/>
              <a:pathLst>
                <a:path w="29538" h="7122" extrusionOk="0">
                  <a:moveTo>
                    <a:pt x="29455" y="0"/>
                  </a:moveTo>
                  <a:lnTo>
                    <a:pt x="29228" y="21"/>
                  </a:lnTo>
                  <a:lnTo>
                    <a:pt x="28340" y="145"/>
                  </a:lnTo>
                  <a:lnTo>
                    <a:pt x="26958" y="372"/>
                  </a:lnTo>
                  <a:lnTo>
                    <a:pt x="26111" y="537"/>
                  </a:lnTo>
                  <a:lnTo>
                    <a:pt x="25141" y="723"/>
                  </a:lnTo>
                  <a:lnTo>
                    <a:pt x="24088" y="950"/>
                  </a:lnTo>
                  <a:lnTo>
                    <a:pt x="22953" y="1198"/>
                  </a:lnTo>
                  <a:lnTo>
                    <a:pt x="20435" y="1796"/>
                  </a:lnTo>
                  <a:lnTo>
                    <a:pt x="17669" y="2498"/>
                  </a:lnTo>
                  <a:lnTo>
                    <a:pt x="14697" y="3262"/>
                  </a:lnTo>
                  <a:lnTo>
                    <a:pt x="4314" y="6028"/>
                  </a:lnTo>
                  <a:lnTo>
                    <a:pt x="1156" y="6812"/>
                  </a:lnTo>
                  <a:lnTo>
                    <a:pt x="310" y="7039"/>
                  </a:lnTo>
                  <a:lnTo>
                    <a:pt x="83" y="7101"/>
                  </a:lnTo>
                  <a:lnTo>
                    <a:pt x="0" y="7122"/>
                  </a:lnTo>
                  <a:lnTo>
                    <a:pt x="83" y="7122"/>
                  </a:lnTo>
                  <a:lnTo>
                    <a:pt x="310" y="7080"/>
                  </a:lnTo>
                  <a:lnTo>
                    <a:pt x="1177" y="6915"/>
                  </a:lnTo>
                  <a:lnTo>
                    <a:pt x="2560" y="6606"/>
                  </a:lnTo>
                  <a:lnTo>
                    <a:pt x="4355" y="6193"/>
                  </a:lnTo>
                  <a:lnTo>
                    <a:pt x="6543" y="5656"/>
                  </a:lnTo>
                  <a:lnTo>
                    <a:pt x="9041" y="4996"/>
                  </a:lnTo>
                  <a:lnTo>
                    <a:pt x="14759" y="3509"/>
                  </a:lnTo>
                  <a:lnTo>
                    <a:pt x="17731" y="2725"/>
                  </a:lnTo>
                  <a:lnTo>
                    <a:pt x="20497" y="2023"/>
                  </a:lnTo>
                  <a:lnTo>
                    <a:pt x="22994" y="1404"/>
                  </a:lnTo>
                  <a:lnTo>
                    <a:pt x="25182" y="909"/>
                  </a:lnTo>
                  <a:lnTo>
                    <a:pt x="26999" y="516"/>
                  </a:lnTo>
                  <a:lnTo>
                    <a:pt x="28361" y="227"/>
                  </a:lnTo>
                  <a:lnTo>
                    <a:pt x="29228" y="62"/>
                  </a:lnTo>
                  <a:lnTo>
                    <a:pt x="29455" y="21"/>
                  </a:lnTo>
                  <a:lnTo>
                    <a:pt x="29538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4" name="Google Shape;814;p27">
              <a:extLst>
                <a:ext uri="{FF2B5EF4-FFF2-40B4-BE49-F238E27FC236}">
                  <a16:creationId xmlns:a16="http://schemas.microsoft.com/office/drawing/2014/main" id="{7D52BB24-F090-8202-CF01-40E409F3185E}"/>
                </a:ext>
              </a:extLst>
            </p:cNvPr>
            <p:cNvSpPr/>
            <p:nvPr/>
          </p:nvSpPr>
          <p:spPr>
            <a:xfrm>
              <a:off x="1762375" y="2795050"/>
              <a:ext cx="738450" cy="178050"/>
            </a:xfrm>
            <a:custGeom>
              <a:avLst/>
              <a:gdLst/>
              <a:ahLst/>
              <a:cxnLst/>
              <a:rect l="l" t="t" r="r" b="b"/>
              <a:pathLst>
                <a:path w="29538" h="7122" fill="none" extrusionOk="0">
                  <a:moveTo>
                    <a:pt x="29538" y="0"/>
                  </a:moveTo>
                  <a:lnTo>
                    <a:pt x="29538" y="0"/>
                  </a:lnTo>
                  <a:lnTo>
                    <a:pt x="29455" y="21"/>
                  </a:lnTo>
                  <a:lnTo>
                    <a:pt x="29228" y="62"/>
                  </a:lnTo>
                  <a:lnTo>
                    <a:pt x="29228" y="62"/>
                  </a:lnTo>
                  <a:lnTo>
                    <a:pt x="28361" y="227"/>
                  </a:lnTo>
                  <a:lnTo>
                    <a:pt x="28361" y="227"/>
                  </a:lnTo>
                  <a:lnTo>
                    <a:pt x="26999" y="516"/>
                  </a:lnTo>
                  <a:lnTo>
                    <a:pt x="25182" y="909"/>
                  </a:lnTo>
                  <a:lnTo>
                    <a:pt x="25182" y="909"/>
                  </a:lnTo>
                  <a:lnTo>
                    <a:pt x="22994" y="1404"/>
                  </a:lnTo>
                  <a:lnTo>
                    <a:pt x="20497" y="2023"/>
                  </a:lnTo>
                  <a:lnTo>
                    <a:pt x="17731" y="2725"/>
                  </a:lnTo>
                  <a:lnTo>
                    <a:pt x="14759" y="3509"/>
                  </a:lnTo>
                  <a:lnTo>
                    <a:pt x="14759" y="3509"/>
                  </a:lnTo>
                  <a:lnTo>
                    <a:pt x="9041" y="4996"/>
                  </a:lnTo>
                  <a:lnTo>
                    <a:pt x="6543" y="5656"/>
                  </a:lnTo>
                  <a:lnTo>
                    <a:pt x="4355" y="6193"/>
                  </a:lnTo>
                  <a:lnTo>
                    <a:pt x="4355" y="6193"/>
                  </a:lnTo>
                  <a:lnTo>
                    <a:pt x="2560" y="6606"/>
                  </a:lnTo>
                  <a:lnTo>
                    <a:pt x="1177" y="6915"/>
                  </a:lnTo>
                  <a:lnTo>
                    <a:pt x="1177" y="6915"/>
                  </a:lnTo>
                  <a:lnTo>
                    <a:pt x="310" y="7080"/>
                  </a:lnTo>
                  <a:lnTo>
                    <a:pt x="310" y="7080"/>
                  </a:lnTo>
                  <a:lnTo>
                    <a:pt x="83" y="7122"/>
                  </a:lnTo>
                  <a:lnTo>
                    <a:pt x="0" y="7122"/>
                  </a:lnTo>
                  <a:lnTo>
                    <a:pt x="0" y="7122"/>
                  </a:lnTo>
                  <a:lnTo>
                    <a:pt x="83" y="7101"/>
                  </a:lnTo>
                  <a:lnTo>
                    <a:pt x="310" y="7039"/>
                  </a:lnTo>
                  <a:lnTo>
                    <a:pt x="310" y="7039"/>
                  </a:lnTo>
                  <a:lnTo>
                    <a:pt x="1156" y="6812"/>
                  </a:lnTo>
                  <a:lnTo>
                    <a:pt x="1156" y="6812"/>
                  </a:lnTo>
                  <a:lnTo>
                    <a:pt x="4314" y="6028"/>
                  </a:lnTo>
                  <a:lnTo>
                    <a:pt x="4314" y="6028"/>
                  </a:lnTo>
                  <a:lnTo>
                    <a:pt x="14697" y="3262"/>
                  </a:lnTo>
                  <a:lnTo>
                    <a:pt x="14697" y="3262"/>
                  </a:lnTo>
                  <a:lnTo>
                    <a:pt x="17669" y="2498"/>
                  </a:lnTo>
                  <a:lnTo>
                    <a:pt x="20435" y="1796"/>
                  </a:lnTo>
                  <a:lnTo>
                    <a:pt x="22953" y="1198"/>
                  </a:lnTo>
                  <a:lnTo>
                    <a:pt x="24088" y="950"/>
                  </a:lnTo>
                  <a:lnTo>
                    <a:pt x="25141" y="723"/>
                  </a:lnTo>
                  <a:lnTo>
                    <a:pt x="25141" y="723"/>
                  </a:lnTo>
                  <a:lnTo>
                    <a:pt x="26111" y="537"/>
                  </a:lnTo>
                  <a:lnTo>
                    <a:pt x="26958" y="372"/>
                  </a:lnTo>
                  <a:lnTo>
                    <a:pt x="28340" y="145"/>
                  </a:lnTo>
                  <a:lnTo>
                    <a:pt x="28340" y="145"/>
                  </a:lnTo>
                  <a:lnTo>
                    <a:pt x="29228" y="21"/>
                  </a:lnTo>
                  <a:lnTo>
                    <a:pt x="29228" y="21"/>
                  </a:lnTo>
                  <a:lnTo>
                    <a:pt x="29455" y="0"/>
                  </a:lnTo>
                  <a:lnTo>
                    <a:pt x="2953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5" name="Google Shape;815;p27">
              <a:extLst>
                <a:ext uri="{FF2B5EF4-FFF2-40B4-BE49-F238E27FC236}">
                  <a16:creationId xmlns:a16="http://schemas.microsoft.com/office/drawing/2014/main" id="{E648CD7E-C3F7-B8B5-1148-131DFAA1E5FE}"/>
                </a:ext>
              </a:extLst>
            </p:cNvPr>
            <p:cNvSpPr/>
            <p:nvPr/>
          </p:nvSpPr>
          <p:spPr>
            <a:xfrm>
              <a:off x="3026125" y="1535925"/>
              <a:ext cx="506250" cy="385500"/>
            </a:xfrm>
            <a:custGeom>
              <a:avLst/>
              <a:gdLst/>
              <a:ahLst/>
              <a:cxnLst/>
              <a:rect l="l" t="t" r="r" b="b"/>
              <a:pathLst>
                <a:path w="20250" h="15420" extrusionOk="0">
                  <a:moveTo>
                    <a:pt x="7782" y="1"/>
                  </a:moveTo>
                  <a:lnTo>
                    <a:pt x="7679" y="21"/>
                  </a:lnTo>
                  <a:lnTo>
                    <a:pt x="7576" y="63"/>
                  </a:lnTo>
                  <a:lnTo>
                    <a:pt x="7493" y="145"/>
                  </a:lnTo>
                  <a:lnTo>
                    <a:pt x="7431" y="269"/>
                  </a:lnTo>
                  <a:lnTo>
                    <a:pt x="7369" y="414"/>
                  </a:lnTo>
                  <a:lnTo>
                    <a:pt x="7349" y="620"/>
                  </a:lnTo>
                  <a:lnTo>
                    <a:pt x="7349" y="723"/>
                  </a:lnTo>
                  <a:lnTo>
                    <a:pt x="7328" y="826"/>
                  </a:lnTo>
                  <a:lnTo>
                    <a:pt x="7246" y="1053"/>
                  </a:lnTo>
                  <a:lnTo>
                    <a:pt x="7122" y="1281"/>
                  </a:lnTo>
                  <a:lnTo>
                    <a:pt x="6957" y="1508"/>
                  </a:lnTo>
                  <a:lnTo>
                    <a:pt x="6750" y="1755"/>
                  </a:lnTo>
                  <a:lnTo>
                    <a:pt x="6523" y="2024"/>
                  </a:lnTo>
                  <a:lnTo>
                    <a:pt x="6028" y="2540"/>
                  </a:lnTo>
                  <a:lnTo>
                    <a:pt x="5470" y="3076"/>
                  </a:lnTo>
                  <a:lnTo>
                    <a:pt x="4934" y="3634"/>
                  </a:lnTo>
                  <a:lnTo>
                    <a:pt x="4686" y="3902"/>
                  </a:lnTo>
                  <a:lnTo>
                    <a:pt x="4438" y="4170"/>
                  </a:lnTo>
                  <a:lnTo>
                    <a:pt x="4232" y="4439"/>
                  </a:lnTo>
                  <a:lnTo>
                    <a:pt x="4046" y="4707"/>
                  </a:lnTo>
                  <a:lnTo>
                    <a:pt x="3902" y="4955"/>
                  </a:lnTo>
                  <a:lnTo>
                    <a:pt x="3757" y="5223"/>
                  </a:lnTo>
                  <a:lnTo>
                    <a:pt x="3530" y="5718"/>
                  </a:lnTo>
                  <a:lnTo>
                    <a:pt x="3344" y="6152"/>
                  </a:lnTo>
                  <a:lnTo>
                    <a:pt x="3220" y="6565"/>
                  </a:lnTo>
                  <a:lnTo>
                    <a:pt x="3138" y="6895"/>
                  </a:lnTo>
                  <a:lnTo>
                    <a:pt x="3097" y="7143"/>
                  </a:lnTo>
                  <a:lnTo>
                    <a:pt x="3055" y="7370"/>
                  </a:lnTo>
                  <a:lnTo>
                    <a:pt x="0" y="8422"/>
                  </a:lnTo>
                  <a:lnTo>
                    <a:pt x="2147" y="15420"/>
                  </a:lnTo>
                  <a:lnTo>
                    <a:pt x="3551" y="14945"/>
                  </a:lnTo>
                  <a:lnTo>
                    <a:pt x="4851" y="14512"/>
                  </a:lnTo>
                  <a:lnTo>
                    <a:pt x="6193" y="14037"/>
                  </a:lnTo>
                  <a:lnTo>
                    <a:pt x="7018" y="13665"/>
                  </a:lnTo>
                  <a:lnTo>
                    <a:pt x="8628" y="12943"/>
                  </a:lnTo>
                  <a:lnTo>
                    <a:pt x="13108" y="10879"/>
                  </a:lnTo>
                  <a:lnTo>
                    <a:pt x="17463" y="8835"/>
                  </a:lnTo>
                  <a:lnTo>
                    <a:pt x="18949" y="8113"/>
                  </a:lnTo>
                  <a:lnTo>
                    <a:pt x="19403" y="7906"/>
                  </a:lnTo>
                  <a:lnTo>
                    <a:pt x="19589" y="7783"/>
                  </a:lnTo>
                  <a:lnTo>
                    <a:pt x="19754" y="7659"/>
                  </a:lnTo>
                  <a:lnTo>
                    <a:pt x="19857" y="7555"/>
                  </a:lnTo>
                  <a:lnTo>
                    <a:pt x="19940" y="7452"/>
                  </a:lnTo>
                  <a:lnTo>
                    <a:pt x="19981" y="7349"/>
                  </a:lnTo>
                  <a:lnTo>
                    <a:pt x="20002" y="7246"/>
                  </a:lnTo>
                  <a:lnTo>
                    <a:pt x="19981" y="7163"/>
                  </a:lnTo>
                  <a:lnTo>
                    <a:pt x="19961" y="7081"/>
                  </a:lnTo>
                  <a:lnTo>
                    <a:pt x="19919" y="6998"/>
                  </a:lnTo>
                  <a:lnTo>
                    <a:pt x="19816" y="6874"/>
                  </a:lnTo>
                  <a:lnTo>
                    <a:pt x="19713" y="6771"/>
                  </a:lnTo>
                  <a:lnTo>
                    <a:pt x="19589" y="6709"/>
                  </a:lnTo>
                  <a:lnTo>
                    <a:pt x="15296" y="7514"/>
                  </a:lnTo>
                  <a:lnTo>
                    <a:pt x="16658" y="7081"/>
                  </a:lnTo>
                  <a:lnTo>
                    <a:pt x="16968" y="6957"/>
                  </a:lnTo>
                  <a:lnTo>
                    <a:pt x="17401" y="6750"/>
                  </a:lnTo>
                  <a:lnTo>
                    <a:pt x="17876" y="6503"/>
                  </a:lnTo>
                  <a:lnTo>
                    <a:pt x="18412" y="6193"/>
                  </a:lnTo>
                  <a:lnTo>
                    <a:pt x="18908" y="5884"/>
                  </a:lnTo>
                  <a:lnTo>
                    <a:pt x="19362" y="5574"/>
                  </a:lnTo>
                  <a:lnTo>
                    <a:pt x="19548" y="5409"/>
                  </a:lnTo>
                  <a:lnTo>
                    <a:pt x="19713" y="5264"/>
                  </a:lnTo>
                  <a:lnTo>
                    <a:pt x="19837" y="5140"/>
                  </a:lnTo>
                  <a:lnTo>
                    <a:pt x="19919" y="5017"/>
                  </a:lnTo>
                  <a:lnTo>
                    <a:pt x="20002" y="4872"/>
                  </a:lnTo>
                  <a:lnTo>
                    <a:pt x="20043" y="4707"/>
                  </a:lnTo>
                  <a:lnTo>
                    <a:pt x="20064" y="4583"/>
                  </a:lnTo>
                  <a:lnTo>
                    <a:pt x="20064" y="4459"/>
                  </a:lnTo>
                  <a:lnTo>
                    <a:pt x="20043" y="4335"/>
                  </a:lnTo>
                  <a:lnTo>
                    <a:pt x="20022" y="4232"/>
                  </a:lnTo>
                  <a:lnTo>
                    <a:pt x="19919" y="4046"/>
                  </a:lnTo>
                  <a:lnTo>
                    <a:pt x="19816" y="3902"/>
                  </a:lnTo>
                  <a:lnTo>
                    <a:pt x="19713" y="3799"/>
                  </a:lnTo>
                  <a:lnTo>
                    <a:pt x="19672" y="3716"/>
                  </a:lnTo>
                  <a:lnTo>
                    <a:pt x="19672" y="3696"/>
                  </a:lnTo>
                  <a:lnTo>
                    <a:pt x="19713" y="3675"/>
                  </a:lnTo>
                  <a:lnTo>
                    <a:pt x="19775" y="3634"/>
                  </a:lnTo>
                  <a:lnTo>
                    <a:pt x="19857" y="3592"/>
                  </a:lnTo>
                  <a:lnTo>
                    <a:pt x="20002" y="3448"/>
                  </a:lnTo>
                  <a:lnTo>
                    <a:pt x="20126" y="3262"/>
                  </a:lnTo>
                  <a:lnTo>
                    <a:pt x="20208" y="3076"/>
                  </a:lnTo>
                  <a:lnTo>
                    <a:pt x="20250" y="2973"/>
                  </a:lnTo>
                  <a:lnTo>
                    <a:pt x="20250" y="2870"/>
                  </a:lnTo>
                  <a:lnTo>
                    <a:pt x="20229" y="2787"/>
                  </a:lnTo>
                  <a:lnTo>
                    <a:pt x="20208" y="2705"/>
                  </a:lnTo>
                  <a:lnTo>
                    <a:pt x="20146" y="2643"/>
                  </a:lnTo>
                  <a:lnTo>
                    <a:pt x="20064" y="2581"/>
                  </a:lnTo>
                  <a:lnTo>
                    <a:pt x="19940" y="2540"/>
                  </a:lnTo>
                  <a:lnTo>
                    <a:pt x="19775" y="2519"/>
                  </a:lnTo>
                  <a:lnTo>
                    <a:pt x="19568" y="2540"/>
                  </a:lnTo>
                  <a:lnTo>
                    <a:pt x="19259" y="2581"/>
                  </a:lnTo>
                  <a:lnTo>
                    <a:pt x="18867" y="2684"/>
                  </a:lnTo>
                  <a:lnTo>
                    <a:pt x="18392" y="2787"/>
                  </a:lnTo>
                  <a:lnTo>
                    <a:pt x="17318" y="3097"/>
                  </a:lnTo>
                  <a:lnTo>
                    <a:pt x="16142" y="3448"/>
                  </a:lnTo>
                  <a:lnTo>
                    <a:pt x="14057" y="4129"/>
                  </a:lnTo>
                  <a:lnTo>
                    <a:pt x="13128" y="4439"/>
                  </a:lnTo>
                  <a:lnTo>
                    <a:pt x="14429" y="3221"/>
                  </a:lnTo>
                  <a:lnTo>
                    <a:pt x="15399" y="2313"/>
                  </a:lnTo>
                  <a:lnTo>
                    <a:pt x="15956" y="1755"/>
                  </a:lnTo>
                  <a:lnTo>
                    <a:pt x="16142" y="1569"/>
                  </a:lnTo>
                  <a:lnTo>
                    <a:pt x="16369" y="1404"/>
                  </a:lnTo>
                  <a:lnTo>
                    <a:pt x="16575" y="1198"/>
                  </a:lnTo>
                  <a:lnTo>
                    <a:pt x="16782" y="1012"/>
                  </a:lnTo>
                  <a:lnTo>
                    <a:pt x="16864" y="909"/>
                  </a:lnTo>
                  <a:lnTo>
                    <a:pt x="16926" y="806"/>
                  </a:lnTo>
                  <a:lnTo>
                    <a:pt x="16968" y="703"/>
                  </a:lnTo>
                  <a:lnTo>
                    <a:pt x="16988" y="599"/>
                  </a:lnTo>
                  <a:lnTo>
                    <a:pt x="16968" y="496"/>
                  </a:lnTo>
                  <a:lnTo>
                    <a:pt x="16926" y="393"/>
                  </a:lnTo>
                  <a:lnTo>
                    <a:pt x="16844" y="290"/>
                  </a:lnTo>
                  <a:lnTo>
                    <a:pt x="16720" y="187"/>
                  </a:lnTo>
                  <a:lnTo>
                    <a:pt x="16658" y="145"/>
                  </a:lnTo>
                  <a:lnTo>
                    <a:pt x="16555" y="125"/>
                  </a:lnTo>
                  <a:lnTo>
                    <a:pt x="16452" y="125"/>
                  </a:lnTo>
                  <a:lnTo>
                    <a:pt x="16328" y="145"/>
                  </a:lnTo>
                  <a:lnTo>
                    <a:pt x="16039" y="207"/>
                  </a:lnTo>
                  <a:lnTo>
                    <a:pt x="15688" y="352"/>
                  </a:lnTo>
                  <a:lnTo>
                    <a:pt x="15296" y="517"/>
                  </a:lnTo>
                  <a:lnTo>
                    <a:pt x="14883" y="723"/>
                  </a:lnTo>
                  <a:lnTo>
                    <a:pt x="14449" y="971"/>
                  </a:lnTo>
                  <a:lnTo>
                    <a:pt x="13995" y="1239"/>
                  </a:lnTo>
                  <a:lnTo>
                    <a:pt x="13520" y="1528"/>
                  </a:lnTo>
                  <a:lnTo>
                    <a:pt x="13066" y="1817"/>
                  </a:lnTo>
                  <a:lnTo>
                    <a:pt x="12199" y="2416"/>
                  </a:lnTo>
                  <a:lnTo>
                    <a:pt x="11828" y="2725"/>
                  </a:lnTo>
                  <a:lnTo>
                    <a:pt x="11477" y="2994"/>
                  </a:lnTo>
                  <a:lnTo>
                    <a:pt x="11188" y="3262"/>
                  </a:lnTo>
                  <a:lnTo>
                    <a:pt x="10961" y="3468"/>
                  </a:lnTo>
                  <a:lnTo>
                    <a:pt x="10755" y="3675"/>
                  </a:lnTo>
                  <a:lnTo>
                    <a:pt x="10527" y="3840"/>
                  </a:lnTo>
                  <a:lnTo>
                    <a:pt x="10280" y="4005"/>
                  </a:lnTo>
                  <a:lnTo>
                    <a:pt x="10032" y="4129"/>
                  </a:lnTo>
                  <a:lnTo>
                    <a:pt x="9764" y="4253"/>
                  </a:lnTo>
                  <a:lnTo>
                    <a:pt x="9516" y="4356"/>
                  </a:lnTo>
                  <a:lnTo>
                    <a:pt x="9268" y="4439"/>
                  </a:lnTo>
                  <a:lnTo>
                    <a:pt x="9021" y="4501"/>
                  </a:lnTo>
                  <a:lnTo>
                    <a:pt x="8567" y="4604"/>
                  </a:lnTo>
                  <a:lnTo>
                    <a:pt x="8195" y="4666"/>
                  </a:lnTo>
                  <a:lnTo>
                    <a:pt x="7844" y="4686"/>
                  </a:lnTo>
                  <a:lnTo>
                    <a:pt x="8009" y="4273"/>
                  </a:lnTo>
                  <a:lnTo>
                    <a:pt x="8340" y="3303"/>
                  </a:lnTo>
                  <a:lnTo>
                    <a:pt x="8525" y="2746"/>
                  </a:lnTo>
                  <a:lnTo>
                    <a:pt x="8670" y="2168"/>
                  </a:lnTo>
                  <a:lnTo>
                    <a:pt x="8711" y="1920"/>
                  </a:lnTo>
                  <a:lnTo>
                    <a:pt x="8752" y="1673"/>
                  </a:lnTo>
                  <a:lnTo>
                    <a:pt x="8773" y="1466"/>
                  </a:lnTo>
                  <a:lnTo>
                    <a:pt x="8773" y="1301"/>
                  </a:lnTo>
                  <a:lnTo>
                    <a:pt x="8732" y="1053"/>
                  </a:lnTo>
                  <a:lnTo>
                    <a:pt x="8670" y="847"/>
                  </a:lnTo>
                  <a:lnTo>
                    <a:pt x="8587" y="661"/>
                  </a:lnTo>
                  <a:lnTo>
                    <a:pt x="8484" y="476"/>
                  </a:lnTo>
                  <a:lnTo>
                    <a:pt x="8381" y="331"/>
                  </a:lnTo>
                  <a:lnTo>
                    <a:pt x="8278" y="207"/>
                  </a:lnTo>
                  <a:lnTo>
                    <a:pt x="8154" y="125"/>
                  </a:lnTo>
                  <a:lnTo>
                    <a:pt x="8030" y="42"/>
                  </a:lnTo>
                  <a:lnTo>
                    <a:pt x="7906" y="1"/>
                  </a:lnTo>
                  <a:close/>
                </a:path>
              </a:pathLst>
            </a:custGeom>
            <a:solidFill>
              <a:srgbClr val="FFBF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6" name="Google Shape;816;p27">
              <a:extLst>
                <a:ext uri="{FF2B5EF4-FFF2-40B4-BE49-F238E27FC236}">
                  <a16:creationId xmlns:a16="http://schemas.microsoft.com/office/drawing/2014/main" id="{0D60F69B-5B32-B8C7-2109-3530B4F21C1D}"/>
                </a:ext>
              </a:extLst>
            </p:cNvPr>
            <p:cNvSpPr/>
            <p:nvPr/>
          </p:nvSpPr>
          <p:spPr>
            <a:xfrm>
              <a:off x="3347100" y="1627275"/>
              <a:ext cx="171850" cy="84125"/>
            </a:xfrm>
            <a:custGeom>
              <a:avLst/>
              <a:gdLst/>
              <a:ahLst/>
              <a:cxnLst/>
              <a:rect l="l" t="t" r="r" b="b"/>
              <a:pathLst>
                <a:path w="6874" h="3365" extrusionOk="0">
                  <a:moveTo>
                    <a:pt x="6833" y="0"/>
                  </a:moveTo>
                  <a:lnTo>
                    <a:pt x="6791" y="21"/>
                  </a:lnTo>
                  <a:lnTo>
                    <a:pt x="6585" y="103"/>
                  </a:lnTo>
                  <a:lnTo>
                    <a:pt x="5842" y="454"/>
                  </a:lnTo>
                  <a:lnTo>
                    <a:pt x="3427" y="1652"/>
                  </a:lnTo>
                  <a:lnTo>
                    <a:pt x="991" y="2828"/>
                  </a:lnTo>
                  <a:lnTo>
                    <a:pt x="269" y="3200"/>
                  </a:lnTo>
                  <a:lnTo>
                    <a:pt x="62" y="3303"/>
                  </a:lnTo>
                  <a:lnTo>
                    <a:pt x="21" y="3323"/>
                  </a:lnTo>
                  <a:lnTo>
                    <a:pt x="0" y="3344"/>
                  </a:lnTo>
                  <a:lnTo>
                    <a:pt x="21" y="3365"/>
                  </a:lnTo>
                  <a:lnTo>
                    <a:pt x="83" y="3344"/>
                  </a:lnTo>
                  <a:lnTo>
                    <a:pt x="310" y="3303"/>
                  </a:lnTo>
                  <a:lnTo>
                    <a:pt x="640" y="3179"/>
                  </a:lnTo>
                  <a:lnTo>
                    <a:pt x="1074" y="3014"/>
                  </a:lnTo>
                  <a:lnTo>
                    <a:pt x="1610" y="2787"/>
                  </a:lnTo>
                  <a:lnTo>
                    <a:pt x="2188" y="2539"/>
                  </a:lnTo>
                  <a:lnTo>
                    <a:pt x="2849" y="2230"/>
                  </a:lnTo>
                  <a:lnTo>
                    <a:pt x="3551" y="1899"/>
                  </a:lnTo>
                  <a:lnTo>
                    <a:pt x="4232" y="1548"/>
                  </a:lnTo>
                  <a:lnTo>
                    <a:pt x="4872" y="1218"/>
                  </a:lnTo>
                  <a:lnTo>
                    <a:pt x="5924" y="640"/>
                  </a:lnTo>
                  <a:lnTo>
                    <a:pt x="6626" y="207"/>
                  </a:lnTo>
                  <a:lnTo>
                    <a:pt x="6812" y="83"/>
                  </a:lnTo>
                  <a:lnTo>
                    <a:pt x="6853" y="42"/>
                  </a:lnTo>
                  <a:lnTo>
                    <a:pt x="6874" y="21"/>
                  </a:lnTo>
                  <a:lnTo>
                    <a:pt x="6833" y="0"/>
                  </a:lnTo>
                  <a:close/>
                </a:path>
              </a:pathLst>
            </a:custGeom>
            <a:solidFill>
              <a:srgbClr val="FF9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7" name="Google Shape;817;p27">
              <a:extLst>
                <a:ext uri="{FF2B5EF4-FFF2-40B4-BE49-F238E27FC236}">
                  <a16:creationId xmlns:a16="http://schemas.microsoft.com/office/drawing/2014/main" id="{3A52F01E-174E-0674-3E9F-BF3AA117C6C9}"/>
                </a:ext>
              </a:extLst>
            </p:cNvPr>
            <p:cNvSpPr/>
            <p:nvPr/>
          </p:nvSpPr>
          <p:spPr>
            <a:xfrm>
              <a:off x="1560600" y="1658750"/>
              <a:ext cx="1599725" cy="588300"/>
            </a:xfrm>
            <a:custGeom>
              <a:avLst/>
              <a:gdLst/>
              <a:ahLst/>
              <a:cxnLst/>
              <a:rect l="l" t="t" r="r" b="b"/>
              <a:pathLst>
                <a:path w="63989" h="23532" extrusionOk="0">
                  <a:moveTo>
                    <a:pt x="7411" y="0"/>
                  </a:moveTo>
                  <a:lnTo>
                    <a:pt x="6833" y="83"/>
                  </a:lnTo>
                  <a:lnTo>
                    <a:pt x="6255" y="186"/>
                  </a:lnTo>
                  <a:lnTo>
                    <a:pt x="5677" y="351"/>
                  </a:lnTo>
                  <a:lnTo>
                    <a:pt x="5099" y="537"/>
                  </a:lnTo>
                  <a:lnTo>
                    <a:pt x="4541" y="785"/>
                  </a:lnTo>
                  <a:lnTo>
                    <a:pt x="4005" y="1053"/>
                  </a:lnTo>
                  <a:lnTo>
                    <a:pt x="3489" y="1383"/>
                  </a:lnTo>
                  <a:lnTo>
                    <a:pt x="2993" y="1734"/>
                  </a:lnTo>
                  <a:lnTo>
                    <a:pt x="2539" y="2106"/>
                  </a:lnTo>
                  <a:lnTo>
                    <a:pt x="2106" y="2519"/>
                  </a:lnTo>
                  <a:lnTo>
                    <a:pt x="1693" y="2952"/>
                  </a:lnTo>
                  <a:lnTo>
                    <a:pt x="1321" y="3427"/>
                  </a:lnTo>
                  <a:lnTo>
                    <a:pt x="991" y="3922"/>
                  </a:lnTo>
                  <a:lnTo>
                    <a:pt x="702" y="4438"/>
                  </a:lnTo>
                  <a:lnTo>
                    <a:pt x="578" y="4707"/>
                  </a:lnTo>
                  <a:lnTo>
                    <a:pt x="454" y="4975"/>
                  </a:lnTo>
                  <a:lnTo>
                    <a:pt x="351" y="5243"/>
                  </a:lnTo>
                  <a:lnTo>
                    <a:pt x="269" y="5532"/>
                  </a:lnTo>
                  <a:lnTo>
                    <a:pt x="186" y="5821"/>
                  </a:lnTo>
                  <a:lnTo>
                    <a:pt x="124" y="6110"/>
                  </a:lnTo>
                  <a:lnTo>
                    <a:pt x="62" y="6399"/>
                  </a:lnTo>
                  <a:lnTo>
                    <a:pt x="42" y="6688"/>
                  </a:lnTo>
                  <a:lnTo>
                    <a:pt x="21" y="6977"/>
                  </a:lnTo>
                  <a:lnTo>
                    <a:pt x="0" y="7287"/>
                  </a:lnTo>
                  <a:lnTo>
                    <a:pt x="21" y="7576"/>
                  </a:lnTo>
                  <a:lnTo>
                    <a:pt x="42" y="7885"/>
                  </a:lnTo>
                  <a:lnTo>
                    <a:pt x="83" y="8195"/>
                  </a:lnTo>
                  <a:lnTo>
                    <a:pt x="124" y="8505"/>
                  </a:lnTo>
                  <a:lnTo>
                    <a:pt x="207" y="8814"/>
                  </a:lnTo>
                  <a:lnTo>
                    <a:pt x="310" y="9124"/>
                  </a:lnTo>
                  <a:lnTo>
                    <a:pt x="413" y="9433"/>
                  </a:lnTo>
                  <a:lnTo>
                    <a:pt x="537" y="9764"/>
                  </a:lnTo>
                  <a:lnTo>
                    <a:pt x="682" y="10073"/>
                  </a:lnTo>
                  <a:lnTo>
                    <a:pt x="847" y="10383"/>
                  </a:lnTo>
                  <a:lnTo>
                    <a:pt x="1032" y="10693"/>
                  </a:lnTo>
                  <a:lnTo>
                    <a:pt x="1239" y="11023"/>
                  </a:lnTo>
                  <a:lnTo>
                    <a:pt x="1466" y="11332"/>
                  </a:lnTo>
                  <a:lnTo>
                    <a:pt x="1714" y="11642"/>
                  </a:lnTo>
                  <a:lnTo>
                    <a:pt x="1982" y="11952"/>
                  </a:lnTo>
                  <a:lnTo>
                    <a:pt x="2271" y="12261"/>
                  </a:lnTo>
                  <a:lnTo>
                    <a:pt x="2580" y="12571"/>
                  </a:lnTo>
                  <a:lnTo>
                    <a:pt x="2911" y="12881"/>
                  </a:lnTo>
                  <a:lnTo>
                    <a:pt x="3840" y="13438"/>
                  </a:lnTo>
                  <a:lnTo>
                    <a:pt x="4934" y="14057"/>
                  </a:lnTo>
                  <a:lnTo>
                    <a:pt x="6378" y="14841"/>
                  </a:lnTo>
                  <a:lnTo>
                    <a:pt x="8154" y="15791"/>
                  </a:lnTo>
                  <a:lnTo>
                    <a:pt x="10156" y="16823"/>
                  </a:lnTo>
                  <a:lnTo>
                    <a:pt x="11250" y="17360"/>
                  </a:lnTo>
                  <a:lnTo>
                    <a:pt x="12385" y="17896"/>
                  </a:lnTo>
                  <a:lnTo>
                    <a:pt x="13582" y="18454"/>
                  </a:lnTo>
                  <a:lnTo>
                    <a:pt x="14779" y="18990"/>
                  </a:lnTo>
                  <a:lnTo>
                    <a:pt x="16039" y="19527"/>
                  </a:lnTo>
                  <a:lnTo>
                    <a:pt x="17298" y="20064"/>
                  </a:lnTo>
                  <a:lnTo>
                    <a:pt x="18577" y="20559"/>
                  </a:lnTo>
                  <a:lnTo>
                    <a:pt x="19878" y="21054"/>
                  </a:lnTo>
                  <a:lnTo>
                    <a:pt x="21178" y="21509"/>
                  </a:lnTo>
                  <a:lnTo>
                    <a:pt x="22479" y="21942"/>
                  </a:lnTo>
                  <a:lnTo>
                    <a:pt x="23779" y="22314"/>
                  </a:lnTo>
                  <a:lnTo>
                    <a:pt x="25059" y="22664"/>
                  </a:lnTo>
                  <a:lnTo>
                    <a:pt x="26318" y="22953"/>
                  </a:lnTo>
                  <a:lnTo>
                    <a:pt x="26937" y="23077"/>
                  </a:lnTo>
                  <a:lnTo>
                    <a:pt x="27556" y="23181"/>
                  </a:lnTo>
                  <a:lnTo>
                    <a:pt x="28155" y="23284"/>
                  </a:lnTo>
                  <a:lnTo>
                    <a:pt x="28754" y="23366"/>
                  </a:lnTo>
                  <a:lnTo>
                    <a:pt x="29332" y="23428"/>
                  </a:lnTo>
                  <a:lnTo>
                    <a:pt x="29930" y="23490"/>
                  </a:lnTo>
                  <a:lnTo>
                    <a:pt x="30487" y="23511"/>
                  </a:lnTo>
                  <a:lnTo>
                    <a:pt x="31045" y="23531"/>
                  </a:lnTo>
                  <a:lnTo>
                    <a:pt x="31581" y="23531"/>
                  </a:lnTo>
                  <a:lnTo>
                    <a:pt x="32118" y="23490"/>
                  </a:lnTo>
                  <a:lnTo>
                    <a:pt x="32634" y="23449"/>
                  </a:lnTo>
                  <a:lnTo>
                    <a:pt x="33150" y="23387"/>
                  </a:lnTo>
                  <a:lnTo>
                    <a:pt x="33646" y="23304"/>
                  </a:lnTo>
                  <a:lnTo>
                    <a:pt x="34100" y="23201"/>
                  </a:lnTo>
                  <a:lnTo>
                    <a:pt x="35070" y="22933"/>
                  </a:lnTo>
                  <a:lnTo>
                    <a:pt x="36081" y="22644"/>
                  </a:lnTo>
                  <a:lnTo>
                    <a:pt x="37134" y="22314"/>
                  </a:lnTo>
                  <a:lnTo>
                    <a:pt x="38249" y="21963"/>
                  </a:lnTo>
                  <a:lnTo>
                    <a:pt x="39384" y="21570"/>
                  </a:lnTo>
                  <a:lnTo>
                    <a:pt x="40540" y="21178"/>
                  </a:lnTo>
                  <a:lnTo>
                    <a:pt x="42955" y="20311"/>
                  </a:lnTo>
                  <a:lnTo>
                    <a:pt x="45432" y="19383"/>
                  </a:lnTo>
                  <a:lnTo>
                    <a:pt x="47929" y="18412"/>
                  </a:lnTo>
                  <a:lnTo>
                    <a:pt x="50386" y="17422"/>
                  </a:lnTo>
                  <a:lnTo>
                    <a:pt x="52780" y="16451"/>
                  </a:lnTo>
                  <a:lnTo>
                    <a:pt x="55051" y="15502"/>
                  </a:lnTo>
                  <a:lnTo>
                    <a:pt x="57156" y="14594"/>
                  </a:lnTo>
                  <a:lnTo>
                    <a:pt x="60727" y="13066"/>
                  </a:lnTo>
                  <a:lnTo>
                    <a:pt x="63121" y="12014"/>
                  </a:lnTo>
                  <a:lnTo>
                    <a:pt x="63988" y="11621"/>
                  </a:lnTo>
                  <a:lnTo>
                    <a:pt x="59385" y="847"/>
                  </a:lnTo>
                  <a:lnTo>
                    <a:pt x="32820" y="10404"/>
                  </a:lnTo>
                  <a:lnTo>
                    <a:pt x="29786" y="8979"/>
                  </a:lnTo>
                  <a:lnTo>
                    <a:pt x="26607" y="7514"/>
                  </a:lnTo>
                  <a:lnTo>
                    <a:pt x="22809" y="5801"/>
                  </a:lnTo>
                  <a:lnTo>
                    <a:pt x="18825" y="4025"/>
                  </a:lnTo>
                  <a:lnTo>
                    <a:pt x="16906" y="3158"/>
                  </a:lnTo>
                  <a:lnTo>
                    <a:pt x="15068" y="2374"/>
                  </a:lnTo>
                  <a:lnTo>
                    <a:pt x="13376" y="1652"/>
                  </a:lnTo>
                  <a:lnTo>
                    <a:pt x="11890" y="1053"/>
                  </a:lnTo>
                  <a:lnTo>
                    <a:pt x="10672" y="578"/>
                  </a:lnTo>
                  <a:lnTo>
                    <a:pt x="10156" y="393"/>
                  </a:lnTo>
                  <a:lnTo>
                    <a:pt x="9722" y="269"/>
                  </a:lnTo>
                  <a:lnTo>
                    <a:pt x="9454" y="186"/>
                  </a:lnTo>
                  <a:lnTo>
                    <a:pt x="9165" y="124"/>
                  </a:lnTo>
                  <a:lnTo>
                    <a:pt x="8876" y="62"/>
                  </a:lnTo>
                  <a:lnTo>
                    <a:pt x="8587" y="21"/>
                  </a:lnTo>
                  <a:lnTo>
                    <a:pt x="82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8" name="Google Shape;818;p27">
              <a:extLst>
                <a:ext uri="{FF2B5EF4-FFF2-40B4-BE49-F238E27FC236}">
                  <a16:creationId xmlns:a16="http://schemas.microsoft.com/office/drawing/2014/main" id="{2278ADD9-3DBE-051A-C29E-552BD09ADB1B}"/>
                </a:ext>
              </a:extLst>
            </p:cNvPr>
            <p:cNvSpPr/>
            <p:nvPr/>
          </p:nvSpPr>
          <p:spPr>
            <a:xfrm>
              <a:off x="1633350" y="1675775"/>
              <a:ext cx="1531600" cy="573850"/>
            </a:xfrm>
            <a:custGeom>
              <a:avLst/>
              <a:gdLst/>
              <a:ahLst/>
              <a:cxnLst/>
              <a:rect l="l" t="t" r="r" b="b"/>
              <a:pathLst>
                <a:path w="61264" h="22954" extrusionOk="0">
                  <a:moveTo>
                    <a:pt x="56558" y="1"/>
                  </a:moveTo>
                  <a:lnTo>
                    <a:pt x="56434" y="42"/>
                  </a:lnTo>
                  <a:lnTo>
                    <a:pt x="29924" y="9607"/>
                  </a:lnTo>
                  <a:lnTo>
                    <a:pt x="29924" y="9607"/>
                  </a:lnTo>
                  <a:lnTo>
                    <a:pt x="26525" y="8009"/>
                  </a:lnTo>
                  <a:lnTo>
                    <a:pt x="23470" y="6585"/>
                  </a:lnTo>
                  <a:lnTo>
                    <a:pt x="20786" y="5367"/>
                  </a:lnTo>
                  <a:lnTo>
                    <a:pt x="18557" y="4356"/>
                  </a:lnTo>
                  <a:lnTo>
                    <a:pt x="16761" y="3592"/>
                  </a:lnTo>
                  <a:lnTo>
                    <a:pt x="15420" y="3035"/>
                  </a:lnTo>
                  <a:lnTo>
                    <a:pt x="14945" y="2849"/>
                  </a:lnTo>
                  <a:lnTo>
                    <a:pt x="14615" y="2725"/>
                  </a:lnTo>
                  <a:lnTo>
                    <a:pt x="14326" y="2622"/>
                  </a:lnTo>
                  <a:lnTo>
                    <a:pt x="14594" y="2746"/>
                  </a:lnTo>
                  <a:lnTo>
                    <a:pt x="15399" y="3097"/>
                  </a:lnTo>
                  <a:lnTo>
                    <a:pt x="16720" y="3654"/>
                  </a:lnTo>
                  <a:lnTo>
                    <a:pt x="18516" y="4459"/>
                  </a:lnTo>
                  <a:lnTo>
                    <a:pt x="20745" y="5491"/>
                  </a:lnTo>
                  <a:lnTo>
                    <a:pt x="23408" y="6730"/>
                  </a:lnTo>
                  <a:lnTo>
                    <a:pt x="26442" y="8154"/>
                  </a:lnTo>
                  <a:lnTo>
                    <a:pt x="29869" y="9805"/>
                  </a:lnTo>
                  <a:lnTo>
                    <a:pt x="29910" y="9826"/>
                  </a:lnTo>
                  <a:lnTo>
                    <a:pt x="29951" y="9805"/>
                  </a:lnTo>
                  <a:lnTo>
                    <a:pt x="56404" y="330"/>
                  </a:lnTo>
                  <a:lnTo>
                    <a:pt x="56404" y="330"/>
                  </a:lnTo>
                  <a:lnTo>
                    <a:pt x="60908" y="10873"/>
                  </a:lnTo>
                  <a:lnTo>
                    <a:pt x="60908" y="10873"/>
                  </a:lnTo>
                  <a:lnTo>
                    <a:pt x="57177" y="12509"/>
                  </a:lnTo>
                  <a:lnTo>
                    <a:pt x="54267" y="13768"/>
                  </a:lnTo>
                  <a:lnTo>
                    <a:pt x="51397" y="14965"/>
                  </a:lnTo>
                  <a:lnTo>
                    <a:pt x="48570" y="16142"/>
                  </a:lnTo>
                  <a:lnTo>
                    <a:pt x="45783" y="17277"/>
                  </a:lnTo>
                  <a:lnTo>
                    <a:pt x="43017" y="18351"/>
                  </a:lnTo>
                  <a:lnTo>
                    <a:pt x="40292" y="19383"/>
                  </a:lnTo>
                  <a:lnTo>
                    <a:pt x="38951" y="19878"/>
                  </a:lnTo>
                  <a:lnTo>
                    <a:pt x="37630" y="20353"/>
                  </a:lnTo>
                  <a:lnTo>
                    <a:pt x="36309" y="20807"/>
                  </a:lnTo>
                  <a:lnTo>
                    <a:pt x="34988" y="21261"/>
                  </a:lnTo>
                  <a:lnTo>
                    <a:pt x="33687" y="21674"/>
                  </a:lnTo>
                  <a:lnTo>
                    <a:pt x="33047" y="21860"/>
                  </a:lnTo>
                  <a:lnTo>
                    <a:pt x="32387" y="22045"/>
                  </a:lnTo>
                  <a:lnTo>
                    <a:pt x="31128" y="22396"/>
                  </a:lnTo>
                  <a:lnTo>
                    <a:pt x="30488" y="22541"/>
                  </a:lnTo>
                  <a:lnTo>
                    <a:pt x="30158" y="22582"/>
                  </a:lnTo>
                  <a:lnTo>
                    <a:pt x="29848" y="22623"/>
                  </a:lnTo>
                  <a:lnTo>
                    <a:pt x="29208" y="22685"/>
                  </a:lnTo>
                  <a:lnTo>
                    <a:pt x="28568" y="22706"/>
                  </a:lnTo>
                  <a:lnTo>
                    <a:pt x="27928" y="22727"/>
                  </a:lnTo>
                  <a:lnTo>
                    <a:pt x="27309" y="22706"/>
                  </a:lnTo>
                  <a:lnTo>
                    <a:pt x="26669" y="22644"/>
                  </a:lnTo>
                  <a:lnTo>
                    <a:pt x="26050" y="22582"/>
                  </a:lnTo>
                  <a:lnTo>
                    <a:pt x="25451" y="22520"/>
                  </a:lnTo>
                  <a:lnTo>
                    <a:pt x="24832" y="22417"/>
                  </a:lnTo>
                  <a:lnTo>
                    <a:pt x="23656" y="22211"/>
                  </a:lnTo>
                  <a:lnTo>
                    <a:pt x="22500" y="21942"/>
                  </a:lnTo>
                  <a:lnTo>
                    <a:pt x="21364" y="21653"/>
                  </a:lnTo>
                  <a:lnTo>
                    <a:pt x="20270" y="21344"/>
                  </a:lnTo>
                  <a:lnTo>
                    <a:pt x="19197" y="21013"/>
                  </a:lnTo>
                  <a:lnTo>
                    <a:pt x="18144" y="20683"/>
                  </a:lnTo>
                  <a:lnTo>
                    <a:pt x="17133" y="20332"/>
                  </a:lnTo>
                  <a:lnTo>
                    <a:pt x="16142" y="19961"/>
                  </a:lnTo>
                  <a:lnTo>
                    <a:pt x="14264" y="19218"/>
                  </a:lnTo>
                  <a:lnTo>
                    <a:pt x="12489" y="18474"/>
                  </a:lnTo>
                  <a:lnTo>
                    <a:pt x="10817" y="17752"/>
                  </a:lnTo>
                  <a:lnTo>
                    <a:pt x="9269" y="17030"/>
                  </a:lnTo>
                  <a:lnTo>
                    <a:pt x="7844" y="16348"/>
                  </a:lnTo>
                  <a:lnTo>
                    <a:pt x="6523" y="15688"/>
                  </a:lnTo>
                  <a:lnTo>
                    <a:pt x="4212" y="14511"/>
                  </a:lnTo>
                  <a:lnTo>
                    <a:pt x="2395" y="13541"/>
                  </a:lnTo>
                  <a:lnTo>
                    <a:pt x="1074" y="12798"/>
                  </a:lnTo>
                  <a:lnTo>
                    <a:pt x="269" y="12344"/>
                  </a:lnTo>
                  <a:lnTo>
                    <a:pt x="1" y="12200"/>
                  </a:lnTo>
                  <a:lnTo>
                    <a:pt x="269" y="12365"/>
                  </a:lnTo>
                  <a:lnTo>
                    <a:pt x="1053" y="12860"/>
                  </a:lnTo>
                  <a:lnTo>
                    <a:pt x="2354" y="13603"/>
                  </a:lnTo>
                  <a:lnTo>
                    <a:pt x="4170" y="14594"/>
                  </a:lnTo>
                  <a:lnTo>
                    <a:pt x="5244" y="15172"/>
                  </a:lnTo>
                  <a:lnTo>
                    <a:pt x="6461" y="15812"/>
                  </a:lnTo>
                  <a:lnTo>
                    <a:pt x="7762" y="16472"/>
                  </a:lnTo>
                  <a:lnTo>
                    <a:pt x="9207" y="17174"/>
                  </a:lnTo>
                  <a:lnTo>
                    <a:pt x="10755" y="17897"/>
                  </a:lnTo>
                  <a:lnTo>
                    <a:pt x="12406" y="18640"/>
                  </a:lnTo>
                  <a:lnTo>
                    <a:pt x="14181" y="19403"/>
                  </a:lnTo>
                  <a:lnTo>
                    <a:pt x="16080" y="20146"/>
                  </a:lnTo>
                  <a:lnTo>
                    <a:pt x="17071" y="20518"/>
                  </a:lnTo>
                  <a:lnTo>
                    <a:pt x="18082" y="20869"/>
                  </a:lnTo>
                  <a:lnTo>
                    <a:pt x="19135" y="21220"/>
                  </a:lnTo>
                  <a:lnTo>
                    <a:pt x="20209" y="21550"/>
                  </a:lnTo>
                  <a:lnTo>
                    <a:pt x="21303" y="21880"/>
                  </a:lnTo>
                  <a:lnTo>
                    <a:pt x="22438" y="22169"/>
                  </a:lnTo>
                  <a:lnTo>
                    <a:pt x="23614" y="22417"/>
                  </a:lnTo>
                  <a:lnTo>
                    <a:pt x="24812" y="22644"/>
                  </a:lnTo>
                  <a:lnTo>
                    <a:pt x="25410" y="22747"/>
                  </a:lnTo>
                  <a:lnTo>
                    <a:pt x="26029" y="22830"/>
                  </a:lnTo>
                  <a:lnTo>
                    <a:pt x="26649" y="22892"/>
                  </a:lnTo>
                  <a:lnTo>
                    <a:pt x="27288" y="22933"/>
                  </a:lnTo>
                  <a:lnTo>
                    <a:pt x="27928" y="22954"/>
                  </a:lnTo>
                  <a:lnTo>
                    <a:pt x="28568" y="22954"/>
                  </a:lnTo>
                  <a:lnTo>
                    <a:pt x="29208" y="22933"/>
                  </a:lnTo>
                  <a:lnTo>
                    <a:pt x="29869" y="22871"/>
                  </a:lnTo>
                  <a:lnTo>
                    <a:pt x="30199" y="22830"/>
                  </a:lnTo>
                  <a:lnTo>
                    <a:pt x="30529" y="22768"/>
                  </a:lnTo>
                  <a:lnTo>
                    <a:pt x="31169" y="22644"/>
                  </a:lnTo>
                  <a:lnTo>
                    <a:pt x="32469" y="22293"/>
                  </a:lnTo>
                  <a:lnTo>
                    <a:pt x="33109" y="22107"/>
                  </a:lnTo>
                  <a:lnTo>
                    <a:pt x="33770" y="21901"/>
                  </a:lnTo>
                  <a:lnTo>
                    <a:pt x="35070" y="21488"/>
                  </a:lnTo>
                  <a:lnTo>
                    <a:pt x="36391" y="21055"/>
                  </a:lnTo>
                  <a:lnTo>
                    <a:pt x="37712" y="20601"/>
                  </a:lnTo>
                  <a:lnTo>
                    <a:pt x="39033" y="20126"/>
                  </a:lnTo>
                  <a:lnTo>
                    <a:pt x="40396" y="19630"/>
                  </a:lnTo>
                  <a:lnTo>
                    <a:pt x="43120" y="18598"/>
                  </a:lnTo>
                  <a:lnTo>
                    <a:pt x="45866" y="17525"/>
                  </a:lnTo>
                  <a:lnTo>
                    <a:pt x="48673" y="16390"/>
                  </a:lnTo>
                  <a:lnTo>
                    <a:pt x="51521" y="15234"/>
                  </a:lnTo>
                  <a:lnTo>
                    <a:pt x="54390" y="14016"/>
                  </a:lnTo>
                  <a:lnTo>
                    <a:pt x="57280" y="12757"/>
                  </a:lnTo>
                  <a:lnTo>
                    <a:pt x="61140" y="11064"/>
                  </a:lnTo>
                  <a:lnTo>
                    <a:pt x="61264" y="11002"/>
                  </a:lnTo>
                  <a:lnTo>
                    <a:pt x="61223" y="10878"/>
                  </a:lnTo>
                  <a:lnTo>
                    <a:pt x="56599" y="104"/>
                  </a:lnTo>
                  <a:lnTo>
                    <a:pt x="56558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9" name="Google Shape;819;p27">
              <a:extLst>
                <a:ext uri="{FF2B5EF4-FFF2-40B4-BE49-F238E27FC236}">
                  <a16:creationId xmlns:a16="http://schemas.microsoft.com/office/drawing/2014/main" id="{8D48E71C-F9F9-AA3E-E02F-782CB264CF5D}"/>
                </a:ext>
              </a:extLst>
            </p:cNvPr>
            <p:cNvSpPr/>
            <p:nvPr/>
          </p:nvSpPr>
          <p:spPr>
            <a:xfrm>
              <a:off x="1580725" y="1664950"/>
              <a:ext cx="316350" cy="169275"/>
            </a:xfrm>
            <a:custGeom>
              <a:avLst/>
              <a:gdLst/>
              <a:ahLst/>
              <a:cxnLst/>
              <a:rect l="l" t="t" r="r" b="b"/>
              <a:pathLst>
                <a:path w="12654" h="6771" extrusionOk="0">
                  <a:moveTo>
                    <a:pt x="6771" y="0"/>
                  </a:moveTo>
                  <a:lnTo>
                    <a:pt x="6378" y="21"/>
                  </a:lnTo>
                  <a:lnTo>
                    <a:pt x="5966" y="62"/>
                  </a:lnTo>
                  <a:lnTo>
                    <a:pt x="5532" y="124"/>
                  </a:lnTo>
                  <a:lnTo>
                    <a:pt x="5119" y="206"/>
                  </a:lnTo>
                  <a:lnTo>
                    <a:pt x="4707" y="330"/>
                  </a:lnTo>
                  <a:lnTo>
                    <a:pt x="4294" y="475"/>
                  </a:lnTo>
                  <a:lnTo>
                    <a:pt x="3902" y="661"/>
                  </a:lnTo>
                  <a:lnTo>
                    <a:pt x="3509" y="867"/>
                  </a:lnTo>
                  <a:lnTo>
                    <a:pt x="3158" y="1115"/>
                  </a:lnTo>
                  <a:lnTo>
                    <a:pt x="2828" y="1362"/>
                  </a:lnTo>
                  <a:lnTo>
                    <a:pt x="2539" y="1651"/>
                  </a:lnTo>
                  <a:lnTo>
                    <a:pt x="2271" y="1940"/>
                  </a:lnTo>
                  <a:lnTo>
                    <a:pt x="2044" y="2271"/>
                  </a:lnTo>
                  <a:lnTo>
                    <a:pt x="2044" y="2250"/>
                  </a:lnTo>
                  <a:lnTo>
                    <a:pt x="1693" y="2663"/>
                  </a:lnTo>
                  <a:lnTo>
                    <a:pt x="1383" y="3096"/>
                  </a:lnTo>
                  <a:lnTo>
                    <a:pt x="1115" y="3509"/>
                  </a:lnTo>
                  <a:lnTo>
                    <a:pt x="888" y="3922"/>
                  </a:lnTo>
                  <a:lnTo>
                    <a:pt x="682" y="4314"/>
                  </a:lnTo>
                  <a:lnTo>
                    <a:pt x="516" y="4706"/>
                  </a:lnTo>
                  <a:lnTo>
                    <a:pt x="372" y="5057"/>
                  </a:lnTo>
                  <a:lnTo>
                    <a:pt x="269" y="5387"/>
                  </a:lnTo>
                  <a:lnTo>
                    <a:pt x="124" y="5965"/>
                  </a:lnTo>
                  <a:lnTo>
                    <a:pt x="42" y="6399"/>
                  </a:lnTo>
                  <a:lnTo>
                    <a:pt x="0" y="6667"/>
                  </a:lnTo>
                  <a:lnTo>
                    <a:pt x="0" y="6770"/>
                  </a:lnTo>
                  <a:lnTo>
                    <a:pt x="21" y="6750"/>
                  </a:lnTo>
                  <a:lnTo>
                    <a:pt x="42" y="6667"/>
                  </a:lnTo>
                  <a:lnTo>
                    <a:pt x="104" y="6419"/>
                  </a:lnTo>
                  <a:lnTo>
                    <a:pt x="227" y="5986"/>
                  </a:lnTo>
                  <a:lnTo>
                    <a:pt x="393" y="5429"/>
                  </a:lnTo>
                  <a:lnTo>
                    <a:pt x="516" y="5119"/>
                  </a:lnTo>
                  <a:lnTo>
                    <a:pt x="661" y="4768"/>
                  </a:lnTo>
                  <a:lnTo>
                    <a:pt x="847" y="4397"/>
                  </a:lnTo>
                  <a:lnTo>
                    <a:pt x="1053" y="4004"/>
                  </a:lnTo>
                  <a:lnTo>
                    <a:pt x="1280" y="3612"/>
                  </a:lnTo>
                  <a:lnTo>
                    <a:pt x="1569" y="3220"/>
                  </a:lnTo>
                  <a:lnTo>
                    <a:pt x="1879" y="2807"/>
                  </a:lnTo>
                  <a:lnTo>
                    <a:pt x="2209" y="2394"/>
                  </a:lnTo>
                  <a:lnTo>
                    <a:pt x="2230" y="2394"/>
                  </a:lnTo>
                  <a:lnTo>
                    <a:pt x="2457" y="2085"/>
                  </a:lnTo>
                  <a:lnTo>
                    <a:pt x="2704" y="1816"/>
                  </a:lnTo>
                  <a:lnTo>
                    <a:pt x="2993" y="1548"/>
                  </a:lnTo>
                  <a:lnTo>
                    <a:pt x="3303" y="1300"/>
                  </a:lnTo>
                  <a:lnTo>
                    <a:pt x="3654" y="1094"/>
                  </a:lnTo>
                  <a:lnTo>
                    <a:pt x="4005" y="888"/>
                  </a:lnTo>
                  <a:lnTo>
                    <a:pt x="4376" y="723"/>
                  </a:lnTo>
                  <a:lnTo>
                    <a:pt x="4789" y="557"/>
                  </a:lnTo>
                  <a:lnTo>
                    <a:pt x="5181" y="454"/>
                  </a:lnTo>
                  <a:lnTo>
                    <a:pt x="5594" y="351"/>
                  </a:lnTo>
                  <a:lnTo>
                    <a:pt x="5986" y="289"/>
                  </a:lnTo>
                  <a:lnTo>
                    <a:pt x="6378" y="248"/>
                  </a:lnTo>
                  <a:lnTo>
                    <a:pt x="7163" y="248"/>
                  </a:lnTo>
                  <a:lnTo>
                    <a:pt x="7534" y="268"/>
                  </a:lnTo>
                  <a:lnTo>
                    <a:pt x="7906" y="310"/>
                  </a:lnTo>
                  <a:lnTo>
                    <a:pt x="8257" y="372"/>
                  </a:lnTo>
                  <a:lnTo>
                    <a:pt x="8608" y="434"/>
                  </a:lnTo>
                  <a:lnTo>
                    <a:pt x="9268" y="578"/>
                  </a:lnTo>
                  <a:lnTo>
                    <a:pt x="9867" y="764"/>
                  </a:lnTo>
                  <a:lnTo>
                    <a:pt x="10424" y="950"/>
                  </a:lnTo>
                  <a:lnTo>
                    <a:pt x="10920" y="1156"/>
                  </a:lnTo>
                  <a:lnTo>
                    <a:pt x="11353" y="1321"/>
                  </a:lnTo>
                  <a:lnTo>
                    <a:pt x="12055" y="1631"/>
                  </a:lnTo>
                  <a:lnTo>
                    <a:pt x="12488" y="1837"/>
                  </a:lnTo>
                  <a:lnTo>
                    <a:pt x="12612" y="1878"/>
                  </a:lnTo>
                  <a:lnTo>
                    <a:pt x="12653" y="1878"/>
                  </a:lnTo>
                  <a:lnTo>
                    <a:pt x="12633" y="1858"/>
                  </a:lnTo>
                  <a:lnTo>
                    <a:pt x="12530" y="1775"/>
                  </a:lnTo>
                  <a:lnTo>
                    <a:pt x="12096" y="1548"/>
                  </a:lnTo>
                  <a:lnTo>
                    <a:pt x="11415" y="1197"/>
                  </a:lnTo>
                  <a:lnTo>
                    <a:pt x="10981" y="1011"/>
                  </a:lnTo>
                  <a:lnTo>
                    <a:pt x="10486" y="805"/>
                  </a:lnTo>
                  <a:lnTo>
                    <a:pt x="9929" y="578"/>
                  </a:lnTo>
                  <a:lnTo>
                    <a:pt x="9330" y="392"/>
                  </a:lnTo>
                  <a:lnTo>
                    <a:pt x="8649" y="206"/>
                  </a:lnTo>
                  <a:lnTo>
                    <a:pt x="8298" y="145"/>
                  </a:lnTo>
                  <a:lnTo>
                    <a:pt x="7947" y="83"/>
                  </a:lnTo>
                  <a:lnTo>
                    <a:pt x="7555" y="41"/>
                  </a:lnTo>
                  <a:lnTo>
                    <a:pt x="7184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0" name="Google Shape;820;p27">
              <a:extLst>
                <a:ext uri="{FF2B5EF4-FFF2-40B4-BE49-F238E27FC236}">
                  <a16:creationId xmlns:a16="http://schemas.microsoft.com/office/drawing/2014/main" id="{ABDD0F4A-7092-33F0-C7E7-6E2047CFC17F}"/>
                </a:ext>
              </a:extLst>
            </p:cNvPr>
            <p:cNvSpPr/>
            <p:nvPr/>
          </p:nvSpPr>
          <p:spPr>
            <a:xfrm>
              <a:off x="1965675" y="1808900"/>
              <a:ext cx="156400" cy="331850"/>
            </a:xfrm>
            <a:custGeom>
              <a:avLst/>
              <a:gdLst/>
              <a:ahLst/>
              <a:cxnLst/>
              <a:rect l="l" t="t" r="r" b="b"/>
              <a:pathLst>
                <a:path w="6256" h="13274" extrusionOk="0">
                  <a:moveTo>
                    <a:pt x="6255" y="1"/>
                  </a:moveTo>
                  <a:lnTo>
                    <a:pt x="6234" y="22"/>
                  </a:lnTo>
                  <a:lnTo>
                    <a:pt x="6172" y="125"/>
                  </a:lnTo>
                  <a:lnTo>
                    <a:pt x="5987" y="517"/>
                  </a:lnTo>
                  <a:lnTo>
                    <a:pt x="5347" y="1941"/>
                  </a:lnTo>
                  <a:lnTo>
                    <a:pt x="4397" y="4067"/>
                  </a:lnTo>
                  <a:lnTo>
                    <a:pt x="3200" y="6668"/>
                  </a:lnTo>
                  <a:lnTo>
                    <a:pt x="1962" y="9248"/>
                  </a:lnTo>
                  <a:lnTo>
                    <a:pt x="930" y="11333"/>
                  </a:lnTo>
                  <a:lnTo>
                    <a:pt x="248" y="12757"/>
                  </a:lnTo>
                  <a:lnTo>
                    <a:pt x="63" y="13129"/>
                  </a:lnTo>
                  <a:lnTo>
                    <a:pt x="21" y="13232"/>
                  </a:lnTo>
                  <a:lnTo>
                    <a:pt x="1" y="13273"/>
                  </a:lnTo>
                  <a:lnTo>
                    <a:pt x="42" y="13253"/>
                  </a:lnTo>
                  <a:lnTo>
                    <a:pt x="104" y="13170"/>
                  </a:lnTo>
                  <a:lnTo>
                    <a:pt x="331" y="12799"/>
                  </a:lnTo>
                  <a:lnTo>
                    <a:pt x="661" y="12200"/>
                  </a:lnTo>
                  <a:lnTo>
                    <a:pt x="1095" y="11416"/>
                  </a:lnTo>
                  <a:lnTo>
                    <a:pt x="1611" y="10466"/>
                  </a:lnTo>
                  <a:lnTo>
                    <a:pt x="2168" y="9351"/>
                  </a:lnTo>
                  <a:lnTo>
                    <a:pt x="2787" y="8113"/>
                  </a:lnTo>
                  <a:lnTo>
                    <a:pt x="3427" y="6771"/>
                  </a:lnTo>
                  <a:lnTo>
                    <a:pt x="4046" y="5430"/>
                  </a:lnTo>
                  <a:lnTo>
                    <a:pt x="4604" y="4171"/>
                  </a:lnTo>
                  <a:lnTo>
                    <a:pt x="5099" y="3015"/>
                  </a:lnTo>
                  <a:lnTo>
                    <a:pt x="5512" y="2003"/>
                  </a:lnTo>
                  <a:lnTo>
                    <a:pt x="5842" y="1178"/>
                  </a:lnTo>
                  <a:lnTo>
                    <a:pt x="6069" y="538"/>
                  </a:lnTo>
                  <a:lnTo>
                    <a:pt x="6214" y="145"/>
                  </a:lnTo>
                  <a:lnTo>
                    <a:pt x="6255" y="22"/>
                  </a:lnTo>
                  <a:lnTo>
                    <a:pt x="6255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1" name="Google Shape;821;p27">
              <a:extLst>
                <a:ext uri="{FF2B5EF4-FFF2-40B4-BE49-F238E27FC236}">
                  <a16:creationId xmlns:a16="http://schemas.microsoft.com/office/drawing/2014/main" id="{533202EA-4B79-53B6-9EB4-5C64E61C23EC}"/>
                </a:ext>
              </a:extLst>
            </p:cNvPr>
            <p:cNvSpPr/>
            <p:nvPr/>
          </p:nvSpPr>
          <p:spPr>
            <a:xfrm>
              <a:off x="2381600" y="1929150"/>
              <a:ext cx="43375" cy="298300"/>
            </a:xfrm>
            <a:custGeom>
              <a:avLst/>
              <a:gdLst/>
              <a:ahLst/>
              <a:cxnLst/>
              <a:rect l="l" t="t" r="r" b="b"/>
              <a:pathLst>
                <a:path w="1735" h="11932" extrusionOk="0">
                  <a:moveTo>
                    <a:pt x="1" y="0"/>
                  </a:moveTo>
                  <a:lnTo>
                    <a:pt x="1" y="21"/>
                  </a:lnTo>
                  <a:lnTo>
                    <a:pt x="1" y="124"/>
                  </a:lnTo>
                  <a:lnTo>
                    <a:pt x="21" y="475"/>
                  </a:lnTo>
                  <a:lnTo>
                    <a:pt x="166" y="1755"/>
                  </a:lnTo>
                  <a:lnTo>
                    <a:pt x="413" y="3654"/>
                  </a:lnTo>
                  <a:lnTo>
                    <a:pt x="744" y="5986"/>
                  </a:lnTo>
                  <a:lnTo>
                    <a:pt x="1095" y="8298"/>
                  </a:lnTo>
                  <a:lnTo>
                    <a:pt x="1384" y="10197"/>
                  </a:lnTo>
                  <a:lnTo>
                    <a:pt x="1611" y="11477"/>
                  </a:lnTo>
                  <a:lnTo>
                    <a:pt x="1693" y="11828"/>
                  </a:lnTo>
                  <a:lnTo>
                    <a:pt x="1714" y="11910"/>
                  </a:lnTo>
                  <a:lnTo>
                    <a:pt x="1734" y="11931"/>
                  </a:lnTo>
                  <a:lnTo>
                    <a:pt x="1734" y="11910"/>
                  </a:lnTo>
                  <a:lnTo>
                    <a:pt x="1734" y="11807"/>
                  </a:lnTo>
                  <a:lnTo>
                    <a:pt x="1714" y="11456"/>
                  </a:lnTo>
                  <a:lnTo>
                    <a:pt x="1569" y="10177"/>
                  </a:lnTo>
                  <a:lnTo>
                    <a:pt x="1322" y="8278"/>
                  </a:lnTo>
                  <a:lnTo>
                    <a:pt x="991" y="5945"/>
                  </a:lnTo>
                  <a:lnTo>
                    <a:pt x="640" y="3633"/>
                  </a:lnTo>
                  <a:lnTo>
                    <a:pt x="351" y="1734"/>
                  </a:lnTo>
                  <a:lnTo>
                    <a:pt x="124" y="454"/>
                  </a:lnTo>
                  <a:lnTo>
                    <a:pt x="42" y="104"/>
                  </a:lnTo>
                  <a:lnTo>
                    <a:pt x="21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2" name="Google Shape;822;p27">
              <a:extLst>
                <a:ext uri="{FF2B5EF4-FFF2-40B4-BE49-F238E27FC236}">
                  <a16:creationId xmlns:a16="http://schemas.microsoft.com/office/drawing/2014/main" id="{8DA94937-0E4B-A6DE-6060-946978EE6714}"/>
                </a:ext>
              </a:extLst>
            </p:cNvPr>
            <p:cNvSpPr/>
            <p:nvPr/>
          </p:nvSpPr>
          <p:spPr>
            <a:xfrm>
              <a:off x="2704625" y="1807375"/>
              <a:ext cx="135750" cy="279175"/>
            </a:xfrm>
            <a:custGeom>
              <a:avLst/>
              <a:gdLst/>
              <a:ahLst/>
              <a:cxnLst/>
              <a:rect l="l" t="t" r="r" b="b"/>
              <a:pathLst>
                <a:path w="5430" h="11167" extrusionOk="0">
                  <a:moveTo>
                    <a:pt x="1" y="0"/>
                  </a:moveTo>
                  <a:lnTo>
                    <a:pt x="1" y="21"/>
                  </a:lnTo>
                  <a:lnTo>
                    <a:pt x="22" y="124"/>
                  </a:lnTo>
                  <a:lnTo>
                    <a:pt x="166" y="454"/>
                  </a:lnTo>
                  <a:lnTo>
                    <a:pt x="703" y="1672"/>
                  </a:lnTo>
                  <a:lnTo>
                    <a:pt x="1549" y="3447"/>
                  </a:lnTo>
                  <a:lnTo>
                    <a:pt x="2602" y="5635"/>
                  </a:lnTo>
                  <a:lnTo>
                    <a:pt x="3675" y="7802"/>
                  </a:lnTo>
                  <a:lnTo>
                    <a:pt x="4563" y="9557"/>
                  </a:lnTo>
                  <a:lnTo>
                    <a:pt x="5161" y="10734"/>
                  </a:lnTo>
                  <a:lnTo>
                    <a:pt x="5347" y="11064"/>
                  </a:lnTo>
                  <a:lnTo>
                    <a:pt x="5409" y="11126"/>
                  </a:lnTo>
                  <a:lnTo>
                    <a:pt x="5430" y="11167"/>
                  </a:lnTo>
                  <a:lnTo>
                    <a:pt x="5430" y="11126"/>
                  </a:lnTo>
                  <a:lnTo>
                    <a:pt x="5388" y="11043"/>
                  </a:lnTo>
                  <a:lnTo>
                    <a:pt x="5264" y="10692"/>
                  </a:lnTo>
                  <a:lnTo>
                    <a:pt x="4707" y="9495"/>
                  </a:lnTo>
                  <a:lnTo>
                    <a:pt x="3882" y="7699"/>
                  </a:lnTo>
                  <a:lnTo>
                    <a:pt x="2829" y="5532"/>
                  </a:lnTo>
                  <a:lnTo>
                    <a:pt x="1755" y="3344"/>
                  </a:lnTo>
                  <a:lnTo>
                    <a:pt x="868" y="1589"/>
                  </a:lnTo>
                  <a:lnTo>
                    <a:pt x="249" y="413"/>
                  </a:lnTo>
                  <a:lnTo>
                    <a:pt x="63" y="103"/>
                  </a:lnTo>
                  <a:lnTo>
                    <a:pt x="22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3" name="Google Shape;823;p27">
              <a:extLst>
                <a:ext uri="{FF2B5EF4-FFF2-40B4-BE49-F238E27FC236}">
                  <a16:creationId xmlns:a16="http://schemas.microsoft.com/office/drawing/2014/main" id="{016694E3-D5B2-6697-61A6-24B2E4684CFC}"/>
                </a:ext>
              </a:extLst>
            </p:cNvPr>
            <p:cNvSpPr/>
            <p:nvPr/>
          </p:nvSpPr>
          <p:spPr>
            <a:xfrm>
              <a:off x="2827975" y="4747700"/>
              <a:ext cx="631125" cy="712675"/>
            </a:xfrm>
            <a:custGeom>
              <a:avLst/>
              <a:gdLst/>
              <a:ahLst/>
              <a:cxnLst/>
              <a:rect l="l" t="t" r="r" b="b"/>
              <a:pathLst>
                <a:path w="25245" h="28507" extrusionOk="0">
                  <a:moveTo>
                    <a:pt x="0" y="1"/>
                  </a:moveTo>
                  <a:lnTo>
                    <a:pt x="12922" y="28506"/>
                  </a:lnTo>
                  <a:lnTo>
                    <a:pt x="19155" y="28506"/>
                  </a:lnTo>
                  <a:lnTo>
                    <a:pt x="20043" y="26339"/>
                  </a:lnTo>
                  <a:lnTo>
                    <a:pt x="21157" y="28506"/>
                  </a:lnTo>
                  <a:lnTo>
                    <a:pt x="25244" y="28506"/>
                  </a:lnTo>
                  <a:lnTo>
                    <a:pt x="24770" y="11870"/>
                  </a:lnTo>
                  <a:lnTo>
                    <a:pt x="24563" y="20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73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4" name="Google Shape;824;p27">
              <a:extLst>
                <a:ext uri="{FF2B5EF4-FFF2-40B4-BE49-F238E27FC236}">
                  <a16:creationId xmlns:a16="http://schemas.microsoft.com/office/drawing/2014/main" id="{9CD6B055-6BF5-5F50-2543-9FADB2769A6D}"/>
                </a:ext>
              </a:extLst>
            </p:cNvPr>
            <p:cNvSpPr/>
            <p:nvPr/>
          </p:nvSpPr>
          <p:spPr>
            <a:xfrm>
              <a:off x="2827975" y="4747700"/>
              <a:ext cx="631125" cy="712675"/>
            </a:xfrm>
            <a:custGeom>
              <a:avLst/>
              <a:gdLst/>
              <a:ahLst/>
              <a:cxnLst/>
              <a:rect l="l" t="t" r="r" b="b"/>
              <a:pathLst>
                <a:path w="25245" h="28507" fill="none" extrusionOk="0">
                  <a:moveTo>
                    <a:pt x="0" y="1"/>
                  </a:moveTo>
                  <a:lnTo>
                    <a:pt x="12922" y="28506"/>
                  </a:lnTo>
                  <a:lnTo>
                    <a:pt x="19155" y="28506"/>
                  </a:lnTo>
                  <a:lnTo>
                    <a:pt x="20043" y="26339"/>
                  </a:lnTo>
                  <a:lnTo>
                    <a:pt x="21157" y="28506"/>
                  </a:lnTo>
                  <a:lnTo>
                    <a:pt x="25244" y="28506"/>
                  </a:lnTo>
                  <a:lnTo>
                    <a:pt x="24770" y="11870"/>
                  </a:lnTo>
                  <a:lnTo>
                    <a:pt x="24563" y="202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5" name="Google Shape;825;p27">
              <a:extLst>
                <a:ext uri="{FF2B5EF4-FFF2-40B4-BE49-F238E27FC236}">
                  <a16:creationId xmlns:a16="http://schemas.microsoft.com/office/drawing/2014/main" id="{A7BDF9E9-4F55-3CDE-2F57-EA13C58B178A}"/>
                </a:ext>
              </a:extLst>
            </p:cNvPr>
            <p:cNvSpPr/>
            <p:nvPr/>
          </p:nvSpPr>
          <p:spPr>
            <a:xfrm>
              <a:off x="2858425" y="4814275"/>
              <a:ext cx="600675" cy="646100"/>
            </a:xfrm>
            <a:custGeom>
              <a:avLst/>
              <a:gdLst/>
              <a:ahLst/>
              <a:cxnLst/>
              <a:rect l="l" t="t" r="r" b="b"/>
              <a:pathLst>
                <a:path w="24027" h="25844" extrusionOk="0">
                  <a:moveTo>
                    <a:pt x="0" y="1"/>
                  </a:moveTo>
                  <a:lnTo>
                    <a:pt x="11704" y="25843"/>
                  </a:lnTo>
                  <a:lnTo>
                    <a:pt x="17937" y="25843"/>
                  </a:lnTo>
                  <a:lnTo>
                    <a:pt x="18825" y="23676"/>
                  </a:lnTo>
                  <a:lnTo>
                    <a:pt x="19939" y="25843"/>
                  </a:lnTo>
                  <a:lnTo>
                    <a:pt x="24026" y="25843"/>
                  </a:lnTo>
                  <a:lnTo>
                    <a:pt x="24026" y="25720"/>
                  </a:lnTo>
                  <a:lnTo>
                    <a:pt x="23614" y="11333"/>
                  </a:lnTo>
                  <a:lnTo>
                    <a:pt x="21983" y="10837"/>
                  </a:lnTo>
                  <a:lnTo>
                    <a:pt x="20373" y="10321"/>
                  </a:lnTo>
                  <a:lnTo>
                    <a:pt x="18784" y="9764"/>
                  </a:lnTo>
                  <a:lnTo>
                    <a:pt x="17215" y="9186"/>
                  </a:lnTo>
                  <a:lnTo>
                    <a:pt x="15646" y="8587"/>
                  </a:lnTo>
                  <a:lnTo>
                    <a:pt x="14119" y="7948"/>
                  </a:lnTo>
                  <a:lnTo>
                    <a:pt x="12612" y="7266"/>
                  </a:lnTo>
                  <a:lnTo>
                    <a:pt x="11105" y="6565"/>
                  </a:lnTo>
                  <a:lnTo>
                    <a:pt x="9640" y="5842"/>
                  </a:lnTo>
                  <a:lnTo>
                    <a:pt x="8195" y="5099"/>
                  </a:lnTo>
                  <a:lnTo>
                    <a:pt x="6770" y="4315"/>
                  </a:lnTo>
                  <a:lnTo>
                    <a:pt x="5367" y="3510"/>
                  </a:lnTo>
                  <a:lnTo>
                    <a:pt x="3984" y="2663"/>
                  </a:lnTo>
                  <a:lnTo>
                    <a:pt x="2642" y="1796"/>
                  </a:lnTo>
                  <a:lnTo>
                    <a:pt x="1300" y="90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869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6" name="Google Shape;826;p27">
              <a:extLst>
                <a:ext uri="{FF2B5EF4-FFF2-40B4-BE49-F238E27FC236}">
                  <a16:creationId xmlns:a16="http://schemas.microsoft.com/office/drawing/2014/main" id="{6B7536B7-E6EA-762D-824D-5F2C41B02D40}"/>
                </a:ext>
              </a:extLst>
            </p:cNvPr>
            <p:cNvSpPr/>
            <p:nvPr/>
          </p:nvSpPr>
          <p:spPr>
            <a:xfrm>
              <a:off x="2858425" y="4814275"/>
              <a:ext cx="600675" cy="646100"/>
            </a:xfrm>
            <a:custGeom>
              <a:avLst/>
              <a:gdLst/>
              <a:ahLst/>
              <a:cxnLst/>
              <a:rect l="l" t="t" r="r" b="b"/>
              <a:pathLst>
                <a:path w="24027" h="25844" fill="none" extrusionOk="0">
                  <a:moveTo>
                    <a:pt x="0" y="1"/>
                  </a:moveTo>
                  <a:lnTo>
                    <a:pt x="11704" y="25843"/>
                  </a:lnTo>
                  <a:lnTo>
                    <a:pt x="17937" y="25843"/>
                  </a:lnTo>
                  <a:lnTo>
                    <a:pt x="18825" y="23676"/>
                  </a:lnTo>
                  <a:lnTo>
                    <a:pt x="19939" y="25843"/>
                  </a:lnTo>
                  <a:lnTo>
                    <a:pt x="24026" y="25843"/>
                  </a:lnTo>
                  <a:lnTo>
                    <a:pt x="24026" y="25720"/>
                  </a:lnTo>
                  <a:lnTo>
                    <a:pt x="23614" y="11333"/>
                  </a:lnTo>
                  <a:lnTo>
                    <a:pt x="23614" y="11333"/>
                  </a:lnTo>
                  <a:lnTo>
                    <a:pt x="21983" y="10837"/>
                  </a:lnTo>
                  <a:lnTo>
                    <a:pt x="20373" y="10321"/>
                  </a:lnTo>
                  <a:lnTo>
                    <a:pt x="18784" y="9764"/>
                  </a:lnTo>
                  <a:lnTo>
                    <a:pt x="17215" y="9186"/>
                  </a:lnTo>
                  <a:lnTo>
                    <a:pt x="15646" y="8587"/>
                  </a:lnTo>
                  <a:lnTo>
                    <a:pt x="14119" y="7948"/>
                  </a:lnTo>
                  <a:lnTo>
                    <a:pt x="12612" y="7266"/>
                  </a:lnTo>
                  <a:lnTo>
                    <a:pt x="11105" y="6565"/>
                  </a:lnTo>
                  <a:lnTo>
                    <a:pt x="9640" y="5842"/>
                  </a:lnTo>
                  <a:lnTo>
                    <a:pt x="8195" y="5099"/>
                  </a:lnTo>
                  <a:lnTo>
                    <a:pt x="6770" y="4315"/>
                  </a:lnTo>
                  <a:lnTo>
                    <a:pt x="5367" y="3510"/>
                  </a:lnTo>
                  <a:lnTo>
                    <a:pt x="3984" y="2663"/>
                  </a:lnTo>
                  <a:lnTo>
                    <a:pt x="2642" y="1796"/>
                  </a:lnTo>
                  <a:lnTo>
                    <a:pt x="1300" y="909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7" name="Google Shape;827;p27">
              <a:extLst>
                <a:ext uri="{FF2B5EF4-FFF2-40B4-BE49-F238E27FC236}">
                  <a16:creationId xmlns:a16="http://schemas.microsoft.com/office/drawing/2014/main" id="{8B32BB59-AF54-05B8-862F-DCED434FABED}"/>
                </a:ext>
              </a:extLst>
            </p:cNvPr>
            <p:cNvSpPr/>
            <p:nvPr/>
          </p:nvSpPr>
          <p:spPr>
            <a:xfrm>
              <a:off x="4240850" y="4824075"/>
              <a:ext cx="623400" cy="636300"/>
            </a:xfrm>
            <a:custGeom>
              <a:avLst/>
              <a:gdLst/>
              <a:ahLst/>
              <a:cxnLst/>
              <a:rect l="l" t="t" r="r" b="b"/>
              <a:pathLst>
                <a:path w="24936" h="25452" extrusionOk="0">
                  <a:moveTo>
                    <a:pt x="1" y="1"/>
                  </a:moveTo>
                  <a:lnTo>
                    <a:pt x="12613" y="25451"/>
                  </a:lnTo>
                  <a:lnTo>
                    <a:pt x="18846" y="25451"/>
                  </a:lnTo>
                  <a:lnTo>
                    <a:pt x="19734" y="23470"/>
                  </a:lnTo>
                  <a:lnTo>
                    <a:pt x="20828" y="25451"/>
                  </a:lnTo>
                  <a:lnTo>
                    <a:pt x="24936" y="25451"/>
                  </a:lnTo>
                  <a:lnTo>
                    <a:pt x="24461" y="10218"/>
                  </a:lnTo>
                  <a:lnTo>
                    <a:pt x="24254" y="12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73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8" name="Google Shape;828;p27">
              <a:extLst>
                <a:ext uri="{FF2B5EF4-FFF2-40B4-BE49-F238E27FC236}">
                  <a16:creationId xmlns:a16="http://schemas.microsoft.com/office/drawing/2014/main" id="{9958FB86-9A25-9771-029B-05DFB2877F9D}"/>
                </a:ext>
              </a:extLst>
            </p:cNvPr>
            <p:cNvSpPr/>
            <p:nvPr/>
          </p:nvSpPr>
          <p:spPr>
            <a:xfrm>
              <a:off x="4240850" y="4824075"/>
              <a:ext cx="623400" cy="636300"/>
            </a:xfrm>
            <a:custGeom>
              <a:avLst/>
              <a:gdLst/>
              <a:ahLst/>
              <a:cxnLst/>
              <a:rect l="l" t="t" r="r" b="b"/>
              <a:pathLst>
                <a:path w="24936" h="25452" fill="none" extrusionOk="0">
                  <a:moveTo>
                    <a:pt x="1" y="1"/>
                  </a:moveTo>
                  <a:lnTo>
                    <a:pt x="12613" y="25451"/>
                  </a:lnTo>
                  <a:lnTo>
                    <a:pt x="18846" y="25451"/>
                  </a:lnTo>
                  <a:lnTo>
                    <a:pt x="19734" y="23470"/>
                  </a:lnTo>
                  <a:lnTo>
                    <a:pt x="20828" y="25451"/>
                  </a:lnTo>
                  <a:lnTo>
                    <a:pt x="24936" y="25451"/>
                  </a:lnTo>
                  <a:lnTo>
                    <a:pt x="24461" y="10218"/>
                  </a:lnTo>
                  <a:lnTo>
                    <a:pt x="24254" y="1219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" name="Google Shape;829;p27">
              <a:extLst>
                <a:ext uri="{FF2B5EF4-FFF2-40B4-BE49-F238E27FC236}">
                  <a16:creationId xmlns:a16="http://schemas.microsoft.com/office/drawing/2014/main" id="{6717147D-CC79-81BF-6D34-22296BD7BFF4}"/>
                </a:ext>
              </a:extLst>
            </p:cNvPr>
            <p:cNvSpPr/>
            <p:nvPr/>
          </p:nvSpPr>
          <p:spPr>
            <a:xfrm>
              <a:off x="4404450" y="5048050"/>
              <a:ext cx="459800" cy="412325"/>
            </a:xfrm>
            <a:custGeom>
              <a:avLst/>
              <a:gdLst/>
              <a:ahLst/>
              <a:cxnLst/>
              <a:rect l="l" t="t" r="r" b="b"/>
              <a:pathLst>
                <a:path w="18392" h="16493" extrusionOk="0">
                  <a:moveTo>
                    <a:pt x="17876" y="0"/>
                  </a:moveTo>
                  <a:lnTo>
                    <a:pt x="16823" y="351"/>
                  </a:lnTo>
                  <a:lnTo>
                    <a:pt x="15749" y="702"/>
                  </a:lnTo>
                  <a:lnTo>
                    <a:pt x="14676" y="1032"/>
                  </a:lnTo>
                  <a:lnTo>
                    <a:pt x="13582" y="1362"/>
                  </a:lnTo>
                  <a:lnTo>
                    <a:pt x="12488" y="1672"/>
                  </a:lnTo>
                  <a:lnTo>
                    <a:pt x="11394" y="1982"/>
                  </a:lnTo>
                  <a:lnTo>
                    <a:pt x="10280" y="2250"/>
                  </a:lnTo>
                  <a:lnTo>
                    <a:pt x="9165" y="2518"/>
                  </a:lnTo>
                  <a:lnTo>
                    <a:pt x="8030" y="2787"/>
                  </a:lnTo>
                  <a:lnTo>
                    <a:pt x="6915" y="3034"/>
                  </a:lnTo>
                  <a:lnTo>
                    <a:pt x="5780" y="3261"/>
                  </a:lnTo>
                  <a:lnTo>
                    <a:pt x="4624" y="3488"/>
                  </a:lnTo>
                  <a:lnTo>
                    <a:pt x="3468" y="3695"/>
                  </a:lnTo>
                  <a:lnTo>
                    <a:pt x="2312" y="3881"/>
                  </a:lnTo>
                  <a:lnTo>
                    <a:pt x="1156" y="4066"/>
                  </a:lnTo>
                  <a:lnTo>
                    <a:pt x="0" y="4232"/>
                  </a:lnTo>
                  <a:lnTo>
                    <a:pt x="6069" y="16492"/>
                  </a:lnTo>
                  <a:lnTo>
                    <a:pt x="12302" y="16492"/>
                  </a:lnTo>
                  <a:lnTo>
                    <a:pt x="13190" y="14511"/>
                  </a:lnTo>
                  <a:lnTo>
                    <a:pt x="14284" y="16492"/>
                  </a:lnTo>
                  <a:lnTo>
                    <a:pt x="18392" y="16492"/>
                  </a:lnTo>
                  <a:lnTo>
                    <a:pt x="17917" y="1259"/>
                  </a:lnTo>
                  <a:lnTo>
                    <a:pt x="17876" y="0"/>
                  </a:lnTo>
                  <a:close/>
                </a:path>
              </a:pathLst>
            </a:custGeom>
            <a:solidFill>
              <a:srgbClr val="4869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" name="Google Shape;830;p27">
              <a:extLst>
                <a:ext uri="{FF2B5EF4-FFF2-40B4-BE49-F238E27FC236}">
                  <a16:creationId xmlns:a16="http://schemas.microsoft.com/office/drawing/2014/main" id="{7B078F64-0C7C-984C-10EF-BECA0AB51CA9}"/>
                </a:ext>
              </a:extLst>
            </p:cNvPr>
            <p:cNvSpPr/>
            <p:nvPr/>
          </p:nvSpPr>
          <p:spPr>
            <a:xfrm>
              <a:off x="4404450" y="5048050"/>
              <a:ext cx="459800" cy="412325"/>
            </a:xfrm>
            <a:custGeom>
              <a:avLst/>
              <a:gdLst/>
              <a:ahLst/>
              <a:cxnLst/>
              <a:rect l="l" t="t" r="r" b="b"/>
              <a:pathLst>
                <a:path w="18392" h="16493" fill="none" extrusionOk="0">
                  <a:moveTo>
                    <a:pt x="17876" y="0"/>
                  </a:moveTo>
                  <a:lnTo>
                    <a:pt x="17876" y="0"/>
                  </a:lnTo>
                  <a:lnTo>
                    <a:pt x="16823" y="351"/>
                  </a:lnTo>
                  <a:lnTo>
                    <a:pt x="15749" y="702"/>
                  </a:lnTo>
                  <a:lnTo>
                    <a:pt x="14676" y="1032"/>
                  </a:lnTo>
                  <a:lnTo>
                    <a:pt x="13582" y="1362"/>
                  </a:lnTo>
                  <a:lnTo>
                    <a:pt x="12488" y="1672"/>
                  </a:lnTo>
                  <a:lnTo>
                    <a:pt x="11394" y="1982"/>
                  </a:lnTo>
                  <a:lnTo>
                    <a:pt x="10280" y="2250"/>
                  </a:lnTo>
                  <a:lnTo>
                    <a:pt x="9165" y="2518"/>
                  </a:lnTo>
                  <a:lnTo>
                    <a:pt x="8030" y="2787"/>
                  </a:lnTo>
                  <a:lnTo>
                    <a:pt x="6915" y="3034"/>
                  </a:lnTo>
                  <a:lnTo>
                    <a:pt x="5780" y="3261"/>
                  </a:lnTo>
                  <a:lnTo>
                    <a:pt x="4624" y="3488"/>
                  </a:lnTo>
                  <a:lnTo>
                    <a:pt x="3468" y="3695"/>
                  </a:lnTo>
                  <a:lnTo>
                    <a:pt x="2312" y="3881"/>
                  </a:lnTo>
                  <a:lnTo>
                    <a:pt x="1156" y="4066"/>
                  </a:lnTo>
                  <a:lnTo>
                    <a:pt x="0" y="4232"/>
                  </a:lnTo>
                  <a:lnTo>
                    <a:pt x="6069" y="16492"/>
                  </a:lnTo>
                  <a:lnTo>
                    <a:pt x="12302" y="16492"/>
                  </a:lnTo>
                  <a:lnTo>
                    <a:pt x="13190" y="14511"/>
                  </a:lnTo>
                  <a:lnTo>
                    <a:pt x="14284" y="16492"/>
                  </a:lnTo>
                  <a:lnTo>
                    <a:pt x="18392" y="16492"/>
                  </a:lnTo>
                  <a:lnTo>
                    <a:pt x="17917" y="1259"/>
                  </a:lnTo>
                  <a:lnTo>
                    <a:pt x="1787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1" name="Google Shape;831;p27">
              <a:extLst>
                <a:ext uri="{FF2B5EF4-FFF2-40B4-BE49-F238E27FC236}">
                  <a16:creationId xmlns:a16="http://schemas.microsoft.com/office/drawing/2014/main" id="{403DC823-81DF-A588-8218-05FD95478618}"/>
                </a:ext>
              </a:extLst>
            </p:cNvPr>
            <p:cNvSpPr/>
            <p:nvPr/>
          </p:nvSpPr>
          <p:spPr>
            <a:xfrm>
              <a:off x="5763150" y="2948300"/>
              <a:ext cx="366400" cy="427825"/>
            </a:xfrm>
            <a:custGeom>
              <a:avLst/>
              <a:gdLst/>
              <a:ahLst/>
              <a:cxnLst/>
              <a:rect l="l" t="t" r="r" b="b"/>
              <a:pathLst>
                <a:path w="14656" h="17113" extrusionOk="0">
                  <a:moveTo>
                    <a:pt x="7246" y="6462"/>
                  </a:moveTo>
                  <a:lnTo>
                    <a:pt x="7535" y="6482"/>
                  </a:lnTo>
                  <a:lnTo>
                    <a:pt x="7803" y="6544"/>
                  </a:lnTo>
                  <a:lnTo>
                    <a:pt x="8092" y="6627"/>
                  </a:lnTo>
                  <a:lnTo>
                    <a:pt x="8360" y="6730"/>
                  </a:lnTo>
                  <a:lnTo>
                    <a:pt x="8608" y="6854"/>
                  </a:lnTo>
                  <a:lnTo>
                    <a:pt x="8856" y="6998"/>
                  </a:lnTo>
                  <a:lnTo>
                    <a:pt x="9083" y="7163"/>
                  </a:lnTo>
                  <a:lnTo>
                    <a:pt x="9310" y="7349"/>
                  </a:lnTo>
                  <a:lnTo>
                    <a:pt x="9516" y="7535"/>
                  </a:lnTo>
                  <a:lnTo>
                    <a:pt x="9702" y="7741"/>
                  </a:lnTo>
                  <a:lnTo>
                    <a:pt x="9888" y="7968"/>
                  </a:lnTo>
                  <a:lnTo>
                    <a:pt x="10053" y="8195"/>
                  </a:lnTo>
                  <a:lnTo>
                    <a:pt x="10197" y="8422"/>
                  </a:lnTo>
                  <a:lnTo>
                    <a:pt x="10321" y="8670"/>
                  </a:lnTo>
                  <a:lnTo>
                    <a:pt x="10445" y="8918"/>
                  </a:lnTo>
                  <a:lnTo>
                    <a:pt x="10548" y="9186"/>
                  </a:lnTo>
                  <a:lnTo>
                    <a:pt x="10631" y="9434"/>
                  </a:lnTo>
                  <a:lnTo>
                    <a:pt x="10713" y="9702"/>
                  </a:lnTo>
                  <a:lnTo>
                    <a:pt x="10775" y="9971"/>
                  </a:lnTo>
                  <a:lnTo>
                    <a:pt x="10817" y="10239"/>
                  </a:lnTo>
                  <a:lnTo>
                    <a:pt x="10837" y="10487"/>
                  </a:lnTo>
                  <a:lnTo>
                    <a:pt x="10858" y="10755"/>
                  </a:lnTo>
                  <a:lnTo>
                    <a:pt x="10858" y="11023"/>
                  </a:lnTo>
                  <a:lnTo>
                    <a:pt x="10839" y="11266"/>
                  </a:lnTo>
                  <a:lnTo>
                    <a:pt x="10839" y="11266"/>
                  </a:lnTo>
                  <a:lnTo>
                    <a:pt x="10569" y="11395"/>
                  </a:lnTo>
                  <a:lnTo>
                    <a:pt x="10074" y="11581"/>
                  </a:lnTo>
                  <a:lnTo>
                    <a:pt x="9805" y="11663"/>
                  </a:lnTo>
                  <a:lnTo>
                    <a:pt x="9557" y="11725"/>
                  </a:lnTo>
                  <a:lnTo>
                    <a:pt x="9289" y="11766"/>
                  </a:lnTo>
                  <a:lnTo>
                    <a:pt x="9000" y="11808"/>
                  </a:lnTo>
                  <a:lnTo>
                    <a:pt x="8732" y="11828"/>
                  </a:lnTo>
                  <a:lnTo>
                    <a:pt x="8464" y="11849"/>
                  </a:lnTo>
                  <a:lnTo>
                    <a:pt x="8175" y="11849"/>
                  </a:lnTo>
                  <a:lnTo>
                    <a:pt x="7906" y="11828"/>
                  </a:lnTo>
                  <a:lnTo>
                    <a:pt x="7638" y="11787"/>
                  </a:lnTo>
                  <a:lnTo>
                    <a:pt x="7349" y="11746"/>
                  </a:lnTo>
                  <a:lnTo>
                    <a:pt x="7081" y="11684"/>
                  </a:lnTo>
                  <a:lnTo>
                    <a:pt x="6812" y="11601"/>
                  </a:lnTo>
                  <a:lnTo>
                    <a:pt x="6544" y="11498"/>
                  </a:lnTo>
                  <a:lnTo>
                    <a:pt x="6276" y="11395"/>
                  </a:lnTo>
                  <a:lnTo>
                    <a:pt x="6028" y="11250"/>
                  </a:lnTo>
                  <a:lnTo>
                    <a:pt x="5801" y="11085"/>
                  </a:lnTo>
                  <a:lnTo>
                    <a:pt x="5574" y="10920"/>
                  </a:lnTo>
                  <a:lnTo>
                    <a:pt x="5367" y="10714"/>
                  </a:lnTo>
                  <a:lnTo>
                    <a:pt x="5182" y="10507"/>
                  </a:lnTo>
                  <a:lnTo>
                    <a:pt x="4996" y="10280"/>
                  </a:lnTo>
                  <a:lnTo>
                    <a:pt x="4851" y="10012"/>
                  </a:lnTo>
                  <a:lnTo>
                    <a:pt x="4748" y="9744"/>
                  </a:lnTo>
                  <a:lnTo>
                    <a:pt x="4645" y="9475"/>
                  </a:lnTo>
                  <a:lnTo>
                    <a:pt x="4583" y="9186"/>
                  </a:lnTo>
                  <a:lnTo>
                    <a:pt x="4562" y="8897"/>
                  </a:lnTo>
                  <a:lnTo>
                    <a:pt x="4562" y="8608"/>
                  </a:lnTo>
                  <a:lnTo>
                    <a:pt x="4604" y="8319"/>
                  </a:lnTo>
                  <a:lnTo>
                    <a:pt x="4666" y="8051"/>
                  </a:lnTo>
                  <a:lnTo>
                    <a:pt x="4789" y="7783"/>
                  </a:lnTo>
                  <a:lnTo>
                    <a:pt x="4934" y="7514"/>
                  </a:lnTo>
                  <a:lnTo>
                    <a:pt x="5120" y="7287"/>
                  </a:lnTo>
                  <a:lnTo>
                    <a:pt x="5347" y="7101"/>
                  </a:lnTo>
                  <a:lnTo>
                    <a:pt x="5574" y="6916"/>
                  </a:lnTo>
                  <a:lnTo>
                    <a:pt x="5821" y="6771"/>
                  </a:lnTo>
                  <a:lnTo>
                    <a:pt x="6110" y="6647"/>
                  </a:lnTo>
                  <a:lnTo>
                    <a:pt x="6379" y="6565"/>
                  </a:lnTo>
                  <a:lnTo>
                    <a:pt x="6668" y="6482"/>
                  </a:lnTo>
                  <a:lnTo>
                    <a:pt x="6957" y="6462"/>
                  </a:lnTo>
                  <a:close/>
                  <a:moveTo>
                    <a:pt x="10755" y="1"/>
                  </a:moveTo>
                  <a:lnTo>
                    <a:pt x="10775" y="22"/>
                  </a:lnTo>
                  <a:lnTo>
                    <a:pt x="10858" y="63"/>
                  </a:lnTo>
                  <a:lnTo>
                    <a:pt x="11188" y="228"/>
                  </a:lnTo>
                  <a:lnTo>
                    <a:pt x="11415" y="372"/>
                  </a:lnTo>
                  <a:lnTo>
                    <a:pt x="11684" y="538"/>
                  </a:lnTo>
                  <a:lnTo>
                    <a:pt x="11973" y="765"/>
                  </a:lnTo>
                  <a:lnTo>
                    <a:pt x="12303" y="1033"/>
                  </a:lnTo>
                  <a:lnTo>
                    <a:pt x="12654" y="1363"/>
                  </a:lnTo>
                  <a:lnTo>
                    <a:pt x="13005" y="1776"/>
                  </a:lnTo>
                  <a:lnTo>
                    <a:pt x="13170" y="1982"/>
                  </a:lnTo>
                  <a:lnTo>
                    <a:pt x="13335" y="2230"/>
                  </a:lnTo>
                  <a:lnTo>
                    <a:pt x="13500" y="2478"/>
                  </a:lnTo>
                  <a:lnTo>
                    <a:pt x="13665" y="2746"/>
                  </a:lnTo>
                  <a:lnTo>
                    <a:pt x="13810" y="3035"/>
                  </a:lnTo>
                  <a:lnTo>
                    <a:pt x="13954" y="3345"/>
                  </a:lnTo>
                  <a:lnTo>
                    <a:pt x="14078" y="3675"/>
                  </a:lnTo>
                  <a:lnTo>
                    <a:pt x="14202" y="4005"/>
                  </a:lnTo>
                  <a:lnTo>
                    <a:pt x="14305" y="4377"/>
                  </a:lnTo>
                  <a:lnTo>
                    <a:pt x="14367" y="4728"/>
                  </a:lnTo>
                  <a:lnTo>
                    <a:pt x="14429" y="5120"/>
                  </a:lnTo>
                  <a:lnTo>
                    <a:pt x="14470" y="5512"/>
                  </a:lnTo>
                  <a:lnTo>
                    <a:pt x="14470" y="5925"/>
                  </a:lnTo>
                  <a:lnTo>
                    <a:pt x="14449" y="6338"/>
                  </a:lnTo>
                  <a:lnTo>
                    <a:pt x="14388" y="6751"/>
                  </a:lnTo>
                  <a:lnTo>
                    <a:pt x="14305" y="7184"/>
                  </a:lnTo>
                  <a:lnTo>
                    <a:pt x="14181" y="7597"/>
                  </a:lnTo>
                  <a:lnTo>
                    <a:pt x="14016" y="8030"/>
                  </a:lnTo>
                  <a:lnTo>
                    <a:pt x="13810" y="8443"/>
                  </a:lnTo>
                  <a:lnTo>
                    <a:pt x="13583" y="8856"/>
                  </a:lnTo>
                  <a:lnTo>
                    <a:pt x="13314" y="9248"/>
                  </a:lnTo>
                  <a:lnTo>
                    <a:pt x="13025" y="9620"/>
                  </a:lnTo>
                  <a:lnTo>
                    <a:pt x="12695" y="9991"/>
                  </a:lnTo>
                  <a:lnTo>
                    <a:pt x="12323" y="10321"/>
                  </a:lnTo>
                  <a:lnTo>
                    <a:pt x="11931" y="10631"/>
                  </a:lnTo>
                  <a:lnTo>
                    <a:pt x="11498" y="10920"/>
                  </a:lnTo>
                  <a:lnTo>
                    <a:pt x="11076" y="11150"/>
                  </a:lnTo>
                  <a:lnTo>
                    <a:pt x="11076" y="11150"/>
                  </a:lnTo>
                  <a:lnTo>
                    <a:pt x="11085" y="11023"/>
                  </a:lnTo>
                  <a:lnTo>
                    <a:pt x="11085" y="10755"/>
                  </a:lnTo>
                  <a:lnTo>
                    <a:pt x="11064" y="10487"/>
                  </a:lnTo>
                  <a:lnTo>
                    <a:pt x="11044" y="10198"/>
                  </a:lnTo>
                  <a:lnTo>
                    <a:pt x="11002" y="9929"/>
                  </a:lnTo>
                  <a:lnTo>
                    <a:pt x="10940" y="9640"/>
                  </a:lnTo>
                  <a:lnTo>
                    <a:pt x="10858" y="9372"/>
                  </a:lnTo>
                  <a:lnTo>
                    <a:pt x="10775" y="9104"/>
                  </a:lnTo>
                  <a:lnTo>
                    <a:pt x="10651" y="8835"/>
                  </a:lnTo>
                  <a:lnTo>
                    <a:pt x="10548" y="8567"/>
                  </a:lnTo>
                  <a:lnTo>
                    <a:pt x="10404" y="8299"/>
                  </a:lnTo>
                  <a:lnTo>
                    <a:pt x="10239" y="8051"/>
                  </a:lnTo>
                  <a:lnTo>
                    <a:pt x="10074" y="7824"/>
                  </a:lnTo>
                  <a:lnTo>
                    <a:pt x="9888" y="7597"/>
                  </a:lnTo>
                  <a:lnTo>
                    <a:pt x="9681" y="7370"/>
                  </a:lnTo>
                  <a:lnTo>
                    <a:pt x="9475" y="7163"/>
                  </a:lnTo>
                  <a:lnTo>
                    <a:pt x="9248" y="6978"/>
                  </a:lnTo>
                  <a:lnTo>
                    <a:pt x="9000" y="6792"/>
                  </a:lnTo>
                  <a:lnTo>
                    <a:pt x="8732" y="6647"/>
                  </a:lnTo>
                  <a:lnTo>
                    <a:pt x="8464" y="6503"/>
                  </a:lnTo>
                  <a:lnTo>
                    <a:pt x="8175" y="6379"/>
                  </a:lnTo>
                  <a:lnTo>
                    <a:pt x="7865" y="6296"/>
                  </a:lnTo>
                  <a:lnTo>
                    <a:pt x="7576" y="6235"/>
                  </a:lnTo>
                  <a:lnTo>
                    <a:pt x="7246" y="6214"/>
                  </a:lnTo>
                  <a:lnTo>
                    <a:pt x="6936" y="6214"/>
                  </a:lnTo>
                  <a:lnTo>
                    <a:pt x="6626" y="6255"/>
                  </a:lnTo>
                  <a:lnTo>
                    <a:pt x="6317" y="6317"/>
                  </a:lnTo>
                  <a:lnTo>
                    <a:pt x="6007" y="6420"/>
                  </a:lnTo>
                  <a:lnTo>
                    <a:pt x="5718" y="6544"/>
                  </a:lnTo>
                  <a:lnTo>
                    <a:pt x="5450" y="6709"/>
                  </a:lnTo>
                  <a:lnTo>
                    <a:pt x="5182" y="6895"/>
                  </a:lnTo>
                  <a:lnTo>
                    <a:pt x="4954" y="7122"/>
                  </a:lnTo>
                  <a:lnTo>
                    <a:pt x="4748" y="7390"/>
                  </a:lnTo>
                  <a:lnTo>
                    <a:pt x="4645" y="7514"/>
                  </a:lnTo>
                  <a:lnTo>
                    <a:pt x="4562" y="7659"/>
                  </a:lnTo>
                  <a:lnTo>
                    <a:pt x="4438" y="7968"/>
                  </a:lnTo>
                  <a:lnTo>
                    <a:pt x="4356" y="8278"/>
                  </a:lnTo>
                  <a:lnTo>
                    <a:pt x="4315" y="8588"/>
                  </a:lnTo>
                  <a:lnTo>
                    <a:pt x="4315" y="8918"/>
                  </a:lnTo>
                  <a:lnTo>
                    <a:pt x="4335" y="9228"/>
                  </a:lnTo>
                  <a:lnTo>
                    <a:pt x="4418" y="9537"/>
                  </a:lnTo>
                  <a:lnTo>
                    <a:pt x="4521" y="9847"/>
                  </a:lnTo>
                  <a:lnTo>
                    <a:pt x="4645" y="10136"/>
                  </a:lnTo>
                  <a:lnTo>
                    <a:pt x="4789" y="10404"/>
                  </a:lnTo>
                  <a:lnTo>
                    <a:pt x="4975" y="10652"/>
                  </a:lnTo>
                  <a:lnTo>
                    <a:pt x="5182" y="10899"/>
                  </a:lnTo>
                  <a:lnTo>
                    <a:pt x="5409" y="11106"/>
                  </a:lnTo>
                  <a:lnTo>
                    <a:pt x="5656" y="11292"/>
                  </a:lnTo>
                  <a:lnTo>
                    <a:pt x="5904" y="11457"/>
                  </a:lnTo>
                  <a:lnTo>
                    <a:pt x="6172" y="11601"/>
                  </a:lnTo>
                  <a:lnTo>
                    <a:pt x="6461" y="11725"/>
                  </a:lnTo>
                  <a:lnTo>
                    <a:pt x="6730" y="11828"/>
                  </a:lnTo>
                  <a:lnTo>
                    <a:pt x="7019" y="11911"/>
                  </a:lnTo>
                  <a:lnTo>
                    <a:pt x="7308" y="11973"/>
                  </a:lnTo>
                  <a:lnTo>
                    <a:pt x="7597" y="12035"/>
                  </a:lnTo>
                  <a:lnTo>
                    <a:pt x="7886" y="12055"/>
                  </a:lnTo>
                  <a:lnTo>
                    <a:pt x="8175" y="12076"/>
                  </a:lnTo>
                  <a:lnTo>
                    <a:pt x="8752" y="12076"/>
                  </a:lnTo>
                  <a:lnTo>
                    <a:pt x="9041" y="12035"/>
                  </a:lnTo>
                  <a:lnTo>
                    <a:pt x="9310" y="11993"/>
                  </a:lnTo>
                  <a:lnTo>
                    <a:pt x="9599" y="11952"/>
                  </a:lnTo>
                  <a:lnTo>
                    <a:pt x="9867" y="11890"/>
                  </a:lnTo>
                  <a:lnTo>
                    <a:pt x="10135" y="11808"/>
                  </a:lnTo>
                  <a:lnTo>
                    <a:pt x="10404" y="11704"/>
                  </a:lnTo>
                  <a:lnTo>
                    <a:pt x="10651" y="11622"/>
                  </a:lnTo>
                  <a:lnTo>
                    <a:pt x="10818" y="11538"/>
                  </a:lnTo>
                  <a:lnTo>
                    <a:pt x="10818" y="11538"/>
                  </a:lnTo>
                  <a:lnTo>
                    <a:pt x="10817" y="11560"/>
                  </a:lnTo>
                  <a:lnTo>
                    <a:pt x="10734" y="12055"/>
                  </a:lnTo>
                  <a:lnTo>
                    <a:pt x="10631" y="12571"/>
                  </a:lnTo>
                  <a:lnTo>
                    <a:pt x="10466" y="13046"/>
                  </a:lnTo>
                  <a:lnTo>
                    <a:pt x="10259" y="13500"/>
                  </a:lnTo>
                  <a:lnTo>
                    <a:pt x="10032" y="13934"/>
                  </a:lnTo>
                  <a:lnTo>
                    <a:pt x="9785" y="14347"/>
                  </a:lnTo>
                  <a:lnTo>
                    <a:pt x="9496" y="14739"/>
                  </a:lnTo>
                  <a:lnTo>
                    <a:pt x="9207" y="15090"/>
                  </a:lnTo>
                  <a:lnTo>
                    <a:pt x="8876" y="15399"/>
                  </a:lnTo>
                  <a:lnTo>
                    <a:pt x="8525" y="15688"/>
                  </a:lnTo>
                  <a:lnTo>
                    <a:pt x="8175" y="15957"/>
                  </a:lnTo>
                  <a:lnTo>
                    <a:pt x="7782" y="16163"/>
                  </a:lnTo>
                  <a:lnTo>
                    <a:pt x="7411" y="16369"/>
                  </a:lnTo>
                  <a:lnTo>
                    <a:pt x="7019" y="16514"/>
                  </a:lnTo>
                  <a:lnTo>
                    <a:pt x="6647" y="16658"/>
                  </a:lnTo>
                  <a:lnTo>
                    <a:pt x="6255" y="16762"/>
                  </a:lnTo>
                  <a:lnTo>
                    <a:pt x="5883" y="16844"/>
                  </a:lnTo>
                  <a:lnTo>
                    <a:pt x="5512" y="16906"/>
                  </a:lnTo>
                  <a:lnTo>
                    <a:pt x="5140" y="16927"/>
                  </a:lnTo>
                  <a:lnTo>
                    <a:pt x="4789" y="16947"/>
                  </a:lnTo>
                  <a:lnTo>
                    <a:pt x="4438" y="16947"/>
                  </a:lnTo>
                  <a:lnTo>
                    <a:pt x="4088" y="16927"/>
                  </a:lnTo>
                  <a:lnTo>
                    <a:pt x="3778" y="16906"/>
                  </a:lnTo>
                  <a:lnTo>
                    <a:pt x="3468" y="16865"/>
                  </a:lnTo>
                  <a:lnTo>
                    <a:pt x="3159" y="16823"/>
                  </a:lnTo>
                  <a:lnTo>
                    <a:pt x="2601" y="16679"/>
                  </a:lnTo>
                  <a:lnTo>
                    <a:pt x="2085" y="16535"/>
                  </a:lnTo>
                  <a:lnTo>
                    <a:pt x="1652" y="16369"/>
                  </a:lnTo>
                  <a:lnTo>
                    <a:pt x="1260" y="16184"/>
                  </a:lnTo>
                  <a:lnTo>
                    <a:pt x="909" y="16018"/>
                  </a:lnTo>
                  <a:lnTo>
                    <a:pt x="640" y="15874"/>
                  </a:lnTo>
                  <a:lnTo>
                    <a:pt x="413" y="15730"/>
                  </a:lnTo>
                  <a:lnTo>
                    <a:pt x="104" y="15523"/>
                  </a:lnTo>
                  <a:lnTo>
                    <a:pt x="21" y="15482"/>
                  </a:lnTo>
                  <a:lnTo>
                    <a:pt x="1" y="15461"/>
                  </a:lnTo>
                  <a:lnTo>
                    <a:pt x="83" y="15544"/>
                  </a:lnTo>
                  <a:lnTo>
                    <a:pt x="372" y="15771"/>
                  </a:lnTo>
                  <a:lnTo>
                    <a:pt x="599" y="15915"/>
                  </a:lnTo>
                  <a:lnTo>
                    <a:pt x="888" y="16080"/>
                  </a:lnTo>
                  <a:lnTo>
                    <a:pt x="1218" y="16266"/>
                  </a:lnTo>
                  <a:lnTo>
                    <a:pt x="1611" y="16452"/>
                  </a:lnTo>
                  <a:lnTo>
                    <a:pt x="2065" y="16638"/>
                  </a:lnTo>
                  <a:lnTo>
                    <a:pt x="2560" y="16803"/>
                  </a:lnTo>
                  <a:lnTo>
                    <a:pt x="3138" y="16947"/>
                  </a:lnTo>
                  <a:lnTo>
                    <a:pt x="3448" y="16989"/>
                  </a:lnTo>
                  <a:lnTo>
                    <a:pt x="3757" y="17051"/>
                  </a:lnTo>
                  <a:lnTo>
                    <a:pt x="4088" y="17071"/>
                  </a:lnTo>
                  <a:lnTo>
                    <a:pt x="4438" y="17092"/>
                  </a:lnTo>
                  <a:lnTo>
                    <a:pt x="4789" y="17112"/>
                  </a:lnTo>
                  <a:lnTo>
                    <a:pt x="5161" y="17092"/>
                  </a:lnTo>
                  <a:lnTo>
                    <a:pt x="5532" y="17051"/>
                  </a:lnTo>
                  <a:lnTo>
                    <a:pt x="5904" y="17009"/>
                  </a:lnTo>
                  <a:lnTo>
                    <a:pt x="6296" y="16927"/>
                  </a:lnTo>
                  <a:lnTo>
                    <a:pt x="6688" y="16823"/>
                  </a:lnTo>
                  <a:lnTo>
                    <a:pt x="7101" y="16700"/>
                  </a:lnTo>
                  <a:lnTo>
                    <a:pt x="7493" y="16535"/>
                  </a:lnTo>
                  <a:lnTo>
                    <a:pt x="7886" y="16328"/>
                  </a:lnTo>
                  <a:lnTo>
                    <a:pt x="8278" y="16122"/>
                  </a:lnTo>
                  <a:lnTo>
                    <a:pt x="8649" y="15853"/>
                  </a:lnTo>
                  <a:lnTo>
                    <a:pt x="9000" y="15564"/>
                  </a:lnTo>
                  <a:lnTo>
                    <a:pt x="9351" y="15213"/>
                  </a:lnTo>
                  <a:lnTo>
                    <a:pt x="9661" y="14863"/>
                  </a:lnTo>
                  <a:lnTo>
                    <a:pt x="9950" y="14470"/>
                  </a:lnTo>
                  <a:lnTo>
                    <a:pt x="10218" y="14037"/>
                  </a:lnTo>
                  <a:lnTo>
                    <a:pt x="10466" y="13583"/>
                  </a:lnTo>
                  <a:lnTo>
                    <a:pt x="10672" y="13129"/>
                  </a:lnTo>
                  <a:lnTo>
                    <a:pt x="10837" y="12633"/>
                  </a:lnTo>
                  <a:lnTo>
                    <a:pt x="10961" y="12117"/>
                  </a:lnTo>
                  <a:lnTo>
                    <a:pt x="11044" y="11581"/>
                  </a:lnTo>
                  <a:lnTo>
                    <a:pt x="11056" y="11420"/>
                  </a:lnTo>
                  <a:lnTo>
                    <a:pt x="11147" y="11374"/>
                  </a:lnTo>
                  <a:lnTo>
                    <a:pt x="11622" y="11106"/>
                  </a:lnTo>
                  <a:lnTo>
                    <a:pt x="12055" y="10817"/>
                  </a:lnTo>
                  <a:lnTo>
                    <a:pt x="12468" y="10487"/>
                  </a:lnTo>
                  <a:lnTo>
                    <a:pt x="12839" y="10136"/>
                  </a:lnTo>
                  <a:lnTo>
                    <a:pt x="13190" y="9764"/>
                  </a:lnTo>
                  <a:lnTo>
                    <a:pt x="13500" y="9372"/>
                  </a:lnTo>
                  <a:lnTo>
                    <a:pt x="13768" y="8959"/>
                  </a:lnTo>
                  <a:lnTo>
                    <a:pt x="13995" y="8526"/>
                  </a:lnTo>
                  <a:lnTo>
                    <a:pt x="14202" y="8113"/>
                  </a:lnTo>
                  <a:lnTo>
                    <a:pt x="14367" y="7659"/>
                  </a:lnTo>
                  <a:lnTo>
                    <a:pt x="14491" y="7225"/>
                  </a:lnTo>
                  <a:lnTo>
                    <a:pt x="14573" y="6792"/>
                  </a:lnTo>
                  <a:lnTo>
                    <a:pt x="14635" y="6358"/>
                  </a:lnTo>
                  <a:lnTo>
                    <a:pt x="14656" y="5925"/>
                  </a:lnTo>
                  <a:lnTo>
                    <a:pt x="14635" y="5512"/>
                  </a:lnTo>
                  <a:lnTo>
                    <a:pt x="14594" y="5099"/>
                  </a:lnTo>
                  <a:lnTo>
                    <a:pt x="14532" y="4707"/>
                  </a:lnTo>
                  <a:lnTo>
                    <a:pt x="14449" y="4336"/>
                  </a:lnTo>
                  <a:lnTo>
                    <a:pt x="14346" y="3964"/>
                  </a:lnTo>
                  <a:lnTo>
                    <a:pt x="14222" y="3613"/>
                  </a:lnTo>
                  <a:lnTo>
                    <a:pt x="14099" y="3283"/>
                  </a:lnTo>
                  <a:lnTo>
                    <a:pt x="13954" y="2973"/>
                  </a:lnTo>
                  <a:lnTo>
                    <a:pt x="13789" y="2684"/>
                  </a:lnTo>
                  <a:lnTo>
                    <a:pt x="13624" y="2416"/>
                  </a:lnTo>
                  <a:lnTo>
                    <a:pt x="13438" y="2148"/>
                  </a:lnTo>
                  <a:lnTo>
                    <a:pt x="13273" y="1921"/>
                  </a:lnTo>
                  <a:lnTo>
                    <a:pt x="13087" y="1693"/>
                  </a:lnTo>
                  <a:lnTo>
                    <a:pt x="12736" y="1301"/>
                  </a:lnTo>
                  <a:lnTo>
                    <a:pt x="12365" y="971"/>
                  </a:lnTo>
                  <a:lnTo>
                    <a:pt x="12034" y="703"/>
                  </a:lnTo>
                  <a:lnTo>
                    <a:pt x="11725" y="476"/>
                  </a:lnTo>
                  <a:lnTo>
                    <a:pt x="11436" y="310"/>
                  </a:lnTo>
                  <a:lnTo>
                    <a:pt x="11209" y="187"/>
                  </a:lnTo>
                  <a:lnTo>
                    <a:pt x="10858" y="42"/>
                  </a:lnTo>
                  <a:lnTo>
                    <a:pt x="107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2" name="Google Shape;832;p27">
              <a:extLst>
                <a:ext uri="{FF2B5EF4-FFF2-40B4-BE49-F238E27FC236}">
                  <a16:creationId xmlns:a16="http://schemas.microsoft.com/office/drawing/2014/main" id="{B1B65E73-CF1F-04AE-E57C-05376A68CC7B}"/>
                </a:ext>
              </a:extLst>
            </p:cNvPr>
            <p:cNvSpPr/>
            <p:nvPr/>
          </p:nvSpPr>
          <p:spPr>
            <a:xfrm>
              <a:off x="2216475" y="2108725"/>
              <a:ext cx="3662800" cy="3069900"/>
            </a:xfrm>
            <a:custGeom>
              <a:avLst/>
              <a:gdLst/>
              <a:ahLst/>
              <a:cxnLst/>
              <a:rect l="l" t="t" r="r" b="b"/>
              <a:pathLst>
                <a:path w="146512" h="122796" extrusionOk="0">
                  <a:moveTo>
                    <a:pt x="72699" y="1"/>
                  </a:moveTo>
                  <a:lnTo>
                    <a:pt x="70820" y="21"/>
                  </a:lnTo>
                  <a:lnTo>
                    <a:pt x="68963" y="83"/>
                  </a:lnTo>
                  <a:lnTo>
                    <a:pt x="67105" y="186"/>
                  </a:lnTo>
                  <a:lnTo>
                    <a:pt x="65268" y="310"/>
                  </a:lnTo>
                  <a:lnTo>
                    <a:pt x="63452" y="496"/>
                  </a:lnTo>
                  <a:lnTo>
                    <a:pt x="61635" y="702"/>
                  </a:lnTo>
                  <a:lnTo>
                    <a:pt x="59839" y="950"/>
                  </a:lnTo>
                  <a:lnTo>
                    <a:pt x="58064" y="1239"/>
                  </a:lnTo>
                  <a:lnTo>
                    <a:pt x="56289" y="1569"/>
                  </a:lnTo>
                  <a:lnTo>
                    <a:pt x="54535" y="1941"/>
                  </a:lnTo>
                  <a:lnTo>
                    <a:pt x="52801" y="2333"/>
                  </a:lnTo>
                  <a:lnTo>
                    <a:pt x="51087" y="2766"/>
                  </a:lnTo>
                  <a:lnTo>
                    <a:pt x="49395" y="3221"/>
                  </a:lnTo>
                  <a:lnTo>
                    <a:pt x="47702" y="3716"/>
                  </a:lnTo>
                  <a:lnTo>
                    <a:pt x="46051" y="4253"/>
                  </a:lnTo>
                  <a:lnTo>
                    <a:pt x="44400" y="4831"/>
                  </a:lnTo>
                  <a:lnTo>
                    <a:pt x="42790" y="5429"/>
                  </a:lnTo>
                  <a:lnTo>
                    <a:pt x="41180" y="6048"/>
                  </a:lnTo>
                  <a:lnTo>
                    <a:pt x="39611" y="6709"/>
                  </a:lnTo>
                  <a:lnTo>
                    <a:pt x="38063" y="7411"/>
                  </a:lnTo>
                  <a:lnTo>
                    <a:pt x="36515" y="8133"/>
                  </a:lnTo>
                  <a:lnTo>
                    <a:pt x="35008" y="8897"/>
                  </a:lnTo>
                  <a:lnTo>
                    <a:pt x="33522" y="9681"/>
                  </a:lnTo>
                  <a:lnTo>
                    <a:pt x="32056" y="10486"/>
                  </a:lnTo>
                  <a:lnTo>
                    <a:pt x="30632" y="11333"/>
                  </a:lnTo>
                  <a:lnTo>
                    <a:pt x="29208" y="12200"/>
                  </a:lnTo>
                  <a:lnTo>
                    <a:pt x="27825" y="13087"/>
                  </a:lnTo>
                  <a:lnTo>
                    <a:pt x="26462" y="14016"/>
                  </a:lnTo>
                  <a:lnTo>
                    <a:pt x="25121" y="14965"/>
                  </a:lnTo>
                  <a:lnTo>
                    <a:pt x="23820" y="15956"/>
                  </a:lnTo>
                  <a:lnTo>
                    <a:pt x="22541" y="16947"/>
                  </a:lnTo>
                  <a:lnTo>
                    <a:pt x="21302" y="17979"/>
                  </a:lnTo>
                  <a:lnTo>
                    <a:pt x="20084" y="19032"/>
                  </a:lnTo>
                  <a:lnTo>
                    <a:pt x="18887" y="20126"/>
                  </a:lnTo>
                  <a:lnTo>
                    <a:pt x="17731" y="21220"/>
                  </a:lnTo>
                  <a:lnTo>
                    <a:pt x="16617" y="22334"/>
                  </a:lnTo>
                  <a:lnTo>
                    <a:pt x="15523" y="23490"/>
                  </a:lnTo>
                  <a:lnTo>
                    <a:pt x="14449" y="24667"/>
                  </a:lnTo>
                  <a:lnTo>
                    <a:pt x="13417" y="25864"/>
                  </a:lnTo>
                  <a:lnTo>
                    <a:pt x="12426" y="27061"/>
                  </a:lnTo>
                  <a:lnTo>
                    <a:pt x="11456" y="28300"/>
                  </a:lnTo>
                  <a:lnTo>
                    <a:pt x="10527" y="29559"/>
                  </a:lnTo>
                  <a:lnTo>
                    <a:pt x="9640" y="30839"/>
                  </a:lnTo>
                  <a:lnTo>
                    <a:pt x="8773" y="32139"/>
                  </a:lnTo>
                  <a:lnTo>
                    <a:pt x="7968" y="33439"/>
                  </a:lnTo>
                  <a:lnTo>
                    <a:pt x="7184" y="34781"/>
                  </a:lnTo>
                  <a:lnTo>
                    <a:pt x="6420" y="36123"/>
                  </a:lnTo>
                  <a:lnTo>
                    <a:pt x="5718" y="37506"/>
                  </a:lnTo>
                  <a:lnTo>
                    <a:pt x="5057" y="38889"/>
                  </a:lnTo>
                  <a:lnTo>
                    <a:pt x="4418" y="40292"/>
                  </a:lnTo>
                  <a:lnTo>
                    <a:pt x="3819" y="41717"/>
                  </a:lnTo>
                  <a:lnTo>
                    <a:pt x="3282" y="43141"/>
                  </a:lnTo>
                  <a:lnTo>
                    <a:pt x="2766" y="44586"/>
                  </a:lnTo>
                  <a:lnTo>
                    <a:pt x="2292" y="46051"/>
                  </a:lnTo>
                  <a:lnTo>
                    <a:pt x="1879" y="47537"/>
                  </a:lnTo>
                  <a:lnTo>
                    <a:pt x="1487" y="49024"/>
                  </a:lnTo>
                  <a:lnTo>
                    <a:pt x="1136" y="50530"/>
                  </a:lnTo>
                  <a:lnTo>
                    <a:pt x="847" y="52058"/>
                  </a:lnTo>
                  <a:lnTo>
                    <a:pt x="599" y="53585"/>
                  </a:lnTo>
                  <a:lnTo>
                    <a:pt x="393" y="55113"/>
                  </a:lnTo>
                  <a:lnTo>
                    <a:pt x="227" y="56681"/>
                  </a:lnTo>
                  <a:lnTo>
                    <a:pt x="104" y="58250"/>
                  </a:lnTo>
                  <a:lnTo>
                    <a:pt x="42" y="59819"/>
                  </a:lnTo>
                  <a:lnTo>
                    <a:pt x="0" y="61408"/>
                  </a:lnTo>
                  <a:lnTo>
                    <a:pt x="42" y="62977"/>
                  </a:lnTo>
                  <a:lnTo>
                    <a:pt x="104" y="64566"/>
                  </a:lnTo>
                  <a:lnTo>
                    <a:pt x="227" y="66114"/>
                  </a:lnTo>
                  <a:lnTo>
                    <a:pt x="393" y="67683"/>
                  </a:lnTo>
                  <a:lnTo>
                    <a:pt x="599" y="69211"/>
                  </a:lnTo>
                  <a:lnTo>
                    <a:pt x="847" y="70759"/>
                  </a:lnTo>
                  <a:lnTo>
                    <a:pt x="1136" y="72266"/>
                  </a:lnTo>
                  <a:lnTo>
                    <a:pt x="1487" y="73772"/>
                  </a:lnTo>
                  <a:lnTo>
                    <a:pt x="1879" y="75259"/>
                  </a:lnTo>
                  <a:lnTo>
                    <a:pt x="2292" y="76745"/>
                  </a:lnTo>
                  <a:lnTo>
                    <a:pt x="2766" y="78210"/>
                  </a:lnTo>
                  <a:lnTo>
                    <a:pt x="3282" y="79655"/>
                  </a:lnTo>
                  <a:lnTo>
                    <a:pt x="3819" y="81100"/>
                  </a:lnTo>
                  <a:lnTo>
                    <a:pt x="4418" y="82504"/>
                  </a:lnTo>
                  <a:lnTo>
                    <a:pt x="5057" y="83907"/>
                  </a:lnTo>
                  <a:lnTo>
                    <a:pt x="5718" y="85290"/>
                  </a:lnTo>
                  <a:lnTo>
                    <a:pt x="6420" y="86673"/>
                  </a:lnTo>
                  <a:lnTo>
                    <a:pt x="7184" y="88015"/>
                  </a:lnTo>
                  <a:lnTo>
                    <a:pt x="7968" y="89357"/>
                  </a:lnTo>
                  <a:lnTo>
                    <a:pt x="8773" y="90657"/>
                  </a:lnTo>
                  <a:lnTo>
                    <a:pt x="9640" y="91957"/>
                  </a:lnTo>
                  <a:lnTo>
                    <a:pt x="10527" y="93237"/>
                  </a:lnTo>
                  <a:lnTo>
                    <a:pt x="11456" y="94496"/>
                  </a:lnTo>
                  <a:lnTo>
                    <a:pt x="12426" y="95735"/>
                  </a:lnTo>
                  <a:lnTo>
                    <a:pt x="13417" y="96953"/>
                  </a:lnTo>
                  <a:lnTo>
                    <a:pt x="14449" y="98129"/>
                  </a:lnTo>
                  <a:lnTo>
                    <a:pt x="15523" y="99306"/>
                  </a:lnTo>
                  <a:lnTo>
                    <a:pt x="16617" y="100462"/>
                  </a:lnTo>
                  <a:lnTo>
                    <a:pt x="17731" y="101576"/>
                  </a:lnTo>
                  <a:lnTo>
                    <a:pt x="18887" y="102691"/>
                  </a:lnTo>
                  <a:lnTo>
                    <a:pt x="20084" y="103764"/>
                  </a:lnTo>
                  <a:lnTo>
                    <a:pt x="21302" y="104817"/>
                  </a:lnTo>
                  <a:lnTo>
                    <a:pt x="22541" y="105849"/>
                  </a:lnTo>
                  <a:lnTo>
                    <a:pt x="23820" y="106840"/>
                  </a:lnTo>
                  <a:lnTo>
                    <a:pt x="25121" y="107830"/>
                  </a:lnTo>
                  <a:lnTo>
                    <a:pt x="26462" y="108780"/>
                  </a:lnTo>
                  <a:lnTo>
                    <a:pt x="27825" y="109709"/>
                  </a:lnTo>
                  <a:lnTo>
                    <a:pt x="29208" y="110596"/>
                  </a:lnTo>
                  <a:lnTo>
                    <a:pt x="30632" y="111463"/>
                  </a:lnTo>
                  <a:lnTo>
                    <a:pt x="32056" y="112310"/>
                  </a:lnTo>
                  <a:lnTo>
                    <a:pt x="33522" y="113135"/>
                  </a:lnTo>
                  <a:lnTo>
                    <a:pt x="35008" y="113920"/>
                  </a:lnTo>
                  <a:lnTo>
                    <a:pt x="36515" y="114663"/>
                  </a:lnTo>
                  <a:lnTo>
                    <a:pt x="38063" y="115385"/>
                  </a:lnTo>
                  <a:lnTo>
                    <a:pt x="39611" y="116087"/>
                  </a:lnTo>
                  <a:lnTo>
                    <a:pt x="41180" y="116747"/>
                  </a:lnTo>
                  <a:lnTo>
                    <a:pt x="42790" y="117367"/>
                  </a:lnTo>
                  <a:lnTo>
                    <a:pt x="44400" y="117965"/>
                  </a:lnTo>
                  <a:lnTo>
                    <a:pt x="46051" y="118543"/>
                  </a:lnTo>
                  <a:lnTo>
                    <a:pt x="47702" y="119080"/>
                  </a:lnTo>
                  <a:lnTo>
                    <a:pt x="49395" y="119575"/>
                  </a:lnTo>
                  <a:lnTo>
                    <a:pt x="51087" y="120029"/>
                  </a:lnTo>
                  <a:lnTo>
                    <a:pt x="52801" y="120463"/>
                  </a:lnTo>
                  <a:lnTo>
                    <a:pt x="54535" y="120876"/>
                  </a:lnTo>
                  <a:lnTo>
                    <a:pt x="56289" y="121227"/>
                  </a:lnTo>
                  <a:lnTo>
                    <a:pt x="58064" y="121557"/>
                  </a:lnTo>
                  <a:lnTo>
                    <a:pt x="59839" y="121846"/>
                  </a:lnTo>
                  <a:lnTo>
                    <a:pt x="61635" y="122094"/>
                  </a:lnTo>
                  <a:lnTo>
                    <a:pt x="63452" y="122300"/>
                  </a:lnTo>
                  <a:lnTo>
                    <a:pt x="65268" y="122486"/>
                  </a:lnTo>
                  <a:lnTo>
                    <a:pt x="67105" y="122630"/>
                  </a:lnTo>
                  <a:lnTo>
                    <a:pt x="68963" y="122713"/>
                  </a:lnTo>
                  <a:lnTo>
                    <a:pt x="70820" y="122775"/>
                  </a:lnTo>
                  <a:lnTo>
                    <a:pt x="72699" y="122795"/>
                  </a:lnTo>
                  <a:lnTo>
                    <a:pt x="74577" y="122775"/>
                  </a:lnTo>
                  <a:lnTo>
                    <a:pt x="76456" y="122733"/>
                  </a:lnTo>
                  <a:lnTo>
                    <a:pt x="78313" y="122651"/>
                  </a:lnTo>
                  <a:lnTo>
                    <a:pt x="80171" y="122548"/>
                  </a:lnTo>
                  <a:lnTo>
                    <a:pt x="82008" y="122403"/>
                  </a:lnTo>
                  <a:lnTo>
                    <a:pt x="83845" y="122238"/>
                  </a:lnTo>
                  <a:lnTo>
                    <a:pt x="85662" y="122052"/>
                  </a:lnTo>
                  <a:lnTo>
                    <a:pt x="87478" y="121805"/>
                  </a:lnTo>
                  <a:lnTo>
                    <a:pt x="89274" y="121557"/>
                  </a:lnTo>
                  <a:lnTo>
                    <a:pt x="91049" y="121247"/>
                  </a:lnTo>
                  <a:lnTo>
                    <a:pt x="92824" y="120938"/>
                  </a:lnTo>
                  <a:lnTo>
                    <a:pt x="94579" y="120566"/>
                  </a:lnTo>
                  <a:lnTo>
                    <a:pt x="96312" y="120195"/>
                  </a:lnTo>
                  <a:lnTo>
                    <a:pt x="98046" y="119761"/>
                  </a:lnTo>
                  <a:lnTo>
                    <a:pt x="99739" y="119328"/>
                  </a:lnTo>
                  <a:lnTo>
                    <a:pt x="101431" y="118832"/>
                  </a:lnTo>
                  <a:lnTo>
                    <a:pt x="103103" y="118337"/>
                  </a:lnTo>
                  <a:lnTo>
                    <a:pt x="104755" y="117780"/>
                  </a:lnTo>
                  <a:lnTo>
                    <a:pt x="106365" y="117222"/>
                  </a:lnTo>
                  <a:lnTo>
                    <a:pt x="107975" y="116603"/>
                  </a:lnTo>
                  <a:lnTo>
                    <a:pt x="109564" y="115984"/>
                  </a:lnTo>
                  <a:lnTo>
                    <a:pt x="111133" y="115303"/>
                  </a:lnTo>
                  <a:lnTo>
                    <a:pt x="112660" y="114621"/>
                  </a:lnTo>
                  <a:lnTo>
                    <a:pt x="114167" y="113899"/>
                  </a:lnTo>
                  <a:lnTo>
                    <a:pt x="115674" y="113135"/>
                  </a:lnTo>
                  <a:lnTo>
                    <a:pt x="117139" y="112351"/>
                  </a:lnTo>
                  <a:lnTo>
                    <a:pt x="118564" y="111525"/>
                  </a:lnTo>
                  <a:lnTo>
                    <a:pt x="119988" y="110679"/>
                  </a:lnTo>
                  <a:lnTo>
                    <a:pt x="121371" y="109791"/>
                  </a:lnTo>
                  <a:lnTo>
                    <a:pt x="122713" y="108883"/>
                  </a:lnTo>
                  <a:lnTo>
                    <a:pt x="124034" y="107934"/>
                  </a:lnTo>
                  <a:lnTo>
                    <a:pt x="125334" y="106964"/>
                  </a:lnTo>
                  <a:lnTo>
                    <a:pt x="126593" y="105952"/>
                  </a:lnTo>
                  <a:lnTo>
                    <a:pt x="127832" y="104920"/>
                  </a:lnTo>
                  <a:lnTo>
                    <a:pt x="129029" y="103847"/>
                  </a:lnTo>
                  <a:lnTo>
                    <a:pt x="130205" y="102753"/>
                  </a:lnTo>
                  <a:lnTo>
                    <a:pt x="131341" y="101617"/>
                  </a:lnTo>
                  <a:lnTo>
                    <a:pt x="132435" y="100462"/>
                  </a:lnTo>
                  <a:lnTo>
                    <a:pt x="133508" y="99264"/>
                  </a:lnTo>
                  <a:lnTo>
                    <a:pt x="134519" y="98047"/>
                  </a:lnTo>
                  <a:lnTo>
                    <a:pt x="135510" y="96787"/>
                  </a:lnTo>
                  <a:lnTo>
                    <a:pt x="136480" y="95508"/>
                  </a:lnTo>
                  <a:lnTo>
                    <a:pt x="136934" y="94847"/>
                  </a:lnTo>
                  <a:lnTo>
                    <a:pt x="137388" y="94187"/>
                  </a:lnTo>
                  <a:lnTo>
                    <a:pt x="137822" y="93505"/>
                  </a:lnTo>
                  <a:lnTo>
                    <a:pt x="138255" y="92845"/>
                  </a:lnTo>
                  <a:lnTo>
                    <a:pt x="138689" y="92143"/>
                  </a:lnTo>
                  <a:lnTo>
                    <a:pt x="139102" y="91462"/>
                  </a:lnTo>
                  <a:lnTo>
                    <a:pt x="139494" y="90760"/>
                  </a:lnTo>
                  <a:lnTo>
                    <a:pt x="139907" y="90058"/>
                  </a:lnTo>
                  <a:lnTo>
                    <a:pt x="140278" y="89336"/>
                  </a:lnTo>
                  <a:lnTo>
                    <a:pt x="140650" y="88613"/>
                  </a:lnTo>
                  <a:lnTo>
                    <a:pt x="141021" y="87870"/>
                  </a:lnTo>
                  <a:lnTo>
                    <a:pt x="141372" y="87148"/>
                  </a:lnTo>
                  <a:lnTo>
                    <a:pt x="141702" y="86384"/>
                  </a:lnTo>
                  <a:lnTo>
                    <a:pt x="142033" y="85641"/>
                  </a:lnTo>
                  <a:lnTo>
                    <a:pt x="142363" y="84877"/>
                  </a:lnTo>
                  <a:lnTo>
                    <a:pt x="142652" y="84093"/>
                  </a:lnTo>
                  <a:lnTo>
                    <a:pt x="142962" y="83329"/>
                  </a:lnTo>
                  <a:lnTo>
                    <a:pt x="143251" y="82545"/>
                  </a:lnTo>
                  <a:lnTo>
                    <a:pt x="143519" y="81740"/>
                  </a:lnTo>
                  <a:lnTo>
                    <a:pt x="143787" y="80935"/>
                  </a:lnTo>
                  <a:lnTo>
                    <a:pt x="144035" y="80130"/>
                  </a:lnTo>
                  <a:lnTo>
                    <a:pt x="144283" y="79325"/>
                  </a:lnTo>
                  <a:lnTo>
                    <a:pt x="144510" y="78499"/>
                  </a:lnTo>
                  <a:lnTo>
                    <a:pt x="144716" y="77653"/>
                  </a:lnTo>
                  <a:lnTo>
                    <a:pt x="144923" y="76827"/>
                  </a:lnTo>
                  <a:lnTo>
                    <a:pt x="145108" y="75981"/>
                  </a:lnTo>
                  <a:lnTo>
                    <a:pt x="145294" y="75114"/>
                  </a:lnTo>
                  <a:lnTo>
                    <a:pt x="145459" y="74247"/>
                  </a:lnTo>
                  <a:lnTo>
                    <a:pt x="145624" y="73380"/>
                  </a:lnTo>
                  <a:lnTo>
                    <a:pt x="145769" y="72493"/>
                  </a:lnTo>
                  <a:lnTo>
                    <a:pt x="145893" y="71605"/>
                  </a:lnTo>
                  <a:lnTo>
                    <a:pt x="146016" y="70717"/>
                  </a:lnTo>
                  <a:lnTo>
                    <a:pt x="146120" y="69809"/>
                  </a:lnTo>
                  <a:lnTo>
                    <a:pt x="146223" y="68901"/>
                  </a:lnTo>
                  <a:lnTo>
                    <a:pt x="146305" y="67993"/>
                  </a:lnTo>
                  <a:lnTo>
                    <a:pt x="146367" y="67064"/>
                  </a:lnTo>
                  <a:lnTo>
                    <a:pt x="146429" y="66135"/>
                  </a:lnTo>
                  <a:lnTo>
                    <a:pt x="146471" y="65186"/>
                  </a:lnTo>
                  <a:lnTo>
                    <a:pt x="146491" y="64236"/>
                  </a:lnTo>
                  <a:lnTo>
                    <a:pt x="146512" y="63287"/>
                  </a:lnTo>
                  <a:lnTo>
                    <a:pt x="146512" y="62316"/>
                  </a:lnTo>
                  <a:lnTo>
                    <a:pt x="146512" y="61346"/>
                  </a:lnTo>
                  <a:lnTo>
                    <a:pt x="146491" y="60376"/>
                  </a:lnTo>
                  <a:lnTo>
                    <a:pt x="146450" y="59385"/>
                  </a:lnTo>
                  <a:lnTo>
                    <a:pt x="146347" y="57796"/>
                  </a:lnTo>
                  <a:lnTo>
                    <a:pt x="146223" y="56227"/>
                  </a:lnTo>
                  <a:lnTo>
                    <a:pt x="146037" y="54679"/>
                  </a:lnTo>
                  <a:lnTo>
                    <a:pt x="145810" y="53131"/>
                  </a:lnTo>
                  <a:lnTo>
                    <a:pt x="145542" y="51604"/>
                  </a:lnTo>
                  <a:lnTo>
                    <a:pt x="145232" y="50097"/>
                  </a:lnTo>
                  <a:lnTo>
                    <a:pt x="144881" y="48590"/>
                  </a:lnTo>
                  <a:lnTo>
                    <a:pt x="144489" y="47104"/>
                  </a:lnTo>
                  <a:lnTo>
                    <a:pt x="144056" y="45638"/>
                  </a:lnTo>
                  <a:lnTo>
                    <a:pt x="143601" y="44173"/>
                  </a:lnTo>
                  <a:lnTo>
                    <a:pt x="143085" y="42749"/>
                  </a:lnTo>
                  <a:lnTo>
                    <a:pt x="142528" y="41324"/>
                  </a:lnTo>
                  <a:lnTo>
                    <a:pt x="141930" y="39921"/>
                  </a:lnTo>
                  <a:lnTo>
                    <a:pt x="141310" y="38538"/>
                  </a:lnTo>
                  <a:lnTo>
                    <a:pt x="140650" y="37155"/>
                  </a:lnTo>
                  <a:lnTo>
                    <a:pt x="139948" y="35813"/>
                  </a:lnTo>
                  <a:lnTo>
                    <a:pt x="139205" y="34471"/>
                  </a:lnTo>
                  <a:lnTo>
                    <a:pt x="138421" y="33171"/>
                  </a:lnTo>
                  <a:lnTo>
                    <a:pt x="137616" y="31871"/>
                  </a:lnTo>
                  <a:lnTo>
                    <a:pt x="136769" y="30591"/>
                  </a:lnTo>
                  <a:lnTo>
                    <a:pt x="135882" y="29332"/>
                  </a:lnTo>
                  <a:lnTo>
                    <a:pt x="134973" y="28114"/>
                  </a:lnTo>
                  <a:lnTo>
                    <a:pt x="134024" y="26896"/>
                  </a:lnTo>
                  <a:lnTo>
                    <a:pt x="133033" y="25699"/>
                  </a:lnTo>
                  <a:lnTo>
                    <a:pt x="132022" y="24543"/>
                  </a:lnTo>
                  <a:lnTo>
                    <a:pt x="130990" y="23387"/>
                  </a:lnTo>
                  <a:lnTo>
                    <a:pt x="129916" y="22252"/>
                  </a:lnTo>
                  <a:lnTo>
                    <a:pt x="128802" y="21158"/>
                  </a:lnTo>
                  <a:lnTo>
                    <a:pt x="127666" y="20084"/>
                  </a:lnTo>
                  <a:lnTo>
                    <a:pt x="126490" y="19032"/>
                  </a:lnTo>
                  <a:lnTo>
                    <a:pt x="125293" y="18000"/>
                  </a:lnTo>
                  <a:lnTo>
                    <a:pt x="124075" y="16988"/>
                  </a:lnTo>
                  <a:lnTo>
                    <a:pt x="122816" y="15998"/>
                  </a:lnTo>
                  <a:lnTo>
                    <a:pt x="121536" y="15048"/>
                  </a:lnTo>
                  <a:lnTo>
                    <a:pt x="120215" y="14119"/>
                  </a:lnTo>
                  <a:lnTo>
                    <a:pt x="118894" y="13211"/>
                  </a:lnTo>
                  <a:lnTo>
                    <a:pt x="117532" y="12323"/>
                  </a:lnTo>
                  <a:lnTo>
                    <a:pt x="116149" y="11477"/>
                  </a:lnTo>
                  <a:lnTo>
                    <a:pt x="114724" y="10651"/>
                  </a:lnTo>
                  <a:lnTo>
                    <a:pt x="113279" y="9846"/>
                  </a:lnTo>
                  <a:lnTo>
                    <a:pt x="111835" y="9083"/>
                  </a:lnTo>
                  <a:lnTo>
                    <a:pt x="110348" y="8340"/>
                  </a:lnTo>
                  <a:lnTo>
                    <a:pt x="108821" y="7638"/>
                  </a:lnTo>
                  <a:lnTo>
                    <a:pt x="107294" y="6957"/>
                  </a:lnTo>
                  <a:lnTo>
                    <a:pt x="105745" y="6296"/>
                  </a:lnTo>
                  <a:lnTo>
                    <a:pt x="104177" y="5677"/>
                  </a:lnTo>
                  <a:lnTo>
                    <a:pt x="102567" y="5078"/>
                  </a:lnTo>
                  <a:lnTo>
                    <a:pt x="100957" y="4521"/>
                  </a:lnTo>
                  <a:lnTo>
                    <a:pt x="99326" y="3984"/>
                  </a:lnTo>
                  <a:lnTo>
                    <a:pt x="97654" y="3489"/>
                  </a:lnTo>
                  <a:lnTo>
                    <a:pt x="95982" y="3014"/>
                  </a:lnTo>
                  <a:lnTo>
                    <a:pt x="94290" y="2581"/>
                  </a:lnTo>
                  <a:lnTo>
                    <a:pt x="92576" y="2168"/>
                  </a:lnTo>
                  <a:lnTo>
                    <a:pt x="90842" y="1796"/>
                  </a:lnTo>
                  <a:lnTo>
                    <a:pt x="89109" y="1466"/>
                  </a:lnTo>
                  <a:lnTo>
                    <a:pt x="87333" y="1156"/>
                  </a:lnTo>
                  <a:lnTo>
                    <a:pt x="85558" y="888"/>
                  </a:lnTo>
                  <a:lnTo>
                    <a:pt x="83763" y="661"/>
                  </a:lnTo>
                  <a:lnTo>
                    <a:pt x="81967" y="455"/>
                  </a:lnTo>
                  <a:lnTo>
                    <a:pt x="80130" y="290"/>
                  </a:lnTo>
                  <a:lnTo>
                    <a:pt x="78293" y="166"/>
                  </a:lnTo>
                  <a:lnTo>
                    <a:pt x="76456" y="83"/>
                  </a:lnTo>
                  <a:lnTo>
                    <a:pt x="74577" y="21"/>
                  </a:lnTo>
                  <a:lnTo>
                    <a:pt x="726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3" name="Google Shape;833;p27">
              <a:extLst>
                <a:ext uri="{FF2B5EF4-FFF2-40B4-BE49-F238E27FC236}">
                  <a16:creationId xmlns:a16="http://schemas.microsoft.com/office/drawing/2014/main" id="{82D8F301-FB2E-ADF5-3B89-38CCD685D4EB}"/>
                </a:ext>
              </a:extLst>
            </p:cNvPr>
            <p:cNvSpPr/>
            <p:nvPr/>
          </p:nvSpPr>
          <p:spPr>
            <a:xfrm>
              <a:off x="2216475" y="2108725"/>
              <a:ext cx="3662800" cy="3069900"/>
            </a:xfrm>
            <a:custGeom>
              <a:avLst/>
              <a:gdLst/>
              <a:ahLst/>
              <a:cxnLst/>
              <a:rect l="l" t="t" r="r" b="b"/>
              <a:pathLst>
                <a:path w="146512" h="122796" fill="none" extrusionOk="0">
                  <a:moveTo>
                    <a:pt x="146450" y="59385"/>
                  </a:moveTo>
                  <a:lnTo>
                    <a:pt x="146450" y="59385"/>
                  </a:lnTo>
                  <a:lnTo>
                    <a:pt x="146491" y="60376"/>
                  </a:lnTo>
                  <a:lnTo>
                    <a:pt x="146512" y="61346"/>
                  </a:lnTo>
                  <a:lnTo>
                    <a:pt x="146512" y="62316"/>
                  </a:lnTo>
                  <a:lnTo>
                    <a:pt x="146512" y="63287"/>
                  </a:lnTo>
                  <a:lnTo>
                    <a:pt x="146491" y="64236"/>
                  </a:lnTo>
                  <a:lnTo>
                    <a:pt x="146471" y="65186"/>
                  </a:lnTo>
                  <a:lnTo>
                    <a:pt x="146429" y="66135"/>
                  </a:lnTo>
                  <a:lnTo>
                    <a:pt x="146367" y="67064"/>
                  </a:lnTo>
                  <a:lnTo>
                    <a:pt x="146305" y="67993"/>
                  </a:lnTo>
                  <a:lnTo>
                    <a:pt x="146223" y="68901"/>
                  </a:lnTo>
                  <a:lnTo>
                    <a:pt x="146120" y="69809"/>
                  </a:lnTo>
                  <a:lnTo>
                    <a:pt x="146016" y="70717"/>
                  </a:lnTo>
                  <a:lnTo>
                    <a:pt x="145893" y="71605"/>
                  </a:lnTo>
                  <a:lnTo>
                    <a:pt x="145769" y="72493"/>
                  </a:lnTo>
                  <a:lnTo>
                    <a:pt x="145624" y="73380"/>
                  </a:lnTo>
                  <a:lnTo>
                    <a:pt x="145459" y="74247"/>
                  </a:lnTo>
                  <a:lnTo>
                    <a:pt x="145294" y="75114"/>
                  </a:lnTo>
                  <a:lnTo>
                    <a:pt x="145108" y="75981"/>
                  </a:lnTo>
                  <a:lnTo>
                    <a:pt x="144923" y="76827"/>
                  </a:lnTo>
                  <a:lnTo>
                    <a:pt x="144716" y="77653"/>
                  </a:lnTo>
                  <a:lnTo>
                    <a:pt x="144510" y="78499"/>
                  </a:lnTo>
                  <a:lnTo>
                    <a:pt x="144283" y="79325"/>
                  </a:lnTo>
                  <a:lnTo>
                    <a:pt x="144035" y="80130"/>
                  </a:lnTo>
                  <a:lnTo>
                    <a:pt x="143787" y="80935"/>
                  </a:lnTo>
                  <a:lnTo>
                    <a:pt x="143519" y="81740"/>
                  </a:lnTo>
                  <a:lnTo>
                    <a:pt x="143251" y="82545"/>
                  </a:lnTo>
                  <a:lnTo>
                    <a:pt x="142962" y="83329"/>
                  </a:lnTo>
                  <a:lnTo>
                    <a:pt x="142652" y="84093"/>
                  </a:lnTo>
                  <a:lnTo>
                    <a:pt x="142363" y="84877"/>
                  </a:lnTo>
                  <a:lnTo>
                    <a:pt x="142033" y="85641"/>
                  </a:lnTo>
                  <a:lnTo>
                    <a:pt x="141702" y="86384"/>
                  </a:lnTo>
                  <a:lnTo>
                    <a:pt x="141372" y="87148"/>
                  </a:lnTo>
                  <a:lnTo>
                    <a:pt x="141021" y="87870"/>
                  </a:lnTo>
                  <a:lnTo>
                    <a:pt x="140650" y="88613"/>
                  </a:lnTo>
                  <a:lnTo>
                    <a:pt x="140278" y="89336"/>
                  </a:lnTo>
                  <a:lnTo>
                    <a:pt x="139907" y="90058"/>
                  </a:lnTo>
                  <a:lnTo>
                    <a:pt x="139494" y="90760"/>
                  </a:lnTo>
                  <a:lnTo>
                    <a:pt x="139102" y="91462"/>
                  </a:lnTo>
                  <a:lnTo>
                    <a:pt x="138689" y="92143"/>
                  </a:lnTo>
                  <a:lnTo>
                    <a:pt x="138255" y="92845"/>
                  </a:lnTo>
                  <a:lnTo>
                    <a:pt x="137822" y="93505"/>
                  </a:lnTo>
                  <a:lnTo>
                    <a:pt x="137388" y="94187"/>
                  </a:lnTo>
                  <a:lnTo>
                    <a:pt x="136934" y="94847"/>
                  </a:lnTo>
                  <a:lnTo>
                    <a:pt x="136480" y="95508"/>
                  </a:lnTo>
                  <a:lnTo>
                    <a:pt x="135510" y="96787"/>
                  </a:lnTo>
                  <a:lnTo>
                    <a:pt x="134519" y="98047"/>
                  </a:lnTo>
                  <a:lnTo>
                    <a:pt x="133508" y="99264"/>
                  </a:lnTo>
                  <a:lnTo>
                    <a:pt x="132435" y="100462"/>
                  </a:lnTo>
                  <a:lnTo>
                    <a:pt x="131341" y="101617"/>
                  </a:lnTo>
                  <a:lnTo>
                    <a:pt x="130205" y="102753"/>
                  </a:lnTo>
                  <a:lnTo>
                    <a:pt x="129029" y="103847"/>
                  </a:lnTo>
                  <a:lnTo>
                    <a:pt x="127832" y="104920"/>
                  </a:lnTo>
                  <a:lnTo>
                    <a:pt x="126593" y="105952"/>
                  </a:lnTo>
                  <a:lnTo>
                    <a:pt x="125334" y="106964"/>
                  </a:lnTo>
                  <a:lnTo>
                    <a:pt x="124034" y="107934"/>
                  </a:lnTo>
                  <a:lnTo>
                    <a:pt x="122713" y="108883"/>
                  </a:lnTo>
                  <a:lnTo>
                    <a:pt x="121371" y="109791"/>
                  </a:lnTo>
                  <a:lnTo>
                    <a:pt x="119988" y="110679"/>
                  </a:lnTo>
                  <a:lnTo>
                    <a:pt x="118564" y="111525"/>
                  </a:lnTo>
                  <a:lnTo>
                    <a:pt x="117139" y="112351"/>
                  </a:lnTo>
                  <a:lnTo>
                    <a:pt x="115674" y="113135"/>
                  </a:lnTo>
                  <a:lnTo>
                    <a:pt x="114167" y="113899"/>
                  </a:lnTo>
                  <a:lnTo>
                    <a:pt x="112660" y="114621"/>
                  </a:lnTo>
                  <a:lnTo>
                    <a:pt x="111133" y="115303"/>
                  </a:lnTo>
                  <a:lnTo>
                    <a:pt x="109564" y="115984"/>
                  </a:lnTo>
                  <a:lnTo>
                    <a:pt x="107975" y="116603"/>
                  </a:lnTo>
                  <a:lnTo>
                    <a:pt x="106365" y="117222"/>
                  </a:lnTo>
                  <a:lnTo>
                    <a:pt x="104755" y="117780"/>
                  </a:lnTo>
                  <a:lnTo>
                    <a:pt x="103103" y="118337"/>
                  </a:lnTo>
                  <a:lnTo>
                    <a:pt x="101431" y="118832"/>
                  </a:lnTo>
                  <a:lnTo>
                    <a:pt x="99739" y="119328"/>
                  </a:lnTo>
                  <a:lnTo>
                    <a:pt x="98046" y="119761"/>
                  </a:lnTo>
                  <a:lnTo>
                    <a:pt x="96312" y="120195"/>
                  </a:lnTo>
                  <a:lnTo>
                    <a:pt x="94579" y="120566"/>
                  </a:lnTo>
                  <a:lnTo>
                    <a:pt x="92824" y="120938"/>
                  </a:lnTo>
                  <a:lnTo>
                    <a:pt x="91049" y="121247"/>
                  </a:lnTo>
                  <a:lnTo>
                    <a:pt x="89274" y="121557"/>
                  </a:lnTo>
                  <a:lnTo>
                    <a:pt x="87478" y="121805"/>
                  </a:lnTo>
                  <a:lnTo>
                    <a:pt x="85662" y="122052"/>
                  </a:lnTo>
                  <a:lnTo>
                    <a:pt x="83845" y="122238"/>
                  </a:lnTo>
                  <a:lnTo>
                    <a:pt x="82008" y="122403"/>
                  </a:lnTo>
                  <a:lnTo>
                    <a:pt x="80171" y="122548"/>
                  </a:lnTo>
                  <a:lnTo>
                    <a:pt x="78313" y="122651"/>
                  </a:lnTo>
                  <a:lnTo>
                    <a:pt x="76456" y="122733"/>
                  </a:lnTo>
                  <a:lnTo>
                    <a:pt x="74577" y="122775"/>
                  </a:lnTo>
                  <a:lnTo>
                    <a:pt x="72699" y="122795"/>
                  </a:lnTo>
                  <a:lnTo>
                    <a:pt x="72699" y="122795"/>
                  </a:lnTo>
                  <a:lnTo>
                    <a:pt x="70820" y="122775"/>
                  </a:lnTo>
                  <a:lnTo>
                    <a:pt x="68963" y="122713"/>
                  </a:lnTo>
                  <a:lnTo>
                    <a:pt x="67105" y="122630"/>
                  </a:lnTo>
                  <a:lnTo>
                    <a:pt x="65268" y="122486"/>
                  </a:lnTo>
                  <a:lnTo>
                    <a:pt x="63452" y="122300"/>
                  </a:lnTo>
                  <a:lnTo>
                    <a:pt x="61635" y="122094"/>
                  </a:lnTo>
                  <a:lnTo>
                    <a:pt x="59839" y="121846"/>
                  </a:lnTo>
                  <a:lnTo>
                    <a:pt x="58064" y="121557"/>
                  </a:lnTo>
                  <a:lnTo>
                    <a:pt x="56289" y="121227"/>
                  </a:lnTo>
                  <a:lnTo>
                    <a:pt x="54535" y="120876"/>
                  </a:lnTo>
                  <a:lnTo>
                    <a:pt x="52801" y="120463"/>
                  </a:lnTo>
                  <a:lnTo>
                    <a:pt x="51087" y="120029"/>
                  </a:lnTo>
                  <a:lnTo>
                    <a:pt x="49395" y="119575"/>
                  </a:lnTo>
                  <a:lnTo>
                    <a:pt x="47702" y="119080"/>
                  </a:lnTo>
                  <a:lnTo>
                    <a:pt x="46051" y="118543"/>
                  </a:lnTo>
                  <a:lnTo>
                    <a:pt x="44400" y="117965"/>
                  </a:lnTo>
                  <a:lnTo>
                    <a:pt x="42790" y="117367"/>
                  </a:lnTo>
                  <a:lnTo>
                    <a:pt x="41180" y="116747"/>
                  </a:lnTo>
                  <a:lnTo>
                    <a:pt x="39611" y="116087"/>
                  </a:lnTo>
                  <a:lnTo>
                    <a:pt x="38063" y="115385"/>
                  </a:lnTo>
                  <a:lnTo>
                    <a:pt x="36515" y="114663"/>
                  </a:lnTo>
                  <a:lnTo>
                    <a:pt x="35008" y="113920"/>
                  </a:lnTo>
                  <a:lnTo>
                    <a:pt x="33522" y="113135"/>
                  </a:lnTo>
                  <a:lnTo>
                    <a:pt x="32056" y="112310"/>
                  </a:lnTo>
                  <a:lnTo>
                    <a:pt x="30632" y="111463"/>
                  </a:lnTo>
                  <a:lnTo>
                    <a:pt x="29208" y="110596"/>
                  </a:lnTo>
                  <a:lnTo>
                    <a:pt x="27825" y="109709"/>
                  </a:lnTo>
                  <a:lnTo>
                    <a:pt x="26462" y="108780"/>
                  </a:lnTo>
                  <a:lnTo>
                    <a:pt x="25121" y="107830"/>
                  </a:lnTo>
                  <a:lnTo>
                    <a:pt x="23820" y="106840"/>
                  </a:lnTo>
                  <a:lnTo>
                    <a:pt x="22541" y="105849"/>
                  </a:lnTo>
                  <a:lnTo>
                    <a:pt x="21302" y="104817"/>
                  </a:lnTo>
                  <a:lnTo>
                    <a:pt x="20084" y="103764"/>
                  </a:lnTo>
                  <a:lnTo>
                    <a:pt x="18887" y="102691"/>
                  </a:lnTo>
                  <a:lnTo>
                    <a:pt x="17731" y="101576"/>
                  </a:lnTo>
                  <a:lnTo>
                    <a:pt x="16617" y="100462"/>
                  </a:lnTo>
                  <a:lnTo>
                    <a:pt x="15523" y="99306"/>
                  </a:lnTo>
                  <a:lnTo>
                    <a:pt x="14449" y="98129"/>
                  </a:lnTo>
                  <a:lnTo>
                    <a:pt x="13417" y="96953"/>
                  </a:lnTo>
                  <a:lnTo>
                    <a:pt x="12426" y="95735"/>
                  </a:lnTo>
                  <a:lnTo>
                    <a:pt x="11456" y="94496"/>
                  </a:lnTo>
                  <a:lnTo>
                    <a:pt x="10527" y="93237"/>
                  </a:lnTo>
                  <a:lnTo>
                    <a:pt x="9640" y="91957"/>
                  </a:lnTo>
                  <a:lnTo>
                    <a:pt x="8773" y="90657"/>
                  </a:lnTo>
                  <a:lnTo>
                    <a:pt x="7968" y="89357"/>
                  </a:lnTo>
                  <a:lnTo>
                    <a:pt x="7184" y="88015"/>
                  </a:lnTo>
                  <a:lnTo>
                    <a:pt x="6420" y="86673"/>
                  </a:lnTo>
                  <a:lnTo>
                    <a:pt x="5718" y="85290"/>
                  </a:lnTo>
                  <a:lnTo>
                    <a:pt x="5057" y="83907"/>
                  </a:lnTo>
                  <a:lnTo>
                    <a:pt x="4418" y="82504"/>
                  </a:lnTo>
                  <a:lnTo>
                    <a:pt x="3819" y="81100"/>
                  </a:lnTo>
                  <a:lnTo>
                    <a:pt x="3282" y="79655"/>
                  </a:lnTo>
                  <a:lnTo>
                    <a:pt x="2766" y="78210"/>
                  </a:lnTo>
                  <a:lnTo>
                    <a:pt x="2292" y="76745"/>
                  </a:lnTo>
                  <a:lnTo>
                    <a:pt x="1879" y="75259"/>
                  </a:lnTo>
                  <a:lnTo>
                    <a:pt x="1487" y="73772"/>
                  </a:lnTo>
                  <a:lnTo>
                    <a:pt x="1136" y="72266"/>
                  </a:lnTo>
                  <a:lnTo>
                    <a:pt x="847" y="70759"/>
                  </a:lnTo>
                  <a:lnTo>
                    <a:pt x="599" y="69211"/>
                  </a:lnTo>
                  <a:lnTo>
                    <a:pt x="393" y="67683"/>
                  </a:lnTo>
                  <a:lnTo>
                    <a:pt x="227" y="66114"/>
                  </a:lnTo>
                  <a:lnTo>
                    <a:pt x="104" y="64566"/>
                  </a:lnTo>
                  <a:lnTo>
                    <a:pt x="42" y="62977"/>
                  </a:lnTo>
                  <a:lnTo>
                    <a:pt x="0" y="61408"/>
                  </a:lnTo>
                  <a:lnTo>
                    <a:pt x="0" y="61408"/>
                  </a:lnTo>
                  <a:lnTo>
                    <a:pt x="42" y="59819"/>
                  </a:lnTo>
                  <a:lnTo>
                    <a:pt x="104" y="58250"/>
                  </a:lnTo>
                  <a:lnTo>
                    <a:pt x="227" y="56681"/>
                  </a:lnTo>
                  <a:lnTo>
                    <a:pt x="393" y="55113"/>
                  </a:lnTo>
                  <a:lnTo>
                    <a:pt x="599" y="53585"/>
                  </a:lnTo>
                  <a:lnTo>
                    <a:pt x="847" y="52058"/>
                  </a:lnTo>
                  <a:lnTo>
                    <a:pt x="1136" y="50530"/>
                  </a:lnTo>
                  <a:lnTo>
                    <a:pt x="1487" y="49024"/>
                  </a:lnTo>
                  <a:lnTo>
                    <a:pt x="1879" y="47537"/>
                  </a:lnTo>
                  <a:lnTo>
                    <a:pt x="2292" y="46051"/>
                  </a:lnTo>
                  <a:lnTo>
                    <a:pt x="2766" y="44586"/>
                  </a:lnTo>
                  <a:lnTo>
                    <a:pt x="3282" y="43141"/>
                  </a:lnTo>
                  <a:lnTo>
                    <a:pt x="3819" y="41717"/>
                  </a:lnTo>
                  <a:lnTo>
                    <a:pt x="4418" y="40292"/>
                  </a:lnTo>
                  <a:lnTo>
                    <a:pt x="5057" y="38889"/>
                  </a:lnTo>
                  <a:lnTo>
                    <a:pt x="5718" y="37506"/>
                  </a:lnTo>
                  <a:lnTo>
                    <a:pt x="6420" y="36123"/>
                  </a:lnTo>
                  <a:lnTo>
                    <a:pt x="7184" y="34781"/>
                  </a:lnTo>
                  <a:lnTo>
                    <a:pt x="7968" y="33439"/>
                  </a:lnTo>
                  <a:lnTo>
                    <a:pt x="8773" y="32139"/>
                  </a:lnTo>
                  <a:lnTo>
                    <a:pt x="9640" y="30839"/>
                  </a:lnTo>
                  <a:lnTo>
                    <a:pt x="10527" y="29559"/>
                  </a:lnTo>
                  <a:lnTo>
                    <a:pt x="11456" y="28300"/>
                  </a:lnTo>
                  <a:lnTo>
                    <a:pt x="12426" y="27061"/>
                  </a:lnTo>
                  <a:lnTo>
                    <a:pt x="13417" y="25864"/>
                  </a:lnTo>
                  <a:lnTo>
                    <a:pt x="14449" y="24667"/>
                  </a:lnTo>
                  <a:lnTo>
                    <a:pt x="15523" y="23490"/>
                  </a:lnTo>
                  <a:lnTo>
                    <a:pt x="16617" y="22334"/>
                  </a:lnTo>
                  <a:lnTo>
                    <a:pt x="17731" y="21220"/>
                  </a:lnTo>
                  <a:lnTo>
                    <a:pt x="18887" y="20126"/>
                  </a:lnTo>
                  <a:lnTo>
                    <a:pt x="20084" y="19032"/>
                  </a:lnTo>
                  <a:lnTo>
                    <a:pt x="21302" y="17979"/>
                  </a:lnTo>
                  <a:lnTo>
                    <a:pt x="22541" y="16947"/>
                  </a:lnTo>
                  <a:lnTo>
                    <a:pt x="23820" y="15956"/>
                  </a:lnTo>
                  <a:lnTo>
                    <a:pt x="25121" y="14965"/>
                  </a:lnTo>
                  <a:lnTo>
                    <a:pt x="26462" y="14016"/>
                  </a:lnTo>
                  <a:lnTo>
                    <a:pt x="27825" y="13087"/>
                  </a:lnTo>
                  <a:lnTo>
                    <a:pt x="29208" y="12200"/>
                  </a:lnTo>
                  <a:lnTo>
                    <a:pt x="30632" y="11333"/>
                  </a:lnTo>
                  <a:lnTo>
                    <a:pt x="32056" y="10486"/>
                  </a:lnTo>
                  <a:lnTo>
                    <a:pt x="33522" y="9681"/>
                  </a:lnTo>
                  <a:lnTo>
                    <a:pt x="35008" y="8897"/>
                  </a:lnTo>
                  <a:lnTo>
                    <a:pt x="36515" y="8133"/>
                  </a:lnTo>
                  <a:lnTo>
                    <a:pt x="38063" y="7411"/>
                  </a:lnTo>
                  <a:lnTo>
                    <a:pt x="39611" y="6709"/>
                  </a:lnTo>
                  <a:lnTo>
                    <a:pt x="41180" y="6048"/>
                  </a:lnTo>
                  <a:lnTo>
                    <a:pt x="42790" y="5429"/>
                  </a:lnTo>
                  <a:lnTo>
                    <a:pt x="44400" y="4831"/>
                  </a:lnTo>
                  <a:lnTo>
                    <a:pt x="46051" y="4253"/>
                  </a:lnTo>
                  <a:lnTo>
                    <a:pt x="47702" y="3716"/>
                  </a:lnTo>
                  <a:lnTo>
                    <a:pt x="49395" y="3221"/>
                  </a:lnTo>
                  <a:lnTo>
                    <a:pt x="51087" y="2766"/>
                  </a:lnTo>
                  <a:lnTo>
                    <a:pt x="52801" y="2333"/>
                  </a:lnTo>
                  <a:lnTo>
                    <a:pt x="54535" y="1941"/>
                  </a:lnTo>
                  <a:lnTo>
                    <a:pt x="56289" y="1569"/>
                  </a:lnTo>
                  <a:lnTo>
                    <a:pt x="58064" y="1239"/>
                  </a:lnTo>
                  <a:lnTo>
                    <a:pt x="59839" y="950"/>
                  </a:lnTo>
                  <a:lnTo>
                    <a:pt x="61635" y="702"/>
                  </a:lnTo>
                  <a:lnTo>
                    <a:pt x="63452" y="496"/>
                  </a:lnTo>
                  <a:lnTo>
                    <a:pt x="65268" y="310"/>
                  </a:lnTo>
                  <a:lnTo>
                    <a:pt x="67105" y="186"/>
                  </a:lnTo>
                  <a:lnTo>
                    <a:pt x="68963" y="83"/>
                  </a:lnTo>
                  <a:lnTo>
                    <a:pt x="70820" y="21"/>
                  </a:lnTo>
                  <a:lnTo>
                    <a:pt x="72699" y="1"/>
                  </a:lnTo>
                  <a:lnTo>
                    <a:pt x="72699" y="1"/>
                  </a:lnTo>
                  <a:lnTo>
                    <a:pt x="74577" y="21"/>
                  </a:lnTo>
                  <a:lnTo>
                    <a:pt x="76456" y="83"/>
                  </a:lnTo>
                  <a:lnTo>
                    <a:pt x="78293" y="166"/>
                  </a:lnTo>
                  <a:lnTo>
                    <a:pt x="80130" y="290"/>
                  </a:lnTo>
                  <a:lnTo>
                    <a:pt x="81967" y="455"/>
                  </a:lnTo>
                  <a:lnTo>
                    <a:pt x="83763" y="661"/>
                  </a:lnTo>
                  <a:lnTo>
                    <a:pt x="85558" y="888"/>
                  </a:lnTo>
                  <a:lnTo>
                    <a:pt x="87333" y="1156"/>
                  </a:lnTo>
                  <a:lnTo>
                    <a:pt x="89109" y="1466"/>
                  </a:lnTo>
                  <a:lnTo>
                    <a:pt x="90842" y="1796"/>
                  </a:lnTo>
                  <a:lnTo>
                    <a:pt x="92576" y="2168"/>
                  </a:lnTo>
                  <a:lnTo>
                    <a:pt x="94290" y="2581"/>
                  </a:lnTo>
                  <a:lnTo>
                    <a:pt x="95982" y="3014"/>
                  </a:lnTo>
                  <a:lnTo>
                    <a:pt x="97654" y="3489"/>
                  </a:lnTo>
                  <a:lnTo>
                    <a:pt x="99326" y="3984"/>
                  </a:lnTo>
                  <a:lnTo>
                    <a:pt x="100957" y="4521"/>
                  </a:lnTo>
                  <a:lnTo>
                    <a:pt x="102567" y="5078"/>
                  </a:lnTo>
                  <a:lnTo>
                    <a:pt x="104177" y="5677"/>
                  </a:lnTo>
                  <a:lnTo>
                    <a:pt x="105745" y="6296"/>
                  </a:lnTo>
                  <a:lnTo>
                    <a:pt x="107294" y="6957"/>
                  </a:lnTo>
                  <a:lnTo>
                    <a:pt x="108821" y="7638"/>
                  </a:lnTo>
                  <a:lnTo>
                    <a:pt x="110348" y="8340"/>
                  </a:lnTo>
                  <a:lnTo>
                    <a:pt x="111835" y="9083"/>
                  </a:lnTo>
                  <a:lnTo>
                    <a:pt x="113279" y="9846"/>
                  </a:lnTo>
                  <a:lnTo>
                    <a:pt x="114724" y="10651"/>
                  </a:lnTo>
                  <a:lnTo>
                    <a:pt x="116149" y="11477"/>
                  </a:lnTo>
                  <a:lnTo>
                    <a:pt x="117532" y="12323"/>
                  </a:lnTo>
                  <a:lnTo>
                    <a:pt x="118894" y="13211"/>
                  </a:lnTo>
                  <a:lnTo>
                    <a:pt x="120215" y="14119"/>
                  </a:lnTo>
                  <a:lnTo>
                    <a:pt x="121536" y="15048"/>
                  </a:lnTo>
                  <a:lnTo>
                    <a:pt x="122816" y="15998"/>
                  </a:lnTo>
                  <a:lnTo>
                    <a:pt x="124075" y="16988"/>
                  </a:lnTo>
                  <a:lnTo>
                    <a:pt x="125293" y="18000"/>
                  </a:lnTo>
                  <a:lnTo>
                    <a:pt x="126490" y="19032"/>
                  </a:lnTo>
                  <a:lnTo>
                    <a:pt x="127666" y="20084"/>
                  </a:lnTo>
                  <a:lnTo>
                    <a:pt x="128802" y="21158"/>
                  </a:lnTo>
                  <a:lnTo>
                    <a:pt x="129916" y="22252"/>
                  </a:lnTo>
                  <a:lnTo>
                    <a:pt x="130990" y="23387"/>
                  </a:lnTo>
                  <a:lnTo>
                    <a:pt x="132022" y="24543"/>
                  </a:lnTo>
                  <a:lnTo>
                    <a:pt x="133033" y="25699"/>
                  </a:lnTo>
                  <a:lnTo>
                    <a:pt x="134024" y="26896"/>
                  </a:lnTo>
                  <a:lnTo>
                    <a:pt x="134973" y="28114"/>
                  </a:lnTo>
                  <a:lnTo>
                    <a:pt x="135882" y="29332"/>
                  </a:lnTo>
                  <a:lnTo>
                    <a:pt x="136769" y="30591"/>
                  </a:lnTo>
                  <a:lnTo>
                    <a:pt x="137616" y="31871"/>
                  </a:lnTo>
                  <a:lnTo>
                    <a:pt x="138421" y="33171"/>
                  </a:lnTo>
                  <a:lnTo>
                    <a:pt x="139205" y="34471"/>
                  </a:lnTo>
                  <a:lnTo>
                    <a:pt x="139948" y="35813"/>
                  </a:lnTo>
                  <a:lnTo>
                    <a:pt x="140650" y="37155"/>
                  </a:lnTo>
                  <a:lnTo>
                    <a:pt x="141310" y="38538"/>
                  </a:lnTo>
                  <a:lnTo>
                    <a:pt x="141930" y="39921"/>
                  </a:lnTo>
                  <a:lnTo>
                    <a:pt x="142528" y="41324"/>
                  </a:lnTo>
                  <a:lnTo>
                    <a:pt x="143085" y="42749"/>
                  </a:lnTo>
                  <a:lnTo>
                    <a:pt x="143601" y="44173"/>
                  </a:lnTo>
                  <a:lnTo>
                    <a:pt x="144056" y="45638"/>
                  </a:lnTo>
                  <a:lnTo>
                    <a:pt x="144489" y="47104"/>
                  </a:lnTo>
                  <a:lnTo>
                    <a:pt x="144881" y="48590"/>
                  </a:lnTo>
                  <a:lnTo>
                    <a:pt x="145232" y="50097"/>
                  </a:lnTo>
                  <a:lnTo>
                    <a:pt x="145542" y="51604"/>
                  </a:lnTo>
                  <a:lnTo>
                    <a:pt x="145810" y="53131"/>
                  </a:lnTo>
                  <a:lnTo>
                    <a:pt x="146037" y="54679"/>
                  </a:lnTo>
                  <a:lnTo>
                    <a:pt x="146223" y="56227"/>
                  </a:lnTo>
                  <a:lnTo>
                    <a:pt x="146347" y="57796"/>
                  </a:lnTo>
                  <a:lnTo>
                    <a:pt x="146450" y="5938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4" name="Google Shape;834;p27">
              <a:extLst>
                <a:ext uri="{FF2B5EF4-FFF2-40B4-BE49-F238E27FC236}">
                  <a16:creationId xmlns:a16="http://schemas.microsoft.com/office/drawing/2014/main" id="{843EE81C-D4BE-6A7F-D698-DA331E45BB96}"/>
                </a:ext>
              </a:extLst>
            </p:cNvPr>
            <p:cNvSpPr/>
            <p:nvPr/>
          </p:nvSpPr>
          <p:spPr>
            <a:xfrm>
              <a:off x="3907500" y="2482325"/>
              <a:ext cx="503150" cy="598125"/>
            </a:xfrm>
            <a:custGeom>
              <a:avLst/>
              <a:gdLst/>
              <a:ahLst/>
              <a:cxnLst/>
              <a:rect l="l" t="t" r="r" b="b"/>
              <a:pathLst>
                <a:path w="20126" h="23925" extrusionOk="0">
                  <a:moveTo>
                    <a:pt x="1755" y="1"/>
                  </a:moveTo>
                  <a:lnTo>
                    <a:pt x="1384" y="21"/>
                  </a:lnTo>
                  <a:lnTo>
                    <a:pt x="1033" y="42"/>
                  </a:lnTo>
                  <a:lnTo>
                    <a:pt x="723" y="63"/>
                  </a:lnTo>
                  <a:lnTo>
                    <a:pt x="475" y="104"/>
                  </a:lnTo>
                  <a:lnTo>
                    <a:pt x="125" y="187"/>
                  </a:lnTo>
                  <a:lnTo>
                    <a:pt x="1" y="228"/>
                  </a:lnTo>
                  <a:lnTo>
                    <a:pt x="14697" y="23924"/>
                  </a:lnTo>
                  <a:lnTo>
                    <a:pt x="15275" y="23656"/>
                  </a:lnTo>
                  <a:lnTo>
                    <a:pt x="15833" y="23387"/>
                  </a:lnTo>
                  <a:lnTo>
                    <a:pt x="16349" y="23078"/>
                  </a:lnTo>
                  <a:lnTo>
                    <a:pt x="16823" y="22768"/>
                  </a:lnTo>
                  <a:lnTo>
                    <a:pt x="17257" y="22438"/>
                  </a:lnTo>
                  <a:lnTo>
                    <a:pt x="17670" y="22087"/>
                  </a:lnTo>
                  <a:lnTo>
                    <a:pt x="18062" y="21695"/>
                  </a:lnTo>
                  <a:lnTo>
                    <a:pt x="18392" y="21323"/>
                  </a:lnTo>
                  <a:lnTo>
                    <a:pt x="18722" y="20910"/>
                  </a:lnTo>
                  <a:lnTo>
                    <a:pt x="18991" y="20477"/>
                  </a:lnTo>
                  <a:lnTo>
                    <a:pt x="19259" y="20043"/>
                  </a:lnTo>
                  <a:lnTo>
                    <a:pt x="19486" y="19569"/>
                  </a:lnTo>
                  <a:lnTo>
                    <a:pt x="19692" y="19094"/>
                  </a:lnTo>
                  <a:lnTo>
                    <a:pt x="19858" y="18599"/>
                  </a:lnTo>
                  <a:lnTo>
                    <a:pt x="20002" y="18103"/>
                  </a:lnTo>
                  <a:lnTo>
                    <a:pt x="20126" y="17567"/>
                  </a:lnTo>
                  <a:lnTo>
                    <a:pt x="19073" y="16142"/>
                  </a:lnTo>
                  <a:lnTo>
                    <a:pt x="17897" y="14553"/>
                  </a:lnTo>
                  <a:lnTo>
                    <a:pt x="16410" y="12592"/>
                  </a:lnTo>
                  <a:lnTo>
                    <a:pt x="14718" y="10383"/>
                  </a:lnTo>
                  <a:lnTo>
                    <a:pt x="12922" y="8092"/>
                  </a:lnTo>
                  <a:lnTo>
                    <a:pt x="11993" y="6957"/>
                  </a:lnTo>
                  <a:lnTo>
                    <a:pt x="11085" y="5842"/>
                  </a:lnTo>
                  <a:lnTo>
                    <a:pt x="10197" y="4790"/>
                  </a:lnTo>
                  <a:lnTo>
                    <a:pt x="9331" y="3778"/>
                  </a:lnTo>
                  <a:lnTo>
                    <a:pt x="8794" y="3221"/>
                  </a:lnTo>
                  <a:lnTo>
                    <a:pt x="8278" y="2705"/>
                  </a:lnTo>
                  <a:lnTo>
                    <a:pt x="7741" y="2251"/>
                  </a:lnTo>
                  <a:lnTo>
                    <a:pt x="7204" y="1859"/>
                  </a:lnTo>
                  <a:lnTo>
                    <a:pt x="6688" y="1508"/>
                  </a:lnTo>
                  <a:lnTo>
                    <a:pt x="6172" y="1198"/>
                  </a:lnTo>
                  <a:lnTo>
                    <a:pt x="5677" y="930"/>
                  </a:lnTo>
                  <a:lnTo>
                    <a:pt x="5161" y="703"/>
                  </a:lnTo>
                  <a:lnTo>
                    <a:pt x="4686" y="517"/>
                  </a:lnTo>
                  <a:lnTo>
                    <a:pt x="4212" y="352"/>
                  </a:lnTo>
                  <a:lnTo>
                    <a:pt x="3757" y="249"/>
                  </a:lnTo>
                  <a:lnTo>
                    <a:pt x="3303" y="145"/>
                  </a:lnTo>
                  <a:lnTo>
                    <a:pt x="2890" y="83"/>
                  </a:lnTo>
                  <a:lnTo>
                    <a:pt x="2498" y="42"/>
                  </a:lnTo>
                  <a:lnTo>
                    <a:pt x="2106" y="21"/>
                  </a:lnTo>
                  <a:lnTo>
                    <a:pt x="17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5" name="Google Shape;835;p27">
              <a:extLst>
                <a:ext uri="{FF2B5EF4-FFF2-40B4-BE49-F238E27FC236}">
                  <a16:creationId xmlns:a16="http://schemas.microsoft.com/office/drawing/2014/main" id="{749FF962-CAD4-8039-0001-6B164BB4708F}"/>
                </a:ext>
              </a:extLst>
            </p:cNvPr>
            <p:cNvSpPr/>
            <p:nvPr/>
          </p:nvSpPr>
          <p:spPr>
            <a:xfrm>
              <a:off x="3907500" y="2482325"/>
              <a:ext cx="503150" cy="598125"/>
            </a:xfrm>
            <a:custGeom>
              <a:avLst/>
              <a:gdLst/>
              <a:ahLst/>
              <a:cxnLst/>
              <a:rect l="l" t="t" r="r" b="b"/>
              <a:pathLst>
                <a:path w="20126" h="23925" fill="none" extrusionOk="0">
                  <a:moveTo>
                    <a:pt x="1755" y="1"/>
                  </a:moveTo>
                  <a:lnTo>
                    <a:pt x="1755" y="1"/>
                  </a:lnTo>
                  <a:lnTo>
                    <a:pt x="1384" y="21"/>
                  </a:lnTo>
                  <a:lnTo>
                    <a:pt x="1033" y="42"/>
                  </a:lnTo>
                  <a:lnTo>
                    <a:pt x="723" y="63"/>
                  </a:lnTo>
                  <a:lnTo>
                    <a:pt x="475" y="104"/>
                  </a:lnTo>
                  <a:lnTo>
                    <a:pt x="125" y="187"/>
                  </a:lnTo>
                  <a:lnTo>
                    <a:pt x="1" y="228"/>
                  </a:lnTo>
                  <a:lnTo>
                    <a:pt x="14697" y="23924"/>
                  </a:lnTo>
                  <a:lnTo>
                    <a:pt x="14697" y="23924"/>
                  </a:lnTo>
                  <a:lnTo>
                    <a:pt x="15275" y="23656"/>
                  </a:lnTo>
                  <a:lnTo>
                    <a:pt x="15833" y="23387"/>
                  </a:lnTo>
                  <a:lnTo>
                    <a:pt x="16349" y="23078"/>
                  </a:lnTo>
                  <a:lnTo>
                    <a:pt x="16823" y="22768"/>
                  </a:lnTo>
                  <a:lnTo>
                    <a:pt x="17257" y="22438"/>
                  </a:lnTo>
                  <a:lnTo>
                    <a:pt x="17670" y="22087"/>
                  </a:lnTo>
                  <a:lnTo>
                    <a:pt x="18062" y="21695"/>
                  </a:lnTo>
                  <a:lnTo>
                    <a:pt x="18392" y="21323"/>
                  </a:lnTo>
                  <a:lnTo>
                    <a:pt x="18722" y="20910"/>
                  </a:lnTo>
                  <a:lnTo>
                    <a:pt x="18991" y="20477"/>
                  </a:lnTo>
                  <a:lnTo>
                    <a:pt x="19259" y="20043"/>
                  </a:lnTo>
                  <a:lnTo>
                    <a:pt x="19486" y="19569"/>
                  </a:lnTo>
                  <a:lnTo>
                    <a:pt x="19692" y="19094"/>
                  </a:lnTo>
                  <a:lnTo>
                    <a:pt x="19858" y="18599"/>
                  </a:lnTo>
                  <a:lnTo>
                    <a:pt x="20002" y="18103"/>
                  </a:lnTo>
                  <a:lnTo>
                    <a:pt x="20126" y="17567"/>
                  </a:lnTo>
                  <a:lnTo>
                    <a:pt x="20126" y="17567"/>
                  </a:lnTo>
                  <a:lnTo>
                    <a:pt x="19073" y="16142"/>
                  </a:lnTo>
                  <a:lnTo>
                    <a:pt x="17897" y="14553"/>
                  </a:lnTo>
                  <a:lnTo>
                    <a:pt x="16410" y="12592"/>
                  </a:lnTo>
                  <a:lnTo>
                    <a:pt x="14718" y="10383"/>
                  </a:lnTo>
                  <a:lnTo>
                    <a:pt x="12922" y="8092"/>
                  </a:lnTo>
                  <a:lnTo>
                    <a:pt x="11993" y="6957"/>
                  </a:lnTo>
                  <a:lnTo>
                    <a:pt x="11085" y="5842"/>
                  </a:lnTo>
                  <a:lnTo>
                    <a:pt x="10197" y="4790"/>
                  </a:lnTo>
                  <a:lnTo>
                    <a:pt x="9331" y="3778"/>
                  </a:lnTo>
                  <a:lnTo>
                    <a:pt x="9331" y="3778"/>
                  </a:lnTo>
                  <a:lnTo>
                    <a:pt x="8794" y="3221"/>
                  </a:lnTo>
                  <a:lnTo>
                    <a:pt x="8278" y="2705"/>
                  </a:lnTo>
                  <a:lnTo>
                    <a:pt x="7741" y="2251"/>
                  </a:lnTo>
                  <a:lnTo>
                    <a:pt x="7204" y="1859"/>
                  </a:lnTo>
                  <a:lnTo>
                    <a:pt x="6688" y="1508"/>
                  </a:lnTo>
                  <a:lnTo>
                    <a:pt x="6172" y="1198"/>
                  </a:lnTo>
                  <a:lnTo>
                    <a:pt x="5677" y="930"/>
                  </a:lnTo>
                  <a:lnTo>
                    <a:pt x="5161" y="703"/>
                  </a:lnTo>
                  <a:lnTo>
                    <a:pt x="4686" y="517"/>
                  </a:lnTo>
                  <a:lnTo>
                    <a:pt x="4212" y="352"/>
                  </a:lnTo>
                  <a:lnTo>
                    <a:pt x="3757" y="249"/>
                  </a:lnTo>
                  <a:lnTo>
                    <a:pt x="3303" y="145"/>
                  </a:lnTo>
                  <a:lnTo>
                    <a:pt x="2890" y="83"/>
                  </a:lnTo>
                  <a:lnTo>
                    <a:pt x="2498" y="42"/>
                  </a:lnTo>
                  <a:lnTo>
                    <a:pt x="2106" y="21"/>
                  </a:lnTo>
                  <a:lnTo>
                    <a:pt x="175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6" name="Google Shape;836;p27">
              <a:extLst>
                <a:ext uri="{FF2B5EF4-FFF2-40B4-BE49-F238E27FC236}">
                  <a16:creationId xmlns:a16="http://schemas.microsoft.com/office/drawing/2014/main" id="{9268401C-9D54-3FD9-CF26-618B3EDEA856}"/>
                </a:ext>
              </a:extLst>
            </p:cNvPr>
            <p:cNvSpPr/>
            <p:nvPr/>
          </p:nvSpPr>
          <p:spPr>
            <a:xfrm>
              <a:off x="2216475" y="3789450"/>
              <a:ext cx="1244700" cy="954150"/>
            </a:xfrm>
            <a:custGeom>
              <a:avLst/>
              <a:gdLst/>
              <a:ahLst/>
              <a:cxnLst/>
              <a:rect l="l" t="t" r="r" b="b"/>
              <a:pathLst>
                <a:path w="49788" h="38166" extrusionOk="0">
                  <a:moveTo>
                    <a:pt x="24894" y="0"/>
                  </a:moveTo>
                  <a:lnTo>
                    <a:pt x="24254" y="21"/>
                  </a:lnTo>
                  <a:lnTo>
                    <a:pt x="23614" y="21"/>
                  </a:lnTo>
                  <a:lnTo>
                    <a:pt x="22355" y="103"/>
                  </a:lnTo>
                  <a:lnTo>
                    <a:pt x="21116" y="227"/>
                  </a:lnTo>
                  <a:lnTo>
                    <a:pt x="19878" y="392"/>
                  </a:lnTo>
                  <a:lnTo>
                    <a:pt x="18681" y="599"/>
                  </a:lnTo>
                  <a:lnTo>
                    <a:pt x="17504" y="867"/>
                  </a:lnTo>
                  <a:lnTo>
                    <a:pt x="16348" y="1156"/>
                  </a:lnTo>
                  <a:lnTo>
                    <a:pt x="15213" y="1507"/>
                  </a:lnTo>
                  <a:lnTo>
                    <a:pt x="14119" y="1878"/>
                  </a:lnTo>
                  <a:lnTo>
                    <a:pt x="13046" y="2312"/>
                  </a:lnTo>
                  <a:lnTo>
                    <a:pt x="11993" y="2766"/>
                  </a:lnTo>
                  <a:lnTo>
                    <a:pt x="10981" y="3261"/>
                  </a:lnTo>
                  <a:lnTo>
                    <a:pt x="10011" y="3798"/>
                  </a:lnTo>
                  <a:lnTo>
                    <a:pt x="9062" y="4355"/>
                  </a:lnTo>
                  <a:lnTo>
                    <a:pt x="8154" y="4954"/>
                  </a:lnTo>
                  <a:lnTo>
                    <a:pt x="7307" y="5594"/>
                  </a:lnTo>
                  <a:lnTo>
                    <a:pt x="6482" y="6254"/>
                  </a:lnTo>
                  <a:lnTo>
                    <a:pt x="6069" y="6605"/>
                  </a:lnTo>
                  <a:lnTo>
                    <a:pt x="5697" y="6956"/>
                  </a:lnTo>
                  <a:lnTo>
                    <a:pt x="5326" y="7307"/>
                  </a:lnTo>
                  <a:lnTo>
                    <a:pt x="4954" y="7679"/>
                  </a:lnTo>
                  <a:lnTo>
                    <a:pt x="4603" y="8030"/>
                  </a:lnTo>
                  <a:lnTo>
                    <a:pt x="4252" y="8422"/>
                  </a:lnTo>
                  <a:lnTo>
                    <a:pt x="3922" y="8793"/>
                  </a:lnTo>
                  <a:lnTo>
                    <a:pt x="3613" y="9185"/>
                  </a:lnTo>
                  <a:lnTo>
                    <a:pt x="3303" y="9578"/>
                  </a:lnTo>
                  <a:lnTo>
                    <a:pt x="3014" y="9990"/>
                  </a:lnTo>
                  <a:lnTo>
                    <a:pt x="2725" y="10403"/>
                  </a:lnTo>
                  <a:lnTo>
                    <a:pt x="2457" y="10816"/>
                  </a:lnTo>
                  <a:lnTo>
                    <a:pt x="2209" y="11229"/>
                  </a:lnTo>
                  <a:lnTo>
                    <a:pt x="1961" y="11662"/>
                  </a:lnTo>
                  <a:lnTo>
                    <a:pt x="1734" y="12096"/>
                  </a:lnTo>
                  <a:lnTo>
                    <a:pt x="1528" y="12529"/>
                  </a:lnTo>
                  <a:lnTo>
                    <a:pt x="1321" y="12963"/>
                  </a:lnTo>
                  <a:lnTo>
                    <a:pt x="1136" y="13417"/>
                  </a:lnTo>
                  <a:lnTo>
                    <a:pt x="950" y="13850"/>
                  </a:lnTo>
                  <a:lnTo>
                    <a:pt x="785" y="14325"/>
                  </a:lnTo>
                  <a:lnTo>
                    <a:pt x="640" y="14779"/>
                  </a:lnTo>
                  <a:lnTo>
                    <a:pt x="516" y="15233"/>
                  </a:lnTo>
                  <a:lnTo>
                    <a:pt x="393" y="15708"/>
                  </a:lnTo>
                  <a:lnTo>
                    <a:pt x="289" y="16183"/>
                  </a:lnTo>
                  <a:lnTo>
                    <a:pt x="207" y="16658"/>
                  </a:lnTo>
                  <a:lnTo>
                    <a:pt x="145" y="17132"/>
                  </a:lnTo>
                  <a:lnTo>
                    <a:pt x="83" y="17607"/>
                  </a:lnTo>
                  <a:lnTo>
                    <a:pt x="42" y="18102"/>
                  </a:lnTo>
                  <a:lnTo>
                    <a:pt x="21" y="18598"/>
                  </a:lnTo>
                  <a:lnTo>
                    <a:pt x="0" y="19093"/>
                  </a:lnTo>
                  <a:lnTo>
                    <a:pt x="21" y="19568"/>
                  </a:lnTo>
                  <a:lnTo>
                    <a:pt x="42" y="20063"/>
                  </a:lnTo>
                  <a:lnTo>
                    <a:pt x="83" y="20559"/>
                  </a:lnTo>
                  <a:lnTo>
                    <a:pt x="145" y="21034"/>
                  </a:lnTo>
                  <a:lnTo>
                    <a:pt x="207" y="21508"/>
                  </a:lnTo>
                  <a:lnTo>
                    <a:pt x="289" y="21983"/>
                  </a:lnTo>
                  <a:lnTo>
                    <a:pt x="393" y="22458"/>
                  </a:lnTo>
                  <a:lnTo>
                    <a:pt x="516" y="22933"/>
                  </a:lnTo>
                  <a:lnTo>
                    <a:pt x="640" y="23387"/>
                  </a:lnTo>
                  <a:lnTo>
                    <a:pt x="785" y="23861"/>
                  </a:lnTo>
                  <a:lnTo>
                    <a:pt x="950" y="24316"/>
                  </a:lnTo>
                  <a:lnTo>
                    <a:pt x="1136" y="24749"/>
                  </a:lnTo>
                  <a:lnTo>
                    <a:pt x="1321" y="25203"/>
                  </a:lnTo>
                  <a:lnTo>
                    <a:pt x="1528" y="25637"/>
                  </a:lnTo>
                  <a:lnTo>
                    <a:pt x="1734" y="26070"/>
                  </a:lnTo>
                  <a:lnTo>
                    <a:pt x="1961" y="26503"/>
                  </a:lnTo>
                  <a:lnTo>
                    <a:pt x="2209" y="26937"/>
                  </a:lnTo>
                  <a:lnTo>
                    <a:pt x="2457" y="27350"/>
                  </a:lnTo>
                  <a:lnTo>
                    <a:pt x="2725" y="27763"/>
                  </a:lnTo>
                  <a:lnTo>
                    <a:pt x="3014" y="28175"/>
                  </a:lnTo>
                  <a:lnTo>
                    <a:pt x="3303" y="28588"/>
                  </a:lnTo>
                  <a:lnTo>
                    <a:pt x="3613" y="28980"/>
                  </a:lnTo>
                  <a:lnTo>
                    <a:pt x="3922" y="29373"/>
                  </a:lnTo>
                  <a:lnTo>
                    <a:pt x="4252" y="29744"/>
                  </a:lnTo>
                  <a:lnTo>
                    <a:pt x="4603" y="30136"/>
                  </a:lnTo>
                  <a:lnTo>
                    <a:pt x="4954" y="30508"/>
                  </a:lnTo>
                  <a:lnTo>
                    <a:pt x="5326" y="30859"/>
                  </a:lnTo>
                  <a:lnTo>
                    <a:pt x="5697" y="31210"/>
                  </a:lnTo>
                  <a:lnTo>
                    <a:pt x="6069" y="31561"/>
                  </a:lnTo>
                  <a:lnTo>
                    <a:pt x="6482" y="31911"/>
                  </a:lnTo>
                  <a:lnTo>
                    <a:pt x="7307" y="32572"/>
                  </a:lnTo>
                  <a:lnTo>
                    <a:pt x="8154" y="33212"/>
                  </a:lnTo>
                  <a:lnTo>
                    <a:pt x="9062" y="33810"/>
                  </a:lnTo>
                  <a:lnTo>
                    <a:pt x="10011" y="34368"/>
                  </a:lnTo>
                  <a:lnTo>
                    <a:pt x="10981" y="34904"/>
                  </a:lnTo>
                  <a:lnTo>
                    <a:pt x="11993" y="35400"/>
                  </a:lnTo>
                  <a:lnTo>
                    <a:pt x="13046" y="35854"/>
                  </a:lnTo>
                  <a:lnTo>
                    <a:pt x="14119" y="36287"/>
                  </a:lnTo>
                  <a:lnTo>
                    <a:pt x="15213" y="36659"/>
                  </a:lnTo>
                  <a:lnTo>
                    <a:pt x="16348" y="37010"/>
                  </a:lnTo>
                  <a:lnTo>
                    <a:pt x="17504" y="37299"/>
                  </a:lnTo>
                  <a:lnTo>
                    <a:pt x="18681" y="37567"/>
                  </a:lnTo>
                  <a:lnTo>
                    <a:pt x="19878" y="37774"/>
                  </a:lnTo>
                  <a:lnTo>
                    <a:pt x="21116" y="37939"/>
                  </a:lnTo>
                  <a:lnTo>
                    <a:pt x="22355" y="38063"/>
                  </a:lnTo>
                  <a:lnTo>
                    <a:pt x="23614" y="38145"/>
                  </a:lnTo>
                  <a:lnTo>
                    <a:pt x="24254" y="38166"/>
                  </a:lnTo>
                  <a:lnTo>
                    <a:pt x="25534" y="38166"/>
                  </a:lnTo>
                  <a:lnTo>
                    <a:pt x="26173" y="38145"/>
                  </a:lnTo>
                  <a:lnTo>
                    <a:pt x="27453" y="38063"/>
                  </a:lnTo>
                  <a:lnTo>
                    <a:pt x="28692" y="37939"/>
                  </a:lnTo>
                  <a:lnTo>
                    <a:pt x="29910" y="37774"/>
                  </a:lnTo>
                  <a:lnTo>
                    <a:pt x="31127" y="37567"/>
                  </a:lnTo>
                  <a:lnTo>
                    <a:pt x="32304" y="37299"/>
                  </a:lnTo>
                  <a:lnTo>
                    <a:pt x="33460" y="37010"/>
                  </a:lnTo>
                  <a:lnTo>
                    <a:pt x="34595" y="36659"/>
                  </a:lnTo>
                  <a:lnTo>
                    <a:pt x="35689" y="36287"/>
                  </a:lnTo>
                  <a:lnTo>
                    <a:pt x="36762" y="35854"/>
                  </a:lnTo>
                  <a:lnTo>
                    <a:pt x="37815" y="35400"/>
                  </a:lnTo>
                  <a:lnTo>
                    <a:pt x="38827" y="34904"/>
                  </a:lnTo>
                  <a:lnTo>
                    <a:pt x="39797" y="34368"/>
                  </a:lnTo>
                  <a:lnTo>
                    <a:pt x="40726" y="33810"/>
                  </a:lnTo>
                  <a:lnTo>
                    <a:pt x="41634" y="33212"/>
                  </a:lnTo>
                  <a:lnTo>
                    <a:pt x="42501" y="32572"/>
                  </a:lnTo>
                  <a:lnTo>
                    <a:pt x="43326" y="31911"/>
                  </a:lnTo>
                  <a:lnTo>
                    <a:pt x="43719" y="31561"/>
                  </a:lnTo>
                  <a:lnTo>
                    <a:pt x="44111" y="31210"/>
                  </a:lnTo>
                  <a:lnTo>
                    <a:pt x="44482" y="30859"/>
                  </a:lnTo>
                  <a:lnTo>
                    <a:pt x="44854" y="30508"/>
                  </a:lnTo>
                  <a:lnTo>
                    <a:pt x="45205" y="30136"/>
                  </a:lnTo>
                  <a:lnTo>
                    <a:pt x="45535" y="29744"/>
                  </a:lnTo>
                  <a:lnTo>
                    <a:pt x="45865" y="29373"/>
                  </a:lnTo>
                  <a:lnTo>
                    <a:pt x="46195" y="28980"/>
                  </a:lnTo>
                  <a:lnTo>
                    <a:pt x="46505" y="28588"/>
                  </a:lnTo>
                  <a:lnTo>
                    <a:pt x="46794" y="28175"/>
                  </a:lnTo>
                  <a:lnTo>
                    <a:pt x="47062" y="27763"/>
                  </a:lnTo>
                  <a:lnTo>
                    <a:pt x="47331" y="27350"/>
                  </a:lnTo>
                  <a:lnTo>
                    <a:pt x="47599" y="26937"/>
                  </a:lnTo>
                  <a:lnTo>
                    <a:pt x="47847" y="26503"/>
                  </a:lnTo>
                  <a:lnTo>
                    <a:pt x="48074" y="26070"/>
                  </a:lnTo>
                  <a:lnTo>
                    <a:pt x="48280" y="25637"/>
                  </a:lnTo>
                  <a:lnTo>
                    <a:pt x="48487" y="25203"/>
                  </a:lnTo>
                  <a:lnTo>
                    <a:pt x="48672" y="24749"/>
                  </a:lnTo>
                  <a:lnTo>
                    <a:pt x="48858" y="24316"/>
                  </a:lnTo>
                  <a:lnTo>
                    <a:pt x="49003" y="23861"/>
                  </a:lnTo>
                  <a:lnTo>
                    <a:pt x="49147" y="23387"/>
                  </a:lnTo>
                  <a:lnTo>
                    <a:pt x="49292" y="22933"/>
                  </a:lnTo>
                  <a:lnTo>
                    <a:pt x="49415" y="22458"/>
                  </a:lnTo>
                  <a:lnTo>
                    <a:pt x="49498" y="21983"/>
                  </a:lnTo>
                  <a:lnTo>
                    <a:pt x="49601" y="21508"/>
                  </a:lnTo>
                  <a:lnTo>
                    <a:pt x="49663" y="21034"/>
                  </a:lnTo>
                  <a:lnTo>
                    <a:pt x="49725" y="20559"/>
                  </a:lnTo>
                  <a:lnTo>
                    <a:pt x="49766" y="20063"/>
                  </a:lnTo>
                  <a:lnTo>
                    <a:pt x="49787" y="19568"/>
                  </a:lnTo>
                  <a:lnTo>
                    <a:pt x="49787" y="19093"/>
                  </a:lnTo>
                  <a:lnTo>
                    <a:pt x="49787" y="18598"/>
                  </a:lnTo>
                  <a:lnTo>
                    <a:pt x="49766" y="18102"/>
                  </a:lnTo>
                  <a:lnTo>
                    <a:pt x="49725" y="17607"/>
                  </a:lnTo>
                  <a:lnTo>
                    <a:pt x="49663" y="17132"/>
                  </a:lnTo>
                  <a:lnTo>
                    <a:pt x="49601" y="16658"/>
                  </a:lnTo>
                  <a:lnTo>
                    <a:pt x="49498" y="16183"/>
                  </a:lnTo>
                  <a:lnTo>
                    <a:pt x="49415" y="15708"/>
                  </a:lnTo>
                  <a:lnTo>
                    <a:pt x="49292" y="15233"/>
                  </a:lnTo>
                  <a:lnTo>
                    <a:pt x="49147" y="14779"/>
                  </a:lnTo>
                  <a:lnTo>
                    <a:pt x="49003" y="14325"/>
                  </a:lnTo>
                  <a:lnTo>
                    <a:pt x="48858" y="13850"/>
                  </a:lnTo>
                  <a:lnTo>
                    <a:pt x="48672" y="13417"/>
                  </a:lnTo>
                  <a:lnTo>
                    <a:pt x="48487" y="12963"/>
                  </a:lnTo>
                  <a:lnTo>
                    <a:pt x="48280" y="12529"/>
                  </a:lnTo>
                  <a:lnTo>
                    <a:pt x="48074" y="12096"/>
                  </a:lnTo>
                  <a:lnTo>
                    <a:pt x="47847" y="11662"/>
                  </a:lnTo>
                  <a:lnTo>
                    <a:pt x="47599" y="11229"/>
                  </a:lnTo>
                  <a:lnTo>
                    <a:pt x="47331" y="10816"/>
                  </a:lnTo>
                  <a:lnTo>
                    <a:pt x="47062" y="10403"/>
                  </a:lnTo>
                  <a:lnTo>
                    <a:pt x="46794" y="9990"/>
                  </a:lnTo>
                  <a:lnTo>
                    <a:pt x="46505" y="9578"/>
                  </a:lnTo>
                  <a:lnTo>
                    <a:pt x="46195" y="9185"/>
                  </a:lnTo>
                  <a:lnTo>
                    <a:pt x="45865" y="8793"/>
                  </a:lnTo>
                  <a:lnTo>
                    <a:pt x="45535" y="8422"/>
                  </a:lnTo>
                  <a:lnTo>
                    <a:pt x="45205" y="8030"/>
                  </a:lnTo>
                  <a:lnTo>
                    <a:pt x="44854" y="7679"/>
                  </a:lnTo>
                  <a:lnTo>
                    <a:pt x="44482" y="7307"/>
                  </a:lnTo>
                  <a:lnTo>
                    <a:pt x="44111" y="6956"/>
                  </a:lnTo>
                  <a:lnTo>
                    <a:pt x="43719" y="6605"/>
                  </a:lnTo>
                  <a:lnTo>
                    <a:pt x="43326" y="6254"/>
                  </a:lnTo>
                  <a:lnTo>
                    <a:pt x="42501" y="5594"/>
                  </a:lnTo>
                  <a:lnTo>
                    <a:pt x="41634" y="4954"/>
                  </a:lnTo>
                  <a:lnTo>
                    <a:pt x="40726" y="4355"/>
                  </a:lnTo>
                  <a:lnTo>
                    <a:pt x="39797" y="3798"/>
                  </a:lnTo>
                  <a:lnTo>
                    <a:pt x="38827" y="3261"/>
                  </a:lnTo>
                  <a:lnTo>
                    <a:pt x="37815" y="2766"/>
                  </a:lnTo>
                  <a:lnTo>
                    <a:pt x="36762" y="2312"/>
                  </a:lnTo>
                  <a:lnTo>
                    <a:pt x="35689" y="1878"/>
                  </a:lnTo>
                  <a:lnTo>
                    <a:pt x="34595" y="1507"/>
                  </a:lnTo>
                  <a:lnTo>
                    <a:pt x="33460" y="1156"/>
                  </a:lnTo>
                  <a:lnTo>
                    <a:pt x="32304" y="867"/>
                  </a:lnTo>
                  <a:lnTo>
                    <a:pt x="31127" y="599"/>
                  </a:lnTo>
                  <a:lnTo>
                    <a:pt x="29910" y="392"/>
                  </a:lnTo>
                  <a:lnTo>
                    <a:pt x="28692" y="227"/>
                  </a:lnTo>
                  <a:lnTo>
                    <a:pt x="27453" y="103"/>
                  </a:lnTo>
                  <a:lnTo>
                    <a:pt x="26173" y="21"/>
                  </a:lnTo>
                  <a:lnTo>
                    <a:pt x="25534" y="21"/>
                  </a:lnTo>
                  <a:lnTo>
                    <a:pt x="24894" y="0"/>
                  </a:lnTo>
                  <a:close/>
                </a:path>
              </a:pathLst>
            </a:custGeom>
            <a:solidFill>
              <a:srgbClr val="FF73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7" name="Google Shape;837;p27">
              <a:extLst>
                <a:ext uri="{FF2B5EF4-FFF2-40B4-BE49-F238E27FC236}">
                  <a16:creationId xmlns:a16="http://schemas.microsoft.com/office/drawing/2014/main" id="{6486E6D0-9C1D-D0EB-E1B9-9CF4B522353B}"/>
                </a:ext>
              </a:extLst>
            </p:cNvPr>
            <p:cNvSpPr/>
            <p:nvPr/>
          </p:nvSpPr>
          <p:spPr>
            <a:xfrm>
              <a:off x="2216475" y="3789450"/>
              <a:ext cx="1244700" cy="954150"/>
            </a:xfrm>
            <a:custGeom>
              <a:avLst/>
              <a:gdLst/>
              <a:ahLst/>
              <a:cxnLst/>
              <a:rect l="l" t="t" r="r" b="b"/>
              <a:pathLst>
                <a:path w="49788" h="38166" fill="none" extrusionOk="0">
                  <a:moveTo>
                    <a:pt x="49787" y="19093"/>
                  </a:moveTo>
                  <a:lnTo>
                    <a:pt x="49787" y="19093"/>
                  </a:lnTo>
                  <a:lnTo>
                    <a:pt x="49787" y="19568"/>
                  </a:lnTo>
                  <a:lnTo>
                    <a:pt x="49766" y="20063"/>
                  </a:lnTo>
                  <a:lnTo>
                    <a:pt x="49725" y="20559"/>
                  </a:lnTo>
                  <a:lnTo>
                    <a:pt x="49663" y="21034"/>
                  </a:lnTo>
                  <a:lnTo>
                    <a:pt x="49601" y="21508"/>
                  </a:lnTo>
                  <a:lnTo>
                    <a:pt x="49498" y="21983"/>
                  </a:lnTo>
                  <a:lnTo>
                    <a:pt x="49415" y="22458"/>
                  </a:lnTo>
                  <a:lnTo>
                    <a:pt x="49292" y="22933"/>
                  </a:lnTo>
                  <a:lnTo>
                    <a:pt x="49147" y="23387"/>
                  </a:lnTo>
                  <a:lnTo>
                    <a:pt x="49003" y="23861"/>
                  </a:lnTo>
                  <a:lnTo>
                    <a:pt x="48858" y="24316"/>
                  </a:lnTo>
                  <a:lnTo>
                    <a:pt x="48672" y="24749"/>
                  </a:lnTo>
                  <a:lnTo>
                    <a:pt x="48487" y="25203"/>
                  </a:lnTo>
                  <a:lnTo>
                    <a:pt x="48280" y="25637"/>
                  </a:lnTo>
                  <a:lnTo>
                    <a:pt x="48074" y="26070"/>
                  </a:lnTo>
                  <a:lnTo>
                    <a:pt x="47847" y="26503"/>
                  </a:lnTo>
                  <a:lnTo>
                    <a:pt x="47599" y="26937"/>
                  </a:lnTo>
                  <a:lnTo>
                    <a:pt x="47331" y="27350"/>
                  </a:lnTo>
                  <a:lnTo>
                    <a:pt x="47062" y="27763"/>
                  </a:lnTo>
                  <a:lnTo>
                    <a:pt x="46794" y="28175"/>
                  </a:lnTo>
                  <a:lnTo>
                    <a:pt x="46505" y="28588"/>
                  </a:lnTo>
                  <a:lnTo>
                    <a:pt x="46195" y="28980"/>
                  </a:lnTo>
                  <a:lnTo>
                    <a:pt x="45865" y="29373"/>
                  </a:lnTo>
                  <a:lnTo>
                    <a:pt x="45535" y="29744"/>
                  </a:lnTo>
                  <a:lnTo>
                    <a:pt x="45205" y="30136"/>
                  </a:lnTo>
                  <a:lnTo>
                    <a:pt x="44854" y="30508"/>
                  </a:lnTo>
                  <a:lnTo>
                    <a:pt x="44482" y="30859"/>
                  </a:lnTo>
                  <a:lnTo>
                    <a:pt x="44111" y="31210"/>
                  </a:lnTo>
                  <a:lnTo>
                    <a:pt x="43719" y="31561"/>
                  </a:lnTo>
                  <a:lnTo>
                    <a:pt x="43326" y="31911"/>
                  </a:lnTo>
                  <a:lnTo>
                    <a:pt x="42501" y="32572"/>
                  </a:lnTo>
                  <a:lnTo>
                    <a:pt x="41634" y="33212"/>
                  </a:lnTo>
                  <a:lnTo>
                    <a:pt x="40726" y="33810"/>
                  </a:lnTo>
                  <a:lnTo>
                    <a:pt x="39797" y="34368"/>
                  </a:lnTo>
                  <a:lnTo>
                    <a:pt x="38827" y="34904"/>
                  </a:lnTo>
                  <a:lnTo>
                    <a:pt x="37815" y="35400"/>
                  </a:lnTo>
                  <a:lnTo>
                    <a:pt x="36762" y="35854"/>
                  </a:lnTo>
                  <a:lnTo>
                    <a:pt x="35689" y="36287"/>
                  </a:lnTo>
                  <a:lnTo>
                    <a:pt x="34595" y="36659"/>
                  </a:lnTo>
                  <a:lnTo>
                    <a:pt x="33460" y="37010"/>
                  </a:lnTo>
                  <a:lnTo>
                    <a:pt x="32304" y="37299"/>
                  </a:lnTo>
                  <a:lnTo>
                    <a:pt x="31127" y="37567"/>
                  </a:lnTo>
                  <a:lnTo>
                    <a:pt x="29910" y="37774"/>
                  </a:lnTo>
                  <a:lnTo>
                    <a:pt x="28692" y="37939"/>
                  </a:lnTo>
                  <a:lnTo>
                    <a:pt x="27453" y="38063"/>
                  </a:lnTo>
                  <a:lnTo>
                    <a:pt x="26173" y="38145"/>
                  </a:lnTo>
                  <a:lnTo>
                    <a:pt x="25534" y="38166"/>
                  </a:lnTo>
                  <a:lnTo>
                    <a:pt x="24894" y="38166"/>
                  </a:lnTo>
                  <a:lnTo>
                    <a:pt x="24894" y="38166"/>
                  </a:lnTo>
                  <a:lnTo>
                    <a:pt x="24254" y="38166"/>
                  </a:lnTo>
                  <a:lnTo>
                    <a:pt x="23614" y="38145"/>
                  </a:lnTo>
                  <a:lnTo>
                    <a:pt x="22355" y="38063"/>
                  </a:lnTo>
                  <a:lnTo>
                    <a:pt x="21116" y="37939"/>
                  </a:lnTo>
                  <a:lnTo>
                    <a:pt x="19878" y="37774"/>
                  </a:lnTo>
                  <a:lnTo>
                    <a:pt x="18681" y="37567"/>
                  </a:lnTo>
                  <a:lnTo>
                    <a:pt x="17504" y="37299"/>
                  </a:lnTo>
                  <a:lnTo>
                    <a:pt x="16348" y="37010"/>
                  </a:lnTo>
                  <a:lnTo>
                    <a:pt x="15213" y="36659"/>
                  </a:lnTo>
                  <a:lnTo>
                    <a:pt x="14119" y="36287"/>
                  </a:lnTo>
                  <a:lnTo>
                    <a:pt x="13046" y="35854"/>
                  </a:lnTo>
                  <a:lnTo>
                    <a:pt x="11993" y="35400"/>
                  </a:lnTo>
                  <a:lnTo>
                    <a:pt x="10981" y="34904"/>
                  </a:lnTo>
                  <a:lnTo>
                    <a:pt x="10011" y="34368"/>
                  </a:lnTo>
                  <a:lnTo>
                    <a:pt x="9062" y="33810"/>
                  </a:lnTo>
                  <a:lnTo>
                    <a:pt x="8154" y="33212"/>
                  </a:lnTo>
                  <a:lnTo>
                    <a:pt x="7307" y="32572"/>
                  </a:lnTo>
                  <a:lnTo>
                    <a:pt x="6482" y="31911"/>
                  </a:lnTo>
                  <a:lnTo>
                    <a:pt x="6069" y="31561"/>
                  </a:lnTo>
                  <a:lnTo>
                    <a:pt x="5697" y="31210"/>
                  </a:lnTo>
                  <a:lnTo>
                    <a:pt x="5326" y="30859"/>
                  </a:lnTo>
                  <a:lnTo>
                    <a:pt x="4954" y="30508"/>
                  </a:lnTo>
                  <a:lnTo>
                    <a:pt x="4603" y="30136"/>
                  </a:lnTo>
                  <a:lnTo>
                    <a:pt x="4252" y="29744"/>
                  </a:lnTo>
                  <a:lnTo>
                    <a:pt x="3922" y="29373"/>
                  </a:lnTo>
                  <a:lnTo>
                    <a:pt x="3613" y="28980"/>
                  </a:lnTo>
                  <a:lnTo>
                    <a:pt x="3303" y="28588"/>
                  </a:lnTo>
                  <a:lnTo>
                    <a:pt x="3014" y="28175"/>
                  </a:lnTo>
                  <a:lnTo>
                    <a:pt x="2725" y="27763"/>
                  </a:lnTo>
                  <a:lnTo>
                    <a:pt x="2457" y="27350"/>
                  </a:lnTo>
                  <a:lnTo>
                    <a:pt x="2209" y="26937"/>
                  </a:lnTo>
                  <a:lnTo>
                    <a:pt x="1961" y="26503"/>
                  </a:lnTo>
                  <a:lnTo>
                    <a:pt x="1734" y="26070"/>
                  </a:lnTo>
                  <a:lnTo>
                    <a:pt x="1528" y="25637"/>
                  </a:lnTo>
                  <a:lnTo>
                    <a:pt x="1321" y="25203"/>
                  </a:lnTo>
                  <a:lnTo>
                    <a:pt x="1136" y="24749"/>
                  </a:lnTo>
                  <a:lnTo>
                    <a:pt x="950" y="24316"/>
                  </a:lnTo>
                  <a:lnTo>
                    <a:pt x="785" y="23861"/>
                  </a:lnTo>
                  <a:lnTo>
                    <a:pt x="640" y="23387"/>
                  </a:lnTo>
                  <a:lnTo>
                    <a:pt x="516" y="22933"/>
                  </a:lnTo>
                  <a:lnTo>
                    <a:pt x="393" y="22458"/>
                  </a:lnTo>
                  <a:lnTo>
                    <a:pt x="289" y="21983"/>
                  </a:lnTo>
                  <a:lnTo>
                    <a:pt x="207" y="21508"/>
                  </a:lnTo>
                  <a:lnTo>
                    <a:pt x="145" y="21034"/>
                  </a:lnTo>
                  <a:lnTo>
                    <a:pt x="83" y="20559"/>
                  </a:lnTo>
                  <a:lnTo>
                    <a:pt x="42" y="20063"/>
                  </a:lnTo>
                  <a:lnTo>
                    <a:pt x="21" y="19568"/>
                  </a:lnTo>
                  <a:lnTo>
                    <a:pt x="0" y="19093"/>
                  </a:lnTo>
                  <a:lnTo>
                    <a:pt x="0" y="19093"/>
                  </a:lnTo>
                  <a:lnTo>
                    <a:pt x="21" y="18598"/>
                  </a:lnTo>
                  <a:lnTo>
                    <a:pt x="42" y="18102"/>
                  </a:lnTo>
                  <a:lnTo>
                    <a:pt x="83" y="17607"/>
                  </a:lnTo>
                  <a:lnTo>
                    <a:pt x="145" y="17132"/>
                  </a:lnTo>
                  <a:lnTo>
                    <a:pt x="207" y="16658"/>
                  </a:lnTo>
                  <a:lnTo>
                    <a:pt x="289" y="16183"/>
                  </a:lnTo>
                  <a:lnTo>
                    <a:pt x="393" y="15708"/>
                  </a:lnTo>
                  <a:lnTo>
                    <a:pt x="516" y="15233"/>
                  </a:lnTo>
                  <a:lnTo>
                    <a:pt x="640" y="14779"/>
                  </a:lnTo>
                  <a:lnTo>
                    <a:pt x="785" y="14325"/>
                  </a:lnTo>
                  <a:lnTo>
                    <a:pt x="950" y="13850"/>
                  </a:lnTo>
                  <a:lnTo>
                    <a:pt x="1136" y="13417"/>
                  </a:lnTo>
                  <a:lnTo>
                    <a:pt x="1321" y="12963"/>
                  </a:lnTo>
                  <a:lnTo>
                    <a:pt x="1528" y="12529"/>
                  </a:lnTo>
                  <a:lnTo>
                    <a:pt x="1734" y="12096"/>
                  </a:lnTo>
                  <a:lnTo>
                    <a:pt x="1961" y="11662"/>
                  </a:lnTo>
                  <a:lnTo>
                    <a:pt x="2209" y="11229"/>
                  </a:lnTo>
                  <a:lnTo>
                    <a:pt x="2457" y="10816"/>
                  </a:lnTo>
                  <a:lnTo>
                    <a:pt x="2725" y="10403"/>
                  </a:lnTo>
                  <a:lnTo>
                    <a:pt x="3014" y="9990"/>
                  </a:lnTo>
                  <a:lnTo>
                    <a:pt x="3303" y="9578"/>
                  </a:lnTo>
                  <a:lnTo>
                    <a:pt x="3613" y="9185"/>
                  </a:lnTo>
                  <a:lnTo>
                    <a:pt x="3922" y="8793"/>
                  </a:lnTo>
                  <a:lnTo>
                    <a:pt x="4252" y="8422"/>
                  </a:lnTo>
                  <a:lnTo>
                    <a:pt x="4603" y="8030"/>
                  </a:lnTo>
                  <a:lnTo>
                    <a:pt x="4954" y="7679"/>
                  </a:lnTo>
                  <a:lnTo>
                    <a:pt x="5326" y="7307"/>
                  </a:lnTo>
                  <a:lnTo>
                    <a:pt x="5697" y="6956"/>
                  </a:lnTo>
                  <a:lnTo>
                    <a:pt x="6069" y="6605"/>
                  </a:lnTo>
                  <a:lnTo>
                    <a:pt x="6482" y="6254"/>
                  </a:lnTo>
                  <a:lnTo>
                    <a:pt x="7307" y="5594"/>
                  </a:lnTo>
                  <a:lnTo>
                    <a:pt x="8154" y="4954"/>
                  </a:lnTo>
                  <a:lnTo>
                    <a:pt x="9062" y="4355"/>
                  </a:lnTo>
                  <a:lnTo>
                    <a:pt x="10011" y="3798"/>
                  </a:lnTo>
                  <a:lnTo>
                    <a:pt x="10981" y="3261"/>
                  </a:lnTo>
                  <a:lnTo>
                    <a:pt x="11993" y="2766"/>
                  </a:lnTo>
                  <a:lnTo>
                    <a:pt x="13046" y="2312"/>
                  </a:lnTo>
                  <a:lnTo>
                    <a:pt x="14119" y="1878"/>
                  </a:lnTo>
                  <a:lnTo>
                    <a:pt x="15213" y="1507"/>
                  </a:lnTo>
                  <a:lnTo>
                    <a:pt x="16348" y="1156"/>
                  </a:lnTo>
                  <a:lnTo>
                    <a:pt x="17504" y="867"/>
                  </a:lnTo>
                  <a:lnTo>
                    <a:pt x="18681" y="599"/>
                  </a:lnTo>
                  <a:lnTo>
                    <a:pt x="19878" y="392"/>
                  </a:lnTo>
                  <a:lnTo>
                    <a:pt x="21116" y="227"/>
                  </a:lnTo>
                  <a:lnTo>
                    <a:pt x="22355" y="103"/>
                  </a:lnTo>
                  <a:lnTo>
                    <a:pt x="23614" y="21"/>
                  </a:lnTo>
                  <a:lnTo>
                    <a:pt x="24254" y="21"/>
                  </a:lnTo>
                  <a:lnTo>
                    <a:pt x="24894" y="0"/>
                  </a:lnTo>
                  <a:lnTo>
                    <a:pt x="24894" y="0"/>
                  </a:lnTo>
                  <a:lnTo>
                    <a:pt x="25534" y="21"/>
                  </a:lnTo>
                  <a:lnTo>
                    <a:pt x="26173" y="21"/>
                  </a:lnTo>
                  <a:lnTo>
                    <a:pt x="27453" y="103"/>
                  </a:lnTo>
                  <a:lnTo>
                    <a:pt x="28692" y="227"/>
                  </a:lnTo>
                  <a:lnTo>
                    <a:pt x="29910" y="392"/>
                  </a:lnTo>
                  <a:lnTo>
                    <a:pt x="31127" y="599"/>
                  </a:lnTo>
                  <a:lnTo>
                    <a:pt x="32304" y="867"/>
                  </a:lnTo>
                  <a:lnTo>
                    <a:pt x="33460" y="1156"/>
                  </a:lnTo>
                  <a:lnTo>
                    <a:pt x="34595" y="1507"/>
                  </a:lnTo>
                  <a:lnTo>
                    <a:pt x="35689" y="1878"/>
                  </a:lnTo>
                  <a:lnTo>
                    <a:pt x="36762" y="2312"/>
                  </a:lnTo>
                  <a:lnTo>
                    <a:pt x="37815" y="2766"/>
                  </a:lnTo>
                  <a:lnTo>
                    <a:pt x="38827" y="3261"/>
                  </a:lnTo>
                  <a:lnTo>
                    <a:pt x="39797" y="3798"/>
                  </a:lnTo>
                  <a:lnTo>
                    <a:pt x="40726" y="4355"/>
                  </a:lnTo>
                  <a:lnTo>
                    <a:pt x="41634" y="4954"/>
                  </a:lnTo>
                  <a:lnTo>
                    <a:pt x="42501" y="5594"/>
                  </a:lnTo>
                  <a:lnTo>
                    <a:pt x="43326" y="6254"/>
                  </a:lnTo>
                  <a:lnTo>
                    <a:pt x="43719" y="6605"/>
                  </a:lnTo>
                  <a:lnTo>
                    <a:pt x="44111" y="6956"/>
                  </a:lnTo>
                  <a:lnTo>
                    <a:pt x="44482" y="7307"/>
                  </a:lnTo>
                  <a:lnTo>
                    <a:pt x="44854" y="7679"/>
                  </a:lnTo>
                  <a:lnTo>
                    <a:pt x="45205" y="8030"/>
                  </a:lnTo>
                  <a:lnTo>
                    <a:pt x="45535" y="8422"/>
                  </a:lnTo>
                  <a:lnTo>
                    <a:pt x="45865" y="8793"/>
                  </a:lnTo>
                  <a:lnTo>
                    <a:pt x="46195" y="9185"/>
                  </a:lnTo>
                  <a:lnTo>
                    <a:pt x="46505" y="9578"/>
                  </a:lnTo>
                  <a:lnTo>
                    <a:pt x="46794" y="9990"/>
                  </a:lnTo>
                  <a:lnTo>
                    <a:pt x="47062" y="10403"/>
                  </a:lnTo>
                  <a:lnTo>
                    <a:pt x="47331" y="10816"/>
                  </a:lnTo>
                  <a:lnTo>
                    <a:pt x="47599" y="11229"/>
                  </a:lnTo>
                  <a:lnTo>
                    <a:pt x="47847" y="11662"/>
                  </a:lnTo>
                  <a:lnTo>
                    <a:pt x="48074" y="12096"/>
                  </a:lnTo>
                  <a:lnTo>
                    <a:pt x="48280" y="12529"/>
                  </a:lnTo>
                  <a:lnTo>
                    <a:pt x="48487" y="12963"/>
                  </a:lnTo>
                  <a:lnTo>
                    <a:pt x="48672" y="13417"/>
                  </a:lnTo>
                  <a:lnTo>
                    <a:pt x="48858" y="13850"/>
                  </a:lnTo>
                  <a:lnTo>
                    <a:pt x="49003" y="14325"/>
                  </a:lnTo>
                  <a:lnTo>
                    <a:pt x="49147" y="14779"/>
                  </a:lnTo>
                  <a:lnTo>
                    <a:pt x="49292" y="15233"/>
                  </a:lnTo>
                  <a:lnTo>
                    <a:pt x="49415" y="15708"/>
                  </a:lnTo>
                  <a:lnTo>
                    <a:pt x="49498" y="16183"/>
                  </a:lnTo>
                  <a:lnTo>
                    <a:pt x="49601" y="16658"/>
                  </a:lnTo>
                  <a:lnTo>
                    <a:pt x="49663" y="17132"/>
                  </a:lnTo>
                  <a:lnTo>
                    <a:pt x="49725" y="17607"/>
                  </a:lnTo>
                  <a:lnTo>
                    <a:pt x="49766" y="18102"/>
                  </a:lnTo>
                  <a:lnTo>
                    <a:pt x="49787" y="18598"/>
                  </a:lnTo>
                  <a:lnTo>
                    <a:pt x="49787" y="190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8" name="Google Shape;838;p27">
              <a:extLst>
                <a:ext uri="{FF2B5EF4-FFF2-40B4-BE49-F238E27FC236}">
                  <a16:creationId xmlns:a16="http://schemas.microsoft.com/office/drawing/2014/main" id="{B63CE7A7-AE31-FF86-A231-E0DBCFFC289B}"/>
                </a:ext>
              </a:extLst>
            </p:cNvPr>
            <p:cNvSpPr/>
            <p:nvPr/>
          </p:nvSpPr>
          <p:spPr>
            <a:xfrm>
              <a:off x="3419350" y="2482325"/>
              <a:ext cx="855600" cy="598125"/>
            </a:xfrm>
            <a:custGeom>
              <a:avLst/>
              <a:gdLst/>
              <a:ahLst/>
              <a:cxnLst/>
              <a:rect l="l" t="t" r="r" b="b"/>
              <a:pathLst>
                <a:path w="34224" h="23925" extrusionOk="0">
                  <a:moveTo>
                    <a:pt x="20290" y="1"/>
                  </a:moveTo>
                  <a:lnTo>
                    <a:pt x="19940" y="21"/>
                  </a:lnTo>
                  <a:lnTo>
                    <a:pt x="19568" y="42"/>
                  </a:lnTo>
                  <a:lnTo>
                    <a:pt x="19196" y="125"/>
                  </a:lnTo>
                  <a:lnTo>
                    <a:pt x="18825" y="228"/>
                  </a:lnTo>
                  <a:lnTo>
                    <a:pt x="18433" y="352"/>
                  </a:lnTo>
                  <a:lnTo>
                    <a:pt x="18041" y="517"/>
                  </a:lnTo>
                  <a:lnTo>
                    <a:pt x="17648" y="703"/>
                  </a:lnTo>
                  <a:lnTo>
                    <a:pt x="17236" y="909"/>
                  </a:lnTo>
                  <a:lnTo>
                    <a:pt x="16823" y="1136"/>
                  </a:lnTo>
                  <a:lnTo>
                    <a:pt x="16410" y="1404"/>
                  </a:lnTo>
                  <a:lnTo>
                    <a:pt x="15997" y="1673"/>
                  </a:lnTo>
                  <a:lnTo>
                    <a:pt x="15564" y="1982"/>
                  </a:lnTo>
                  <a:lnTo>
                    <a:pt x="15130" y="2313"/>
                  </a:lnTo>
                  <a:lnTo>
                    <a:pt x="14697" y="2643"/>
                  </a:lnTo>
                  <a:lnTo>
                    <a:pt x="14263" y="3014"/>
                  </a:lnTo>
                  <a:lnTo>
                    <a:pt x="13376" y="3778"/>
                  </a:lnTo>
                  <a:lnTo>
                    <a:pt x="12488" y="4624"/>
                  </a:lnTo>
                  <a:lnTo>
                    <a:pt x="11600" y="5491"/>
                  </a:lnTo>
                  <a:lnTo>
                    <a:pt x="10734" y="6420"/>
                  </a:lnTo>
                  <a:lnTo>
                    <a:pt x="9846" y="7370"/>
                  </a:lnTo>
                  <a:lnTo>
                    <a:pt x="8979" y="8361"/>
                  </a:lnTo>
                  <a:lnTo>
                    <a:pt x="8133" y="9351"/>
                  </a:lnTo>
                  <a:lnTo>
                    <a:pt x="7307" y="10363"/>
                  </a:lnTo>
                  <a:lnTo>
                    <a:pt x="6502" y="11374"/>
                  </a:lnTo>
                  <a:lnTo>
                    <a:pt x="5718" y="12365"/>
                  </a:lnTo>
                  <a:lnTo>
                    <a:pt x="4975" y="13335"/>
                  </a:lnTo>
                  <a:lnTo>
                    <a:pt x="3592" y="15193"/>
                  </a:lnTo>
                  <a:lnTo>
                    <a:pt x="2394" y="16865"/>
                  </a:lnTo>
                  <a:lnTo>
                    <a:pt x="1404" y="18289"/>
                  </a:lnTo>
                  <a:lnTo>
                    <a:pt x="640" y="19404"/>
                  </a:lnTo>
                  <a:lnTo>
                    <a:pt x="0" y="20374"/>
                  </a:lnTo>
                  <a:lnTo>
                    <a:pt x="34223" y="23924"/>
                  </a:lnTo>
                  <a:lnTo>
                    <a:pt x="33955" y="22995"/>
                  </a:lnTo>
                  <a:lnTo>
                    <a:pt x="33604" y="21942"/>
                  </a:lnTo>
                  <a:lnTo>
                    <a:pt x="33150" y="20560"/>
                  </a:lnTo>
                  <a:lnTo>
                    <a:pt x="32572" y="18908"/>
                  </a:lnTo>
                  <a:lnTo>
                    <a:pt x="31891" y="17050"/>
                  </a:lnTo>
                  <a:lnTo>
                    <a:pt x="31127" y="15048"/>
                  </a:lnTo>
                  <a:lnTo>
                    <a:pt x="30694" y="14016"/>
                  </a:lnTo>
                  <a:lnTo>
                    <a:pt x="30260" y="12964"/>
                  </a:lnTo>
                  <a:lnTo>
                    <a:pt x="29806" y="11911"/>
                  </a:lnTo>
                  <a:lnTo>
                    <a:pt x="29311" y="10858"/>
                  </a:lnTo>
                  <a:lnTo>
                    <a:pt x="28815" y="9805"/>
                  </a:lnTo>
                  <a:lnTo>
                    <a:pt x="28320" y="8773"/>
                  </a:lnTo>
                  <a:lnTo>
                    <a:pt x="27783" y="7762"/>
                  </a:lnTo>
                  <a:lnTo>
                    <a:pt x="27247" y="6771"/>
                  </a:lnTo>
                  <a:lnTo>
                    <a:pt x="26689" y="5842"/>
                  </a:lnTo>
                  <a:lnTo>
                    <a:pt x="26111" y="4934"/>
                  </a:lnTo>
                  <a:lnTo>
                    <a:pt x="25533" y="4088"/>
                  </a:lnTo>
                  <a:lnTo>
                    <a:pt x="24955" y="3283"/>
                  </a:lnTo>
                  <a:lnTo>
                    <a:pt x="24646" y="2911"/>
                  </a:lnTo>
                  <a:lnTo>
                    <a:pt x="24357" y="2560"/>
                  </a:lnTo>
                  <a:lnTo>
                    <a:pt x="24047" y="2230"/>
                  </a:lnTo>
                  <a:lnTo>
                    <a:pt x="23758" y="1920"/>
                  </a:lnTo>
                  <a:lnTo>
                    <a:pt x="23449" y="1611"/>
                  </a:lnTo>
                  <a:lnTo>
                    <a:pt x="23139" y="1342"/>
                  </a:lnTo>
                  <a:lnTo>
                    <a:pt x="22829" y="1095"/>
                  </a:lnTo>
                  <a:lnTo>
                    <a:pt x="22520" y="868"/>
                  </a:lnTo>
                  <a:lnTo>
                    <a:pt x="22210" y="661"/>
                  </a:lnTo>
                  <a:lnTo>
                    <a:pt x="21900" y="476"/>
                  </a:lnTo>
                  <a:lnTo>
                    <a:pt x="21591" y="310"/>
                  </a:lnTo>
                  <a:lnTo>
                    <a:pt x="21281" y="187"/>
                  </a:lnTo>
                  <a:lnTo>
                    <a:pt x="20951" y="83"/>
                  </a:lnTo>
                  <a:lnTo>
                    <a:pt x="20621" y="42"/>
                  </a:lnTo>
                  <a:lnTo>
                    <a:pt x="2029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9" name="Google Shape;839;p27">
              <a:extLst>
                <a:ext uri="{FF2B5EF4-FFF2-40B4-BE49-F238E27FC236}">
                  <a16:creationId xmlns:a16="http://schemas.microsoft.com/office/drawing/2014/main" id="{1BD249D1-5773-444A-184F-57A7D73DF105}"/>
                </a:ext>
              </a:extLst>
            </p:cNvPr>
            <p:cNvSpPr/>
            <p:nvPr/>
          </p:nvSpPr>
          <p:spPr>
            <a:xfrm>
              <a:off x="3419350" y="2482325"/>
              <a:ext cx="855600" cy="598125"/>
            </a:xfrm>
            <a:custGeom>
              <a:avLst/>
              <a:gdLst/>
              <a:ahLst/>
              <a:cxnLst/>
              <a:rect l="l" t="t" r="r" b="b"/>
              <a:pathLst>
                <a:path w="34224" h="23925" fill="none" extrusionOk="0">
                  <a:moveTo>
                    <a:pt x="0" y="20374"/>
                  </a:moveTo>
                  <a:lnTo>
                    <a:pt x="0" y="20374"/>
                  </a:lnTo>
                  <a:lnTo>
                    <a:pt x="640" y="19404"/>
                  </a:lnTo>
                  <a:lnTo>
                    <a:pt x="1404" y="18289"/>
                  </a:lnTo>
                  <a:lnTo>
                    <a:pt x="2394" y="16865"/>
                  </a:lnTo>
                  <a:lnTo>
                    <a:pt x="3592" y="15193"/>
                  </a:lnTo>
                  <a:lnTo>
                    <a:pt x="4975" y="13335"/>
                  </a:lnTo>
                  <a:lnTo>
                    <a:pt x="5718" y="12365"/>
                  </a:lnTo>
                  <a:lnTo>
                    <a:pt x="6502" y="11374"/>
                  </a:lnTo>
                  <a:lnTo>
                    <a:pt x="7307" y="10363"/>
                  </a:lnTo>
                  <a:lnTo>
                    <a:pt x="8133" y="9351"/>
                  </a:lnTo>
                  <a:lnTo>
                    <a:pt x="8979" y="8361"/>
                  </a:lnTo>
                  <a:lnTo>
                    <a:pt x="9846" y="7370"/>
                  </a:lnTo>
                  <a:lnTo>
                    <a:pt x="10734" y="6420"/>
                  </a:lnTo>
                  <a:lnTo>
                    <a:pt x="11600" y="5491"/>
                  </a:lnTo>
                  <a:lnTo>
                    <a:pt x="12488" y="4624"/>
                  </a:lnTo>
                  <a:lnTo>
                    <a:pt x="13376" y="3778"/>
                  </a:lnTo>
                  <a:lnTo>
                    <a:pt x="14263" y="3014"/>
                  </a:lnTo>
                  <a:lnTo>
                    <a:pt x="14697" y="2643"/>
                  </a:lnTo>
                  <a:lnTo>
                    <a:pt x="15130" y="2313"/>
                  </a:lnTo>
                  <a:lnTo>
                    <a:pt x="15564" y="1982"/>
                  </a:lnTo>
                  <a:lnTo>
                    <a:pt x="15997" y="1673"/>
                  </a:lnTo>
                  <a:lnTo>
                    <a:pt x="16410" y="1404"/>
                  </a:lnTo>
                  <a:lnTo>
                    <a:pt x="16823" y="1136"/>
                  </a:lnTo>
                  <a:lnTo>
                    <a:pt x="17236" y="909"/>
                  </a:lnTo>
                  <a:lnTo>
                    <a:pt x="17648" y="703"/>
                  </a:lnTo>
                  <a:lnTo>
                    <a:pt x="18041" y="517"/>
                  </a:lnTo>
                  <a:lnTo>
                    <a:pt x="18433" y="352"/>
                  </a:lnTo>
                  <a:lnTo>
                    <a:pt x="18825" y="228"/>
                  </a:lnTo>
                  <a:lnTo>
                    <a:pt x="19196" y="125"/>
                  </a:lnTo>
                  <a:lnTo>
                    <a:pt x="19568" y="42"/>
                  </a:lnTo>
                  <a:lnTo>
                    <a:pt x="19940" y="21"/>
                  </a:lnTo>
                  <a:lnTo>
                    <a:pt x="20290" y="1"/>
                  </a:lnTo>
                  <a:lnTo>
                    <a:pt x="20621" y="42"/>
                  </a:lnTo>
                  <a:lnTo>
                    <a:pt x="20951" y="83"/>
                  </a:lnTo>
                  <a:lnTo>
                    <a:pt x="21281" y="187"/>
                  </a:lnTo>
                  <a:lnTo>
                    <a:pt x="21281" y="187"/>
                  </a:lnTo>
                  <a:lnTo>
                    <a:pt x="21591" y="310"/>
                  </a:lnTo>
                  <a:lnTo>
                    <a:pt x="21900" y="476"/>
                  </a:lnTo>
                  <a:lnTo>
                    <a:pt x="22210" y="661"/>
                  </a:lnTo>
                  <a:lnTo>
                    <a:pt x="22520" y="868"/>
                  </a:lnTo>
                  <a:lnTo>
                    <a:pt x="22829" y="1095"/>
                  </a:lnTo>
                  <a:lnTo>
                    <a:pt x="23139" y="1342"/>
                  </a:lnTo>
                  <a:lnTo>
                    <a:pt x="23449" y="1611"/>
                  </a:lnTo>
                  <a:lnTo>
                    <a:pt x="23758" y="1920"/>
                  </a:lnTo>
                  <a:lnTo>
                    <a:pt x="24047" y="2230"/>
                  </a:lnTo>
                  <a:lnTo>
                    <a:pt x="24357" y="2560"/>
                  </a:lnTo>
                  <a:lnTo>
                    <a:pt x="24646" y="2911"/>
                  </a:lnTo>
                  <a:lnTo>
                    <a:pt x="24955" y="3283"/>
                  </a:lnTo>
                  <a:lnTo>
                    <a:pt x="25533" y="4088"/>
                  </a:lnTo>
                  <a:lnTo>
                    <a:pt x="26111" y="4934"/>
                  </a:lnTo>
                  <a:lnTo>
                    <a:pt x="26689" y="5842"/>
                  </a:lnTo>
                  <a:lnTo>
                    <a:pt x="27247" y="6771"/>
                  </a:lnTo>
                  <a:lnTo>
                    <a:pt x="27783" y="7762"/>
                  </a:lnTo>
                  <a:lnTo>
                    <a:pt x="28320" y="8773"/>
                  </a:lnTo>
                  <a:lnTo>
                    <a:pt x="28815" y="9805"/>
                  </a:lnTo>
                  <a:lnTo>
                    <a:pt x="29311" y="10858"/>
                  </a:lnTo>
                  <a:lnTo>
                    <a:pt x="29806" y="11911"/>
                  </a:lnTo>
                  <a:lnTo>
                    <a:pt x="30260" y="12964"/>
                  </a:lnTo>
                  <a:lnTo>
                    <a:pt x="30694" y="14016"/>
                  </a:lnTo>
                  <a:lnTo>
                    <a:pt x="31127" y="15048"/>
                  </a:lnTo>
                  <a:lnTo>
                    <a:pt x="31891" y="17050"/>
                  </a:lnTo>
                  <a:lnTo>
                    <a:pt x="32572" y="18908"/>
                  </a:lnTo>
                  <a:lnTo>
                    <a:pt x="33150" y="20560"/>
                  </a:lnTo>
                  <a:lnTo>
                    <a:pt x="33604" y="21942"/>
                  </a:lnTo>
                  <a:lnTo>
                    <a:pt x="33955" y="22995"/>
                  </a:lnTo>
                  <a:lnTo>
                    <a:pt x="34223" y="239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0" name="Google Shape;840;p27">
              <a:extLst>
                <a:ext uri="{FF2B5EF4-FFF2-40B4-BE49-F238E27FC236}">
                  <a16:creationId xmlns:a16="http://schemas.microsoft.com/office/drawing/2014/main" id="{CD8DD2C9-1503-BC6B-7755-3A7061F6263B}"/>
                </a:ext>
              </a:extLst>
            </p:cNvPr>
            <p:cNvSpPr/>
            <p:nvPr/>
          </p:nvSpPr>
          <p:spPr>
            <a:xfrm>
              <a:off x="2312450" y="2545800"/>
              <a:ext cx="694600" cy="473750"/>
            </a:xfrm>
            <a:custGeom>
              <a:avLst/>
              <a:gdLst/>
              <a:ahLst/>
              <a:cxnLst/>
              <a:rect l="l" t="t" r="r" b="b"/>
              <a:pathLst>
                <a:path w="27784" h="18950" extrusionOk="0">
                  <a:moveTo>
                    <a:pt x="3097" y="1"/>
                  </a:moveTo>
                  <a:lnTo>
                    <a:pt x="2395" y="42"/>
                  </a:lnTo>
                  <a:lnTo>
                    <a:pt x="1817" y="125"/>
                  </a:lnTo>
                  <a:lnTo>
                    <a:pt x="1342" y="228"/>
                  </a:lnTo>
                  <a:lnTo>
                    <a:pt x="929" y="331"/>
                  </a:lnTo>
                  <a:lnTo>
                    <a:pt x="620" y="455"/>
                  </a:lnTo>
                  <a:lnTo>
                    <a:pt x="372" y="558"/>
                  </a:lnTo>
                  <a:lnTo>
                    <a:pt x="186" y="661"/>
                  </a:lnTo>
                  <a:lnTo>
                    <a:pt x="83" y="744"/>
                  </a:lnTo>
                  <a:lnTo>
                    <a:pt x="1" y="826"/>
                  </a:lnTo>
                  <a:lnTo>
                    <a:pt x="12943" y="18949"/>
                  </a:lnTo>
                  <a:lnTo>
                    <a:pt x="27784" y="12633"/>
                  </a:lnTo>
                  <a:lnTo>
                    <a:pt x="27103" y="6523"/>
                  </a:lnTo>
                  <a:lnTo>
                    <a:pt x="25554" y="5883"/>
                  </a:lnTo>
                  <a:lnTo>
                    <a:pt x="23779" y="5202"/>
                  </a:lnTo>
                  <a:lnTo>
                    <a:pt x="21509" y="4377"/>
                  </a:lnTo>
                  <a:lnTo>
                    <a:pt x="20229" y="3923"/>
                  </a:lnTo>
                  <a:lnTo>
                    <a:pt x="18867" y="3448"/>
                  </a:lnTo>
                  <a:lnTo>
                    <a:pt x="17422" y="2973"/>
                  </a:lnTo>
                  <a:lnTo>
                    <a:pt x="15936" y="2498"/>
                  </a:lnTo>
                  <a:lnTo>
                    <a:pt x="14429" y="2044"/>
                  </a:lnTo>
                  <a:lnTo>
                    <a:pt x="12881" y="1611"/>
                  </a:lnTo>
                  <a:lnTo>
                    <a:pt x="11333" y="1198"/>
                  </a:lnTo>
                  <a:lnTo>
                    <a:pt x="9785" y="826"/>
                  </a:lnTo>
                  <a:lnTo>
                    <a:pt x="9041" y="661"/>
                  </a:lnTo>
                  <a:lnTo>
                    <a:pt x="8319" y="517"/>
                  </a:lnTo>
                  <a:lnTo>
                    <a:pt x="7659" y="393"/>
                  </a:lnTo>
                  <a:lnTo>
                    <a:pt x="7019" y="290"/>
                  </a:lnTo>
                  <a:lnTo>
                    <a:pt x="6420" y="207"/>
                  </a:lnTo>
                  <a:lnTo>
                    <a:pt x="5842" y="125"/>
                  </a:lnTo>
                  <a:lnTo>
                    <a:pt x="4810" y="42"/>
                  </a:lnTo>
                  <a:lnTo>
                    <a:pt x="38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1" name="Google Shape;841;p27">
              <a:extLst>
                <a:ext uri="{FF2B5EF4-FFF2-40B4-BE49-F238E27FC236}">
                  <a16:creationId xmlns:a16="http://schemas.microsoft.com/office/drawing/2014/main" id="{3B39C05C-CDE1-038F-AC35-253CFB5DFBC8}"/>
                </a:ext>
              </a:extLst>
            </p:cNvPr>
            <p:cNvSpPr/>
            <p:nvPr/>
          </p:nvSpPr>
          <p:spPr>
            <a:xfrm>
              <a:off x="2312450" y="2545800"/>
              <a:ext cx="694600" cy="473750"/>
            </a:xfrm>
            <a:custGeom>
              <a:avLst/>
              <a:gdLst/>
              <a:ahLst/>
              <a:cxnLst/>
              <a:rect l="l" t="t" r="r" b="b"/>
              <a:pathLst>
                <a:path w="27784" h="18950" fill="none" extrusionOk="0">
                  <a:moveTo>
                    <a:pt x="27784" y="12633"/>
                  </a:moveTo>
                  <a:lnTo>
                    <a:pt x="27103" y="6523"/>
                  </a:lnTo>
                  <a:lnTo>
                    <a:pt x="27103" y="6523"/>
                  </a:lnTo>
                  <a:lnTo>
                    <a:pt x="25554" y="5883"/>
                  </a:lnTo>
                  <a:lnTo>
                    <a:pt x="23779" y="5202"/>
                  </a:lnTo>
                  <a:lnTo>
                    <a:pt x="21509" y="4377"/>
                  </a:lnTo>
                  <a:lnTo>
                    <a:pt x="20229" y="3923"/>
                  </a:lnTo>
                  <a:lnTo>
                    <a:pt x="18867" y="3448"/>
                  </a:lnTo>
                  <a:lnTo>
                    <a:pt x="17422" y="2973"/>
                  </a:lnTo>
                  <a:lnTo>
                    <a:pt x="15936" y="2498"/>
                  </a:lnTo>
                  <a:lnTo>
                    <a:pt x="14429" y="2044"/>
                  </a:lnTo>
                  <a:lnTo>
                    <a:pt x="12881" y="1611"/>
                  </a:lnTo>
                  <a:lnTo>
                    <a:pt x="11333" y="1198"/>
                  </a:lnTo>
                  <a:lnTo>
                    <a:pt x="9785" y="826"/>
                  </a:lnTo>
                  <a:lnTo>
                    <a:pt x="9785" y="826"/>
                  </a:lnTo>
                  <a:lnTo>
                    <a:pt x="9041" y="661"/>
                  </a:lnTo>
                  <a:lnTo>
                    <a:pt x="8319" y="517"/>
                  </a:lnTo>
                  <a:lnTo>
                    <a:pt x="7659" y="393"/>
                  </a:lnTo>
                  <a:lnTo>
                    <a:pt x="7019" y="290"/>
                  </a:lnTo>
                  <a:lnTo>
                    <a:pt x="6420" y="207"/>
                  </a:lnTo>
                  <a:lnTo>
                    <a:pt x="5842" y="125"/>
                  </a:lnTo>
                  <a:lnTo>
                    <a:pt x="4810" y="42"/>
                  </a:lnTo>
                  <a:lnTo>
                    <a:pt x="3881" y="1"/>
                  </a:lnTo>
                  <a:lnTo>
                    <a:pt x="3097" y="1"/>
                  </a:lnTo>
                  <a:lnTo>
                    <a:pt x="2395" y="42"/>
                  </a:lnTo>
                  <a:lnTo>
                    <a:pt x="1817" y="125"/>
                  </a:lnTo>
                  <a:lnTo>
                    <a:pt x="1342" y="228"/>
                  </a:lnTo>
                  <a:lnTo>
                    <a:pt x="929" y="331"/>
                  </a:lnTo>
                  <a:lnTo>
                    <a:pt x="620" y="455"/>
                  </a:lnTo>
                  <a:lnTo>
                    <a:pt x="372" y="558"/>
                  </a:lnTo>
                  <a:lnTo>
                    <a:pt x="186" y="661"/>
                  </a:lnTo>
                  <a:lnTo>
                    <a:pt x="83" y="744"/>
                  </a:lnTo>
                  <a:lnTo>
                    <a:pt x="1" y="826"/>
                  </a:lnTo>
                  <a:lnTo>
                    <a:pt x="12943" y="18949"/>
                  </a:lnTo>
                  <a:lnTo>
                    <a:pt x="27784" y="1263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2" name="Google Shape;842;p27">
              <a:extLst>
                <a:ext uri="{FF2B5EF4-FFF2-40B4-BE49-F238E27FC236}">
                  <a16:creationId xmlns:a16="http://schemas.microsoft.com/office/drawing/2014/main" id="{5DEA7101-6EEE-47EC-45D4-04C0DC61091C}"/>
                </a:ext>
              </a:extLst>
            </p:cNvPr>
            <p:cNvSpPr/>
            <p:nvPr/>
          </p:nvSpPr>
          <p:spPr>
            <a:xfrm>
              <a:off x="3493650" y="2214000"/>
              <a:ext cx="1157475" cy="177025"/>
            </a:xfrm>
            <a:custGeom>
              <a:avLst/>
              <a:gdLst/>
              <a:ahLst/>
              <a:cxnLst/>
              <a:rect l="l" t="t" r="r" b="b"/>
              <a:pathLst>
                <a:path w="46299" h="7081" extrusionOk="0">
                  <a:moveTo>
                    <a:pt x="22417" y="0"/>
                  </a:moveTo>
                  <a:lnTo>
                    <a:pt x="21013" y="42"/>
                  </a:lnTo>
                  <a:lnTo>
                    <a:pt x="19589" y="104"/>
                  </a:lnTo>
                  <a:lnTo>
                    <a:pt x="18144" y="186"/>
                  </a:lnTo>
                  <a:lnTo>
                    <a:pt x="16658" y="310"/>
                  </a:lnTo>
                  <a:lnTo>
                    <a:pt x="15172" y="454"/>
                  </a:lnTo>
                  <a:lnTo>
                    <a:pt x="13665" y="640"/>
                  </a:lnTo>
                  <a:lnTo>
                    <a:pt x="12158" y="867"/>
                  </a:lnTo>
                  <a:lnTo>
                    <a:pt x="10631" y="1136"/>
                  </a:lnTo>
                  <a:lnTo>
                    <a:pt x="9103" y="1425"/>
                  </a:lnTo>
                  <a:lnTo>
                    <a:pt x="7576" y="1776"/>
                  </a:lnTo>
                  <a:lnTo>
                    <a:pt x="6048" y="2168"/>
                  </a:lnTo>
                  <a:lnTo>
                    <a:pt x="4521" y="2601"/>
                  </a:lnTo>
                  <a:lnTo>
                    <a:pt x="3757" y="2828"/>
                  </a:lnTo>
                  <a:lnTo>
                    <a:pt x="2993" y="3076"/>
                  </a:lnTo>
                  <a:lnTo>
                    <a:pt x="2250" y="3344"/>
                  </a:lnTo>
                  <a:lnTo>
                    <a:pt x="1487" y="3613"/>
                  </a:lnTo>
                  <a:lnTo>
                    <a:pt x="744" y="3902"/>
                  </a:lnTo>
                  <a:lnTo>
                    <a:pt x="0" y="4211"/>
                  </a:lnTo>
                  <a:lnTo>
                    <a:pt x="4851" y="7080"/>
                  </a:lnTo>
                  <a:lnTo>
                    <a:pt x="5326" y="6956"/>
                  </a:lnTo>
                  <a:lnTo>
                    <a:pt x="6668" y="6647"/>
                  </a:lnTo>
                  <a:lnTo>
                    <a:pt x="7638" y="6440"/>
                  </a:lnTo>
                  <a:lnTo>
                    <a:pt x="8794" y="6213"/>
                  </a:lnTo>
                  <a:lnTo>
                    <a:pt x="10115" y="5966"/>
                  </a:lnTo>
                  <a:lnTo>
                    <a:pt x="11601" y="5697"/>
                  </a:lnTo>
                  <a:lnTo>
                    <a:pt x="13211" y="5450"/>
                  </a:lnTo>
                  <a:lnTo>
                    <a:pt x="14965" y="5202"/>
                  </a:lnTo>
                  <a:lnTo>
                    <a:pt x="16844" y="4954"/>
                  </a:lnTo>
                  <a:lnTo>
                    <a:pt x="18825" y="4748"/>
                  </a:lnTo>
                  <a:lnTo>
                    <a:pt x="20889" y="4583"/>
                  </a:lnTo>
                  <a:lnTo>
                    <a:pt x="21963" y="4500"/>
                  </a:lnTo>
                  <a:lnTo>
                    <a:pt x="23057" y="4438"/>
                  </a:lnTo>
                  <a:lnTo>
                    <a:pt x="24151" y="4397"/>
                  </a:lnTo>
                  <a:lnTo>
                    <a:pt x="25265" y="4356"/>
                  </a:lnTo>
                  <a:lnTo>
                    <a:pt x="26401" y="4335"/>
                  </a:lnTo>
                  <a:lnTo>
                    <a:pt x="27556" y="4314"/>
                  </a:lnTo>
                  <a:lnTo>
                    <a:pt x="28712" y="4335"/>
                  </a:lnTo>
                  <a:lnTo>
                    <a:pt x="29868" y="4356"/>
                  </a:lnTo>
                  <a:lnTo>
                    <a:pt x="31045" y="4397"/>
                  </a:lnTo>
                  <a:lnTo>
                    <a:pt x="32221" y="4459"/>
                  </a:lnTo>
                  <a:lnTo>
                    <a:pt x="33419" y="4541"/>
                  </a:lnTo>
                  <a:lnTo>
                    <a:pt x="34595" y="4645"/>
                  </a:lnTo>
                  <a:lnTo>
                    <a:pt x="35792" y="4768"/>
                  </a:lnTo>
                  <a:lnTo>
                    <a:pt x="36969" y="4934"/>
                  </a:lnTo>
                  <a:lnTo>
                    <a:pt x="38166" y="5099"/>
                  </a:lnTo>
                  <a:lnTo>
                    <a:pt x="39343" y="5305"/>
                  </a:lnTo>
                  <a:lnTo>
                    <a:pt x="40540" y="5532"/>
                  </a:lnTo>
                  <a:lnTo>
                    <a:pt x="41696" y="5780"/>
                  </a:lnTo>
                  <a:lnTo>
                    <a:pt x="42872" y="6048"/>
                  </a:lnTo>
                  <a:lnTo>
                    <a:pt x="44028" y="6379"/>
                  </a:lnTo>
                  <a:lnTo>
                    <a:pt x="45163" y="6709"/>
                  </a:lnTo>
                  <a:lnTo>
                    <a:pt x="46299" y="7080"/>
                  </a:lnTo>
                  <a:lnTo>
                    <a:pt x="39694" y="1466"/>
                  </a:lnTo>
                  <a:lnTo>
                    <a:pt x="39384" y="1404"/>
                  </a:lnTo>
                  <a:lnTo>
                    <a:pt x="38496" y="1239"/>
                  </a:lnTo>
                  <a:lnTo>
                    <a:pt x="37072" y="991"/>
                  </a:lnTo>
                  <a:lnTo>
                    <a:pt x="36164" y="867"/>
                  </a:lnTo>
                  <a:lnTo>
                    <a:pt x="35152" y="723"/>
                  </a:lnTo>
                  <a:lnTo>
                    <a:pt x="34038" y="599"/>
                  </a:lnTo>
                  <a:lnTo>
                    <a:pt x="32820" y="454"/>
                  </a:lnTo>
                  <a:lnTo>
                    <a:pt x="31520" y="331"/>
                  </a:lnTo>
                  <a:lnTo>
                    <a:pt x="30116" y="227"/>
                  </a:lnTo>
                  <a:lnTo>
                    <a:pt x="28650" y="124"/>
                  </a:lnTo>
                  <a:lnTo>
                    <a:pt x="27102" y="62"/>
                  </a:lnTo>
                  <a:lnTo>
                    <a:pt x="25472" y="21"/>
                  </a:lnTo>
                  <a:lnTo>
                    <a:pt x="238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3" name="Google Shape;843;p27">
              <a:extLst>
                <a:ext uri="{FF2B5EF4-FFF2-40B4-BE49-F238E27FC236}">
                  <a16:creationId xmlns:a16="http://schemas.microsoft.com/office/drawing/2014/main" id="{34F22A26-17BF-A49C-4774-C266C1C4897B}"/>
                </a:ext>
              </a:extLst>
            </p:cNvPr>
            <p:cNvSpPr/>
            <p:nvPr/>
          </p:nvSpPr>
          <p:spPr>
            <a:xfrm>
              <a:off x="3493650" y="2214000"/>
              <a:ext cx="1157475" cy="177025"/>
            </a:xfrm>
            <a:custGeom>
              <a:avLst/>
              <a:gdLst/>
              <a:ahLst/>
              <a:cxnLst/>
              <a:rect l="l" t="t" r="r" b="b"/>
              <a:pathLst>
                <a:path w="46299" h="7081" fill="none" extrusionOk="0">
                  <a:moveTo>
                    <a:pt x="23800" y="0"/>
                  </a:moveTo>
                  <a:lnTo>
                    <a:pt x="23800" y="0"/>
                  </a:lnTo>
                  <a:lnTo>
                    <a:pt x="22417" y="0"/>
                  </a:lnTo>
                  <a:lnTo>
                    <a:pt x="21013" y="42"/>
                  </a:lnTo>
                  <a:lnTo>
                    <a:pt x="19589" y="104"/>
                  </a:lnTo>
                  <a:lnTo>
                    <a:pt x="18144" y="186"/>
                  </a:lnTo>
                  <a:lnTo>
                    <a:pt x="16658" y="310"/>
                  </a:lnTo>
                  <a:lnTo>
                    <a:pt x="15172" y="454"/>
                  </a:lnTo>
                  <a:lnTo>
                    <a:pt x="13665" y="640"/>
                  </a:lnTo>
                  <a:lnTo>
                    <a:pt x="12158" y="867"/>
                  </a:lnTo>
                  <a:lnTo>
                    <a:pt x="10631" y="1136"/>
                  </a:lnTo>
                  <a:lnTo>
                    <a:pt x="9103" y="1425"/>
                  </a:lnTo>
                  <a:lnTo>
                    <a:pt x="7576" y="1776"/>
                  </a:lnTo>
                  <a:lnTo>
                    <a:pt x="6048" y="2168"/>
                  </a:lnTo>
                  <a:lnTo>
                    <a:pt x="4521" y="2601"/>
                  </a:lnTo>
                  <a:lnTo>
                    <a:pt x="3757" y="2828"/>
                  </a:lnTo>
                  <a:lnTo>
                    <a:pt x="2993" y="3076"/>
                  </a:lnTo>
                  <a:lnTo>
                    <a:pt x="2250" y="3344"/>
                  </a:lnTo>
                  <a:lnTo>
                    <a:pt x="1487" y="3613"/>
                  </a:lnTo>
                  <a:lnTo>
                    <a:pt x="744" y="3902"/>
                  </a:lnTo>
                  <a:lnTo>
                    <a:pt x="0" y="4211"/>
                  </a:lnTo>
                  <a:lnTo>
                    <a:pt x="4851" y="7080"/>
                  </a:lnTo>
                  <a:lnTo>
                    <a:pt x="4851" y="7080"/>
                  </a:lnTo>
                  <a:lnTo>
                    <a:pt x="5326" y="6956"/>
                  </a:lnTo>
                  <a:lnTo>
                    <a:pt x="6668" y="6647"/>
                  </a:lnTo>
                  <a:lnTo>
                    <a:pt x="7638" y="6440"/>
                  </a:lnTo>
                  <a:lnTo>
                    <a:pt x="8794" y="6213"/>
                  </a:lnTo>
                  <a:lnTo>
                    <a:pt x="10115" y="5966"/>
                  </a:lnTo>
                  <a:lnTo>
                    <a:pt x="11601" y="5697"/>
                  </a:lnTo>
                  <a:lnTo>
                    <a:pt x="13211" y="5450"/>
                  </a:lnTo>
                  <a:lnTo>
                    <a:pt x="14965" y="5202"/>
                  </a:lnTo>
                  <a:lnTo>
                    <a:pt x="16844" y="4954"/>
                  </a:lnTo>
                  <a:lnTo>
                    <a:pt x="18825" y="4748"/>
                  </a:lnTo>
                  <a:lnTo>
                    <a:pt x="20889" y="4583"/>
                  </a:lnTo>
                  <a:lnTo>
                    <a:pt x="21963" y="4500"/>
                  </a:lnTo>
                  <a:lnTo>
                    <a:pt x="23057" y="4438"/>
                  </a:lnTo>
                  <a:lnTo>
                    <a:pt x="24151" y="4397"/>
                  </a:lnTo>
                  <a:lnTo>
                    <a:pt x="25265" y="4356"/>
                  </a:lnTo>
                  <a:lnTo>
                    <a:pt x="26401" y="4335"/>
                  </a:lnTo>
                  <a:lnTo>
                    <a:pt x="27556" y="4314"/>
                  </a:lnTo>
                  <a:lnTo>
                    <a:pt x="27556" y="4314"/>
                  </a:lnTo>
                  <a:lnTo>
                    <a:pt x="28712" y="4335"/>
                  </a:lnTo>
                  <a:lnTo>
                    <a:pt x="29868" y="4356"/>
                  </a:lnTo>
                  <a:lnTo>
                    <a:pt x="31045" y="4397"/>
                  </a:lnTo>
                  <a:lnTo>
                    <a:pt x="32221" y="4459"/>
                  </a:lnTo>
                  <a:lnTo>
                    <a:pt x="33419" y="4541"/>
                  </a:lnTo>
                  <a:lnTo>
                    <a:pt x="34595" y="4645"/>
                  </a:lnTo>
                  <a:lnTo>
                    <a:pt x="35792" y="4768"/>
                  </a:lnTo>
                  <a:lnTo>
                    <a:pt x="36969" y="4934"/>
                  </a:lnTo>
                  <a:lnTo>
                    <a:pt x="38166" y="5099"/>
                  </a:lnTo>
                  <a:lnTo>
                    <a:pt x="39343" y="5305"/>
                  </a:lnTo>
                  <a:lnTo>
                    <a:pt x="40540" y="5532"/>
                  </a:lnTo>
                  <a:lnTo>
                    <a:pt x="41696" y="5780"/>
                  </a:lnTo>
                  <a:lnTo>
                    <a:pt x="42872" y="6048"/>
                  </a:lnTo>
                  <a:lnTo>
                    <a:pt x="44028" y="6379"/>
                  </a:lnTo>
                  <a:lnTo>
                    <a:pt x="45163" y="6709"/>
                  </a:lnTo>
                  <a:lnTo>
                    <a:pt x="46299" y="7080"/>
                  </a:lnTo>
                  <a:lnTo>
                    <a:pt x="39694" y="1466"/>
                  </a:lnTo>
                  <a:lnTo>
                    <a:pt x="39694" y="1466"/>
                  </a:lnTo>
                  <a:lnTo>
                    <a:pt x="39384" y="1404"/>
                  </a:lnTo>
                  <a:lnTo>
                    <a:pt x="38496" y="1239"/>
                  </a:lnTo>
                  <a:lnTo>
                    <a:pt x="37072" y="991"/>
                  </a:lnTo>
                  <a:lnTo>
                    <a:pt x="36164" y="867"/>
                  </a:lnTo>
                  <a:lnTo>
                    <a:pt x="35152" y="723"/>
                  </a:lnTo>
                  <a:lnTo>
                    <a:pt x="34038" y="599"/>
                  </a:lnTo>
                  <a:lnTo>
                    <a:pt x="32820" y="454"/>
                  </a:lnTo>
                  <a:lnTo>
                    <a:pt x="31520" y="331"/>
                  </a:lnTo>
                  <a:lnTo>
                    <a:pt x="30116" y="227"/>
                  </a:lnTo>
                  <a:lnTo>
                    <a:pt x="28650" y="124"/>
                  </a:lnTo>
                  <a:lnTo>
                    <a:pt x="27102" y="62"/>
                  </a:lnTo>
                  <a:lnTo>
                    <a:pt x="25472" y="21"/>
                  </a:lnTo>
                  <a:lnTo>
                    <a:pt x="2380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4" name="Google Shape;844;p27">
              <a:extLst>
                <a:ext uri="{FF2B5EF4-FFF2-40B4-BE49-F238E27FC236}">
                  <a16:creationId xmlns:a16="http://schemas.microsoft.com/office/drawing/2014/main" id="{DE4C152B-BEF1-4182-98C3-AB7AD8499F42}"/>
                </a:ext>
              </a:extLst>
            </p:cNvPr>
            <p:cNvSpPr/>
            <p:nvPr/>
          </p:nvSpPr>
          <p:spPr>
            <a:xfrm>
              <a:off x="2757275" y="3789450"/>
              <a:ext cx="703900" cy="954150"/>
            </a:xfrm>
            <a:custGeom>
              <a:avLst/>
              <a:gdLst/>
              <a:ahLst/>
              <a:cxnLst/>
              <a:rect l="l" t="t" r="r" b="b"/>
              <a:pathLst>
                <a:path w="28156" h="38166" extrusionOk="0">
                  <a:moveTo>
                    <a:pt x="3262" y="0"/>
                  </a:moveTo>
                  <a:lnTo>
                    <a:pt x="2436" y="21"/>
                  </a:lnTo>
                  <a:lnTo>
                    <a:pt x="1631" y="41"/>
                  </a:lnTo>
                  <a:lnTo>
                    <a:pt x="805" y="103"/>
                  </a:lnTo>
                  <a:lnTo>
                    <a:pt x="0" y="165"/>
                  </a:lnTo>
                  <a:lnTo>
                    <a:pt x="1074" y="310"/>
                  </a:lnTo>
                  <a:lnTo>
                    <a:pt x="2106" y="475"/>
                  </a:lnTo>
                  <a:lnTo>
                    <a:pt x="3138" y="681"/>
                  </a:lnTo>
                  <a:lnTo>
                    <a:pt x="4149" y="929"/>
                  </a:lnTo>
                  <a:lnTo>
                    <a:pt x="5140" y="1218"/>
                  </a:lnTo>
                  <a:lnTo>
                    <a:pt x="6110" y="1548"/>
                  </a:lnTo>
                  <a:lnTo>
                    <a:pt x="7060" y="1899"/>
                  </a:lnTo>
                  <a:lnTo>
                    <a:pt x="7989" y="2271"/>
                  </a:lnTo>
                  <a:lnTo>
                    <a:pt x="8897" y="2704"/>
                  </a:lnTo>
                  <a:lnTo>
                    <a:pt x="9764" y="3138"/>
                  </a:lnTo>
                  <a:lnTo>
                    <a:pt x="10610" y="3633"/>
                  </a:lnTo>
                  <a:lnTo>
                    <a:pt x="11436" y="4128"/>
                  </a:lnTo>
                  <a:lnTo>
                    <a:pt x="12241" y="4665"/>
                  </a:lnTo>
                  <a:lnTo>
                    <a:pt x="12984" y="5243"/>
                  </a:lnTo>
                  <a:lnTo>
                    <a:pt x="13727" y="5842"/>
                  </a:lnTo>
                  <a:lnTo>
                    <a:pt x="14429" y="6461"/>
                  </a:lnTo>
                  <a:lnTo>
                    <a:pt x="15089" y="7101"/>
                  </a:lnTo>
                  <a:lnTo>
                    <a:pt x="15708" y="7761"/>
                  </a:lnTo>
                  <a:lnTo>
                    <a:pt x="16307" y="8442"/>
                  </a:lnTo>
                  <a:lnTo>
                    <a:pt x="16864" y="9165"/>
                  </a:lnTo>
                  <a:lnTo>
                    <a:pt x="17380" y="9887"/>
                  </a:lnTo>
                  <a:lnTo>
                    <a:pt x="17876" y="10651"/>
                  </a:lnTo>
                  <a:lnTo>
                    <a:pt x="18309" y="11415"/>
                  </a:lnTo>
                  <a:lnTo>
                    <a:pt x="18701" y="12220"/>
                  </a:lnTo>
                  <a:lnTo>
                    <a:pt x="19052" y="13025"/>
                  </a:lnTo>
                  <a:lnTo>
                    <a:pt x="19382" y="13850"/>
                  </a:lnTo>
                  <a:lnTo>
                    <a:pt x="19651" y="14676"/>
                  </a:lnTo>
                  <a:lnTo>
                    <a:pt x="19857" y="15543"/>
                  </a:lnTo>
                  <a:lnTo>
                    <a:pt x="20043" y="16410"/>
                  </a:lnTo>
                  <a:lnTo>
                    <a:pt x="20105" y="16843"/>
                  </a:lnTo>
                  <a:lnTo>
                    <a:pt x="20167" y="17297"/>
                  </a:lnTo>
                  <a:lnTo>
                    <a:pt x="20208" y="17731"/>
                  </a:lnTo>
                  <a:lnTo>
                    <a:pt x="20229" y="18185"/>
                  </a:lnTo>
                  <a:lnTo>
                    <a:pt x="20249" y="18639"/>
                  </a:lnTo>
                  <a:lnTo>
                    <a:pt x="20270" y="19093"/>
                  </a:lnTo>
                  <a:lnTo>
                    <a:pt x="20249" y="19527"/>
                  </a:lnTo>
                  <a:lnTo>
                    <a:pt x="20229" y="19981"/>
                  </a:lnTo>
                  <a:lnTo>
                    <a:pt x="20208" y="20435"/>
                  </a:lnTo>
                  <a:lnTo>
                    <a:pt x="20167" y="20889"/>
                  </a:lnTo>
                  <a:lnTo>
                    <a:pt x="20105" y="21323"/>
                  </a:lnTo>
                  <a:lnTo>
                    <a:pt x="20043" y="21756"/>
                  </a:lnTo>
                  <a:lnTo>
                    <a:pt x="19857" y="22623"/>
                  </a:lnTo>
                  <a:lnTo>
                    <a:pt x="19651" y="23490"/>
                  </a:lnTo>
                  <a:lnTo>
                    <a:pt x="19382" y="24316"/>
                  </a:lnTo>
                  <a:lnTo>
                    <a:pt x="19052" y="25141"/>
                  </a:lnTo>
                  <a:lnTo>
                    <a:pt x="18701" y="25946"/>
                  </a:lnTo>
                  <a:lnTo>
                    <a:pt x="18309" y="26751"/>
                  </a:lnTo>
                  <a:lnTo>
                    <a:pt x="17876" y="27515"/>
                  </a:lnTo>
                  <a:lnTo>
                    <a:pt x="17380" y="28279"/>
                  </a:lnTo>
                  <a:lnTo>
                    <a:pt x="16864" y="29001"/>
                  </a:lnTo>
                  <a:lnTo>
                    <a:pt x="16307" y="29724"/>
                  </a:lnTo>
                  <a:lnTo>
                    <a:pt x="15708" y="30405"/>
                  </a:lnTo>
                  <a:lnTo>
                    <a:pt x="15089" y="31065"/>
                  </a:lnTo>
                  <a:lnTo>
                    <a:pt x="14429" y="31705"/>
                  </a:lnTo>
                  <a:lnTo>
                    <a:pt x="13727" y="32324"/>
                  </a:lnTo>
                  <a:lnTo>
                    <a:pt x="12984" y="32923"/>
                  </a:lnTo>
                  <a:lnTo>
                    <a:pt x="12241" y="33501"/>
                  </a:lnTo>
                  <a:lnTo>
                    <a:pt x="11436" y="34038"/>
                  </a:lnTo>
                  <a:lnTo>
                    <a:pt x="10610" y="34533"/>
                  </a:lnTo>
                  <a:lnTo>
                    <a:pt x="9764" y="35028"/>
                  </a:lnTo>
                  <a:lnTo>
                    <a:pt x="8897" y="35462"/>
                  </a:lnTo>
                  <a:lnTo>
                    <a:pt x="7989" y="35895"/>
                  </a:lnTo>
                  <a:lnTo>
                    <a:pt x="7060" y="36267"/>
                  </a:lnTo>
                  <a:lnTo>
                    <a:pt x="6110" y="36638"/>
                  </a:lnTo>
                  <a:lnTo>
                    <a:pt x="5140" y="36948"/>
                  </a:lnTo>
                  <a:lnTo>
                    <a:pt x="4149" y="37237"/>
                  </a:lnTo>
                  <a:lnTo>
                    <a:pt x="3138" y="37485"/>
                  </a:lnTo>
                  <a:lnTo>
                    <a:pt x="2106" y="37691"/>
                  </a:lnTo>
                  <a:lnTo>
                    <a:pt x="1074" y="37856"/>
                  </a:lnTo>
                  <a:lnTo>
                    <a:pt x="0" y="38001"/>
                  </a:lnTo>
                  <a:lnTo>
                    <a:pt x="805" y="38063"/>
                  </a:lnTo>
                  <a:lnTo>
                    <a:pt x="1631" y="38125"/>
                  </a:lnTo>
                  <a:lnTo>
                    <a:pt x="2436" y="38145"/>
                  </a:lnTo>
                  <a:lnTo>
                    <a:pt x="3262" y="38166"/>
                  </a:lnTo>
                  <a:lnTo>
                    <a:pt x="3902" y="38166"/>
                  </a:lnTo>
                  <a:lnTo>
                    <a:pt x="4541" y="38145"/>
                  </a:lnTo>
                  <a:lnTo>
                    <a:pt x="5821" y="38063"/>
                  </a:lnTo>
                  <a:lnTo>
                    <a:pt x="7060" y="37939"/>
                  </a:lnTo>
                  <a:lnTo>
                    <a:pt x="8278" y="37774"/>
                  </a:lnTo>
                  <a:lnTo>
                    <a:pt x="9495" y="37567"/>
                  </a:lnTo>
                  <a:lnTo>
                    <a:pt x="10672" y="37299"/>
                  </a:lnTo>
                  <a:lnTo>
                    <a:pt x="11828" y="37010"/>
                  </a:lnTo>
                  <a:lnTo>
                    <a:pt x="12963" y="36659"/>
                  </a:lnTo>
                  <a:lnTo>
                    <a:pt x="14057" y="36287"/>
                  </a:lnTo>
                  <a:lnTo>
                    <a:pt x="15130" y="35854"/>
                  </a:lnTo>
                  <a:lnTo>
                    <a:pt x="16183" y="35400"/>
                  </a:lnTo>
                  <a:lnTo>
                    <a:pt x="17195" y="34904"/>
                  </a:lnTo>
                  <a:lnTo>
                    <a:pt x="18165" y="34368"/>
                  </a:lnTo>
                  <a:lnTo>
                    <a:pt x="19094" y="33810"/>
                  </a:lnTo>
                  <a:lnTo>
                    <a:pt x="20002" y="33212"/>
                  </a:lnTo>
                  <a:lnTo>
                    <a:pt x="20869" y="32572"/>
                  </a:lnTo>
                  <a:lnTo>
                    <a:pt x="21694" y="31911"/>
                  </a:lnTo>
                  <a:lnTo>
                    <a:pt x="22087" y="31561"/>
                  </a:lnTo>
                  <a:lnTo>
                    <a:pt x="22479" y="31210"/>
                  </a:lnTo>
                  <a:lnTo>
                    <a:pt x="22850" y="30859"/>
                  </a:lnTo>
                  <a:lnTo>
                    <a:pt x="23222" y="30508"/>
                  </a:lnTo>
                  <a:lnTo>
                    <a:pt x="23573" y="30136"/>
                  </a:lnTo>
                  <a:lnTo>
                    <a:pt x="23903" y="29744"/>
                  </a:lnTo>
                  <a:lnTo>
                    <a:pt x="24233" y="29373"/>
                  </a:lnTo>
                  <a:lnTo>
                    <a:pt x="24563" y="28980"/>
                  </a:lnTo>
                  <a:lnTo>
                    <a:pt x="24873" y="28588"/>
                  </a:lnTo>
                  <a:lnTo>
                    <a:pt x="25162" y="28175"/>
                  </a:lnTo>
                  <a:lnTo>
                    <a:pt x="25430" y="27763"/>
                  </a:lnTo>
                  <a:lnTo>
                    <a:pt x="25699" y="27350"/>
                  </a:lnTo>
                  <a:lnTo>
                    <a:pt x="25967" y="26937"/>
                  </a:lnTo>
                  <a:lnTo>
                    <a:pt x="26215" y="26503"/>
                  </a:lnTo>
                  <a:lnTo>
                    <a:pt x="26442" y="26070"/>
                  </a:lnTo>
                  <a:lnTo>
                    <a:pt x="26648" y="25637"/>
                  </a:lnTo>
                  <a:lnTo>
                    <a:pt x="26855" y="25203"/>
                  </a:lnTo>
                  <a:lnTo>
                    <a:pt x="27040" y="24749"/>
                  </a:lnTo>
                  <a:lnTo>
                    <a:pt x="27226" y="24316"/>
                  </a:lnTo>
                  <a:lnTo>
                    <a:pt x="27371" y="23861"/>
                  </a:lnTo>
                  <a:lnTo>
                    <a:pt x="27515" y="23387"/>
                  </a:lnTo>
                  <a:lnTo>
                    <a:pt x="27660" y="22933"/>
                  </a:lnTo>
                  <a:lnTo>
                    <a:pt x="27783" y="22458"/>
                  </a:lnTo>
                  <a:lnTo>
                    <a:pt x="27866" y="21983"/>
                  </a:lnTo>
                  <a:lnTo>
                    <a:pt x="27969" y="21508"/>
                  </a:lnTo>
                  <a:lnTo>
                    <a:pt x="28031" y="21034"/>
                  </a:lnTo>
                  <a:lnTo>
                    <a:pt x="28093" y="20559"/>
                  </a:lnTo>
                  <a:lnTo>
                    <a:pt x="28134" y="20063"/>
                  </a:lnTo>
                  <a:lnTo>
                    <a:pt x="28155" y="19568"/>
                  </a:lnTo>
                  <a:lnTo>
                    <a:pt x="28155" y="19093"/>
                  </a:lnTo>
                  <a:lnTo>
                    <a:pt x="28155" y="18598"/>
                  </a:lnTo>
                  <a:lnTo>
                    <a:pt x="28134" y="18102"/>
                  </a:lnTo>
                  <a:lnTo>
                    <a:pt x="28093" y="17607"/>
                  </a:lnTo>
                  <a:lnTo>
                    <a:pt x="28031" y="17132"/>
                  </a:lnTo>
                  <a:lnTo>
                    <a:pt x="27969" y="16658"/>
                  </a:lnTo>
                  <a:lnTo>
                    <a:pt x="27866" y="16183"/>
                  </a:lnTo>
                  <a:lnTo>
                    <a:pt x="27783" y="15708"/>
                  </a:lnTo>
                  <a:lnTo>
                    <a:pt x="27660" y="15233"/>
                  </a:lnTo>
                  <a:lnTo>
                    <a:pt x="27515" y="14779"/>
                  </a:lnTo>
                  <a:lnTo>
                    <a:pt x="27371" y="14325"/>
                  </a:lnTo>
                  <a:lnTo>
                    <a:pt x="27226" y="13850"/>
                  </a:lnTo>
                  <a:lnTo>
                    <a:pt x="27040" y="13417"/>
                  </a:lnTo>
                  <a:lnTo>
                    <a:pt x="26855" y="12963"/>
                  </a:lnTo>
                  <a:lnTo>
                    <a:pt x="26648" y="12529"/>
                  </a:lnTo>
                  <a:lnTo>
                    <a:pt x="26442" y="12096"/>
                  </a:lnTo>
                  <a:lnTo>
                    <a:pt x="26215" y="11662"/>
                  </a:lnTo>
                  <a:lnTo>
                    <a:pt x="25967" y="11229"/>
                  </a:lnTo>
                  <a:lnTo>
                    <a:pt x="25699" y="10816"/>
                  </a:lnTo>
                  <a:lnTo>
                    <a:pt x="25430" y="10403"/>
                  </a:lnTo>
                  <a:lnTo>
                    <a:pt x="25162" y="9990"/>
                  </a:lnTo>
                  <a:lnTo>
                    <a:pt x="24873" y="9578"/>
                  </a:lnTo>
                  <a:lnTo>
                    <a:pt x="24563" y="9185"/>
                  </a:lnTo>
                  <a:lnTo>
                    <a:pt x="24233" y="8793"/>
                  </a:lnTo>
                  <a:lnTo>
                    <a:pt x="23903" y="8422"/>
                  </a:lnTo>
                  <a:lnTo>
                    <a:pt x="23573" y="8030"/>
                  </a:lnTo>
                  <a:lnTo>
                    <a:pt x="23222" y="7679"/>
                  </a:lnTo>
                  <a:lnTo>
                    <a:pt x="22850" y="7307"/>
                  </a:lnTo>
                  <a:lnTo>
                    <a:pt x="22479" y="6956"/>
                  </a:lnTo>
                  <a:lnTo>
                    <a:pt x="22087" y="6605"/>
                  </a:lnTo>
                  <a:lnTo>
                    <a:pt x="21694" y="6254"/>
                  </a:lnTo>
                  <a:lnTo>
                    <a:pt x="20869" y="5594"/>
                  </a:lnTo>
                  <a:lnTo>
                    <a:pt x="20002" y="4954"/>
                  </a:lnTo>
                  <a:lnTo>
                    <a:pt x="19094" y="4355"/>
                  </a:lnTo>
                  <a:lnTo>
                    <a:pt x="18165" y="3798"/>
                  </a:lnTo>
                  <a:lnTo>
                    <a:pt x="17195" y="3261"/>
                  </a:lnTo>
                  <a:lnTo>
                    <a:pt x="16183" y="2766"/>
                  </a:lnTo>
                  <a:lnTo>
                    <a:pt x="15130" y="2312"/>
                  </a:lnTo>
                  <a:lnTo>
                    <a:pt x="14057" y="1878"/>
                  </a:lnTo>
                  <a:lnTo>
                    <a:pt x="12963" y="1507"/>
                  </a:lnTo>
                  <a:lnTo>
                    <a:pt x="11828" y="1156"/>
                  </a:lnTo>
                  <a:lnTo>
                    <a:pt x="10672" y="867"/>
                  </a:lnTo>
                  <a:lnTo>
                    <a:pt x="9495" y="599"/>
                  </a:lnTo>
                  <a:lnTo>
                    <a:pt x="8278" y="392"/>
                  </a:lnTo>
                  <a:lnTo>
                    <a:pt x="7060" y="227"/>
                  </a:lnTo>
                  <a:lnTo>
                    <a:pt x="5821" y="103"/>
                  </a:lnTo>
                  <a:lnTo>
                    <a:pt x="4541" y="21"/>
                  </a:lnTo>
                  <a:lnTo>
                    <a:pt x="3902" y="21"/>
                  </a:lnTo>
                  <a:lnTo>
                    <a:pt x="32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5" name="Google Shape;845;p27">
              <a:extLst>
                <a:ext uri="{FF2B5EF4-FFF2-40B4-BE49-F238E27FC236}">
                  <a16:creationId xmlns:a16="http://schemas.microsoft.com/office/drawing/2014/main" id="{AC50BF96-A4D1-AEC3-D6FE-15CA9FCF4D7D}"/>
                </a:ext>
              </a:extLst>
            </p:cNvPr>
            <p:cNvSpPr/>
            <p:nvPr/>
          </p:nvSpPr>
          <p:spPr>
            <a:xfrm>
              <a:off x="2757275" y="3789450"/>
              <a:ext cx="703900" cy="954150"/>
            </a:xfrm>
            <a:custGeom>
              <a:avLst/>
              <a:gdLst/>
              <a:ahLst/>
              <a:cxnLst/>
              <a:rect l="l" t="t" r="r" b="b"/>
              <a:pathLst>
                <a:path w="28156" h="38166" fill="none" extrusionOk="0">
                  <a:moveTo>
                    <a:pt x="3262" y="0"/>
                  </a:moveTo>
                  <a:lnTo>
                    <a:pt x="3262" y="0"/>
                  </a:lnTo>
                  <a:lnTo>
                    <a:pt x="2436" y="21"/>
                  </a:lnTo>
                  <a:lnTo>
                    <a:pt x="1631" y="41"/>
                  </a:lnTo>
                  <a:lnTo>
                    <a:pt x="805" y="103"/>
                  </a:lnTo>
                  <a:lnTo>
                    <a:pt x="0" y="165"/>
                  </a:lnTo>
                  <a:lnTo>
                    <a:pt x="0" y="165"/>
                  </a:lnTo>
                  <a:lnTo>
                    <a:pt x="1074" y="310"/>
                  </a:lnTo>
                  <a:lnTo>
                    <a:pt x="2106" y="475"/>
                  </a:lnTo>
                  <a:lnTo>
                    <a:pt x="3138" y="681"/>
                  </a:lnTo>
                  <a:lnTo>
                    <a:pt x="4149" y="929"/>
                  </a:lnTo>
                  <a:lnTo>
                    <a:pt x="5140" y="1218"/>
                  </a:lnTo>
                  <a:lnTo>
                    <a:pt x="6110" y="1548"/>
                  </a:lnTo>
                  <a:lnTo>
                    <a:pt x="7060" y="1899"/>
                  </a:lnTo>
                  <a:lnTo>
                    <a:pt x="7989" y="2271"/>
                  </a:lnTo>
                  <a:lnTo>
                    <a:pt x="8897" y="2704"/>
                  </a:lnTo>
                  <a:lnTo>
                    <a:pt x="9764" y="3138"/>
                  </a:lnTo>
                  <a:lnTo>
                    <a:pt x="10610" y="3633"/>
                  </a:lnTo>
                  <a:lnTo>
                    <a:pt x="11436" y="4128"/>
                  </a:lnTo>
                  <a:lnTo>
                    <a:pt x="12241" y="4665"/>
                  </a:lnTo>
                  <a:lnTo>
                    <a:pt x="12984" y="5243"/>
                  </a:lnTo>
                  <a:lnTo>
                    <a:pt x="13727" y="5842"/>
                  </a:lnTo>
                  <a:lnTo>
                    <a:pt x="14429" y="6461"/>
                  </a:lnTo>
                  <a:lnTo>
                    <a:pt x="15089" y="7101"/>
                  </a:lnTo>
                  <a:lnTo>
                    <a:pt x="15708" y="7761"/>
                  </a:lnTo>
                  <a:lnTo>
                    <a:pt x="16307" y="8442"/>
                  </a:lnTo>
                  <a:lnTo>
                    <a:pt x="16864" y="9165"/>
                  </a:lnTo>
                  <a:lnTo>
                    <a:pt x="17380" y="9887"/>
                  </a:lnTo>
                  <a:lnTo>
                    <a:pt x="17876" y="10651"/>
                  </a:lnTo>
                  <a:lnTo>
                    <a:pt x="18309" y="11415"/>
                  </a:lnTo>
                  <a:lnTo>
                    <a:pt x="18701" y="12220"/>
                  </a:lnTo>
                  <a:lnTo>
                    <a:pt x="19052" y="13025"/>
                  </a:lnTo>
                  <a:lnTo>
                    <a:pt x="19382" y="13850"/>
                  </a:lnTo>
                  <a:lnTo>
                    <a:pt x="19651" y="14676"/>
                  </a:lnTo>
                  <a:lnTo>
                    <a:pt x="19857" y="15543"/>
                  </a:lnTo>
                  <a:lnTo>
                    <a:pt x="20043" y="16410"/>
                  </a:lnTo>
                  <a:lnTo>
                    <a:pt x="20105" y="16843"/>
                  </a:lnTo>
                  <a:lnTo>
                    <a:pt x="20167" y="17297"/>
                  </a:lnTo>
                  <a:lnTo>
                    <a:pt x="20208" y="17731"/>
                  </a:lnTo>
                  <a:lnTo>
                    <a:pt x="20229" y="18185"/>
                  </a:lnTo>
                  <a:lnTo>
                    <a:pt x="20249" y="18639"/>
                  </a:lnTo>
                  <a:lnTo>
                    <a:pt x="20270" y="19093"/>
                  </a:lnTo>
                  <a:lnTo>
                    <a:pt x="20270" y="19093"/>
                  </a:lnTo>
                  <a:lnTo>
                    <a:pt x="20249" y="19527"/>
                  </a:lnTo>
                  <a:lnTo>
                    <a:pt x="20229" y="19981"/>
                  </a:lnTo>
                  <a:lnTo>
                    <a:pt x="20208" y="20435"/>
                  </a:lnTo>
                  <a:lnTo>
                    <a:pt x="20167" y="20889"/>
                  </a:lnTo>
                  <a:lnTo>
                    <a:pt x="20105" y="21323"/>
                  </a:lnTo>
                  <a:lnTo>
                    <a:pt x="20043" y="21756"/>
                  </a:lnTo>
                  <a:lnTo>
                    <a:pt x="19857" y="22623"/>
                  </a:lnTo>
                  <a:lnTo>
                    <a:pt x="19651" y="23490"/>
                  </a:lnTo>
                  <a:lnTo>
                    <a:pt x="19382" y="24316"/>
                  </a:lnTo>
                  <a:lnTo>
                    <a:pt x="19052" y="25141"/>
                  </a:lnTo>
                  <a:lnTo>
                    <a:pt x="18701" y="25946"/>
                  </a:lnTo>
                  <a:lnTo>
                    <a:pt x="18309" y="26751"/>
                  </a:lnTo>
                  <a:lnTo>
                    <a:pt x="17876" y="27515"/>
                  </a:lnTo>
                  <a:lnTo>
                    <a:pt x="17380" y="28279"/>
                  </a:lnTo>
                  <a:lnTo>
                    <a:pt x="16864" y="29001"/>
                  </a:lnTo>
                  <a:lnTo>
                    <a:pt x="16307" y="29724"/>
                  </a:lnTo>
                  <a:lnTo>
                    <a:pt x="15708" y="30405"/>
                  </a:lnTo>
                  <a:lnTo>
                    <a:pt x="15089" y="31065"/>
                  </a:lnTo>
                  <a:lnTo>
                    <a:pt x="14429" y="31705"/>
                  </a:lnTo>
                  <a:lnTo>
                    <a:pt x="13727" y="32324"/>
                  </a:lnTo>
                  <a:lnTo>
                    <a:pt x="12984" y="32923"/>
                  </a:lnTo>
                  <a:lnTo>
                    <a:pt x="12241" y="33501"/>
                  </a:lnTo>
                  <a:lnTo>
                    <a:pt x="11436" y="34038"/>
                  </a:lnTo>
                  <a:lnTo>
                    <a:pt x="10610" y="34533"/>
                  </a:lnTo>
                  <a:lnTo>
                    <a:pt x="9764" y="35028"/>
                  </a:lnTo>
                  <a:lnTo>
                    <a:pt x="8897" y="35462"/>
                  </a:lnTo>
                  <a:lnTo>
                    <a:pt x="7989" y="35895"/>
                  </a:lnTo>
                  <a:lnTo>
                    <a:pt x="7060" y="36267"/>
                  </a:lnTo>
                  <a:lnTo>
                    <a:pt x="6110" y="36638"/>
                  </a:lnTo>
                  <a:lnTo>
                    <a:pt x="5140" y="36948"/>
                  </a:lnTo>
                  <a:lnTo>
                    <a:pt x="4149" y="37237"/>
                  </a:lnTo>
                  <a:lnTo>
                    <a:pt x="3138" y="37485"/>
                  </a:lnTo>
                  <a:lnTo>
                    <a:pt x="2106" y="37691"/>
                  </a:lnTo>
                  <a:lnTo>
                    <a:pt x="1074" y="37856"/>
                  </a:lnTo>
                  <a:lnTo>
                    <a:pt x="0" y="38001"/>
                  </a:lnTo>
                  <a:lnTo>
                    <a:pt x="0" y="38001"/>
                  </a:lnTo>
                  <a:lnTo>
                    <a:pt x="805" y="38063"/>
                  </a:lnTo>
                  <a:lnTo>
                    <a:pt x="1631" y="38125"/>
                  </a:lnTo>
                  <a:lnTo>
                    <a:pt x="2436" y="38145"/>
                  </a:lnTo>
                  <a:lnTo>
                    <a:pt x="3262" y="38166"/>
                  </a:lnTo>
                  <a:lnTo>
                    <a:pt x="3262" y="38166"/>
                  </a:lnTo>
                  <a:lnTo>
                    <a:pt x="3902" y="38166"/>
                  </a:lnTo>
                  <a:lnTo>
                    <a:pt x="4541" y="38145"/>
                  </a:lnTo>
                  <a:lnTo>
                    <a:pt x="5821" y="38063"/>
                  </a:lnTo>
                  <a:lnTo>
                    <a:pt x="7060" y="37939"/>
                  </a:lnTo>
                  <a:lnTo>
                    <a:pt x="8278" y="37774"/>
                  </a:lnTo>
                  <a:lnTo>
                    <a:pt x="9495" y="37567"/>
                  </a:lnTo>
                  <a:lnTo>
                    <a:pt x="10672" y="37299"/>
                  </a:lnTo>
                  <a:lnTo>
                    <a:pt x="11828" y="37010"/>
                  </a:lnTo>
                  <a:lnTo>
                    <a:pt x="12963" y="36659"/>
                  </a:lnTo>
                  <a:lnTo>
                    <a:pt x="14057" y="36287"/>
                  </a:lnTo>
                  <a:lnTo>
                    <a:pt x="15130" y="35854"/>
                  </a:lnTo>
                  <a:lnTo>
                    <a:pt x="16183" y="35400"/>
                  </a:lnTo>
                  <a:lnTo>
                    <a:pt x="17195" y="34904"/>
                  </a:lnTo>
                  <a:lnTo>
                    <a:pt x="18165" y="34368"/>
                  </a:lnTo>
                  <a:lnTo>
                    <a:pt x="19094" y="33810"/>
                  </a:lnTo>
                  <a:lnTo>
                    <a:pt x="20002" y="33212"/>
                  </a:lnTo>
                  <a:lnTo>
                    <a:pt x="20869" y="32572"/>
                  </a:lnTo>
                  <a:lnTo>
                    <a:pt x="21694" y="31911"/>
                  </a:lnTo>
                  <a:lnTo>
                    <a:pt x="22087" y="31561"/>
                  </a:lnTo>
                  <a:lnTo>
                    <a:pt x="22479" y="31210"/>
                  </a:lnTo>
                  <a:lnTo>
                    <a:pt x="22850" y="30859"/>
                  </a:lnTo>
                  <a:lnTo>
                    <a:pt x="23222" y="30508"/>
                  </a:lnTo>
                  <a:lnTo>
                    <a:pt x="23573" y="30136"/>
                  </a:lnTo>
                  <a:lnTo>
                    <a:pt x="23903" y="29744"/>
                  </a:lnTo>
                  <a:lnTo>
                    <a:pt x="24233" y="29373"/>
                  </a:lnTo>
                  <a:lnTo>
                    <a:pt x="24563" y="28980"/>
                  </a:lnTo>
                  <a:lnTo>
                    <a:pt x="24873" y="28588"/>
                  </a:lnTo>
                  <a:lnTo>
                    <a:pt x="25162" y="28175"/>
                  </a:lnTo>
                  <a:lnTo>
                    <a:pt x="25430" y="27763"/>
                  </a:lnTo>
                  <a:lnTo>
                    <a:pt x="25699" y="27350"/>
                  </a:lnTo>
                  <a:lnTo>
                    <a:pt x="25967" y="26937"/>
                  </a:lnTo>
                  <a:lnTo>
                    <a:pt x="26215" y="26503"/>
                  </a:lnTo>
                  <a:lnTo>
                    <a:pt x="26442" y="26070"/>
                  </a:lnTo>
                  <a:lnTo>
                    <a:pt x="26648" y="25637"/>
                  </a:lnTo>
                  <a:lnTo>
                    <a:pt x="26855" y="25203"/>
                  </a:lnTo>
                  <a:lnTo>
                    <a:pt x="27040" y="24749"/>
                  </a:lnTo>
                  <a:lnTo>
                    <a:pt x="27226" y="24316"/>
                  </a:lnTo>
                  <a:lnTo>
                    <a:pt x="27371" y="23861"/>
                  </a:lnTo>
                  <a:lnTo>
                    <a:pt x="27515" y="23387"/>
                  </a:lnTo>
                  <a:lnTo>
                    <a:pt x="27660" y="22933"/>
                  </a:lnTo>
                  <a:lnTo>
                    <a:pt x="27783" y="22458"/>
                  </a:lnTo>
                  <a:lnTo>
                    <a:pt x="27866" y="21983"/>
                  </a:lnTo>
                  <a:lnTo>
                    <a:pt x="27969" y="21508"/>
                  </a:lnTo>
                  <a:lnTo>
                    <a:pt x="28031" y="21034"/>
                  </a:lnTo>
                  <a:lnTo>
                    <a:pt x="28093" y="20559"/>
                  </a:lnTo>
                  <a:lnTo>
                    <a:pt x="28134" y="20063"/>
                  </a:lnTo>
                  <a:lnTo>
                    <a:pt x="28155" y="19568"/>
                  </a:lnTo>
                  <a:lnTo>
                    <a:pt x="28155" y="19093"/>
                  </a:lnTo>
                  <a:lnTo>
                    <a:pt x="28155" y="19093"/>
                  </a:lnTo>
                  <a:lnTo>
                    <a:pt x="28155" y="18598"/>
                  </a:lnTo>
                  <a:lnTo>
                    <a:pt x="28134" y="18102"/>
                  </a:lnTo>
                  <a:lnTo>
                    <a:pt x="28093" y="17607"/>
                  </a:lnTo>
                  <a:lnTo>
                    <a:pt x="28031" y="17132"/>
                  </a:lnTo>
                  <a:lnTo>
                    <a:pt x="27969" y="16658"/>
                  </a:lnTo>
                  <a:lnTo>
                    <a:pt x="27866" y="16183"/>
                  </a:lnTo>
                  <a:lnTo>
                    <a:pt x="27783" y="15708"/>
                  </a:lnTo>
                  <a:lnTo>
                    <a:pt x="27660" y="15233"/>
                  </a:lnTo>
                  <a:lnTo>
                    <a:pt x="27515" y="14779"/>
                  </a:lnTo>
                  <a:lnTo>
                    <a:pt x="27371" y="14325"/>
                  </a:lnTo>
                  <a:lnTo>
                    <a:pt x="27226" y="13850"/>
                  </a:lnTo>
                  <a:lnTo>
                    <a:pt x="27040" y="13417"/>
                  </a:lnTo>
                  <a:lnTo>
                    <a:pt x="26855" y="12963"/>
                  </a:lnTo>
                  <a:lnTo>
                    <a:pt x="26648" y="12529"/>
                  </a:lnTo>
                  <a:lnTo>
                    <a:pt x="26442" y="12096"/>
                  </a:lnTo>
                  <a:lnTo>
                    <a:pt x="26215" y="11662"/>
                  </a:lnTo>
                  <a:lnTo>
                    <a:pt x="25967" y="11229"/>
                  </a:lnTo>
                  <a:lnTo>
                    <a:pt x="25699" y="10816"/>
                  </a:lnTo>
                  <a:lnTo>
                    <a:pt x="25430" y="10403"/>
                  </a:lnTo>
                  <a:lnTo>
                    <a:pt x="25162" y="9990"/>
                  </a:lnTo>
                  <a:lnTo>
                    <a:pt x="24873" y="9578"/>
                  </a:lnTo>
                  <a:lnTo>
                    <a:pt x="24563" y="9185"/>
                  </a:lnTo>
                  <a:lnTo>
                    <a:pt x="24233" y="8793"/>
                  </a:lnTo>
                  <a:lnTo>
                    <a:pt x="23903" y="8422"/>
                  </a:lnTo>
                  <a:lnTo>
                    <a:pt x="23573" y="8030"/>
                  </a:lnTo>
                  <a:lnTo>
                    <a:pt x="23222" y="7679"/>
                  </a:lnTo>
                  <a:lnTo>
                    <a:pt x="22850" y="7307"/>
                  </a:lnTo>
                  <a:lnTo>
                    <a:pt x="22479" y="6956"/>
                  </a:lnTo>
                  <a:lnTo>
                    <a:pt x="22087" y="6605"/>
                  </a:lnTo>
                  <a:lnTo>
                    <a:pt x="21694" y="6254"/>
                  </a:lnTo>
                  <a:lnTo>
                    <a:pt x="20869" y="5594"/>
                  </a:lnTo>
                  <a:lnTo>
                    <a:pt x="20002" y="4954"/>
                  </a:lnTo>
                  <a:lnTo>
                    <a:pt x="19094" y="4355"/>
                  </a:lnTo>
                  <a:lnTo>
                    <a:pt x="18165" y="3798"/>
                  </a:lnTo>
                  <a:lnTo>
                    <a:pt x="17195" y="3261"/>
                  </a:lnTo>
                  <a:lnTo>
                    <a:pt x="16183" y="2766"/>
                  </a:lnTo>
                  <a:lnTo>
                    <a:pt x="15130" y="2312"/>
                  </a:lnTo>
                  <a:lnTo>
                    <a:pt x="14057" y="1878"/>
                  </a:lnTo>
                  <a:lnTo>
                    <a:pt x="12963" y="1507"/>
                  </a:lnTo>
                  <a:lnTo>
                    <a:pt x="11828" y="1156"/>
                  </a:lnTo>
                  <a:lnTo>
                    <a:pt x="10672" y="867"/>
                  </a:lnTo>
                  <a:lnTo>
                    <a:pt x="9495" y="599"/>
                  </a:lnTo>
                  <a:lnTo>
                    <a:pt x="8278" y="392"/>
                  </a:lnTo>
                  <a:lnTo>
                    <a:pt x="7060" y="227"/>
                  </a:lnTo>
                  <a:lnTo>
                    <a:pt x="5821" y="103"/>
                  </a:lnTo>
                  <a:lnTo>
                    <a:pt x="4541" y="21"/>
                  </a:lnTo>
                  <a:lnTo>
                    <a:pt x="3902" y="21"/>
                  </a:lnTo>
                  <a:lnTo>
                    <a:pt x="326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6" name="Google Shape;846;p27">
              <a:extLst>
                <a:ext uri="{FF2B5EF4-FFF2-40B4-BE49-F238E27FC236}">
                  <a16:creationId xmlns:a16="http://schemas.microsoft.com/office/drawing/2014/main" id="{0E2688B4-8692-4FFA-C5AC-A1DAE23D7BF2}"/>
                </a:ext>
              </a:extLst>
            </p:cNvPr>
            <p:cNvSpPr/>
            <p:nvPr/>
          </p:nvSpPr>
          <p:spPr>
            <a:xfrm>
              <a:off x="2097775" y="3789450"/>
              <a:ext cx="1166275" cy="954150"/>
            </a:xfrm>
            <a:custGeom>
              <a:avLst/>
              <a:gdLst/>
              <a:ahLst/>
              <a:cxnLst/>
              <a:rect l="l" t="t" r="r" b="b"/>
              <a:pathLst>
                <a:path w="46651" h="38166" extrusionOk="0">
                  <a:moveTo>
                    <a:pt x="23325" y="0"/>
                  </a:moveTo>
                  <a:lnTo>
                    <a:pt x="22727" y="21"/>
                  </a:lnTo>
                  <a:lnTo>
                    <a:pt x="22128" y="21"/>
                  </a:lnTo>
                  <a:lnTo>
                    <a:pt x="20931" y="103"/>
                  </a:lnTo>
                  <a:lnTo>
                    <a:pt x="19775" y="227"/>
                  </a:lnTo>
                  <a:lnTo>
                    <a:pt x="18619" y="392"/>
                  </a:lnTo>
                  <a:lnTo>
                    <a:pt x="17505" y="599"/>
                  </a:lnTo>
                  <a:lnTo>
                    <a:pt x="16390" y="867"/>
                  </a:lnTo>
                  <a:lnTo>
                    <a:pt x="15296" y="1156"/>
                  </a:lnTo>
                  <a:lnTo>
                    <a:pt x="14243" y="1507"/>
                  </a:lnTo>
                  <a:lnTo>
                    <a:pt x="13211" y="1878"/>
                  </a:lnTo>
                  <a:lnTo>
                    <a:pt x="12200" y="2312"/>
                  </a:lnTo>
                  <a:lnTo>
                    <a:pt x="11230" y="2766"/>
                  </a:lnTo>
                  <a:lnTo>
                    <a:pt x="10280" y="3261"/>
                  </a:lnTo>
                  <a:lnTo>
                    <a:pt x="9372" y="3798"/>
                  </a:lnTo>
                  <a:lnTo>
                    <a:pt x="8484" y="4355"/>
                  </a:lnTo>
                  <a:lnTo>
                    <a:pt x="7638" y="4954"/>
                  </a:lnTo>
                  <a:lnTo>
                    <a:pt x="6833" y="5594"/>
                  </a:lnTo>
                  <a:lnTo>
                    <a:pt x="6069" y="6254"/>
                  </a:lnTo>
                  <a:lnTo>
                    <a:pt x="5326" y="6956"/>
                  </a:lnTo>
                  <a:lnTo>
                    <a:pt x="4645" y="7679"/>
                  </a:lnTo>
                  <a:lnTo>
                    <a:pt x="4315" y="8030"/>
                  </a:lnTo>
                  <a:lnTo>
                    <a:pt x="3985" y="8422"/>
                  </a:lnTo>
                  <a:lnTo>
                    <a:pt x="3675" y="8793"/>
                  </a:lnTo>
                  <a:lnTo>
                    <a:pt x="3386" y="9185"/>
                  </a:lnTo>
                  <a:lnTo>
                    <a:pt x="3097" y="9578"/>
                  </a:lnTo>
                  <a:lnTo>
                    <a:pt x="2808" y="9990"/>
                  </a:lnTo>
                  <a:lnTo>
                    <a:pt x="2560" y="10403"/>
                  </a:lnTo>
                  <a:lnTo>
                    <a:pt x="2313" y="10816"/>
                  </a:lnTo>
                  <a:lnTo>
                    <a:pt x="2065" y="11229"/>
                  </a:lnTo>
                  <a:lnTo>
                    <a:pt x="1838" y="11662"/>
                  </a:lnTo>
                  <a:lnTo>
                    <a:pt x="1611" y="12096"/>
                  </a:lnTo>
                  <a:lnTo>
                    <a:pt x="1425" y="12529"/>
                  </a:lnTo>
                  <a:lnTo>
                    <a:pt x="1219" y="12963"/>
                  </a:lnTo>
                  <a:lnTo>
                    <a:pt x="1054" y="13417"/>
                  </a:lnTo>
                  <a:lnTo>
                    <a:pt x="888" y="13850"/>
                  </a:lnTo>
                  <a:lnTo>
                    <a:pt x="744" y="14325"/>
                  </a:lnTo>
                  <a:lnTo>
                    <a:pt x="599" y="14779"/>
                  </a:lnTo>
                  <a:lnTo>
                    <a:pt x="476" y="15233"/>
                  </a:lnTo>
                  <a:lnTo>
                    <a:pt x="372" y="15708"/>
                  </a:lnTo>
                  <a:lnTo>
                    <a:pt x="269" y="16183"/>
                  </a:lnTo>
                  <a:lnTo>
                    <a:pt x="187" y="16658"/>
                  </a:lnTo>
                  <a:lnTo>
                    <a:pt x="125" y="17132"/>
                  </a:lnTo>
                  <a:lnTo>
                    <a:pt x="63" y="17607"/>
                  </a:lnTo>
                  <a:lnTo>
                    <a:pt x="42" y="18102"/>
                  </a:lnTo>
                  <a:lnTo>
                    <a:pt x="1" y="18598"/>
                  </a:lnTo>
                  <a:lnTo>
                    <a:pt x="1" y="19093"/>
                  </a:lnTo>
                  <a:lnTo>
                    <a:pt x="1" y="19568"/>
                  </a:lnTo>
                  <a:lnTo>
                    <a:pt x="42" y="20063"/>
                  </a:lnTo>
                  <a:lnTo>
                    <a:pt x="63" y="20559"/>
                  </a:lnTo>
                  <a:lnTo>
                    <a:pt x="125" y="21034"/>
                  </a:lnTo>
                  <a:lnTo>
                    <a:pt x="187" y="21508"/>
                  </a:lnTo>
                  <a:lnTo>
                    <a:pt x="269" y="21983"/>
                  </a:lnTo>
                  <a:lnTo>
                    <a:pt x="372" y="22458"/>
                  </a:lnTo>
                  <a:lnTo>
                    <a:pt x="476" y="22933"/>
                  </a:lnTo>
                  <a:lnTo>
                    <a:pt x="599" y="23387"/>
                  </a:lnTo>
                  <a:lnTo>
                    <a:pt x="744" y="23861"/>
                  </a:lnTo>
                  <a:lnTo>
                    <a:pt x="888" y="24316"/>
                  </a:lnTo>
                  <a:lnTo>
                    <a:pt x="1054" y="24749"/>
                  </a:lnTo>
                  <a:lnTo>
                    <a:pt x="1219" y="25203"/>
                  </a:lnTo>
                  <a:lnTo>
                    <a:pt x="1425" y="25637"/>
                  </a:lnTo>
                  <a:lnTo>
                    <a:pt x="1611" y="26070"/>
                  </a:lnTo>
                  <a:lnTo>
                    <a:pt x="1838" y="26503"/>
                  </a:lnTo>
                  <a:lnTo>
                    <a:pt x="2065" y="26937"/>
                  </a:lnTo>
                  <a:lnTo>
                    <a:pt x="2313" y="27350"/>
                  </a:lnTo>
                  <a:lnTo>
                    <a:pt x="2560" y="27763"/>
                  </a:lnTo>
                  <a:lnTo>
                    <a:pt x="2808" y="28175"/>
                  </a:lnTo>
                  <a:lnTo>
                    <a:pt x="3097" y="28588"/>
                  </a:lnTo>
                  <a:lnTo>
                    <a:pt x="3386" y="28980"/>
                  </a:lnTo>
                  <a:lnTo>
                    <a:pt x="3675" y="29373"/>
                  </a:lnTo>
                  <a:lnTo>
                    <a:pt x="3985" y="29744"/>
                  </a:lnTo>
                  <a:lnTo>
                    <a:pt x="4315" y="30136"/>
                  </a:lnTo>
                  <a:lnTo>
                    <a:pt x="4645" y="30508"/>
                  </a:lnTo>
                  <a:lnTo>
                    <a:pt x="5326" y="31210"/>
                  </a:lnTo>
                  <a:lnTo>
                    <a:pt x="6069" y="31911"/>
                  </a:lnTo>
                  <a:lnTo>
                    <a:pt x="6833" y="32572"/>
                  </a:lnTo>
                  <a:lnTo>
                    <a:pt x="7638" y="33212"/>
                  </a:lnTo>
                  <a:lnTo>
                    <a:pt x="8484" y="33810"/>
                  </a:lnTo>
                  <a:lnTo>
                    <a:pt x="9372" y="34368"/>
                  </a:lnTo>
                  <a:lnTo>
                    <a:pt x="10280" y="34904"/>
                  </a:lnTo>
                  <a:lnTo>
                    <a:pt x="11230" y="35400"/>
                  </a:lnTo>
                  <a:lnTo>
                    <a:pt x="12200" y="35854"/>
                  </a:lnTo>
                  <a:lnTo>
                    <a:pt x="13211" y="36287"/>
                  </a:lnTo>
                  <a:lnTo>
                    <a:pt x="14243" y="36659"/>
                  </a:lnTo>
                  <a:lnTo>
                    <a:pt x="15296" y="37010"/>
                  </a:lnTo>
                  <a:lnTo>
                    <a:pt x="16390" y="37299"/>
                  </a:lnTo>
                  <a:lnTo>
                    <a:pt x="17505" y="37567"/>
                  </a:lnTo>
                  <a:lnTo>
                    <a:pt x="18619" y="37774"/>
                  </a:lnTo>
                  <a:lnTo>
                    <a:pt x="19775" y="37939"/>
                  </a:lnTo>
                  <a:lnTo>
                    <a:pt x="20931" y="38063"/>
                  </a:lnTo>
                  <a:lnTo>
                    <a:pt x="22128" y="38145"/>
                  </a:lnTo>
                  <a:lnTo>
                    <a:pt x="22727" y="38166"/>
                  </a:lnTo>
                  <a:lnTo>
                    <a:pt x="23924" y="38166"/>
                  </a:lnTo>
                  <a:lnTo>
                    <a:pt x="24523" y="38145"/>
                  </a:lnTo>
                  <a:lnTo>
                    <a:pt x="25699" y="38063"/>
                  </a:lnTo>
                  <a:lnTo>
                    <a:pt x="26876" y="37939"/>
                  </a:lnTo>
                  <a:lnTo>
                    <a:pt x="28032" y="37774"/>
                  </a:lnTo>
                  <a:lnTo>
                    <a:pt x="29146" y="37567"/>
                  </a:lnTo>
                  <a:lnTo>
                    <a:pt x="30261" y="37299"/>
                  </a:lnTo>
                  <a:lnTo>
                    <a:pt x="31334" y="37010"/>
                  </a:lnTo>
                  <a:lnTo>
                    <a:pt x="32408" y="36659"/>
                  </a:lnTo>
                  <a:lnTo>
                    <a:pt x="33440" y="36287"/>
                  </a:lnTo>
                  <a:lnTo>
                    <a:pt x="34430" y="35854"/>
                  </a:lnTo>
                  <a:lnTo>
                    <a:pt x="35421" y="35400"/>
                  </a:lnTo>
                  <a:lnTo>
                    <a:pt x="36371" y="34904"/>
                  </a:lnTo>
                  <a:lnTo>
                    <a:pt x="37279" y="34368"/>
                  </a:lnTo>
                  <a:lnTo>
                    <a:pt x="38167" y="33810"/>
                  </a:lnTo>
                  <a:lnTo>
                    <a:pt x="39013" y="33212"/>
                  </a:lnTo>
                  <a:lnTo>
                    <a:pt x="39818" y="32572"/>
                  </a:lnTo>
                  <a:lnTo>
                    <a:pt x="40582" y="31911"/>
                  </a:lnTo>
                  <a:lnTo>
                    <a:pt x="41325" y="31210"/>
                  </a:lnTo>
                  <a:lnTo>
                    <a:pt x="42006" y="30508"/>
                  </a:lnTo>
                  <a:lnTo>
                    <a:pt x="42336" y="30136"/>
                  </a:lnTo>
                  <a:lnTo>
                    <a:pt x="42666" y="29744"/>
                  </a:lnTo>
                  <a:lnTo>
                    <a:pt x="42976" y="29373"/>
                  </a:lnTo>
                  <a:lnTo>
                    <a:pt x="43265" y="28980"/>
                  </a:lnTo>
                  <a:lnTo>
                    <a:pt x="43554" y="28588"/>
                  </a:lnTo>
                  <a:lnTo>
                    <a:pt x="43822" y="28175"/>
                  </a:lnTo>
                  <a:lnTo>
                    <a:pt x="44091" y="27763"/>
                  </a:lnTo>
                  <a:lnTo>
                    <a:pt x="44338" y="27350"/>
                  </a:lnTo>
                  <a:lnTo>
                    <a:pt x="44586" y="26937"/>
                  </a:lnTo>
                  <a:lnTo>
                    <a:pt x="44813" y="26503"/>
                  </a:lnTo>
                  <a:lnTo>
                    <a:pt x="45019" y="26070"/>
                  </a:lnTo>
                  <a:lnTo>
                    <a:pt x="45226" y="25637"/>
                  </a:lnTo>
                  <a:lnTo>
                    <a:pt x="45412" y="25203"/>
                  </a:lnTo>
                  <a:lnTo>
                    <a:pt x="45597" y="24749"/>
                  </a:lnTo>
                  <a:lnTo>
                    <a:pt x="45762" y="24316"/>
                  </a:lnTo>
                  <a:lnTo>
                    <a:pt x="45907" y="23861"/>
                  </a:lnTo>
                  <a:lnTo>
                    <a:pt x="46051" y="23387"/>
                  </a:lnTo>
                  <a:lnTo>
                    <a:pt x="46175" y="22933"/>
                  </a:lnTo>
                  <a:lnTo>
                    <a:pt x="46279" y="22458"/>
                  </a:lnTo>
                  <a:lnTo>
                    <a:pt x="46382" y="21983"/>
                  </a:lnTo>
                  <a:lnTo>
                    <a:pt x="46464" y="21508"/>
                  </a:lnTo>
                  <a:lnTo>
                    <a:pt x="46526" y="21034"/>
                  </a:lnTo>
                  <a:lnTo>
                    <a:pt x="46568" y="20559"/>
                  </a:lnTo>
                  <a:lnTo>
                    <a:pt x="46609" y="20063"/>
                  </a:lnTo>
                  <a:lnTo>
                    <a:pt x="46629" y="19568"/>
                  </a:lnTo>
                  <a:lnTo>
                    <a:pt x="46650" y="19093"/>
                  </a:lnTo>
                  <a:lnTo>
                    <a:pt x="46629" y="18598"/>
                  </a:lnTo>
                  <a:lnTo>
                    <a:pt x="46609" y="18102"/>
                  </a:lnTo>
                  <a:lnTo>
                    <a:pt x="46568" y="17607"/>
                  </a:lnTo>
                  <a:lnTo>
                    <a:pt x="46526" y="17132"/>
                  </a:lnTo>
                  <a:lnTo>
                    <a:pt x="46464" y="16658"/>
                  </a:lnTo>
                  <a:lnTo>
                    <a:pt x="46382" y="16183"/>
                  </a:lnTo>
                  <a:lnTo>
                    <a:pt x="46279" y="15708"/>
                  </a:lnTo>
                  <a:lnTo>
                    <a:pt x="46175" y="15233"/>
                  </a:lnTo>
                  <a:lnTo>
                    <a:pt x="46051" y="14779"/>
                  </a:lnTo>
                  <a:lnTo>
                    <a:pt x="45907" y="14325"/>
                  </a:lnTo>
                  <a:lnTo>
                    <a:pt x="45762" y="13850"/>
                  </a:lnTo>
                  <a:lnTo>
                    <a:pt x="45597" y="13417"/>
                  </a:lnTo>
                  <a:lnTo>
                    <a:pt x="45412" y="12963"/>
                  </a:lnTo>
                  <a:lnTo>
                    <a:pt x="45226" y="12529"/>
                  </a:lnTo>
                  <a:lnTo>
                    <a:pt x="45019" y="12096"/>
                  </a:lnTo>
                  <a:lnTo>
                    <a:pt x="44813" y="11662"/>
                  </a:lnTo>
                  <a:lnTo>
                    <a:pt x="44586" y="11229"/>
                  </a:lnTo>
                  <a:lnTo>
                    <a:pt x="44338" y="10816"/>
                  </a:lnTo>
                  <a:lnTo>
                    <a:pt x="44091" y="10403"/>
                  </a:lnTo>
                  <a:lnTo>
                    <a:pt x="43822" y="9990"/>
                  </a:lnTo>
                  <a:lnTo>
                    <a:pt x="43554" y="9578"/>
                  </a:lnTo>
                  <a:lnTo>
                    <a:pt x="43265" y="9185"/>
                  </a:lnTo>
                  <a:lnTo>
                    <a:pt x="42976" y="8793"/>
                  </a:lnTo>
                  <a:lnTo>
                    <a:pt x="42666" y="8422"/>
                  </a:lnTo>
                  <a:lnTo>
                    <a:pt x="42336" y="8030"/>
                  </a:lnTo>
                  <a:lnTo>
                    <a:pt x="42006" y="7679"/>
                  </a:lnTo>
                  <a:lnTo>
                    <a:pt x="41325" y="6956"/>
                  </a:lnTo>
                  <a:lnTo>
                    <a:pt x="40582" y="6254"/>
                  </a:lnTo>
                  <a:lnTo>
                    <a:pt x="39818" y="5594"/>
                  </a:lnTo>
                  <a:lnTo>
                    <a:pt x="39013" y="4954"/>
                  </a:lnTo>
                  <a:lnTo>
                    <a:pt x="38167" y="4355"/>
                  </a:lnTo>
                  <a:lnTo>
                    <a:pt x="37279" y="3798"/>
                  </a:lnTo>
                  <a:lnTo>
                    <a:pt x="36371" y="3261"/>
                  </a:lnTo>
                  <a:lnTo>
                    <a:pt x="35421" y="2766"/>
                  </a:lnTo>
                  <a:lnTo>
                    <a:pt x="34430" y="2312"/>
                  </a:lnTo>
                  <a:lnTo>
                    <a:pt x="33440" y="1878"/>
                  </a:lnTo>
                  <a:lnTo>
                    <a:pt x="32408" y="1507"/>
                  </a:lnTo>
                  <a:lnTo>
                    <a:pt x="31334" y="1156"/>
                  </a:lnTo>
                  <a:lnTo>
                    <a:pt x="30261" y="867"/>
                  </a:lnTo>
                  <a:lnTo>
                    <a:pt x="29146" y="599"/>
                  </a:lnTo>
                  <a:lnTo>
                    <a:pt x="28032" y="392"/>
                  </a:lnTo>
                  <a:lnTo>
                    <a:pt x="26876" y="227"/>
                  </a:lnTo>
                  <a:lnTo>
                    <a:pt x="25699" y="103"/>
                  </a:lnTo>
                  <a:lnTo>
                    <a:pt x="24523" y="21"/>
                  </a:lnTo>
                  <a:lnTo>
                    <a:pt x="23924" y="21"/>
                  </a:lnTo>
                  <a:lnTo>
                    <a:pt x="233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7" name="Google Shape;847;p27">
              <a:extLst>
                <a:ext uri="{FF2B5EF4-FFF2-40B4-BE49-F238E27FC236}">
                  <a16:creationId xmlns:a16="http://schemas.microsoft.com/office/drawing/2014/main" id="{D39BF1A3-2584-F769-4DBF-4BDB7FBFB1A6}"/>
                </a:ext>
              </a:extLst>
            </p:cNvPr>
            <p:cNvSpPr/>
            <p:nvPr/>
          </p:nvSpPr>
          <p:spPr>
            <a:xfrm>
              <a:off x="2097775" y="3789450"/>
              <a:ext cx="1166275" cy="954150"/>
            </a:xfrm>
            <a:custGeom>
              <a:avLst/>
              <a:gdLst/>
              <a:ahLst/>
              <a:cxnLst/>
              <a:rect l="l" t="t" r="r" b="b"/>
              <a:pathLst>
                <a:path w="46651" h="38166" fill="none" extrusionOk="0">
                  <a:moveTo>
                    <a:pt x="46650" y="19093"/>
                  </a:moveTo>
                  <a:lnTo>
                    <a:pt x="46650" y="19093"/>
                  </a:lnTo>
                  <a:lnTo>
                    <a:pt x="46629" y="19568"/>
                  </a:lnTo>
                  <a:lnTo>
                    <a:pt x="46609" y="20063"/>
                  </a:lnTo>
                  <a:lnTo>
                    <a:pt x="46568" y="20559"/>
                  </a:lnTo>
                  <a:lnTo>
                    <a:pt x="46526" y="21034"/>
                  </a:lnTo>
                  <a:lnTo>
                    <a:pt x="46464" y="21508"/>
                  </a:lnTo>
                  <a:lnTo>
                    <a:pt x="46382" y="21983"/>
                  </a:lnTo>
                  <a:lnTo>
                    <a:pt x="46279" y="22458"/>
                  </a:lnTo>
                  <a:lnTo>
                    <a:pt x="46175" y="22933"/>
                  </a:lnTo>
                  <a:lnTo>
                    <a:pt x="46051" y="23387"/>
                  </a:lnTo>
                  <a:lnTo>
                    <a:pt x="45907" y="23861"/>
                  </a:lnTo>
                  <a:lnTo>
                    <a:pt x="45762" y="24316"/>
                  </a:lnTo>
                  <a:lnTo>
                    <a:pt x="45597" y="24749"/>
                  </a:lnTo>
                  <a:lnTo>
                    <a:pt x="45412" y="25203"/>
                  </a:lnTo>
                  <a:lnTo>
                    <a:pt x="45226" y="25637"/>
                  </a:lnTo>
                  <a:lnTo>
                    <a:pt x="45019" y="26070"/>
                  </a:lnTo>
                  <a:lnTo>
                    <a:pt x="44813" y="26503"/>
                  </a:lnTo>
                  <a:lnTo>
                    <a:pt x="44586" y="26937"/>
                  </a:lnTo>
                  <a:lnTo>
                    <a:pt x="44338" y="27350"/>
                  </a:lnTo>
                  <a:lnTo>
                    <a:pt x="44091" y="27763"/>
                  </a:lnTo>
                  <a:lnTo>
                    <a:pt x="43822" y="28175"/>
                  </a:lnTo>
                  <a:lnTo>
                    <a:pt x="43554" y="28588"/>
                  </a:lnTo>
                  <a:lnTo>
                    <a:pt x="43265" y="28980"/>
                  </a:lnTo>
                  <a:lnTo>
                    <a:pt x="42976" y="29373"/>
                  </a:lnTo>
                  <a:lnTo>
                    <a:pt x="42666" y="29744"/>
                  </a:lnTo>
                  <a:lnTo>
                    <a:pt x="42336" y="30136"/>
                  </a:lnTo>
                  <a:lnTo>
                    <a:pt x="42006" y="30508"/>
                  </a:lnTo>
                  <a:lnTo>
                    <a:pt x="41325" y="31210"/>
                  </a:lnTo>
                  <a:lnTo>
                    <a:pt x="40582" y="31911"/>
                  </a:lnTo>
                  <a:lnTo>
                    <a:pt x="39818" y="32572"/>
                  </a:lnTo>
                  <a:lnTo>
                    <a:pt x="39013" y="33212"/>
                  </a:lnTo>
                  <a:lnTo>
                    <a:pt x="38167" y="33810"/>
                  </a:lnTo>
                  <a:lnTo>
                    <a:pt x="37279" y="34368"/>
                  </a:lnTo>
                  <a:lnTo>
                    <a:pt x="36371" y="34904"/>
                  </a:lnTo>
                  <a:lnTo>
                    <a:pt x="35421" y="35400"/>
                  </a:lnTo>
                  <a:lnTo>
                    <a:pt x="34430" y="35854"/>
                  </a:lnTo>
                  <a:lnTo>
                    <a:pt x="33440" y="36287"/>
                  </a:lnTo>
                  <a:lnTo>
                    <a:pt x="32408" y="36659"/>
                  </a:lnTo>
                  <a:lnTo>
                    <a:pt x="31334" y="37010"/>
                  </a:lnTo>
                  <a:lnTo>
                    <a:pt x="30261" y="37299"/>
                  </a:lnTo>
                  <a:lnTo>
                    <a:pt x="29146" y="37567"/>
                  </a:lnTo>
                  <a:lnTo>
                    <a:pt x="28032" y="37774"/>
                  </a:lnTo>
                  <a:lnTo>
                    <a:pt x="26876" y="37939"/>
                  </a:lnTo>
                  <a:lnTo>
                    <a:pt x="25699" y="38063"/>
                  </a:lnTo>
                  <a:lnTo>
                    <a:pt x="24523" y="38145"/>
                  </a:lnTo>
                  <a:lnTo>
                    <a:pt x="23924" y="38166"/>
                  </a:lnTo>
                  <a:lnTo>
                    <a:pt x="23325" y="38166"/>
                  </a:lnTo>
                  <a:lnTo>
                    <a:pt x="23325" y="38166"/>
                  </a:lnTo>
                  <a:lnTo>
                    <a:pt x="22727" y="38166"/>
                  </a:lnTo>
                  <a:lnTo>
                    <a:pt x="22128" y="38145"/>
                  </a:lnTo>
                  <a:lnTo>
                    <a:pt x="20931" y="38063"/>
                  </a:lnTo>
                  <a:lnTo>
                    <a:pt x="19775" y="37939"/>
                  </a:lnTo>
                  <a:lnTo>
                    <a:pt x="18619" y="37774"/>
                  </a:lnTo>
                  <a:lnTo>
                    <a:pt x="17505" y="37567"/>
                  </a:lnTo>
                  <a:lnTo>
                    <a:pt x="16390" y="37299"/>
                  </a:lnTo>
                  <a:lnTo>
                    <a:pt x="15296" y="37010"/>
                  </a:lnTo>
                  <a:lnTo>
                    <a:pt x="14243" y="36659"/>
                  </a:lnTo>
                  <a:lnTo>
                    <a:pt x="13211" y="36287"/>
                  </a:lnTo>
                  <a:lnTo>
                    <a:pt x="12200" y="35854"/>
                  </a:lnTo>
                  <a:lnTo>
                    <a:pt x="11230" y="35400"/>
                  </a:lnTo>
                  <a:lnTo>
                    <a:pt x="10280" y="34904"/>
                  </a:lnTo>
                  <a:lnTo>
                    <a:pt x="9372" y="34368"/>
                  </a:lnTo>
                  <a:lnTo>
                    <a:pt x="8484" y="33810"/>
                  </a:lnTo>
                  <a:lnTo>
                    <a:pt x="7638" y="33212"/>
                  </a:lnTo>
                  <a:lnTo>
                    <a:pt x="6833" y="32572"/>
                  </a:lnTo>
                  <a:lnTo>
                    <a:pt x="6069" y="31911"/>
                  </a:lnTo>
                  <a:lnTo>
                    <a:pt x="5326" y="31210"/>
                  </a:lnTo>
                  <a:lnTo>
                    <a:pt x="4645" y="30508"/>
                  </a:lnTo>
                  <a:lnTo>
                    <a:pt x="4315" y="30136"/>
                  </a:lnTo>
                  <a:lnTo>
                    <a:pt x="3985" y="29744"/>
                  </a:lnTo>
                  <a:lnTo>
                    <a:pt x="3675" y="29373"/>
                  </a:lnTo>
                  <a:lnTo>
                    <a:pt x="3386" y="28980"/>
                  </a:lnTo>
                  <a:lnTo>
                    <a:pt x="3097" y="28588"/>
                  </a:lnTo>
                  <a:lnTo>
                    <a:pt x="2808" y="28175"/>
                  </a:lnTo>
                  <a:lnTo>
                    <a:pt x="2560" y="27763"/>
                  </a:lnTo>
                  <a:lnTo>
                    <a:pt x="2313" y="27350"/>
                  </a:lnTo>
                  <a:lnTo>
                    <a:pt x="2065" y="26937"/>
                  </a:lnTo>
                  <a:lnTo>
                    <a:pt x="1838" y="26503"/>
                  </a:lnTo>
                  <a:lnTo>
                    <a:pt x="1611" y="26070"/>
                  </a:lnTo>
                  <a:lnTo>
                    <a:pt x="1425" y="25637"/>
                  </a:lnTo>
                  <a:lnTo>
                    <a:pt x="1219" y="25203"/>
                  </a:lnTo>
                  <a:lnTo>
                    <a:pt x="1054" y="24749"/>
                  </a:lnTo>
                  <a:lnTo>
                    <a:pt x="888" y="24316"/>
                  </a:lnTo>
                  <a:lnTo>
                    <a:pt x="744" y="23861"/>
                  </a:lnTo>
                  <a:lnTo>
                    <a:pt x="599" y="23387"/>
                  </a:lnTo>
                  <a:lnTo>
                    <a:pt x="476" y="22933"/>
                  </a:lnTo>
                  <a:lnTo>
                    <a:pt x="372" y="22458"/>
                  </a:lnTo>
                  <a:lnTo>
                    <a:pt x="269" y="21983"/>
                  </a:lnTo>
                  <a:lnTo>
                    <a:pt x="187" y="21508"/>
                  </a:lnTo>
                  <a:lnTo>
                    <a:pt x="125" y="21034"/>
                  </a:lnTo>
                  <a:lnTo>
                    <a:pt x="63" y="20559"/>
                  </a:lnTo>
                  <a:lnTo>
                    <a:pt x="42" y="20063"/>
                  </a:lnTo>
                  <a:lnTo>
                    <a:pt x="1" y="19568"/>
                  </a:lnTo>
                  <a:lnTo>
                    <a:pt x="1" y="19093"/>
                  </a:lnTo>
                  <a:lnTo>
                    <a:pt x="1" y="19093"/>
                  </a:lnTo>
                  <a:lnTo>
                    <a:pt x="1" y="18598"/>
                  </a:lnTo>
                  <a:lnTo>
                    <a:pt x="42" y="18102"/>
                  </a:lnTo>
                  <a:lnTo>
                    <a:pt x="63" y="17607"/>
                  </a:lnTo>
                  <a:lnTo>
                    <a:pt x="125" y="17132"/>
                  </a:lnTo>
                  <a:lnTo>
                    <a:pt x="187" y="16658"/>
                  </a:lnTo>
                  <a:lnTo>
                    <a:pt x="269" y="16183"/>
                  </a:lnTo>
                  <a:lnTo>
                    <a:pt x="372" y="15708"/>
                  </a:lnTo>
                  <a:lnTo>
                    <a:pt x="476" y="15233"/>
                  </a:lnTo>
                  <a:lnTo>
                    <a:pt x="599" y="14779"/>
                  </a:lnTo>
                  <a:lnTo>
                    <a:pt x="744" y="14325"/>
                  </a:lnTo>
                  <a:lnTo>
                    <a:pt x="888" y="13850"/>
                  </a:lnTo>
                  <a:lnTo>
                    <a:pt x="1054" y="13417"/>
                  </a:lnTo>
                  <a:lnTo>
                    <a:pt x="1219" y="12963"/>
                  </a:lnTo>
                  <a:lnTo>
                    <a:pt x="1425" y="12529"/>
                  </a:lnTo>
                  <a:lnTo>
                    <a:pt x="1611" y="12096"/>
                  </a:lnTo>
                  <a:lnTo>
                    <a:pt x="1838" y="11662"/>
                  </a:lnTo>
                  <a:lnTo>
                    <a:pt x="2065" y="11229"/>
                  </a:lnTo>
                  <a:lnTo>
                    <a:pt x="2313" y="10816"/>
                  </a:lnTo>
                  <a:lnTo>
                    <a:pt x="2560" y="10403"/>
                  </a:lnTo>
                  <a:lnTo>
                    <a:pt x="2808" y="9990"/>
                  </a:lnTo>
                  <a:lnTo>
                    <a:pt x="3097" y="9578"/>
                  </a:lnTo>
                  <a:lnTo>
                    <a:pt x="3386" y="9185"/>
                  </a:lnTo>
                  <a:lnTo>
                    <a:pt x="3675" y="8793"/>
                  </a:lnTo>
                  <a:lnTo>
                    <a:pt x="3985" y="8422"/>
                  </a:lnTo>
                  <a:lnTo>
                    <a:pt x="4315" y="8030"/>
                  </a:lnTo>
                  <a:lnTo>
                    <a:pt x="4645" y="7679"/>
                  </a:lnTo>
                  <a:lnTo>
                    <a:pt x="5326" y="6956"/>
                  </a:lnTo>
                  <a:lnTo>
                    <a:pt x="6069" y="6254"/>
                  </a:lnTo>
                  <a:lnTo>
                    <a:pt x="6833" y="5594"/>
                  </a:lnTo>
                  <a:lnTo>
                    <a:pt x="7638" y="4954"/>
                  </a:lnTo>
                  <a:lnTo>
                    <a:pt x="8484" y="4355"/>
                  </a:lnTo>
                  <a:lnTo>
                    <a:pt x="9372" y="3798"/>
                  </a:lnTo>
                  <a:lnTo>
                    <a:pt x="10280" y="3261"/>
                  </a:lnTo>
                  <a:lnTo>
                    <a:pt x="11230" y="2766"/>
                  </a:lnTo>
                  <a:lnTo>
                    <a:pt x="12200" y="2312"/>
                  </a:lnTo>
                  <a:lnTo>
                    <a:pt x="13211" y="1878"/>
                  </a:lnTo>
                  <a:lnTo>
                    <a:pt x="14243" y="1507"/>
                  </a:lnTo>
                  <a:lnTo>
                    <a:pt x="15296" y="1156"/>
                  </a:lnTo>
                  <a:lnTo>
                    <a:pt x="16390" y="867"/>
                  </a:lnTo>
                  <a:lnTo>
                    <a:pt x="17505" y="599"/>
                  </a:lnTo>
                  <a:lnTo>
                    <a:pt x="18619" y="392"/>
                  </a:lnTo>
                  <a:lnTo>
                    <a:pt x="19775" y="227"/>
                  </a:lnTo>
                  <a:lnTo>
                    <a:pt x="20931" y="103"/>
                  </a:lnTo>
                  <a:lnTo>
                    <a:pt x="22128" y="21"/>
                  </a:lnTo>
                  <a:lnTo>
                    <a:pt x="22727" y="21"/>
                  </a:lnTo>
                  <a:lnTo>
                    <a:pt x="23325" y="0"/>
                  </a:lnTo>
                  <a:lnTo>
                    <a:pt x="23325" y="0"/>
                  </a:lnTo>
                  <a:lnTo>
                    <a:pt x="23924" y="21"/>
                  </a:lnTo>
                  <a:lnTo>
                    <a:pt x="24523" y="21"/>
                  </a:lnTo>
                  <a:lnTo>
                    <a:pt x="25699" y="103"/>
                  </a:lnTo>
                  <a:lnTo>
                    <a:pt x="26876" y="227"/>
                  </a:lnTo>
                  <a:lnTo>
                    <a:pt x="28032" y="392"/>
                  </a:lnTo>
                  <a:lnTo>
                    <a:pt x="29146" y="599"/>
                  </a:lnTo>
                  <a:lnTo>
                    <a:pt x="30261" y="867"/>
                  </a:lnTo>
                  <a:lnTo>
                    <a:pt x="31334" y="1156"/>
                  </a:lnTo>
                  <a:lnTo>
                    <a:pt x="32408" y="1507"/>
                  </a:lnTo>
                  <a:lnTo>
                    <a:pt x="33440" y="1878"/>
                  </a:lnTo>
                  <a:lnTo>
                    <a:pt x="34430" y="2312"/>
                  </a:lnTo>
                  <a:lnTo>
                    <a:pt x="35421" y="2766"/>
                  </a:lnTo>
                  <a:lnTo>
                    <a:pt x="36371" y="3261"/>
                  </a:lnTo>
                  <a:lnTo>
                    <a:pt x="37279" y="3798"/>
                  </a:lnTo>
                  <a:lnTo>
                    <a:pt x="38167" y="4355"/>
                  </a:lnTo>
                  <a:lnTo>
                    <a:pt x="39013" y="4954"/>
                  </a:lnTo>
                  <a:lnTo>
                    <a:pt x="39818" y="5594"/>
                  </a:lnTo>
                  <a:lnTo>
                    <a:pt x="40582" y="6254"/>
                  </a:lnTo>
                  <a:lnTo>
                    <a:pt x="41325" y="6956"/>
                  </a:lnTo>
                  <a:lnTo>
                    <a:pt x="42006" y="7679"/>
                  </a:lnTo>
                  <a:lnTo>
                    <a:pt x="42336" y="8030"/>
                  </a:lnTo>
                  <a:lnTo>
                    <a:pt x="42666" y="8422"/>
                  </a:lnTo>
                  <a:lnTo>
                    <a:pt x="42976" y="8793"/>
                  </a:lnTo>
                  <a:lnTo>
                    <a:pt x="43265" y="9185"/>
                  </a:lnTo>
                  <a:lnTo>
                    <a:pt x="43554" y="9578"/>
                  </a:lnTo>
                  <a:lnTo>
                    <a:pt x="43822" y="9990"/>
                  </a:lnTo>
                  <a:lnTo>
                    <a:pt x="44091" y="10403"/>
                  </a:lnTo>
                  <a:lnTo>
                    <a:pt x="44338" y="10816"/>
                  </a:lnTo>
                  <a:lnTo>
                    <a:pt x="44586" y="11229"/>
                  </a:lnTo>
                  <a:lnTo>
                    <a:pt x="44813" y="11662"/>
                  </a:lnTo>
                  <a:lnTo>
                    <a:pt x="45019" y="12096"/>
                  </a:lnTo>
                  <a:lnTo>
                    <a:pt x="45226" y="12529"/>
                  </a:lnTo>
                  <a:lnTo>
                    <a:pt x="45412" y="12963"/>
                  </a:lnTo>
                  <a:lnTo>
                    <a:pt x="45597" y="13417"/>
                  </a:lnTo>
                  <a:lnTo>
                    <a:pt x="45762" y="13850"/>
                  </a:lnTo>
                  <a:lnTo>
                    <a:pt x="45907" y="14325"/>
                  </a:lnTo>
                  <a:lnTo>
                    <a:pt x="46051" y="14779"/>
                  </a:lnTo>
                  <a:lnTo>
                    <a:pt x="46175" y="15233"/>
                  </a:lnTo>
                  <a:lnTo>
                    <a:pt x="46279" y="15708"/>
                  </a:lnTo>
                  <a:lnTo>
                    <a:pt x="46382" y="16183"/>
                  </a:lnTo>
                  <a:lnTo>
                    <a:pt x="46464" y="16658"/>
                  </a:lnTo>
                  <a:lnTo>
                    <a:pt x="46526" y="17132"/>
                  </a:lnTo>
                  <a:lnTo>
                    <a:pt x="46568" y="17607"/>
                  </a:lnTo>
                  <a:lnTo>
                    <a:pt x="46609" y="18102"/>
                  </a:lnTo>
                  <a:lnTo>
                    <a:pt x="46629" y="18598"/>
                  </a:lnTo>
                  <a:lnTo>
                    <a:pt x="46650" y="190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8" name="Google Shape;848;p27">
              <a:extLst>
                <a:ext uri="{FF2B5EF4-FFF2-40B4-BE49-F238E27FC236}">
                  <a16:creationId xmlns:a16="http://schemas.microsoft.com/office/drawing/2014/main" id="{56783AA9-CDFF-E5C0-2EF6-57ED8A4C3EB8}"/>
                </a:ext>
              </a:extLst>
            </p:cNvPr>
            <p:cNvSpPr/>
            <p:nvPr/>
          </p:nvSpPr>
          <p:spPr>
            <a:xfrm>
              <a:off x="2394500" y="4042800"/>
              <a:ext cx="124900" cy="447425"/>
            </a:xfrm>
            <a:custGeom>
              <a:avLst/>
              <a:gdLst/>
              <a:ahLst/>
              <a:cxnLst/>
              <a:rect l="l" t="t" r="r" b="b"/>
              <a:pathLst>
                <a:path w="4996" h="17897" extrusionOk="0">
                  <a:moveTo>
                    <a:pt x="269" y="1"/>
                  </a:moveTo>
                  <a:lnTo>
                    <a:pt x="166" y="22"/>
                  </a:lnTo>
                  <a:lnTo>
                    <a:pt x="83" y="84"/>
                  </a:lnTo>
                  <a:lnTo>
                    <a:pt x="21" y="166"/>
                  </a:lnTo>
                  <a:lnTo>
                    <a:pt x="1" y="269"/>
                  </a:lnTo>
                  <a:lnTo>
                    <a:pt x="1" y="17629"/>
                  </a:lnTo>
                  <a:lnTo>
                    <a:pt x="21" y="17732"/>
                  </a:lnTo>
                  <a:lnTo>
                    <a:pt x="83" y="17814"/>
                  </a:lnTo>
                  <a:lnTo>
                    <a:pt x="166" y="17876"/>
                  </a:lnTo>
                  <a:lnTo>
                    <a:pt x="269" y="17897"/>
                  </a:lnTo>
                  <a:lnTo>
                    <a:pt x="4707" y="17897"/>
                  </a:lnTo>
                  <a:lnTo>
                    <a:pt x="4831" y="17876"/>
                  </a:lnTo>
                  <a:lnTo>
                    <a:pt x="4913" y="17814"/>
                  </a:lnTo>
                  <a:lnTo>
                    <a:pt x="4975" y="17732"/>
                  </a:lnTo>
                  <a:lnTo>
                    <a:pt x="4996" y="17629"/>
                  </a:lnTo>
                  <a:lnTo>
                    <a:pt x="4996" y="269"/>
                  </a:lnTo>
                  <a:lnTo>
                    <a:pt x="4975" y="166"/>
                  </a:lnTo>
                  <a:lnTo>
                    <a:pt x="4913" y="84"/>
                  </a:lnTo>
                  <a:lnTo>
                    <a:pt x="4831" y="22"/>
                  </a:lnTo>
                  <a:lnTo>
                    <a:pt x="47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9" name="Google Shape;849;p27">
              <a:extLst>
                <a:ext uri="{FF2B5EF4-FFF2-40B4-BE49-F238E27FC236}">
                  <a16:creationId xmlns:a16="http://schemas.microsoft.com/office/drawing/2014/main" id="{18EBAEB5-D9C6-60EE-DAF0-65C2595BBF78}"/>
                </a:ext>
              </a:extLst>
            </p:cNvPr>
            <p:cNvSpPr/>
            <p:nvPr/>
          </p:nvSpPr>
          <p:spPr>
            <a:xfrm>
              <a:off x="2394500" y="4042800"/>
              <a:ext cx="124900" cy="447425"/>
            </a:xfrm>
            <a:custGeom>
              <a:avLst/>
              <a:gdLst/>
              <a:ahLst/>
              <a:cxnLst/>
              <a:rect l="l" t="t" r="r" b="b"/>
              <a:pathLst>
                <a:path w="4996" h="17897" fill="none" extrusionOk="0">
                  <a:moveTo>
                    <a:pt x="4707" y="1"/>
                  </a:moveTo>
                  <a:lnTo>
                    <a:pt x="269" y="1"/>
                  </a:lnTo>
                  <a:lnTo>
                    <a:pt x="269" y="1"/>
                  </a:lnTo>
                  <a:lnTo>
                    <a:pt x="166" y="22"/>
                  </a:lnTo>
                  <a:lnTo>
                    <a:pt x="83" y="84"/>
                  </a:lnTo>
                  <a:lnTo>
                    <a:pt x="21" y="166"/>
                  </a:lnTo>
                  <a:lnTo>
                    <a:pt x="1" y="269"/>
                  </a:lnTo>
                  <a:lnTo>
                    <a:pt x="1" y="17629"/>
                  </a:lnTo>
                  <a:lnTo>
                    <a:pt x="1" y="17629"/>
                  </a:lnTo>
                  <a:lnTo>
                    <a:pt x="21" y="17732"/>
                  </a:lnTo>
                  <a:lnTo>
                    <a:pt x="83" y="17814"/>
                  </a:lnTo>
                  <a:lnTo>
                    <a:pt x="166" y="17876"/>
                  </a:lnTo>
                  <a:lnTo>
                    <a:pt x="269" y="17897"/>
                  </a:lnTo>
                  <a:lnTo>
                    <a:pt x="4707" y="17897"/>
                  </a:lnTo>
                  <a:lnTo>
                    <a:pt x="4707" y="17897"/>
                  </a:lnTo>
                  <a:lnTo>
                    <a:pt x="4831" y="17876"/>
                  </a:lnTo>
                  <a:lnTo>
                    <a:pt x="4913" y="17814"/>
                  </a:lnTo>
                  <a:lnTo>
                    <a:pt x="4975" y="17732"/>
                  </a:lnTo>
                  <a:lnTo>
                    <a:pt x="4996" y="17629"/>
                  </a:lnTo>
                  <a:lnTo>
                    <a:pt x="4996" y="269"/>
                  </a:lnTo>
                  <a:lnTo>
                    <a:pt x="4996" y="269"/>
                  </a:lnTo>
                  <a:lnTo>
                    <a:pt x="4975" y="166"/>
                  </a:lnTo>
                  <a:lnTo>
                    <a:pt x="4913" y="84"/>
                  </a:lnTo>
                  <a:lnTo>
                    <a:pt x="4831" y="22"/>
                  </a:lnTo>
                  <a:lnTo>
                    <a:pt x="470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0" name="Google Shape;850;p27">
              <a:extLst>
                <a:ext uri="{FF2B5EF4-FFF2-40B4-BE49-F238E27FC236}">
                  <a16:creationId xmlns:a16="http://schemas.microsoft.com/office/drawing/2014/main" id="{256A96F3-804B-8AA1-C7DF-A37D53684A8B}"/>
                </a:ext>
              </a:extLst>
            </p:cNvPr>
            <p:cNvSpPr/>
            <p:nvPr/>
          </p:nvSpPr>
          <p:spPr>
            <a:xfrm>
              <a:off x="2729400" y="4042800"/>
              <a:ext cx="124900" cy="447425"/>
            </a:xfrm>
            <a:custGeom>
              <a:avLst/>
              <a:gdLst/>
              <a:ahLst/>
              <a:cxnLst/>
              <a:rect l="l" t="t" r="r" b="b"/>
              <a:pathLst>
                <a:path w="4996" h="17897" extrusionOk="0">
                  <a:moveTo>
                    <a:pt x="290" y="1"/>
                  </a:moveTo>
                  <a:lnTo>
                    <a:pt x="166" y="22"/>
                  </a:lnTo>
                  <a:lnTo>
                    <a:pt x="83" y="84"/>
                  </a:lnTo>
                  <a:lnTo>
                    <a:pt x="21" y="166"/>
                  </a:lnTo>
                  <a:lnTo>
                    <a:pt x="1" y="269"/>
                  </a:lnTo>
                  <a:lnTo>
                    <a:pt x="1" y="17629"/>
                  </a:lnTo>
                  <a:lnTo>
                    <a:pt x="21" y="17732"/>
                  </a:lnTo>
                  <a:lnTo>
                    <a:pt x="83" y="17814"/>
                  </a:lnTo>
                  <a:lnTo>
                    <a:pt x="166" y="17876"/>
                  </a:lnTo>
                  <a:lnTo>
                    <a:pt x="290" y="17897"/>
                  </a:lnTo>
                  <a:lnTo>
                    <a:pt x="4728" y="17897"/>
                  </a:lnTo>
                  <a:lnTo>
                    <a:pt x="4831" y="17876"/>
                  </a:lnTo>
                  <a:lnTo>
                    <a:pt x="4913" y="17814"/>
                  </a:lnTo>
                  <a:lnTo>
                    <a:pt x="4975" y="17732"/>
                  </a:lnTo>
                  <a:lnTo>
                    <a:pt x="4996" y="17629"/>
                  </a:lnTo>
                  <a:lnTo>
                    <a:pt x="4996" y="269"/>
                  </a:lnTo>
                  <a:lnTo>
                    <a:pt x="4975" y="166"/>
                  </a:lnTo>
                  <a:lnTo>
                    <a:pt x="4913" y="84"/>
                  </a:lnTo>
                  <a:lnTo>
                    <a:pt x="4831" y="22"/>
                  </a:lnTo>
                  <a:lnTo>
                    <a:pt x="47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1" name="Google Shape;851;p27">
              <a:extLst>
                <a:ext uri="{FF2B5EF4-FFF2-40B4-BE49-F238E27FC236}">
                  <a16:creationId xmlns:a16="http://schemas.microsoft.com/office/drawing/2014/main" id="{623496AE-606C-81CA-C39D-21A8E10AA711}"/>
                </a:ext>
              </a:extLst>
            </p:cNvPr>
            <p:cNvSpPr/>
            <p:nvPr/>
          </p:nvSpPr>
          <p:spPr>
            <a:xfrm>
              <a:off x="2729400" y="4042800"/>
              <a:ext cx="124900" cy="447425"/>
            </a:xfrm>
            <a:custGeom>
              <a:avLst/>
              <a:gdLst/>
              <a:ahLst/>
              <a:cxnLst/>
              <a:rect l="l" t="t" r="r" b="b"/>
              <a:pathLst>
                <a:path w="4996" h="17897" fill="none" extrusionOk="0">
                  <a:moveTo>
                    <a:pt x="4728" y="1"/>
                  </a:moveTo>
                  <a:lnTo>
                    <a:pt x="290" y="1"/>
                  </a:lnTo>
                  <a:lnTo>
                    <a:pt x="290" y="1"/>
                  </a:lnTo>
                  <a:lnTo>
                    <a:pt x="166" y="22"/>
                  </a:lnTo>
                  <a:lnTo>
                    <a:pt x="83" y="84"/>
                  </a:lnTo>
                  <a:lnTo>
                    <a:pt x="21" y="166"/>
                  </a:lnTo>
                  <a:lnTo>
                    <a:pt x="1" y="269"/>
                  </a:lnTo>
                  <a:lnTo>
                    <a:pt x="1" y="17629"/>
                  </a:lnTo>
                  <a:lnTo>
                    <a:pt x="1" y="17629"/>
                  </a:lnTo>
                  <a:lnTo>
                    <a:pt x="21" y="17732"/>
                  </a:lnTo>
                  <a:lnTo>
                    <a:pt x="83" y="17814"/>
                  </a:lnTo>
                  <a:lnTo>
                    <a:pt x="166" y="17876"/>
                  </a:lnTo>
                  <a:lnTo>
                    <a:pt x="290" y="17897"/>
                  </a:lnTo>
                  <a:lnTo>
                    <a:pt x="4728" y="17897"/>
                  </a:lnTo>
                  <a:lnTo>
                    <a:pt x="4728" y="17897"/>
                  </a:lnTo>
                  <a:lnTo>
                    <a:pt x="4831" y="17876"/>
                  </a:lnTo>
                  <a:lnTo>
                    <a:pt x="4913" y="17814"/>
                  </a:lnTo>
                  <a:lnTo>
                    <a:pt x="4975" y="17732"/>
                  </a:lnTo>
                  <a:lnTo>
                    <a:pt x="4996" y="17629"/>
                  </a:lnTo>
                  <a:lnTo>
                    <a:pt x="4996" y="269"/>
                  </a:lnTo>
                  <a:lnTo>
                    <a:pt x="4996" y="269"/>
                  </a:lnTo>
                  <a:lnTo>
                    <a:pt x="4975" y="166"/>
                  </a:lnTo>
                  <a:lnTo>
                    <a:pt x="4913" y="84"/>
                  </a:lnTo>
                  <a:lnTo>
                    <a:pt x="4831" y="22"/>
                  </a:lnTo>
                  <a:lnTo>
                    <a:pt x="472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2" name="Google Shape;852;p27">
              <a:extLst>
                <a:ext uri="{FF2B5EF4-FFF2-40B4-BE49-F238E27FC236}">
                  <a16:creationId xmlns:a16="http://schemas.microsoft.com/office/drawing/2014/main" id="{3E00A72C-EEEF-B06B-DF41-B8CD010A8D9D}"/>
                </a:ext>
              </a:extLst>
            </p:cNvPr>
            <p:cNvSpPr/>
            <p:nvPr/>
          </p:nvSpPr>
          <p:spPr>
            <a:xfrm>
              <a:off x="2437325" y="2547350"/>
              <a:ext cx="120275" cy="19125"/>
            </a:xfrm>
            <a:custGeom>
              <a:avLst/>
              <a:gdLst/>
              <a:ahLst/>
              <a:cxnLst/>
              <a:rect l="l" t="t" r="r" b="b"/>
              <a:pathLst>
                <a:path w="4811" h="765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012" y="83"/>
                  </a:lnTo>
                  <a:lnTo>
                    <a:pt x="2147" y="248"/>
                  </a:lnTo>
                  <a:lnTo>
                    <a:pt x="3407" y="475"/>
                  </a:lnTo>
                  <a:lnTo>
                    <a:pt x="4790" y="764"/>
                  </a:lnTo>
                  <a:lnTo>
                    <a:pt x="4790" y="764"/>
                  </a:lnTo>
                  <a:lnTo>
                    <a:pt x="4810" y="764"/>
                  </a:lnTo>
                  <a:lnTo>
                    <a:pt x="4810" y="764"/>
                  </a:lnTo>
                  <a:lnTo>
                    <a:pt x="4790" y="764"/>
                  </a:lnTo>
                  <a:lnTo>
                    <a:pt x="4790" y="764"/>
                  </a:lnTo>
                  <a:lnTo>
                    <a:pt x="3407" y="475"/>
                  </a:lnTo>
                  <a:lnTo>
                    <a:pt x="2147" y="248"/>
                  </a:lnTo>
                  <a:lnTo>
                    <a:pt x="1012" y="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3" name="Google Shape;853;p27">
              <a:extLst>
                <a:ext uri="{FF2B5EF4-FFF2-40B4-BE49-F238E27FC236}">
                  <a16:creationId xmlns:a16="http://schemas.microsoft.com/office/drawing/2014/main" id="{648D330C-F898-20C7-963B-CC4C96E32B8D}"/>
                </a:ext>
              </a:extLst>
            </p:cNvPr>
            <p:cNvSpPr/>
            <p:nvPr/>
          </p:nvSpPr>
          <p:spPr>
            <a:xfrm>
              <a:off x="2437325" y="2547350"/>
              <a:ext cx="120275" cy="19125"/>
            </a:xfrm>
            <a:custGeom>
              <a:avLst/>
              <a:gdLst/>
              <a:ahLst/>
              <a:cxnLst/>
              <a:rect l="l" t="t" r="r" b="b"/>
              <a:pathLst>
                <a:path w="4811" h="765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012" y="83"/>
                  </a:lnTo>
                  <a:lnTo>
                    <a:pt x="2147" y="248"/>
                  </a:lnTo>
                  <a:lnTo>
                    <a:pt x="3407" y="475"/>
                  </a:lnTo>
                  <a:lnTo>
                    <a:pt x="4790" y="764"/>
                  </a:lnTo>
                  <a:lnTo>
                    <a:pt x="4790" y="764"/>
                  </a:lnTo>
                  <a:lnTo>
                    <a:pt x="4810" y="764"/>
                  </a:lnTo>
                  <a:lnTo>
                    <a:pt x="4810" y="764"/>
                  </a:lnTo>
                  <a:lnTo>
                    <a:pt x="4790" y="764"/>
                  </a:lnTo>
                  <a:lnTo>
                    <a:pt x="4790" y="764"/>
                  </a:lnTo>
                  <a:lnTo>
                    <a:pt x="3407" y="475"/>
                  </a:lnTo>
                  <a:lnTo>
                    <a:pt x="2147" y="248"/>
                  </a:lnTo>
                  <a:lnTo>
                    <a:pt x="1012" y="83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4" name="Google Shape;854;p27">
              <a:extLst>
                <a:ext uri="{FF2B5EF4-FFF2-40B4-BE49-F238E27FC236}">
                  <a16:creationId xmlns:a16="http://schemas.microsoft.com/office/drawing/2014/main" id="{9222508A-3291-4501-FC49-C4AE1EA07B36}"/>
                </a:ext>
              </a:extLst>
            </p:cNvPr>
            <p:cNvSpPr/>
            <p:nvPr/>
          </p:nvSpPr>
          <p:spPr>
            <a:xfrm>
              <a:off x="2990525" y="2712475"/>
              <a:ext cx="48000" cy="139350"/>
            </a:xfrm>
            <a:custGeom>
              <a:avLst/>
              <a:gdLst/>
              <a:ahLst/>
              <a:cxnLst/>
              <a:rect l="l" t="t" r="r" b="b"/>
              <a:pathLst>
                <a:path w="1920" h="5574" extrusionOk="0">
                  <a:moveTo>
                    <a:pt x="0" y="1"/>
                  </a:moveTo>
                  <a:lnTo>
                    <a:pt x="619" y="5574"/>
                  </a:lnTo>
                  <a:lnTo>
                    <a:pt x="826" y="5368"/>
                  </a:lnTo>
                  <a:lnTo>
                    <a:pt x="1012" y="5140"/>
                  </a:lnTo>
                  <a:lnTo>
                    <a:pt x="1197" y="4893"/>
                  </a:lnTo>
                  <a:lnTo>
                    <a:pt x="1363" y="4645"/>
                  </a:lnTo>
                  <a:lnTo>
                    <a:pt x="1507" y="4377"/>
                  </a:lnTo>
                  <a:lnTo>
                    <a:pt x="1631" y="4108"/>
                  </a:lnTo>
                  <a:lnTo>
                    <a:pt x="1734" y="3840"/>
                  </a:lnTo>
                  <a:lnTo>
                    <a:pt x="1817" y="3530"/>
                  </a:lnTo>
                  <a:lnTo>
                    <a:pt x="1879" y="3221"/>
                  </a:lnTo>
                  <a:lnTo>
                    <a:pt x="1920" y="2911"/>
                  </a:lnTo>
                  <a:lnTo>
                    <a:pt x="1920" y="2581"/>
                  </a:lnTo>
                  <a:lnTo>
                    <a:pt x="1920" y="2230"/>
                  </a:lnTo>
                  <a:lnTo>
                    <a:pt x="1899" y="1879"/>
                  </a:lnTo>
                  <a:lnTo>
                    <a:pt x="1858" y="1487"/>
                  </a:lnTo>
                  <a:lnTo>
                    <a:pt x="1775" y="1115"/>
                  </a:lnTo>
                  <a:lnTo>
                    <a:pt x="1672" y="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5" name="Google Shape;855;p27">
              <a:extLst>
                <a:ext uri="{FF2B5EF4-FFF2-40B4-BE49-F238E27FC236}">
                  <a16:creationId xmlns:a16="http://schemas.microsoft.com/office/drawing/2014/main" id="{EA95902F-1345-B02E-9A7E-4545238B8A2F}"/>
                </a:ext>
              </a:extLst>
            </p:cNvPr>
            <p:cNvSpPr/>
            <p:nvPr/>
          </p:nvSpPr>
          <p:spPr>
            <a:xfrm>
              <a:off x="2990525" y="2712475"/>
              <a:ext cx="48000" cy="139350"/>
            </a:xfrm>
            <a:custGeom>
              <a:avLst/>
              <a:gdLst/>
              <a:ahLst/>
              <a:cxnLst/>
              <a:rect l="l" t="t" r="r" b="b"/>
              <a:pathLst>
                <a:path w="1920" h="5574" fill="none" extrusionOk="0">
                  <a:moveTo>
                    <a:pt x="0" y="1"/>
                  </a:moveTo>
                  <a:lnTo>
                    <a:pt x="619" y="5574"/>
                  </a:lnTo>
                  <a:lnTo>
                    <a:pt x="619" y="5574"/>
                  </a:lnTo>
                  <a:lnTo>
                    <a:pt x="826" y="5368"/>
                  </a:lnTo>
                  <a:lnTo>
                    <a:pt x="1012" y="5140"/>
                  </a:lnTo>
                  <a:lnTo>
                    <a:pt x="1197" y="4893"/>
                  </a:lnTo>
                  <a:lnTo>
                    <a:pt x="1363" y="4645"/>
                  </a:lnTo>
                  <a:lnTo>
                    <a:pt x="1507" y="4377"/>
                  </a:lnTo>
                  <a:lnTo>
                    <a:pt x="1631" y="4108"/>
                  </a:lnTo>
                  <a:lnTo>
                    <a:pt x="1734" y="3840"/>
                  </a:lnTo>
                  <a:lnTo>
                    <a:pt x="1817" y="3530"/>
                  </a:lnTo>
                  <a:lnTo>
                    <a:pt x="1879" y="3221"/>
                  </a:lnTo>
                  <a:lnTo>
                    <a:pt x="1920" y="2911"/>
                  </a:lnTo>
                  <a:lnTo>
                    <a:pt x="1920" y="2581"/>
                  </a:lnTo>
                  <a:lnTo>
                    <a:pt x="1920" y="2230"/>
                  </a:lnTo>
                  <a:lnTo>
                    <a:pt x="1899" y="1879"/>
                  </a:lnTo>
                  <a:lnTo>
                    <a:pt x="1858" y="1487"/>
                  </a:lnTo>
                  <a:lnTo>
                    <a:pt x="1775" y="1115"/>
                  </a:lnTo>
                  <a:lnTo>
                    <a:pt x="1672" y="703"/>
                  </a:lnTo>
                  <a:lnTo>
                    <a:pt x="1672" y="703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6" name="Google Shape;856;p27">
              <a:extLst>
                <a:ext uri="{FF2B5EF4-FFF2-40B4-BE49-F238E27FC236}">
                  <a16:creationId xmlns:a16="http://schemas.microsoft.com/office/drawing/2014/main" id="{D4F032BF-FFED-DBDD-7DE7-C3FF2D9282B9}"/>
                </a:ext>
              </a:extLst>
            </p:cNvPr>
            <p:cNvSpPr/>
            <p:nvPr/>
          </p:nvSpPr>
          <p:spPr>
            <a:xfrm>
              <a:off x="2312450" y="2545800"/>
              <a:ext cx="693575" cy="473750"/>
            </a:xfrm>
            <a:custGeom>
              <a:avLst/>
              <a:gdLst/>
              <a:ahLst/>
              <a:cxnLst/>
              <a:rect l="l" t="t" r="r" b="b"/>
              <a:pathLst>
                <a:path w="27743" h="18950" extrusionOk="0">
                  <a:moveTo>
                    <a:pt x="3097" y="1"/>
                  </a:moveTo>
                  <a:lnTo>
                    <a:pt x="2622" y="42"/>
                  </a:lnTo>
                  <a:lnTo>
                    <a:pt x="2189" y="83"/>
                  </a:lnTo>
                  <a:lnTo>
                    <a:pt x="1817" y="125"/>
                  </a:lnTo>
                  <a:lnTo>
                    <a:pt x="1487" y="186"/>
                  </a:lnTo>
                  <a:lnTo>
                    <a:pt x="1198" y="269"/>
                  </a:lnTo>
                  <a:lnTo>
                    <a:pt x="929" y="331"/>
                  </a:lnTo>
                  <a:lnTo>
                    <a:pt x="723" y="414"/>
                  </a:lnTo>
                  <a:lnTo>
                    <a:pt x="372" y="558"/>
                  </a:lnTo>
                  <a:lnTo>
                    <a:pt x="145" y="702"/>
                  </a:lnTo>
                  <a:lnTo>
                    <a:pt x="21" y="785"/>
                  </a:lnTo>
                  <a:lnTo>
                    <a:pt x="1" y="826"/>
                  </a:lnTo>
                  <a:lnTo>
                    <a:pt x="12943" y="18949"/>
                  </a:lnTo>
                  <a:lnTo>
                    <a:pt x="26359" y="13252"/>
                  </a:lnTo>
                  <a:lnTo>
                    <a:pt x="26752" y="13025"/>
                  </a:lnTo>
                  <a:lnTo>
                    <a:pt x="27103" y="12778"/>
                  </a:lnTo>
                  <a:lnTo>
                    <a:pt x="27433" y="12509"/>
                  </a:lnTo>
                  <a:lnTo>
                    <a:pt x="27742" y="12241"/>
                  </a:lnTo>
                  <a:lnTo>
                    <a:pt x="27123" y="6668"/>
                  </a:lnTo>
                  <a:lnTo>
                    <a:pt x="25658" y="6069"/>
                  </a:lnTo>
                  <a:lnTo>
                    <a:pt x="23862" y="5367"/>
                  </a:lnTo>
                  <a:lnTo>
                    <a:pt x="21798" y="4583"/>
                  </a:lnTo>
                  <a:lnTo>
                    <a:pt x="19527" y="3757"/>
                  </a:lnTo>
                  <a:lnTo>
                    <a:pt x="18351" y="3345"/>
                  </a:lnTo>
                  <a:lnTo>
                    <a:pt x="17133" y="2932"/>
                  </a:lnTo>
                  <a:lnTo>
                    <a:pt x="15894" y="2540"/>
                  </a:lnTo>
                  <a:lnTo>
                    <a:pt x="14656" y="2147"/>
                  </a:lnTo>
                  <a:lnTo>
                    <a:pt x="13417" y="1776"/>
                  </a:lnTo>
                  <a:lnTo>
                    <a:pt x="12200" y="1425"/>
                  </a:lnTo>
                  <a:lnTo>
                    <a:pt x="10982" y="1115"/>
                  </a:lnTo>
                  <a:lnTo>
                    <a:pt x="9805" y="826"/>
                  </a:lnTo>
                  <a:lnTo>
                    <a:pt x="9785" y="826"/>
                  </a:lnTo>
                  <a:lnTo>
                    <a:pt x="8402" y="537"/>
                  </a:lnTo>
                  <a:lnTo>
                    <a:pt x="7142" y="310"/>
                  </a:lnTo>
                  <a:lnTo>
                    <a:pt x="6007" y="145"/>
                  </a:lnTo>
                  <a:lnTo>
                    <a:pt x="4996" y="63"/>
                  </a:lnTo>
                  <a:lnTo>
                    <a:pt x="42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7" name="Google Shape;857;p27">
              <a:extLst>
                <a:ext uri="{FF2B5EF4-FFF2-40B4-BE49-F238E27FC236}">
                  <a16:creationId xmlns:a16="http://schemas.microsoft.com/office/drawing/2014/main" id="{25A7098B-8447-B42F-95BC-00AF12A8AF99}"/>
                </a:ext>
              </a:extLst>
            </p:cNvPr>
            <p:cNvSpPr/>
            <p:nvPr/>
          </p:nvSpPr>
          <p:spPr>
            <a:xfrm>
              <a:off x="2263950" y="2548375"/>
              <a:ext cx="726075" cy="746725"/>
            </a:xfrm>
            <a:custGeom>
              <a:avLst/>
              <a:gdLst/>
              <a:ahLst/>
              <a:cxnLst/>
              <a:rect l="l" t="t" r="r" b="b"/>
              <a:pathLst>
                <a:path w="29043" h="29869" extrusionOk="0">
                  <a:moveTo>
                    <a:pt x="4459" y="1"/>
                  </a:moveTo>
                  <a:lnTo>
                    <a:pt x="4046" y="22"/>
                  </a:lnTo>
                  <a:lnTo>
                    <a:pt x="3654" y="83"/>
                  </a:lnTo>
                  <a:lnTo>
                    <a:pt x="3282" y="145"/>
                  </a:lnTo>
                  <a:lnTo>
                    <a:pt x="2952" y="228"/>
                  </a:lnTo>
                  <a:lnTo>
                    <a:pt x="2622" y="352"/>
                  </a:lnTo>
                  <a:lnTo>
                    <a:pt x="2333" y="476"/>
                  </a:lnTo>
                  <a:lnTo>
                    <a:pt x="2064" y="641"/>
                  </a:lnTo>
                  <a:lnTo>
                    <a:pt x="1817" y="806"/>
                  </a:lnTo>
                  <a:lnTo>
                    <a:pt x="1590" y="992"/>
                  </a:lnTo>
                  <a:lnTo>
                    <a:pt x="1383" y="1198"/>
                  </a:lnTo>
                  <a:lnTo>
                    <a:pt x="1198" y="1404"/>
                  </a:lnTo>
                  <a:lnTo>
                    <a:pt x="1032" y="1632"/>
                  </a:lnTo>
                  <a:lnTo>
                    <a:pt x="867" y="1879"/>
                  </a:lnTo>
                  <a:lnTo>
                    <a:pt x="723" y="2148"/>
                  </a:lnTo>
                  <a:lnTo>
                    <a:pt x="599" y="2395"/>
                  </a:lnTo>
                  <a:lnTo>
                    <a:pt x="496" y="2684"/>
                  </a:lnTo>
                  <a:lnTo>
                    <a:pt x="413" y="2973"/>
                  </a:lnTo>
                  <a:lnTo>
                    <a:pt x="331" y="3262"/>
                  </a:lnTo>
                  <a:lnTo>
                    <a:pt x="248" y="3551"/>
                  </a:lnTo>
                  <a:lnTo>
                    <a:pt x="145" y="4170"/>
                  </a:lnTo>
                  <a:lnTo>
                    <a:pt x="62" y="4810"/>
                  </a:lnTo>
                  <a:lnTo>
                    <a:pt x="21" y="5450"/>
                  </a:lnTo>
                  <a:lnTo>
                    <a:pt x="0" y="6111"/>
                  </a:lnTo>
                  <a:lnTo>
                    <a:pt x="0" y="7370"/>
                  </a:lnTo>
                  <a:lnTo>
                    <a:pt x="21" y="8010"/>
                  </a:lnTo>
                  <a:lnTo>
                    <a:pt x="83" y="9000"/>
                  </a:lnTo>
                  <a:lnTo>
                    <a:pt x="289" y="11870"/>
                  </a:lnTo>
                  <a:lnTo>
                    <a:pt x="599" y="15502"/>
                  </a:lnTo>
                  <a:lnTo>
                    <a:pt x="950" y="19486"/>
                  </a:lnTo>
                  <a:lnTo>
                    <a:pt x="1610" y="26669"/>
                  </a:lnTo>
                  <a:lnTo>
                    <a:pt x="1899" y="29869"/>
                  </a:lnTo>
                  <a:lnTo>
                    <a:pt x="29043" y="13645"/>
                  </a:lnTo>
                  <a:lnTo>
                    <a:pt x="27412" y="12530"/>
                  </a:lnTo>
                  <a:lnTo>
                    <a:pt x="25203" y="11085"/>
                  </a:lnTo>
                  <a:lnTo>
                    <a:pt x="22355" y="9228"/>
                  </a:lnTo>
                  <a:lnTo>
                    <a:pt x="20765" y="8216"/>
                  </a:lnTo>
                  <a:lnTo>
                    <a:pt x="19114" y="7184"/>
                  </a:lnTo>
                  <a:lnTo>
                    <a:pt x="17401" y="6131"/>
                  </a:lnTo>
                  <a:lnTo>
                    <a:pt x="15688" y="5099"/>
                  </a:lnTo>
                  <a:lnTo>
                    <a:pt x="13974" y="4109"/>
                  </a:lnTo>
                  <a:lnTo>
                    <a:pt x="12323" y="3159"/>
                  </a:lnTo>
                  <a:lnTo>
                    <a:pt x="10734" y="2313"/>
                  </a:lnTo>
                  <a:lnTo>
                    <a:pt x="9970" y="1921"/>
                  </a:lnTo>
                  <a:lnTo>
                    <a:pt x="9248" y="1549"/>
                  </a:lnTo>
                  <a:lnTo>
                    <a:pt x="8546" y="1219"/>
                  </a:lnTo>
                  <a:lnTo>
                    <a:pt x="7885" y="930"/>
                  </a:lnTo>
                  <a:lnTo>
                    <a:pt x="7266" y="661"/>
                  </a:lnTo>
                  <a:lnTo>
                    <a:pt x="6709" y="434"/>
                  </a:lnTo>
                  <a:lnTo>
                    <a:pt x="6172" y="269"/>
                  </a:lnTo>
                  <a:lnTo>
                    <a:pt x="5697" y="125"/>
                  </a:lnTo>
                  <a:lnTo>
                    <a:pt x="5264" y="42"/>
                  </a:lnTo>
                  <a:lnTo>
                    <a:pt x="49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8" name="Google Shape;858;p27">
              <a:extLst>
                <a:ext uri="{FF2B5EF4-FFF2-40B4-BE49-F238E27FC236}">
                  <a16:creationId xmlns:a16="http://schemas.microsoft.com/office/drawing/2014/main" id="{552B64FD-1045-D101-F5BC-96624AB79979}"/>
                </a:ext>
              </a:extLst>
            </p:cNvPr>
            <p:cNvSpPr/>
            <p:nvPr/>
          </p:nvSpPr>
          <p:spPr>
            <a:xfrm>
              <a:off x="2263950" y="2548375"/>
              <a:ext cx="726075" cy="746725"/>
            </a:xfrm>
            <a:custGeom>
              <a:avLst/>
              <a:gdLst/>
              <a:ahLst/>
              <a:cxnLst/>
              <a:rect l="l" t="t" r="r" b="b"/>
              <a:pathLst>
                <a:path w="29043" h="29869" fill="none" extrusionOk="0">
                  <a:moveTo>
                    <a:pt x="29043" y="13645"/>
                  </a:moveTo>
                  <a:lnTo>
                    <a:pt x="29043" y="13645"/>
                  </a:lnTo>
                  <a:lnTo>
                    <a:pt x="27412" y="12530"/>
                  </a:lnTo>
                  <a:lnTo>
                    <a:pt x="27412" y="12530"/>
                  </a:lnTo>
                  <a:lnTo>
                    <a:pt x="25203" y="11085"/>
                  </a:lnTo>
                  <a:lnTo>
                    <a:pt x="22355" y="9228"/>
                  </a:lnTo>
                  <a:lnTo>
                    <a:pt x="20765" y="8216"/>
                  </a:lnTo>
                  <a:lnTo>
                    <a:pt x="19114" y="7184"/>
                  </a:lnTo>
                  <a:lnTo>
                    <a:pt x="17401" y="6131"/>
                  </a:lnTo>
                  <a:lnTo>
                    <a:pt x="15688" y="5099"/>
                  </a:lnTo>
                  <a:lnTo>
                    <a:pt x="13974" y="4109"/>
                  </a:lnTo>
                  <a:lnTo>
                    <a:pt x="12323" y="3159"/>
                  </a:lnTo>
                  <a:lnTo>
                    <a:pt x="10734" y="2313"/>
                  </a:lnTo>
                  <a:lnTo>
                    <a:pt x="9970" y="1921"/>
                  </a:lnTo>
                  <a:lnTo>
                    <a:pt x="9248" y="1549"/>
                  </a:lnTo>
                  <a:lnTo>
                    <a:pt x="8546" y="1219"/>
                  </a:lnTo>
                  <a:lnTo>
                    <a:pt x="7885" y="930"/>
                  </a:lnTo>
                  <a:lnTo>
                    <a:pt x="7266" y="661"/>
                  </a:lnTo>
                  <a:lnTo>
                    <a:pt x="6709" y="434"/>
                  </a:lnTo>
                  <a:lnTo>
                    <a:pt x="6172" y="269"/>
                  </a:lnTo>
                  <a:lnTo>
                    <a:pt x="5697" y="125"/>
                  </a:lnTo>
                  <a:lnTo>
                    <a:pt x="5264" y="42"/>
                  </a:lnTo>
                  <a:lnTo>
                    <a:pt x="4913" y="1"/>
                  </a:lnTo>
                  <a:lnTo>
                    <a:pt x="4913" y="1"/>
                  </a:lnTo>
                  <a:lnTo>
                    <a:pt x="4459" y="1"/>
                  </a:lnTo>
                  <a:lnTo>
                    <a:pt x="4046" y="22"/>
                  </a:lnTo>
                  <a:lnTo>
                    <a:pt x="3654" y="83"/>
                  </a:lnTo>
                  <a:lnTo>
                    <a:pt x="3282" y="145"/>
                  </a:lnTo>
                  <a:lnTo>
                    <a:pt x="2952" y="228"/>
                  </a:lnTo>
                  <a:lnTo>
                    <a:pt x="2622" y="352"/>
                  </a:lnTo>
                  <a:lnTo>
                    <a:pt x="2333" y="476"/>
                  </a:lnTo>
                  <a:lnTo>
                    <a:pt x="2064" y="641"/>
                  </a:lnTo>
                  <a:lnTo>
                    <a:pt x="1817" y="806"/>
                  </a:lnTo>
                  <a:lnTo>
                    <a:pt x="1590" y="992"/>
                  </a:lnTo>
                  <a:lnTo>
                    <a:pt x="1383" y="1198"/>
                  </a:lnTo>
                  <a:lnTo>
                    <a:pt x="1198" y="1404"/>
                  </a:lnTo>
                  <a:lnTo>
                    <a:pt x="1032" y="1632"/>
                  </a:lnTo>
                  <a:lnTo>
                    <a:pt x="867" y="1879"/>
                  </a:lnTo>
                  <a:lnTo>
                    <a:pt x="723" y="2148"/>
                  </a:lnTo>
                  <a:lnTo>
                    <a:pt x="599" y="2395"/>
                  </a:lnTo>
                  <a:lnTo>
                    <a:pt x="496" y="2684"/>
                  </a:lnTo>
                  <a:lnTo>
                    <a:pt x="413" y="2973"/>
                  </a:lnTo>
                  <a:lnTo>
                    <a:pt x="331" y="3262"/>
                  </a:lnTo>
                  <a:lnTo>
                    <a:pt x="248" y="3551"/>
                  </a:lnTo>
                  <a:lnTo>
                    <a:pt x="145" y="4170"/>
                  </a:lnTo>
                  <a:lnTo>
                    <a:pt x="62" y="4810"/>
                  </a:lnTo>
                  <a:lnTo>
                    <a:pt x="21" y="5450"/>
                  </a:lnTo>
                  <a:lnTo>
                    <a:pt x="0" y="6111"/>
                  </a:lnTo>
                  <a:lnTo>
                    <a:pt x="0" y="7370"/>
                  </a:lnTo>
                  <a:lnTo>
                    <a:pt x="0" y="7370"/>
                  </a:lnTo>
                  <a:lnTo>
                    <a:pt x="21" y="8010"/>
                  </a:lnTo>
                  <a:lnTo>
                    <a:pt x="83" y="9000"/>
                  </a:lnTo>
                  <a:lnTo>
                    <a:pt x="289" y="11870"/>
                  </a:lnTo>
                  <a:lnTo>
                    <a:pt x="599" y="15502"/>
                  </a:lnTo>
                  <a:lnTo>
                    <a:pt x="950" y="19486"/>
                  </a:lnTo>
                  <a:lnTo>
                    <a:pt x="1610" y="26669"/>
                  </a:lnTo>
                  <a:lnTo>
                    <a:pt x="1899" y="298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9" name="Google Shape;859;p27">
              <a:extLst>
                <a:ext uri="{FF2B5EF4-FFF2-40B4-BE49-F238E27FC236}">
                  <a16:creationId xmlns:a16="http://schemas.microsoft.com/office/drawing/2014/main" id="{26490B9B-9280-C617-EA06-F61DE7A5074F}"/>
                </a:ext>
              </a:extLst>
            </p:cNvPr>
            <p:cNvSpPr/>
            <p:nvPr/>
          </p:nvSpPr>
          <p:spPr>
            <a:xfrm>
              <a:off x="3419350" y="2479225"/>
              <a:ext cx="855600" cy="601225"/>
            </a:xfrm>
            <a:custGeom>
              <a:avLst/>
              <a:gdLst/>
              <a:ahLst/>
              <a:cxnLst/>
              <a:rect l="l" t="t" r="r" b="b"/>
              <a:pathLst>
                <a:path w="34224" h="24049" extrusionOk="0">
                  <a:moveTo>
                    <a:pt x="20270" y="1"/>
                  </a:moveTo>
                  <a:lnTo>
                    <a:pt x="19878" y="22"/>
                  </a:lnTo>
                  <a:lnTo>
                    <a:pt x="19485" y="63"/>
                  </a:lnTo>
                  <a:lnTo>
                    <a:pt x="19114" y="145"/>
                  </a:lnTo>
                  <a:lnTo>
                    <a:pt x="18763" y="249"/>
                  </a:lnTo>
                  <a:lnTo>
                    <a:pt x="18391" y="352"/>
                  </a:lnTo>
                  <a:lnTo>
                    <a:pt x="18041" y="496"/>
                  </a:lnTo>
                  <a:lnTo>
                    <a:pt x="17710" y="661"/>
                  </a:lnTo>
                  <a:lnTo>
                    <a:pt x="17380" y="827"/>
                  </a:lnTo>
                  <a:lnTo>
                    <a:pt x="17050" y="992"/>
                  </a:lnTo>
                  <a:lnTo>
                    <a:pt x="16410" y="1384"/>
                  </a:lnTo>
                  <a:lnTo>
                    <a:pt x="15811" y="1776"/>
                  </a:lnTo>
                  <a:lnTo>
                    <a:pt x="15233" y="2210"/>
                  </a:lnTo>
                  <a:lnTo>
                    <a:pt x="14655" y="2643"/>
                  </a:lnTo>
                  <a:lnTo>
                    <a:pt x="14119" y="3097"/>
                  </a:lnTo>
                  <a:lnTo>
                    <a:pt x="13582" y="3551"/>
                  </a:lnTo>
                  <a:lnTo>
                    <a:pt x="13087" y="4026"/>
                  </a:lnTo>
                  <a:lnTo>
                    <a:pt x="12571" y="4501"/>
                  </a:lnTo>
                  <a:lnTo>
                    <a:pt x="11621" y="5450"/>
                  </a:lnTo>
                  <a:lnTo>
                    <a:pt x="10713" y="6400"/>
                  </a:lnTo>
                  <a:lnTo>
                    <a:pt x="9846" y="7349"/>
                  </a:lnTo>
                  <a:lnTo>
                    <a:pt x="9020" y="8278"/>
                  </a:lnTo>
                  <a:lnTo>
                    <a:pt x="8215" y="9207"/>
                  </a:lnTo>
                  <a:lnTo>
                    <a:pt x="7472" y="10115"/>
                  </a:lnTo>
                  <a:lnTo>
                    <a:pt x="6750" y="11003"/>
                  </a:lnTo>
                  <a:lnTo>
                    <a:pt x="6089" y="11870"/>
                  </a:lnTo>
                  <a:lnTo>
                    <a:pt x="4830" y="13500"/>
                  </a:lnTo>
                  <a:lnTo>
                    <a:pt x="3716" y="15007"/>
                  </a:lnTo>
                  <a:lnTo>
                    <a:pt x="2745" y="16369"/>
                  </a:lnTo>
                  <a:lnTo>
                    <a:pt x="1920" y="17567"/>
                  </a:lnTo>
                  <a:lnTo>
                    <a:pt x="1239" y="18578"/>
                  </a:lnTo>
                  <a:lnTo>
                    <a:pt x="310" y="19982"/>
                  </a:lnTo>
                  <a:lnTo>
                    <a:pt x="83" y="20353"/>
                  </a:lnTo>
                  <a:lnTo>
                    <a:pt x="0" y="20498"/>
                  </a:lnTo>
                  <a:lnTo>
                    <a:pt x="103" y="20374"/>
                  </a:lnTo>
                  <a:lnTo>
                    <a:pt x="351" y="20023"/>
                  </a:lnTo>
                  <a:lnTo>
                    <a:pt x="1321" y="18619"/>
                  </a:lnTo>
                  <a:lnTo>
                    <a:pt x="2023" y="17629"/>
                  </a:lnTo>
                  <a:lnTo>
                    <a:pt x="2869" y="16452"/>
                  </a:lnTo>
                  <a:lnTo>
                    <a:pt x="3839" y="15110"/>
                  </a:lnTo>
                  <a:lnTo>
                    <a:pt x="4975" y="13604"/>
                  </a:lnTo>
                  <a:lnTo>
                    <a:pt x="6234" y="11994"/>
                  </a:lnTo>
                  <a:lnTo>
                    <a:pt x="6915" y="11127"/>
                  </a:lnTo>
                  <a:lnTo>
                    <a:pt x="7637" y="10260"/>
                  </a:lnTo>
                  <a:lnTo>
                    <a:pt x="8380" y="9351"/>
                  </a:lnTo>
                  <a:lnTo>
                    <a:pt x="9185" y="8423"/>
                  </a:lnTo>
                  <a:lnTo>
                    <a:pt x="10011" y="7494"/>
                  </a:lnTo>
                  <a:lnTo>
                    <a:pt x="10878" y="6565"/>
                  </a:lnTo>
                  <a:lnTo>
                    <a:pt x="11786" y="5615"/>
                  </a:lnTo>
                  <a:lnTo>
                    <a:pt x="12736" y="4666"/>
                  </a:lnTo>
                  <a:lnTo>
                    <a:pt x="13231" y="4191"/>
                  </a:lnTo>
                  <a:lnTo>
                    <a:pt x="13747" y="3737"/>
                  </a:lnTo>
                  <a:lnTo>
                    <a:pt x="14284" y="3283"/>
                  </a:lnTo>
                  <a:lnTo>
                    <a:pt x="14820" y="2829"/>
                  </a:lnTo>
                  <a:lnTo>
                    <a:pt x="15378" y="2395"/>
                  </a:lnTo>
                  <a:lnTo>
                    <a:pt x="15956" y="1983"/>
                  </a:lnTo>
                  <a:lnTo>
                    <a:pt x="16554" y="1590"/>
                  </a:lnTo>
                  <a:lnTo>
                    <a:pt x="17174" y="1219"/>
                  </a:lnTo>
                  <a:lnTo>
                    <a:pt x="17813" y="889"/>
                  </a:lnTo>
                  <a:lnTo>
                    <a:pt x="18144" y="723"/>
                  </a:lnTo>
                  <a:lnTo>
                    <a:pt x="18474" y="600"/>
                  </a:lnTo>
                  <a:lnTo>
                    <a:pt x="18825" y="476"/>
                  </a:lnTo>
                  <a:lnTo>
                    <a:pt x="19176" y="373"/>
                  </a:lnTo>
                  <a:lnTo>
                    <a:pt x="19527" y="311"/>
                  </a:lnTo>
                  <a:lnTo>
                    <a:pt x="19898" y="269"/>
                  </a:lnTo>
                  <a:lnTo>
                    <a:pt x="20084" y="249"/>
                  </a:lnTo>
                  <a:lnTo>
                    <a:pt x="20270" y="249"/>
                  </a:lnTo>
                  <a:lnTo>
                    <a:pt x="20621" y="290"/>
                  </a:lnTo>
                  <a:lnTo>
                    <a:pt x="20972" y="352"/>
                  </a:lnTo>
                  <a:lnTo>
                    <a:pt x="21302" y="476"/>
                  </a:lnTo>
                  <a:lnTo>
                    <a:pt x="21632" y="600"/>
                  </a:lnTo>
                  <a:lnTo>
                    <a:pt x="21962" y="785"/>
                  </a:lnTo>
                  <a:lnTo>
                    <a:pt x="22251" y="971"/>
                  </a:lnTo>
                  <a:lnTo>
                    <a:pt x="22561" y="1178"/>
                  </a:lnTo>
                  <a:lnTo>
                    <a:pt x="22850" y="1384"/>
                  </a:lnTo>
                  <a:lnTo>
                    <a:pt x="23118" y="1611"/>
                  </a:lnTo>
                  <a:lnTo>
                    <a:pt x="23387" y="1859"/>
                  </a:lnTo>
                  <a:lnTo>
                    <a:pt x="23634" y="2106"/>
                  </a:lnTo>
                  <a:lnTo>
                    <a:pt x="24130" y="2622"/>
                  </a:lnTo>
                  <a:lnTo>
                    <a:pt x="24584" y="3159"/>
                  </a:lnTo>
                  <a:lnTo>
                    <a:pt x="25017" y="3716"/>
                  </a:lnTo>
                  <a:lnTo>
                    <a:pt x="25430" y="4274"/>
                  </a:lnTo>
                  <a:lnTo>
                    <a:pt x="25822" y="4831"/>
                  </a:lnTo>
                  <a:lnTo>
                    <a:pt x="26194" y="5409"/>
                  </a:lnTo>
                  <a:lnTo>
                    <a:pt x="26545" y="5966"/>
                  </a:lnTo>
                  <a:lnTo>
                    <a:pt x="26896" y="6544"/>
                  </a:lnTo>
                  <a:lnTo>
                    <a:pt x="27536" y="7680"/>
                  </a:lnTo>
                  <a:lnTo>
                    <a:pt x="28134" y="8815"/>
                  </a:lnTo>
                  <a:lnTo>
                    <a:pt x="28691" y="9929"/>
                  </a:lnTo>
                  <a:lnTo>
                    <a:pt x="29228" y="11023"/>
                  </a:lnTo>
                  <a:lnTo>
                    <a:pt x="29703" y="12097"/>
                  </a:lnTo>
                  <a:lnTo>
                    <a:pt x="30157" y="13129"/>
                  </a:lnTo>
                  <a:lnTo>
                    <a:pt x="30590" y="14140"/>
                  </a:lnTo>
                  <a:lnTo>
                    <a:pt x="31375" y="16060"/>
                  </a:lnTo>
                  <a:lnTo>
                    <a:pt x="32035" y="17794"/>
                  </a:lnTo>
                  <a:lnTo>
                    <a:pt x="32613" y="19362"/>
                  </a:lnTo>
                  <a:lnTo>
                    <a:pt x="33109" y="20725"/>
                  </a:lnTo>
                  <a:lnTo>
                    <a:pt x="33501" y="21881"/>
                  </a:lnTo>
                  <a:lnTo>
                    <a:pt x="34037" y="23491"/>
                  </a:lnTo>
                  <a:lnTo>
                    <a:pt x="34182" y="23904"/>
                  </a:lnTo>
                  <a:lnTo>
                    <a:pt x="34223" y="24048"/>
                  </a:lnTo>
                  <a:lnTo>
                    <a:pt x="34203" y="23883"/>
                  </a:lnTo>
                  <a:lnTo>
                    <a:pt x="34079" y="23470"/>
                  </a:lnTo>
                  <a:lnTo>
                    <a:pt x="33872" y="22789"/>
                  </a:lnTo>
                  <a:lnTo>
                    <a:pt x="33583" y="21860"/>
                  </a:lnTo>
                  <a:lnTo>
                    <a:pt x="33212" y="20684"/>
                  </a:lnTo>
                  <a:lnTo>
                    <a:pt x="32737" y="19321"/>
                  </a:lnTo>
                  <a:lnTo>
                    <a:pt x="32180" y="17732"/>
                  </a:lnTo>
                  <a:lnTo>
                    <a:pt x="31519" y="15977"/>
                  </a:lnTo>
                  <a:lnTo>
                    <a:pt x="30776" y="14078"/>
                  </a:lnTo>
                  <a:lnTo>
                    <a:pt x="30343" y="13067"/>
                  </a:lnTo>
                  <a:lnTo>
                    <a:pt x="29909" y="12014"/>
                  </a:lnTo>
                  <a:lnTo>
                    <a:pt x="29414" y="10941"/>
                  </a:lnTo>
                  <a:lnTo>
                    <a:pt x="28898" y="9847"/>
                  </a:lnTo>
                  <a:lnTo>
                    <a:pt x="28341" y="8712"/>
                  </a:lnTo>
                  <a:lnTo>
                    <a:pt x="27742" y="7576"/>
                  </a:lnTo>
                  <a:lnTo>
                    <a:pt x="27102" y="6420"/>
                  </a:lnTo>
                  <a:lnTo>
                    <a:pt x="26751" y="5842"/>
                  </a:lnTo>
                  <a:lnTo>
                    <a:pt x="26400" y="5264"/>
                  </a:lnTo>
                  <a:lnTo>
                    <a:pt x="26029" y="4687"/>
                  </a:lnTo>
                  <a:lnTo>
                    <a:pt x="25637" y="4129"/>
                  </a:lnTo>
                  <a:lnTo>
                    <a:pt x="25203" y="3551"/>
                  </a:lnTo>
                  <a:lnTo>
                    <a:pt x="24770" y="2994"/>
                  </a:lnTo>
                  <a:lnTo>
                    <a:pt x="24315" y="2457"/>
                  </a:lnTo>
                  <a:lnTo>
                    <a:pt x="23820" y="1921"/>
                  </a:lnTo>
                  <a:lnTo>
                    <a:pt x="23552" y="1673"/>
                  </a:lnTo>
                  <a:lnTo>
                    <a:pt x="23283" y="1425"/>
                  </a:lnTo>
                  <a:lnTo>
                    <a:pt x="22994" y="1198"/>
                  </a:lnTo>
                  <a:lnTo>
                    <a:pt x="22705" y="971"/>
                  </a:lnTo>
                  <a:lnTo>
                    <a:pt x="22396" y="765"/>
                  </a:lnTo>
                  <a:lnTo>
                    <a:pt x="22066" y="558"/>
                  </a:lnTo>
                  <a:lnTo>
                    <a:pt x="21735" y="393"/>
                  </a:lnTo>
                  <a:lnTo>
                    <a:pt x="21405" y="228"/>
                  </a:lnTo>
                  <a:lnTo>
                    <a:pt x="21219" y="166"/>
                  </a:lnTo>
                  <a:lnTo>
                    <a:pt x="21034" y="104"/>
                  </a:lnTo>
                  <a:lnTo>
                    <a:pt x="20641" y="42"/>
                  </a:lnTo>
                  <a:lnTo>
                    <a:pt x="20270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0" name="Google Shape;860;p27">
              <a:extLst>
                <a:ext uri="{FF2B5EF4-FFF2-40B4-BE49-F238E27FC236}">
                  <a16:creationId xmlns:a16="http://schemas.microsoft.com/office/drawing/2014/main" id="{3190FF1E-FD68-11C9-6831-63C90952E976}"/>
                </a:ext>
              </a:extLst>
            </p:cNvPr>
            <p:cNvSpPr/>
            <p:nvPr/>
          </p:nvSpPr>
          <p:spPr>
            <a:xfrm>
              <a:off x="3493650" y="2250625"/>
              <a:ext cx="1159550" cy="142975"/>
            </a:xfrm>
            <a:custGeom>
              <a:avLst/>
              <a:gdLst/>
              <a:ahLst/>
              <a:cxnLst/>
              <a:rect l="l" t="t" r="r" b="b"/>
              <a:pathLst>
                <a:path w="46382" h="5719" extrusionOk="0">
                  <a:moveTo>
                    <a:pt x="39694" y="1"/>
                  </a:moveTo>
                  <a:lnTo>
                    <a:pt x="39797" y="104"/>
                  </a:lnTo>
                  <a:lnTo>
                    <a:pt x="40106" y="393"/>
                  </a:lnTo>
                  <a:lnTo>
                    <a:pt x="41365" y="1487"/>
                  </a:lnTo>
                  <a:lnTo>
                    <a:pt x="45660" y="5240"/>
                  </a:lnTo>
                  <a:lnTo>
                    <a:pt x="45660" y="5240"/>
                  </a:lnTo>
                  <a:lnTo>
                    <a:pt x="45102" y="5079"/>
                  </a:lnTo>
                  <a:lnTo>
                    <a:pt x="44131" y="4810"/>
                  </a:lnTo>
                  <a:lnTo>
                    <a:pt x="43120" y="4563"/>
                  </a:lnTo>
                  <a:lnTo>
                    <a:pt x="42067" y="4315"/>
                  </a:lnTo>
                  <a:lnTo>
                    <a:pt x="40973" y="4067"/>
                  </a:lnTo>
                  <a:lnTo>
                    <a:pt x="39838" y="3840"/>
                  </a:lnTo>
                  <a:lnTo>
                    <a:pt x="38682" y="3613"/>
                  </a:lnTo>
                  <a:lnTo>
                    <a:pt x="37464" y="3427"/>
                  </a:lnTo>
                  <a:lnTo>
                    <a:pt x="36226" y="3242"/>
                  </a:lnTo>
                  <a:lnTo>
                    <a:pt x="34967" y="3076"/>
                  </a:lnTo>
                  <a:lnTo>
                    <a:pt x="33666" y="2911"/>
                  </a:lnTo>
                  <a:lnTo>
                    <a:pt x="32325" y="2787"/>
                  </a:lnTo>
                  <a:lnTo>
                    <a:pt x="30983" y="2684"/>
                  </a:lnTo>
                  <a:lnTo>
                    <a:pt x="29600" y="2602"/>
                  </a:lnTo>
                  <a:lnTo>
                    <a:pt x="28196" y="2560"/>
                  </a:lnTo>
                  <a:lnTo>
                    <a:pt x="26772" y="2519"/>
                  </a:lnTo>
                  <a:lnTo>
                    <a:pt x="25100" y="2519"/>
                  </a:lnTo>
                  <a:lnTo>
                    <a:pt x="23449" y="2560"/>
                  </a:lnTo>
                  <a:lnTo>
                    <a:pt x="21818" y="2643"/>
                  </a:lnTo>
                  <a:lnTo>
                    <a:pt x="20229" y="2746"/>
                  </a:lnTo>
                  <a:lnTo>
                    <a:pt x="18681" y="2891"/>
                  </a:lnTo>
                  <a:lnTo>
                    <a:pt x="17174" y="3056"/>
                  </a:lnTo>
                  <a:lnTo>
                    <a:pt x="15708" y="3242"/>
                  </a:lnTo>
                  <a:lnTo>
                    <a:pt x="14284" y="3448"/>
                  </a:lnTo>
                  <a:lnTo>
                    <a:pt x="12922" y="3675"/>
                  </a:lnTo>
                  <a:lnTo>
                    <a:pt x="11601" y="3923"/>
                  </a:lnTo>
                  <a:lnTo>
                    <a:pt x="10342" y="4191"/>
                  </a:lnTo>
                  <a:lnTo>
                    <a:pt x="9144" y="4459"/>
                  </a:lnTo>
                  <a:lnTo>
                    <a:pt x="8009" y="4728"/>
                  </a:lnTo>
                  <a:lnTo>
                    <a:pt x="6936" y="5017"/>
                  </a:lnTo>
                  <a:lnTo>
                    <a:pt x="5945" y="5285"/>
                  </a:lnTo>
                  <a:lnTo>
                    <a:pt x="5037" y="5542"/>
                  </a:lnTo>
                  <a:lnTo>
                    <a:pt x="5037" y="5542"/>
                  </a:lnTo>
                  <a:lnTo>
                    <a:pt x="1342" y="3469"/>
                  </a:lnTo>
                  <a:lnTo>
                    <a:pt x="351" y="2911"/>
                  </a:lnTo>
                  <a:lnTo>
                    <a:pt x="104" y="2787"/>
                  </a:lnTo>
                  <a:lnTo>
                    <a:pt x="0" y="2746"/>
                  </a:lnTo>
                  <a:lnTo>
                    <a:pt x="83" y="2808"/>
                  </a:lnTo>
                  <a:lnTo>
                    <a:pt x="331" y="2953"/>
                  </a:lnTo>
                  <a:lnTo>
                    <a:pt x="1301" y="3531"/>
                  </a:lnTo>
                  <a:lnTo>
                    <a:pt x="4975" y="5698"/>
                  </a:lnTo>
                  <a:lnTo>
                    <a:pt x="5016" y="5719"/>
                  </a:lnTo>
                  <a:lnTo>
                    <a:pt x="5037" y="5698"/>
                  </a:lnTo>
                  <a:lnTo>
                    <a:pt x="5986" y="5430"/>
                  </a:lnTo>
                  <a:lnTo>
                    <a:pt x="6977" y="5182"/>
                  </a:lnTo>
                  <a:lnTo>
                    <a:pt x="8051" y="4914"/>
                  </a:lnTo>
                  <a:lnTo>
                    <a:pt x="9186" y="4645"/>
                  </a:lnTo>
                  <a:lnTo>
                    <a:pt x="10383" y="4377"/>
                  </a:lnTo>
                  <a:lnTo>
                    <a:pt x="11642" y="4129"/>
                  </a:lnTo>
                  <a:lnTo>
                    <a:pt x="12963" y="3902"/>
                  </a:lnTo>
                  <a:lnTo>
                    <a:pt x="14325" y="3675"/>
                  </a:lnTo>
                  <a:lnTo>
                    <a:pt x="15729" y="3469"/>
                  </a:lnTo>
                  <a:lnTo>
                    <a:pt x="17195" y="3283"/>
                  </a:lnTo>
                  <a:lnTo>
                    <a:pt x="18701" y="3118"/>
                  </a:lnTo>
                  <a:lnTo>
                    <a:pt x="20249" y="2973"/>
                  </a:lnTo>
                  <a:lnTo>
                    <a:pt x="21839" y="2870"/>
                  </a:lnTo>
                  <a:lnTo>
                    <a:pt x="23449" y="2808"/>
                  </a:lnTo>
                  <a:lnTo>
                    <a:pt x="25100" y="2767"/>
                  </a:lnTo>
                  <a:lnTo>
                    <a:pt x="26772" y="2767"/>
                  </a:lnTo>
                  <a:lnTo>
                    <a:pt x="28196" y="2808"/>
                  </a:lnTo>
                  <a:lnTo>
                    <a:pt x="29579" y="2849"/>
                  </a:lnTo>
                  <a:lnTo>
                    <a:pt x="30962" y="2932"/>
                  </a:lnTo>
                  <a:lnTo>
                    <a:pt x="32304" y="3035"/>
                  </a:lnTo>
                  <a:lnTo>
                    <a:pt x="33625" y="3159"/>
                  </a:lnTo>
                  <a:lnTo>
                    <a:pt x="34925" y="3303"/>
                  </a:lnTo>
                  <a:lnTo>
                    <a:pt x="36205" y="3469"/>
                  </a:lnTo>
                  <a:lnTo>
                    <a:pt x="37423" y="3654"/>
                  </a:lnTo>
                  <a:lnTo>
                    <a:pt x="38641" y="3840"/>
                  </a:lnTo>
                  <a:lnTo>
                    <a:pt x="39797" y="4047"/>
                  </a:lnTo>
                  <a:lnTo>
                    <a:pt x="40932" y="4274"/>
                  </a:lnTo>
                  <a:lnTo>
                    <a:pt x="42026" y="4521"/>
                  </a:lnTo>
                  <a:lnTo>
                    <a:pt x="43079" y="4748"/>
                  </a:lnTo>
                  <a:lnTo>
                    <a:pt x="44090" y="4996"/>
                  </a:lnTo>
                  <a:lnTo>
                    <a:pt x="45060" y="5264"/>
                  </a:lnTo>
                  <a:lnTo>
                    <a:pt x="45989" y="5512"/>
                  </a:lnTo>
                  <a:lnTo>
                    <a:pt x="46381" y="5615"/>
                  </a:lnTo>
                  <a:lnTo>
                    <a:pt x="46072" y="5368"/>
                  </a:lnTo>
                  <a:lnTo>
                    <a:pt x="41427" y="1404"/>
                  </a:lnTo>
                  <a:lnTo>
                    <a:pt x="40148" y="352"/>
                  </a:lnTo>
                  <a:lnTo>
                    <a:pt x="39817" y="83"/>
                  </a:lnTo>
                  <a:lnTo>
                    <a:pt x="3969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1" name="Google Shape;861;p27">
              <a:extLst>
                <a:ext uri="{FF2B5EF4-FFF2-40B4-BE49-F238E27FC236}">
                  <a16:creationId xmlns:a16="http://schemas.microsoft.com/office/drawing/2014/main" id="{BE5D4D3F-9DEC-DE7D-67A0-C27F0D457E6A}"/>
                </a:ext>
              </a:extLst>
            </p:cNvPr>
            <p:cNvSpPr/>
            <p:nvPr/>
          </p:nvSpPr>
          <p:spPr>
            <a:xfrm>
              <a:off x="3533375" y="3749700"/>
              <a:ext cx="278700" cy="124400"/>
            </a:xfrm>
            <a:custGeom>
              <a:avLst/>
              <a:gdLst/>
              <a:ahLst/>
              <a:cxnLst/>
              <a:rect l="l" t="t" r="r" b="b"/>
              <a:pathLst>
                <a:path w="11148" h="4976" extrusionOk="0">
                  <a:moveTo>
                    <a:pt x="5553" y="1"/>
                  </a:moveTo>
                  <a:lnTo>
                    <a:pt x="4934" y="21"/>
                  </a:lnTo>
                  <a:lnTo>
                    <a:pt x="4335" y="83"/>
                  </a:lnTo>
                  <a:lnTo>
                    <a:pt x="3778" y="166"/>
                  </a:lnTo>
                  <a:lnTo>
                    <a:pt x="3221" y="290"/>
                  </a:lnTo>
                  <a:lnTo>
                    <a:pt x="2725" y="455"/>
                  </a:lnTo>
                  <a:lnTo>
                    <a:pt x="2251" y="620"/>
                  </a:lnTo>
                  <a:lnTo>
                    <a:pt x="1797" y="806"/>
                  </a:lnTo>
                  <a:lnTo>
                    <a:pt x="1404" y="1012"/>
                  </a:lnTo>
                  <a:lnTo>
                    <a:pt x="1054" y="1239"/>
                  </a:lnTo>
                  <a:lnTo>
                    <a:pt x="744" y="1487"/>
                  </a:lnTo>
                  <a:lnTo>
                    <a:pt x="496" y="1735"/>
                  </a:lnTo>
                  <a:lnTo>
                    <a:pt x="290" y="1982"/>
                  </a:lnTo>
                  <a:lnTo>
                    <a:pt x="145" y="2251"/>
                  </a:lnTo>
                  <a:lnTo>
                    <a:pt x="83" y="2374"/>
                  </a:lnTo>
                  <a:lnTo>
                    <a:pt x="42" y="2498"/>
                  </a:lnTo>
                  <a:lnTo>
                    <a:pt x="21" y="2643"/>
                  </a:lnTo>
                  <a:lnTo>
                    <a:pt x="1" y="2767"/>
                  </a:lnTo>
                  <a:lnTo>
                    <a:pt x="1" y="2891"/>
                  </a:lnTo>
                  <a:lnTo>
                    <a:pt x="21" y="3014"/>
                  </a:lnTo>
                  <a:lnTo>
                    <a:pt x="42" y="3138"/>
                  </a:lnTo>
                  <a:lnTo>
                    <a:pt x="83" y="3262"/>
                  </a:lnTo>
                  <a:lnTo>
                    <a:pt x="145" y="3386"/>
                  </a:lnTo>
                  <a:lnTo>
                    <a:pt x="207" y="3489"/>
                  </a:lnTo>
                  <a:lnTo>
                    <a:pt x="393" y="3696"/>
                  </a:lnTo>
                  <a:lnTo>
                    <a:pt x="620" y="3902"/>
                  </a:lnTo>
                  <a:lnTo>
                    <a:pt x="868" y="4088"/>
                  </a:lnTo>
                  <a:lnTo>
                    <a:pt x="1177" y="4232"/>
                  </a:lnTo>
                  <a:lnTo>
                    <a:pt x="1508" y="4377"/>
                  </a:lnTo>
                  <a:lnTo>
                    <a:pt x="1859" y="4521"/>
                  </a:lnTo>
                  <a:lnTo>
                    <a:pt x="2230" y="4624"/>
                  </a:lnTo>
                  <a:lnTo>
                    <a:pt x="2622" y="4707"/>
                  </a:lnTo>
                  <a:lnTo>
                    <a:pt x="3056" y="4790"/>
                  </a:lnTo>
                  <a:lnTo>
                    <a:pt x="3489" y="4872"/>
                  </a:lnTo>
                  <a:lnTo>
                    <a:pt x="3943" y="4913"/>
                  </a:lnTo>
                  <a:lnTo>
                    <a:pt x="4418" y="4955"/>
                  </a:lnTo>
                  <a:lnTo>
                    <a:pt x="4893" y="4975"/>
                  </a:lnTo>
                  <a:lnTo>
                    <a:pt x="6131" y="4975"/>
                  </a:lnTo>
                  <a:lnTo>
                    <a:pt x="6647" y="4934"/>
                  </a:lnTo>
                  <a:lnTo>
                    <a:pt x="7143" y="4893"/>
                  </a:lnTo>
                  <a:lnTo>
                    <a:pt x="7617" y="4831"/>
                  </a:lnTo>
                  <a:lnTo>
                    <a:pt x="8092" y="4748"/>
                  </a:lnTo>
                  <a:lnTo>
                    <a:pt x="8526" y="4666"/>
                  </a:lnTo>
                  <a:lnTo>
                    <a:pt x="8938" y="4562"/>
                  </a:lnTo>
                  <a:lnTo>
                    <a:pt x="9331" y="4439"/>
                  </a:lnTo>
                  <a:lnTo>
                    <a:pt x="9682" y="4294"/>
                  </a:lnTo>
                  <a:lnTo>
                    <a:pt x="10012" y="4150"/>
                  </a:lnTo>
                  <a:lnTo>
                    <a:pt x="10321" y="3964"/>
                  </a:lnTo>
                  <a:lnTo>
                    <a:pt x="10569" y="3799"/>
                  </a:lnTo>
                  <a:lnTo>
                    <a:pt x="10776" y="3592"/>
                  </a:lnTo>
                  <a:lnTo>
                    <a:pt x="10961" y="3365"/>
                  </a:lnTo>
                  <a:lnTo>
                    <a:pt x="11023" y="3262"/>
                  </a:lnTo>
                  <a:lnTo>
                    <a:pt x="11065" y="3138"/>
                  </a:lnTo>
                  <a:lnTo>
                    <a:pt x="11106" y="3014"/>
                  </a:lnTo>
                  <a:lnTo>
                    <a:pt x="11147" y="2891"/>
                  </a:lnTo>
                  <a:lnTo>
                    <a:pt x="11147" y="2767"/>
                  </a:lnTo>
                  <a:lnTo>
                    <a:pt x="11147" y="2643"/>
                  </a:lnTo>
                  <a:lnTo>
                    <a:pt x="11126" y="2519"/>
                  </a:lnTo>
                  <a:lnTo>
                    <a:pt x="11106" y="2374"/>
                  </a:lnTo>
                  <a:lnTo>
                    <a:pt x="11065" y="2251"/>
                  </a:lnTo>
                  <a:lnTo>
                    <a:pt x="11003" y="2127"/>
                  </a:lnTo>
                  <a:lnTo>
                    <a:pt x="10837" y="1879"/>
                  </a:lnTo>
                  <a:lnTo>
                    <a:pt x="10631" y="1611"/>
                  </a:lnTo>
                  <a:lnTo>
                    <a:pt x="10363" y="1384"/>
                  </a:lnTo>
                  <a:lnTo>
                    <a:pt x="10053" y="1157"/>
                  </a:lnTo>
                  <a:lnTo>
                    <a:pt x="9702" y="930"/>
                  </a:lnTo>
                  <a:lnTo>
                    <a:pt x="9310" y="723"/>
                  </a:lnTo>
                  <a:lnTo>
                    <a:pt x="8877" y="558"/>
                  </a:lnTo>
                  <a:lnTo>
                    <a:pt x="8422" y="393"/>
                  </a:lnTo>
                  <a:lnTo>
                    <a:pt x="7927" y="248"/>
                  </a:lnTo>
                  <a:lnTo>
                    <a:pt x="7390" y="145"/>
                  </a:lnTo>
                  <a:lnTo>
                    <a:pt x="6833" y="63"/>
                  </a:lnTo>
                  <a:lnTo>
                    <a:pt x="6255" y="21"/>
                  </a:lnTo>
                  <a:lnTo>
                    <a:pt x="5657" y="1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2" name="Google Shape;862;p27">
              <a:extLst>
                <a:ext uri="{FF2B5EF4-FFF2-40B4-BE49-F238E27FC236}">
                  <a16:creationId xmlns:a16="http://schemas.microsoft.com/office/drawing/2014/main" id="{0B7CFB91-6C3F-D454-498C-32CF9A12C341}"/>
                </a:ext>
              </a:extLst>
            </p:cNvPr>
            <p:cNvSpPr/>
            <p:nvPr/>
          </p:nvSpPr>
          <p:spPr>
            <a:xfrm>
              <a:off x="3533375" y="3749700"/>
              <a:ext cx="278700" cy="124400"/>
            </a:xfrm>
            <a:custGeom>
              <a:avLst/>
              <a:gdLst/>
              <a:ahLst/>
              <a:cxnLst/>
              <a:rect l="l" t="t" r="r" b="b"/>
              <a:pathLst>
                <a:path w="11148" h="4976" fill="none" extrusionOk="0">
                  <a:moveTo>
                    <a:pt x="5657" y="1"/>
                  </a:moveTo>
                  <a:lnTo>
                    <a:pt x="5657" y="1"/>
                  </a:lnTo>
                  <a:lnTo>
                    <a:pt x="5553" y="1"/>
                  </a:lnTo>
                  <a:lnTo>
                    <a:pt x="5553" y="1"/>
                  </a:lnTo>
                  <a:lnTo>
                    <a:pt x="4934" y="21"/>
                  </a:lnTo>
                  <a:lnTo>
                    <a:pt x="4335" y="83"/>
                  </a:lnTo>
                  <a:lnTo>
                    <a:pt x="3778" y="166"/>
                  </a:lnTo>
                  <a:lnTo>
                    <a:pt x="3221" y="290"/>
                  </a:lnTo>
                  <a:lnTo>
                    <a:pt x="2725" y="455"/>
                  </a:lnTo>
                  <a:lnTo>
                    <a:pt x="2251" y="620"/>
                  </a:lnTo>
                  <a:lnTo>
                    <a:pt x="1797" y="806"/>
                  </a:lnTo>
                  <a:lnTo>
                    <a:pt x="1404" y="1012"/>
                  </a:lnTo>
                  <a:lnTo>
                    <a:pt x="1404" y="1012"/>
                  </a:lnTo>
                  <a:lnTo>
                    <a:pt x="1054" y="1239"/>
                  </a:lnTo>
                  <a:lnTo>
                    <a:pt x="744" y="1487"/>
                  </a:lnTo>
                  <a:lnTo>
                    <a:pt x="496" y="1735"/>
                  </a:lnTo>
                  <a:lnTo>
                    <a:pt x="290" y="1982"/>
                  </a:lnTo>
                  <a:lnTo>
                    <a:pt x="145" y="2251"/>
                  </a:lnTo>
                  <a:lnTo>
                    <a:pt x="83" y="2374"/>
                  </a:lnTo>
                  <a:lnTo>
                    <a:pt x="42" y="2498"/>
                  </a:lnTo>
                  <a:lnTo>
                    <a:pt x="21" y="2643"/>
                  </a:lnTo>
                  <a:lnTo>
                    <a:pt x="1" y="2767"/>
                  </a:lnTo>
                  <a:lnTo>
                    <a:pt x="1" y="2891"/>
                  </a:lnTo>
                  <a:lnTo>
                    <a:pt x="21" y="3014"/>
                  </a:lnTo>
                  <a:lnTo>
                    <a:pt x="21" y="3014"/>
                  </a:lnTo>
                  <a:lnTo>
                    <a:pt x="42" y="3138"/>
                  </a:lnTo>
                  <a:lnTo>
                    <a:pt x="83" y="3262"/>
                  </a:lnTo>
                  <a:lnTo>
                    <a:pt x="145" y="3386"/>
                  </a:lnTo>
                  <a:lnTo>
                    <a:pt x="207" y="3489"/>
                  </a:lnTo>
                  <a:lnTo>
                    <a:pt x="393" y="3696"/>
                  </a:lnTo>
                  <a:lnTo>
                    <a:pt x="620" y="3902"/>
                  </a:lnTo>
                  <a:lnTo>
                    <a:pt x="868" y="4088"/>
                  </a:lnTo>
                  <a:lnTo>
                    <a:pt x="1177" y="4232"/>
                  </a:lnTo>
                  <a:lnTo>
                    <a:pt x="1508" y="4377"/>
                  </a:lnTo>
                  <a:lnTo>
                    <a:pt x="1859" y="4521"/>
                  </a:lnTo>
                  <a:lnTo>
                    <a:pt x="1859" y="4521"/>
                  </a:lnTo>
                  <a:lnTo>
                    <a:pt x="2230" y="4624"/>
                  </a:lnTo>
                  <a:lnTo>
                    <a:pt x="2622" y="4707"/>
                  </a:lnTo>
                  <a:lnTo>
                    <a:pt x="3056" y="4790"/>
                  </a:lnTo>
                  <a:lnTo>
                    <a:pt x="3489" y="4872"/>
                  </a:lnTo>
                  <a:lnTo>
                    <a:pt x="3943" y="4913"/>
                  </a:lnTo>
                  <a:lnTo>
                    <a:pt x="4418" y="4955"/>
                  </a:lnTo>
                  <a:lnTo>
                    <a:pt x="4893" y="4975"/>
                  </a:lnTo>
                  <a:lnTo>
                    <a:pt x="5388" y="4975"/>
                  </a:lnTo>
                  <a:lnTo>
                    <a:pt x="5388" y="4975"/>
                  </a:lnTo>
                  <a:lnTo>
                    <a:pt x="5595" y="4975"/>
                  </a:lnTo>
                  <a:lnTo>
                    <a:pt x="5595" y="4975"/>
                  </a:lnTo>
                  <a:lnTo>
                    <a:pt x="6131" y="4975"/>
                  </a:lnTo>
                  <a:lnTo>
                    <a:pt x="6647" y="4934"/>
                  </a:lnTo>
                  <a:lnTo>
                    <a:pt x="7143" y="4893"/>
                  </a:lnTo>
                  <a:lnTo>
                    <a:pt x="7617" y="4831"/>
                  </a:lnTo>
                  <a:lnTo>
                    <a:pt x="8092" y="4748"/>
                  </a:lnTo>
                  <a:lnTo>
                    <a:pt x="8526" y="4666"/>
                  </a:lnTo>
                  <a:lnTo>
                    <a:pt x="8938" y="4562"/>
                  </a:lnTo>
                  <a:lnTo>
                    <a:pt x="9331" y="4439"/>
                  </a:lnTo>
                  <a:lnTo>
                    <a:pt x="9331" y="4439"/>
                  </a:lnTo>
                  <a:lnTo>
                    <a:pt x="9682" y="4294"/>
                  </a:lnTo>
                  <a:lnTo>
                    <a:pt x="10012" y="4150"/>
                  </a:lnTo>
                  <a:lnTo>
                    <a:pt x="10321" y="3964"/>
                  </a:lnTo>
                  <a:lnTo>
                    <a:pt x="10569" y="3799"/>
                  </a:lnTo>
                  <a:lnTo>
                    <a:pt x="10776" y="3592"/>
                  </a:lnTo>
                  <a:lnTo>
                    <a:pt x="10961" y="3365"/>
                  </a:lnTo>
                  <a:lnTo>
                    <a:pt x="11023" y="3262"/>
                  </a:lnTo>
                  <a:lnTo>
                    <a:pt x="11065" y="3138"/>
                  </a:lnTo>
                  <a:lnTo>
                    <a:pt x="11106" y="3014"/>
                  </a:lnTo>
                  <a:lnTo>
                    <a:pt x="11147" y="2891"/>
                  </a:lnTo>
                  <a:lnTo>
                    <a:pt x="11147" y="2891"/>
                  </a:lnTo>
                  <a:lnTo>
                    <a:pt x="11147" y="2767"/>
                  </a:lnTo>
                  <a:lnTo>
                    <a:pt x="11147" y="2643"/>
                  </a:lnTo>
                  <a:lnTo>
                    <a:pt x="11126" y="2519"/>
                  </a:lnTo>
                  <a:lnTo>
                    <a:pt x="11106" y="2374"/>
                  </a:lnTo>
                  <a:lnTo>
                    <a:pt x="11065" y="2251"/>
                  </a:lnTo>
                  <a:lnTo>
                    <a:pt x="11003" y="2127"/>
                  </a:lnTo>
                  <a:lnTo>
                    <a:pt x="10837" y="1879"/>
                  </a:lnTo>
                  <a:lnTo>
                    <a:pt x="10631" y="1611"/>
                  </a:lnTo>
                  <a:lnTo>
                    <a:pt x="10363" y="1384"/>
                  </a:lnTo>
                  <a:lnTo>
                    <a:pt x="10053" y="1157"/>
                  </a:lnTo>
                  <a:lnTo>
                    <a:pt x="9702" y="930"/>
                  </a:lnTo>
                  <a:lnTo>
                    <a:pt x="9702" y="930"/>
                  </a:lnTo>
                  <a:lnTo>
                    <a:pt x="9310" y="723"/>
                  </a:lnTo>
                  <a:lnTo>
                    <a:pt x="8877" y="558"/>
                  </a:lnTo>
                  <a:lnTo>
                    <a:pt x="8422" y="393"/>
                  </a:lnTo>
                  <a:lnTo>
                    <a:pt x="7927" y="248"/>
                  </a:lnTo>
                  <a:lnTo>
                    <a:pt x="7390" y="145"/>
                  </a:lnTo>
                  <a:lnTo>
                    <a:pt x="6833" y="63"/>
                  </a:lnTo>
                  <a:lnTo>
                    <a:pt x="6255" y="21"/>
                  </a:lnTo>
                  <a:lnTo>
                    <a:pt x="565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3" name="Google Shape;863;p27">
              <a:extLst>
                <a:ext uri="{FF2B5EF4-FFF2-40B4-BE49-F238E27FC236}">
                  <a16:creationId xmlns:a16="http://schemas.microsoft.com/office/drawing/2014/main" id="{9A87A68A-2FB1-2A7E-93BC-56C1B2F64334}"/>
                </a:ext>
              </a:extLst>
            </p:cNvPr>
            <p:cNvSpPr/>
            <p:nvPr/>
          </p:nvSpPr>
          <p:spPr>
            <a:xfrm>
              <a:off x="2097775" y="3784275"/>
              <a:ext cx="930950" cy="777700"/>
            </a:xfrm>
            <a:custGeom>
              <a:avLst/>
              <a:gdLst/>
              <a:ahLst/>
              <a:cxnLst/>
              <a:rect l="l" t="t" r="r" b="b"/>
              <a:pathLst>
                <a:path w="37238" h="31108" extrusionOk="0">
                  <a:moveTo>
                    <a:pt x="23305" y="1"/>
                  </a:moveTo>
                  <a:lnTo>
                    <a:pt x="22665" y="21"/>
                  </a:lnTo>
                  <a:lnTo>
                    <a:pt x="22025" y="63"/>
                  </a:lnTo>
                  <a:lnTo>
                    <a:pt x="21365" y="125"/>
                  </a:lnTo>
                  <a:lnTo>
                    <a:pt x="20704" y="186"/>
                  </a:lnTo>
                  <a:lnTo>
                    <a:pt x="20023" y="269"/>
                  </a:lnTo>
                  <a:lnTo>
                    <a:pt x="19362" y="352"/>
                  </a:lnTo>
                  <a:lnTo>
                    <a:pt x="18661" y="475"/>
                  </a:lnTo>
                  <a:lnTo>
                    <a:pt x="17979" y="599"/>
                  </a:lnTo>
                  <a:lnTo>
                    <a:pt x="17278" y="744"/>
                  </a:lnTo>
                  <a:lnTo>
                    <a:pt x="16596" y="909"/>
                  </a:lnTo>
                  <a:lnTo>
                    <a:pt x="15895" y="1095"/>
                  </a:lnTo>
                  <a:lnTo>
                    <a:pt x="15193" y="1301"/>
                  </a:lnTo>
                  <a:lnTo>
                    <a:pt x="14491" y="1549"/>
                  </a:lnTo>
                  <a:lnTo>
                    <a:pt x="13769" y="1796"/>
                  </a:lnTo>
                  <a:lnTo>
                    <a:pt x="13067" y="2065"/>
                  </a:lnTo>
                  <a:lnTo>
                    <a:pt x="12386" y="2354"/>
                  </a:lnTo>
                  <a:lnTo>
                    <a:pt x="11684" y="2684"/>
                  </a:lnTo>
                  <a:lnTo>
                    <a:pt x="10982" y="3014"/>
                  </a:lnTo>
                  <a:lnTo>
                    <a:pt x="10301" y="3386"/>
                  </a:lnTo>
                  <a:lnTo>
                    <a:pt x="9620" y="3778"/>
                  </a:lnTo>
                  <a:lnTo>
                    <a:pt x="8959" y="4191"/>
                  </a:lnTo>
                  <a:lnTo>
                    <a:pt x="8299" y="4645"/>
                  </a:lnTo>
                  <a:lnTo>
                    <a:pt x="7659" y="5099"/>
                  </a:lnTo>
                  <a:lnTo>
                    <a:pt x="7040" y="5594"/>
                  </a:lnTo>
                  <a:lnTo>
                    <a:pt x="6441" y="6090"/>
                  </a:lnTo>
                  <a:lnTo>
                    <a:pt x="5863" y="6627"/>
                  </a:lnTo>
                  <a:lnTo>
                    <a:pt x="5306" y="7163"/>
                  </a:lnTo>
                  <a:lnTo>
                    <a:pt x="4790" y="7721"/>
                  </a:lnTo>
                  <a:lnTo>
                    <a:pt x="4274" y="8298"/>
                  </a:lnTo>
                  <a:lnTo>
                    <a:pt x="3799" y="8897"/>
                  </a:lnTo>
                  <a:lnTo>
                    <a:pt x="3365" y="9496"/>
                  </a:lnTo>
                  <a:lnTo>
                    <a:pt x="2932" y="10094"/>
                  </a:lnTo>
                  <a:lnTo>
                    <a:pt x="2540" y="10714"/>
                  </a:lnTo>
                  <a:lnTo>
                    <a:pt x="2189" y="11353"/>
                  </a:lnTo>
                  <a:lnTo>
                    <a:pt x="1838" y="11973"/>
                  </a:lnTo>
                  <a:lnTo>
                    <a:pt x="1528" y="12613"/>
                  </a:lnTo>
                  <a:lnTo>
                    <a:pt x="1239" y="13273"/>
                  </a:lnTo>
                  <a:lnTo>
                    <a:pt x="992" y="13913"/>
                  </a:lnTo>
                  <a:lnTo>
                    <a:pt x="765" y="14553"/>
                  </a:lnTo>
                  <a:lnTo>
                    <a:pt x="579" y="15213"/>
                  </a:lnTo>
                  <a:lnTo>
                    <a:pt x="414" y="15853"/>
                  </a:lnTo>
                  <a:lnTo>
                    <a:pt x="290" y="16514"/>
                  </a:lnTo>
                  <a:lnTo>
                    <a:pt x="187" y="17154"/>
                  </a:lnTo>
                  <a:lnTo>
                    <a:pt x="104" y="17773"/>
                  </a:lnTo>
                  <a:lnTo>
                    <a:pt x="42" y="18413"/>
                  </a:lnTo>
                  <a:lnTo>
                    <a:pt x="1" y="19032"/>
                  </a:lnTo>
                  <a:lnTo>
                    <a:pt x="1" y="19631"/>
                  </a:lnTo>
                  <a:lnTo>
                    <a:pt x="1" y="20229"/>
                  </a:lnTo>
                  <a:lnTo>
                    <a:pt x="22" y="20807"/>
                  </a:lnTo>
                  <a:lnTo>
                    <a:pt x="63" y="21385"/>
                  </a:lnTo>
                  <a:lnTo>
                    <a:pt x="145" y="21942"/>
                  </a:lnTo>
                  <a:lnTo>
                    <a:pt x="207" y="22500"/>
                  </a:lnTo>
                  <a:lnTo>
                    <a:pt x="310" y="23036"/>
                  </a:lnTo>
                  <a:lnTo>
                    <a:pt x="414" y="23552"/>
                  </a:lnTo>
                  <a:lnTo>
                    <a:pt x="558" y="24048"/>
                  </a:lnTo>
                  <a:lnTo>
                    <a:pt x="682" y="24523"/>
                  </a:lnTo>
                  <a:lnTo>
                    <a:pt x="847" y="24997"/>
                  </a:lnTo>
                  <a:lnTo>
                    <a:pt x="1012" y="25431"/>
                  </a:lnTo>
                  <a:lnTo>
                    <a:pt x="1177" y="25864"/>
                  </a:lnTo>
                  <a:lnTo>
                    <a:pt x="1363" y="26277"/>
                  </a:lnTo>
                  <a:lnTo>
                    <a:pt x="1735" y="27061"/>
                  </a:lnTo>
                  <a:lnTo>
                    <a:pt x="2127" y="27743"/>
                  </a:lnTo>
                  <a:lnTo>
                    <a:pt x="2519" y="28362"/>
                  </a:lnTo>
                  <a:lnTo>
                    <a:pt x="2911" y="28919"/>
                  </a:lnTo>
                  <a:lnTo>
                    <a:pt x="3303" y="29394"/>
                  </a:lnTo>
                  <a:lnTo>
                    <a:pt x="3985" y="30178"/>
                  </a:lnTo>
                  <a:lnTo>
                    <a:pt x="4542" y="30694"/>
                  </a:lnTo>
                  <a:lnTo>
                    <a:pt x="4893" y="31004"/>
                  </a:lnTo>
                  <a:lnTo>
                    <a:pt x="5017" y="31107"/>
                  </a:lnTo>
                  <a:lnTo>
                    <a:pt x="4893" y="30983"/>
                  </a:lnTo>
                  <a:lnTo>
                    <a:pt x="4583" y="30653"/>
                  </a:lnTo>
                  <a:lnTo>
                    <a:pt x="4047" y="30116"/>
                  </a:lnTo>
                  <a:lnTo>
                    <a:pt x="3386" y="29353"/>
                  </a:lnTo>
                  <a:lnTo>
                    <a:pt x="3014" y="28857"/>
                  </a:lnTo>
                  <a:lnTo>
                    <a:pt x="2622" y="28300"/>
                  </a:lnTo>
                  <a:lnTo>
                    <a:pt x="2230" y="27681"/>
                  </a:lnTo>
                  <a:lnTo>
                    <a:pt x="1859" y="26999"/>
                  </a:lnTo>
                  <a:lnTo>
                    <a:pt x="1487" y="26215"/>
                  </a:lnTo>
                  <a:lnTo>
                    <a:pt x="1322" y="25802"/>
                  </a:lnTo>
                  <a:lnTo>
                    <a:pt x="1157" y="25389"/>
                  </a:lnTo>
                  <a:lnTo>
                    <a:pt x="992" y="24935"/>
                  </a:lnTo>
                  <a:lnTo>
                    <a:pt x="847" y="24481"/>
                  </a:lnTo>
                  <a:lnTo>
                    <a:pt x="723" y="24006"/>
                  </a:lnTo>
                  <a:lnTo>
                    <a:pt x="599" y="23511"/>
                  </a:lnTo>
                  <a:lnTo>
                    <a:pt x="496" y="22995"/>
                  </a:lnTo>
                  <a:lnTo>
                    <a:pt x="393" y="22479"/>
                  </a:lnTo>
                  <a:lnTo>
                    <a:pt x="331" y="21922"/>
                  </a:lnTo>
                  <a:lnTo>
                    <a:pt x="269" y="21364"/>
                  </a:lnTo>
                  <a:lnTo>
                    <a:pt x="228" y="20807"/>
                  </a:lnTo>
                  <a:lnTo>
                    <a:pt x="207" y="20229"/>
                  </a:lnTo>
                  <a:lnTo>
                    <a:pt x="187" y="19631"/>
                  </a:lnTo>
                  <a:lnTo>
                    <a:pt x="207" y="19032"/>
                  </a:lnTo>
                  <a:lnTo>
                    <a:pt x="249" y="18413"/>
                  </a:lnTo>
                  <a:lnTo>
                    <a:pt x="310" y="17793"/>
                  </a:lnTo>
                  <a:lnTo>
                    <a:pt x="393" y="17174"/>
                  </a:lnTo>
                  <a:lnTo>
                    <a:pt x="496" y="16555"/>
                  </a:lnTo>
                  <a:lnTo>
                    <a:pt x="641" y="15915"/>
                  </a:lnTo>
                  <a:lnTo>
                    <a:pt x="806" y="15275"/>
                  </a:lnTo>
                  <a:lnTo>
                    <a:pt x="992" y="14635"/>
                  </a:lnTo>
                  <a:lnTo>
                    <a:pt x="1198" y="13995"/>
                  </a:lnTo>
                  <a:lnTo>
                    <a:pt x="1466" y="13356"/>
                  </a:lnTo>
                  <a:lnTo>
                    <a:pt x="1735" y="12716"/>
                  </a:lnTo>
                  <a:lnTo>
                    <a:pt x="2044" y="12096"/>
                  </a:lnTo>
                  <a:lnTo>
                    <a:pt x="2395" y="11457"/>
                  </a:lnTo>
                  <a:lnTo>
                    <a:pt x="2746" y="10837"/>
                  </a:lnTo>
                  <a:lnTo>
                    <a:pt x="3138" y="10239"/>
                  </a:lnTo>
                  <a:lnTo>
                    <a:pt x="3551" y="9620"/>
                  </a:lnTo>
                  <a:lnTo>
                    <a:pt x="4005" y="9042"/>
                  </a:lnTo>
                  <a:lnTo>
                    <a:pt x="4459" y="8464"/>
                  </a:lnTo>
                  <a:lnTo>
                    <a:pt x="4955" y="7886"/>
                  </a:lnTo>
                  <a:lnTo>
                    <a:pt x="5491" y="7349"/>
                  </a:lnTo>
                  <a:lnTo>
                    <a:pt x="6028" y="6812"/>
                  </a:lnTo>
                  <a:lnTo>
                    <a:pt x="6585" y="6276"/>
                  </a:lnTo>
                  <a:lnTo>
                    <a:pt x="7184" y="5780"/>
                  </a:lnTo>
                  <a:lnTo>
                    <a:pt x="7803" y="5306"/>
                  </a:lnTo>
                  <a:lnTo>
                    <a:pt x="8443" y="4851"/>
                  </a:lnTo>
                  <a:lnTo>
                    <a:pt x="9083" y="4397"/>
                  </a:lnTo>
                  <a:lnTo>
                    <a:pt x="9744" y="3984"/>
                  </a:lnTo>
                  <a:lnTo>
                    <a:pt x="10425" y="3613"/>
                  </a:lnTo>
                  <a:lnTo>
                    <a:pt x="11106" y="3241"/>
                  </a:lnTo>
                  <a:lnTo>
                    <a:pt x="11787" y="2911"/>
                  </a:lnTo>
                  <a:lnTo>
                    <a:pt x="12468" y="2581"/>
                  </a:lnTo>
                  <a:lnTo>
                    <a:pt x="13170" y="2292"/>
                  </a:lnTo>
                  <a:lnTo>
                    <a:pt x="13872" y="2024"/>
                  </a:lnTo>
                  <a:lnTo>
                    <a:pt x="14553" y="1776"/>
                  </a:lnTo>
                  <a:lnTo>
                    <a:pt x="15255" y="1549"/>
                  </a:lnTo>
                  <a:lnTo>
                    <a:pt x="15957" y="1342"/>
                  </a:lnTo>
                  <a:lnTo>
                    <a:pt x="16658" y="1136"/>
                  </a:lnTo>
                  <a:lnTo>
                    <a:pt x="17340" y="971"/>
                  </a:lnTo>
                  <a:lnTo>
                    <a:pt x="18021" y="826"/>
                  </a:lnTo>
                  <a:lnTo>
                    <a:pt x="18702" y="703"/>
                  </a:lnTo>
                  <a:lnTo>
                    <a:pt x="19383" y="579"/>
                  </a:lnTo>
                  <a:lnTo>
                    <a:pt x="20064" y="475"/>
                  </a:lnTo>
                  <a:lnTo>
                    <a:pt x="20725" y="414"/>
                  </a:lnTo>
                  <a:lnTo>
                    <a:pt x="21385" y="331"/>
                  </a:lnTo>
                  <a:lnTo>
                    <a:pt x="22025" y="290"/>
                  </a:lnTo>
                  <a:lnTo>
                    <a:pt x="22686" y="248"/>
                  </a:lnTo>
                  <a:lnTo>
                    <a:pt x="23305" y="228"/>
                  </a:lnTo>
                  <a:lnTo>
                    <a:pt x="24543" y="207"/>
                  </a:lnTo>
                  <a:lnTo>
                    <a:pt x="25740" y="248"/>
                  </a:lnTo>
                  <a:lnTo>
                    <a:pt x="26896" y="331"/>
                  </a:lnTo>
                  <a:lnTo>
                    <a:pt x="27990" y="455"/>
                  </a:lnTo>
                  <a:lnTo>
                    <a:pt x="29043" y="620"/>
                  </a:lnTo>
                  <a:lnTo>
                    <a:pt x="30013" y="826"/>
                  </a:lnTo>
                  <a:lnTo>
                    <a:pt x="30942" y="1053"/>
                  </a:lnTo>
                  <a:lnTo>
                    <a:pt x="31830" y="1301"/>
                  </a:lnTo>
                  <a:lnTo>
                    <a:pt x="32635" y="1569"/>
                  </a:lnTo>
                  <a:lnTo>
                    <a:pt x="33357" y="1858"/>
                  </a:lnTo>
                  <a:lnTo>
                    <a:pt x="34038" y="2147"/>
                  </a:lnTo>
                  <a:lnTo>
                    <a:pt x="34658" y="2436"/>
                  </a:lnTo>
                  <a:lnTo>
                    <a:pt x="35194" y="2705"/>
                  </a:lnTo>
                  <a:lnTo>
                    <a:pt x="35669" y="2973"/>
                  </a:lnTo>
                  <a:lnTo>
                    <a:pt x="36082" y="3221"/>
                  </a:lnTo>
                  <a:lnTo>
                    <a:pt x="36701" y="3634"/>
                  </a:lnTo>
                  <a:lnTo>
                    <a:pt x="37093" y="3902"/>
                  </a:lnTo>
                  <a:lnTo>
                    <a:pt x="37238" y="3984"/>
                  </a:lnTo>
                  <a:lnTo>
                    <a:pt x="37114" y="3881"/>
                  </a:lnTo>
                  <a:lnTo>
                    <a:pt x="36742" y="3592"/>
                  </a:lnTo>
                  <a:lnTo>
                    <a:pt x="36123" y="3159"/>
                  </a:lnTo>
                  <a:lnTo>
                    <a:pt x="35710" y="2911"/>
                  </a:lnTo>
                  <a:lnTo>
                    <a:pt x="35235" y="2622"/>
                  </a:lnTo>
                  <a:lnTo>
                    <a:pt x="34699" y="2333"/>
                  </a:lnTo>
                  <a:lnTo>
                    <a:pt x="34100" y="2044"/>
                  </a:lnTo>
                  <a:lnTo>
                    <a:pt x="33419" y="1735"/>
                  </a:lnTo>
                  <a:lnTo>
                    <a:pt x="32676" y="1446"/>
                  </a:lnTo>
                  <a:lnTo>
                    <a:pt x="31871" y="1157"/>
                  </a:lnTo>
                  <a:lnTo>
                    <a:pt x="30983" y="909"/>
                  </a:lnTo>
                  <a:lnTo>
                    <a:pt x="30055" y="661"/>
                  </a:lnTo>
                  <a:lnTo>
                    <a:pt x="29064" y="455"/>
                  </a:lnTo>
                  <a:lnTo>
                    <a:pt x="28011" y="290"/>
                  </a:lnTo>
                  <a:lnTo>
                    <a:pt x="26896" y="145"/>
                  </a:lnTo>
                  <a:lnTo>
                    <a:pt x="25761" y="42"/>
                  </a:lnTo>
                  <a:lnTo>
                    <a:pt x="24543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4" name="Google Shape;864;p27">
              <a:extLst>
                <a:ext uri="{FF2B5EF4-FFF2-40B4-BE49-F238E27FC236}">
                  <a16:creationId xmlns:a16="http://schemas.microsoft.com/office/drawing/2014/main" id="{A27F628A-34B3-569E-A99C-A193B89A87EC}"/>
                </a:ext>
              </a:extLst>
            </p:cNvPr>
            <p:cNvSpPr/>
            <p:nvPr/>
          </p:nvSpPr>
          <p:spPr>
            <a:xfrm>
              <a:off x="2417200" y="4084600"/>
              <a:ext cx="109425" cy="406675"/>
            </a:xfrm>
            <a:custGeom>
              <a:avLst/>
              <a:gdLst/>
              <a:ahLst/>
              <a:cxnLst/>
              <a:rect l="l" t="t" r="r" b="b"/>
              <a:pathLst>
                <a:path w="4377" h="16267" extrusionOk="0">
                  <a:moveTo>
                    <a:pt x="3943" y="1"/>
                  </a:moveTo>
                  <a:lnTo>
                    <a:pt x="3923" y="63"/>
                  </a:lnTo>
                  <a:lnTo>
                    <a:pt x="3923" y="207"/>
                  </a:lnTo>
                  <a:lnTo>
                    <a:pt x="3902" y="765"/>
                  </a:lnTo>
                  <a:lnTo>
                    <a:pt x="3902" y="1673"/>
                  </a:lnTo>
                  <a:lnTo>
                    <a:pt x="3902" y="2849"/>
                  </a:lnTo>
                  <a:lnTo>
                    <a:pt x="3943" y="4294"/>
                  </a:lnTo>
                  <a:lnTo>
                    <a:pt x="4005" y="5925"/>
                  </a:lnTo>
                  <a:lnTo>
                    <a:pt x="4067" y="7762"/>
                  </a:lnTo>
                  <a:lnTo>
                    <a:pt x="4129" y="9702"/>
                  </a:lnTo>
                  <a:lnTo>
                    <a:pt x="4150" y="11663"/>
                  </a:lnTo>
                  <a:lnTo>
                    <a:pt x="4129" y="12138"/>
                  </a:lnTo>
                  <a:lnTo>
                    <a:pt x="4129" y="12592"/>
                  </a:lnTo>
                  <a:lnTo>
                    <a:pt x="4088" y="13026"/>
                  </a:lnTo>
                  <a:lnTo>
                    <a:pt x="4026" y="13459"/>
                  </a:lnTo>
                  <a:lnTo>
                    <a:pt x="3943" y="13872"/>
                  </a:lnTo>
                  <a:lnTo>
                    <a:pt x="3819" y="14264"/>
                  </a:lnTo>
                  <a:lnTo>
                    <a:pt x="3654" y="14615"/>
                  </a:lnTo>
                  <a:lnTo>
                    <a:pt x="3469" y="14945"/>
                  </a:lnTo>
                  <a:lnTo>
                    <a:pt x="3241" y="15255"/>
                  </a:lnTo>
                  <a:lnTo>
                    <a:pt x="3014" y="15502"/>
                  </a:lnTo>
                  <a:lnTo>
                    <a:pt x="2746" y="15730"/>
                  </a:lnTo>
                  <a:lnTo>
                    <a:pt x="2622" y="15812"/>
                  </a:lnTo>
                  <a:lnTo>
                    <a:pt x="2478" y="15895"/>
                  </a:lnTo>
                  <a:lnTo>
                    <a:pt x="2189" y="16019"/>
                  </a:lnTo>
                  <a:lnTo>
                    <a:pt x="1900" y="16101"/>
                  </a:lnTo>
                  <a:lnTo>
                    <a:pt x="1631" y="16122"/>
                  </a:lnTo>
                  <a:lnTo>
                    <a:pt x="1384" y="16122"/>
                  </a:lnTo>
                  <a:lnTo>
                    <a:pt x="1136" y="16080"/>
                  </a:lnTo>
                  <a:lnTo>
                    <a:pt x="909" y="16039"/>
                  </a:lnTo>
                  <a:lnTo>
                    <a:pt x="723" y="15957"/>
                  </a:lnTo>
                  <a:lnTo>
                    <a:pt x="558" y="15874"/>
                  </a:lnTo>
                  <a:lnTo>
                    <a:pt x="414" y="15771"/>
                  </a:lnTo>
                  <a:lnTo>
                    <a:pt x="290" y="15688"/>
                  </a:lnTo>
                  <a:lnTo>
                    <a:pt x="125" y="15502"/>
                  </a:lnTo>
                  <a:lnTo>
                    <a:pt x="42" y="15399"/>
                  </a:lnTo>
                  <a:lnTo>
                    <a:pt x="1" y="15358"/>
                  </a:lnTo>
                  <a:lnTo>
                    <a:pt x="1" y="15358"/>
                  </a:lnTo>
                  <a:lnTo>
                    <a:pt x="21" y="15420"/>
                  </a:lnTo>
                  <a:lnTo>
                    <a:pt x="83" y="15544"/>
                  </a:lnTo>
                  <a:lnTo>
                    <a:pt x="166" y="15626"/>
                  </a:lnTo>
                  <a:lnTo>
                    <a:pt x="248" y="15730"/>
                  </a:lnTo>
                  <a:lnTo>
                    <a:pt x="352" y="15833"/>
                  </a:lnTo>
                  <a:lnTo>
                    <a:pt x="496" y="15957"/>
                  </a:lnTo>
                  <a:lnTo>
                    <a:pt x="661" y="16060"/>
                  </a:lnTo>
                  <a:lnTo>
                    <a:pt x="868" y="16142"/>
                  </a:lnTo>
                  <a:lnTo>
                    <a:pt x="1095" y="16204"/>
                  </a:lnTo>
                  <a:lnTo>
                    <a:pt x="1363" y="16266"/>
                  </a:lnTo>
                  <a:lnTo>
                    <a:pt x="1631" y="16266"/>
                  </a:lnTo>
                  <a:lnTo>
                    <a:pt x="1941" y="16246"/>
                  </a:lnTo>
                  <a:lnTo>
                    <a:pt x="2251" y="16184"/>
                  </a:lnTo>
                  <a:lnTo>
                    <a:pt x="2395" y="16122"/>
                  </a:lnTo>
                  <a:lnTo>
                    <a:pt x="2560" y="16060"/>
                  </a:lnTo>
                  <a:lnTo>
                    <a:pt x="2705" y="15977"/>
                  </a:lnTo>
                  <a:lnTo>
                    <a:pt x="2849" y="15874"/>
                  </a:lnTo>
                  <a:lnTo>
                    <a:pt x="3014" y="15771"/>
                  </a:lnTo>
                  <a:lnTo>
                    <a:pt x="3138" y="15647"/>
                  </a:lnTo>
                  <a:lnTo>
                    <a:pt x="3407" y="15379"/>
                  </a:lnTo>
                  <a:lnTo>
                    <a:pt x="3634" y="15069"/>
                  </a:lnTo>
                  <a:lnTo>
                    <a:pt x="3840" y="14718"/>
                  </a:lnTo>
                  <a:lnTo>
                    <a:pt x="4026" y="14326"/>
                  </a:lnTo>
                  <a:lnTo>
                    <a:pt x="4150" y="13934"/>
                  </a:lnTo>
                  <a:lnTo>
                    <a:pt x="4253" y="13500"/>
                  </a:lnTo>
                  <a:lnTo>
                    <a:pt x="4315" y="13046"/>
                  </a:lnTo>
                  <a:lnTo>
                    <a:pt x="4356" y="12592"/>
                  </a:lnTo>
                  <a:lnTo>
                    <a:pt x="4377" y="12138"/>
                  </a:lnTo>
                  <a:lnTo>
                    <a:pt x="4377" y="11663"/>
                  </a:lnTo>
                  <a:lnTo>
                    <a:pt x="4377" y="10693"/>
                  </a:lnTo>
                  <a:lnTo>
                    <a:pt x="4377" y="9702"/>
                  </a:lnTo>
                  <a:lnTo>
                    <a:pt x="4315" y="7741"/>
                  </a:lnTo>
                  <a:lnTo>
                    <a:pt x="4232" y="5925"/>
                  </a:lnTo>
                  <a:lnTo>
                    <a:pt x="4088" y="2849"/>
                  </a:lnTo>
                  <a:lnTo>
                    <a:pt x="4005" y="765"/>
                  </a:lnTo>
                  <a:lnTo>
                    <a:pt x="3964" y="207"/>
                  </a:lnTo>
                  <a:lnTo>
                    <a:pt x="3964" y="63"/>
                  </a:lnTo>
                  <a:lnTo>
                    <a:pt x="3943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5" name="Google Shape;865;p27">
              <a:extLst>
                <a:ext uri="{FF2B5EF4-FFF2-40B4-BE49-F238E27FC236}">
                  <a16:creationId xmlns:a16="http://schemas.microsoft.com/office/drawing/2014/main" id="{D210E8F3-AD3B-9646-002B-FAFA541DDD1B}"/>
                </a:ext>
              </a:extLst>
            </p:cNvPr>
            <p:cNvSpPr/>
            <p:nvPr/>
          </p:nvSpPr>
          <p:spPr>
            <a:xfrm>
              <a:off x="2747975" y="4084600"/>
              <a:ext cx="109425" cy="406675"/>
            </a:xfrm>
            <a:custGeom>
              <a:avLst/>
              <a:gdLst/>
              <a:ahLst/>
              <a:cxnLst/>
              <a:rect l="l" t="t" r="r" b="b"/>
              <a:pathLst>
                <a:path w="4377" h="16267" extrusionOk="0">
                  <a:moveTo>
                    <a:pt x="3943" y="1"/>
                  </a:moveTo>
                  <a:lnTo>
                    <a:pt x="3923" y="63"/>
                  </a:lnTo>
                  <a:lnTo>
                    <a:pt x="3902" y="207"/>
                  </a:lnTo>
                  <a:lnTo>
                    <a:pt x="3881" y="765"/>
                  </a:lnTo>
                  <a:lnTo>
                    <a:pt x="3881" y="1673"/>
                  </a:lnTo>
                  <a:lnTo>
                    <a:pt x="3902" y="2849"/>
                  </a:lnTo>
                  <a:lnTo>
                    <a:pt x="3943" y="4294"/>
                  </a:lnTo>
                  <a:lnTo>
                    <a:pt x="3985" y="5925"/>
                  </a:lnTo>
                  <a:lnTo>
                    <a:pt x="4047" y="7762"/>
                  </a:lnTo>
                  <a:lnTo>
                    <a:pt x="4108" y="9702"/>
                  </a:lnTo>
                  <a:lnTo>
                    <a:pt x="4129" y="11663"/>
                  </a:lnTo>
                  <a:lnTo>
                    <a:pt x="4129" y="12138"/>
                  </a:lnTo>
                  <a:lnTo>
                    <a:pt x="4108" y="12592"/>
                  </a:lnTo>
                  <a:lnTo>
                    <a:pt x="4067" y="13026"/>
                  </a:lnTo>
                  <a:lnTo>
                    <a:pt x="4026" y="13459"/>
                  </a:lnTo>
                  <a:lnTo>
                    <a:pt x="3923" y="13872"/>
                  </a:lnTo>
                  <a:lnTo>
                    <a:pt x="3799" y="14264"/>
                  </a:lnTo>
                  <a:lnTo>
                    <a:pt x="3654" y="14615"/>
                  </a:lnTo>
                  <a:lnTo>
                    <a:pt x="3469" y="14945"/>
                  </a:lnTo>
                  <a:lnTo>
                    <a:pt x="3242" y="15255"/>
                  </a:lnTo>
                  <a:lnTo>
                    <a:pt x="3014" y="15502"/>
                  </a:lnTo>
                  <a:lnTo>
                    <a:pt x="2746" y="15730"/>
                  </a:lnTo>
                  <a:lnTo>
                    <a:pt x="2602" y="15812"/>
                  </a:lnTo>
                  <a:lnTo>
                    <a:pt x="2478" y="15895"/>
                  </a:lnTo>
                  <a:lnTo>
                    <a:pt x="2189" y="16019"/>
                  </a:lnTo>
                  <a:lnTo>
                    <a:pt x="1900" y="16101"/>
                  </a:lnTo>
                  <a:lnTo>
                    <a:pt x="1631" y="16122"/>
                  </a:lnTo>
                  <a:lnTo>
                    <a:pt x="1363" y="16122"/>
                  </a:lnTo>
                  <a:lnTo>
                    <a:pt x="1115" y="16080"/>
                  </a:lnTo>
                  <a:lnTo>
                    <a:pt x="909" y="16039"/>
                  </a:lnTo>
                  <a:lnTo>
                    <a:pt x="703" y="15957"/>
                  </a:lnTo>
                  <a:lnTo>
                    <a:pt x="538" y="15874"/>
                  </a:lnTo>
                  <a:lnTo>
                    <a:pt x="414" y="15771"/>
                  </a:lnTo>
                  <a:lnTo>
                    <a:pt x="290" y="15688"/>
                  </a:lnTo>
                  <a:lnTo>
                    <a:pt x="125" y="15502"/>
                  </a:lnTo>
                  <a:lnTo>
                    <a:pt x="42" y="15399"/>
                  </a:lnTo>
                  <a:lnTo>
                    <a:pt x="1" y="15358"/>
                  </a:lnTo>
                  <a:lnTo>
                    <a:pt x="1" y="15358"/>
                  </a:lnTo>
                  <a:lnTo>
                    <a:pt x="21" y="15420"/>
                  </a:lnTo>
                  <a:lnTo>
                    <a:pt x="83" y="15544"/>
                  </a:lnTo>
                  <a:lnTo>
                    <a:pt x="145" y="15626"/>
                  </a:lnTo>
                  <a:lnTo>
                    <a:pt x="228" y="15730"/>
                  </a:lnTo>
                  <a:lnTo>
                    <a:pt x="352" y="15833"/>
                  </a:lnTo>
                  <a:lnTo>
                    <a:pt x="496" y="15957"/>
                  </a:lnTo>
                  <a:lnTo>
                    <a:pt x="661" y="16060"/>
                  </a:lnTo>
                  <a:lnTo>
                    <a:pt x="868" y="16142"/>
                  </a:lnTo>
                  <a:lnTo>
                    <a:pt x="1095" y="16204"/>
                  </a:lnTo>
                  <a:lnTo>
                    <a:pt x="1363" y="16266"/>
                  </a:lnTo>
                  <a:lnTo>
                    <a:pt x="1631" y="16266"/>
                  </a:lnTo>
                  <a:lnTo>
                    <a:pt x="1920" y="16246"/>
                  </a:lnTo>
                  <a:lnTo>
                    <a:pt x="2230" y="16184"/>
                  </a:lnTo>
                  <a:lnTo>
                    <a:pt x="2395" y="16122"/>
                  </a:lnTo>
                  <a:lnTo>
                    <a:pt x="2540" y="16060"/>
                  </a:lnTo>
                  <a:lnTo>
                    <a:pt x="2705" y="15977"/>
                  </a:lnTo>
                  <a:lnTo>
                    <a:pt x="2849" y="15874"/>
                  </a:lnTo>
                  <a:lnTo>
                    <a:pt x="2994" y="15771"/>
                  </a:lnTo>
                  <a:lnTo>
                    <a:pt x="3138" y="15647"/>
                  </a:lnTo>
                  <a:lnTo>
                    <a:pt x="3407" y="15379"/>
                  </a:lnTo>
                  <a:lnTo>
                    <a:pt x="3634" y="15069"/>
                  </a:lnTo>
                  <a:lnTo>
                    <a:pt x="3840" y="14718"/>
                  </a:lnTo>
                  <a:lnTo>
                    <a:pt x="4005" y="14326"/>
                  </a:lnTo>
                  <a:lnTo>
                    <a:pt x="4150" y="13934"/>
                  </a:lnTo>
                  <a:lnTo>
                    <a:pt x="4232" y="13500"/>
                  </a:lnTo>
                  <a:lnTo>
                    <a:pt x="4315" y="13046"/>
                  </a:lnTo>
                  <a:lnTo>
                    <a:pt x="4356" y="12592"/>
                  </a:lnTo>
                  <a:lnTo>
                    <a:pt x="4377" y="12138"/>
                  </a:lnTo>
                  <a:lnTo>
                    <a:pt x="4377" y="11663"/>
                  </a:lnTo>
                  <a:lnTo>
                    <a:pt x="4377" y="10693"/>
                  </a:lnTo>
                  <a:lnTo>
                    <a:pt x="4356" y="9702"/>
                  </a:lnTo>
                  <a:lnTo>
                    <a:pt x="4294" y="7741"/>
                  </a:lnTo>
                  <a:lnTo>
                    <a:pt x="4212" y="5925"/>
                  </a:lnTo>
                  <a:lnTo>
                    <a:pt x="4067" y="2849"/>
                  </a:lnTo>
                  <a:lnTo>
                    <a:pt x="3985" y="765"/>
                  </a:lnTo>
                  <a:lnTo>
                    <a:pt x="3964" y="207"/>
                  </a:lnTo>
                  <a:lnTo>
                    <a:pt x="3943" y="63"/>
                  </a:lnTo>
                  <a:lnTo>
                    <a:pt x="3943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6" name="Google Shape;866;p27">
              <a:extLst>
                <a:ext uri="{FF2B5EF4-FFF2-40B4-BE49-F238E27FC236}">
                  <a16:creationId xmlns:a16="http://schemas.microsoft.com/office/drawing/2014/main" id="{61C85E7F-2946-0D35-5FFC-517857459765}"/>
                </a:ext>
              </a:extLst>
            </p:cNvPr>
            <p:cNvSpPr/>
            <p:nvPr/>
          </p:nvSpPr>
          <p:spPr>
            <a:xfrm>
              <a:off x="2564275" y="4370500"/>
              <a:ext cx="692550" cy="375175"/>
            </a:xfrm>
            <a:custGeom>
              <a:avLst/>
              <a:gdLst/>
              <a:ahLst/>
              <a:cxnLst/>
              <a:rect l="l" t="t" r="r" b="b"/>
              <a:pathLst>
                <a:path w="27702" h="15007" extrusionOk="0">
                  <a:moveTo>
                    <a:pt x="27701" y="0"/>
                  </a:moveTo>
                  <a:lnTo>
                    <a:pt x="27660" y="83"/>
                  </a:lnTo>
                  <a:lnTo>
                    <a:pt x="27557" y="310"/>
                  </a:lnTo>
                  <a:lnTo>
                    <a:pt x="27391" y="681"/>
                  </a:lnTo>
                  <a:lnTo>
                    <a:pt x="27288" y="929"/>
                  </a:lnTo>
                  <a:lnTo>
                    <a:pt x="27164" y="1218"/>
                  </a:lnTo>
                  <a:lnTo>
                    <a:pt x="26855" y="1858"/>
                  </a:lnTo>
                  <a:lnTo>
                    <a:pt x="26442" y="2601"/>
                  </a:lnTo>
                  <a:lnTo>
                    <a:pt x="25947" y="3427"/>
                  </a:lnTo>
                  <a:lnTo>
                    <a:pt x="25658" y="3860"/>
                  </a:lnTo>
                  <a:lnTo>
                    <a:pt x="25348" y="4335"/>
                  </a:lnTo>
                  <a:lnTo>
                    <a:pt x="25018" y="4810"/>
                  </a:lnTo>
                  <a:lnTo>
                    <a:pt x="24646" y="5284"/>
                  </a:lnTo>
                  <a:lnTo>
                    <a:pt x="24233" y="5780"/>
                  </a:lnTo>
                  <a:lnTo>
                    <a:pt x="23821" y="6296"/>
                  </a:lnTo>
                  <a:lnTo>
                    <a:pt x="23346" y="6791"/>
                  </a:lnTo>
                  <a:lnTo>
                    <a:pt x="22871" y="7307"/>
                  </a:lnTo>
                  <a:lnTo>
                    <a:pt x="22355" y="7803"/>
                  </a:lnTo>
                  <a:lnTo>
                    <a:pt x="21798" y="8319"/>
                  </a:lnTo>
                  <a:lnTo>
                    <a:pt x="21220" y="8814"/>
                  </a:lnTo>
                  <a:lnTo>
                    <a:pt x="20621" y="9309"/>
                  </a:lnTo>
                  <a:lnTo>
                    <a:pt x="19981" y="9805"/>
                  </a:lnTo>
                  <a:lnTo>
                    <a:pt x="19321" y="10280"/>
                  </a:lnTo>
                  <a:lnTo>
                    <a:pt x="18619" y="10734"/>
                  </a:lnTo>
                  <a:lnTo>
                    <a:pt x="17917" y="11167"/>
                  </a:lnTo>
                  <a:lnTo>
                    <a:pt x="17174" y="11580"/>
                  </a:lnTo>
                  <a:lnTo>
                    <a:pt x="16390" y="11993"/>
                  </a:lnTo>
                  <a:lnTo>
                    <a:pt x="15626" y="12364"/>
                  </a:lnTo>
                  <a:lnTo>
                    <a:pt x="14842" y="12715"/>
                  </a:lnTo>
                  <a:lnTo>
                    <a:pt x="14057" y="13045"/>
                  </a:lnTo>
                  <a:lnTo>
                    <a:pt x="13294" y="13334"/>
                  </a:lnTo>
                  <a:lnTo>
                    <a:pt x="12509" y="13603"/>
                  </a:lnTo>
                  <a:lnTo>
                    <a:pt x="11766" y="13850"/>
                  </a:lnTo>
                  <a:lnTo>
                    <a:pt x="11002" y="14057"/>
                  </a:lnTo>
                  <a:lnTo>
                    <a:pt x="10259" y="14243"/>
                  </a:lnTo>
                  <a:lnTo>
                    <a:pt x="9537" y="14387"/>
                  </a:lnTo>
                  <a:lnTo>
                    <a:pt x="8814" y="14511"/>
                  </a:lnTo>
                  <a:lnTo>
                    <a:pt x="8113" y="14614"/>
                  </a:lnTo>
                  <a:lnTo>
                    <a:pt x="7431" y="14676"/>
                  </a:lnTo>
                  <a:lnTo>
                    <a:pt x="6771" y="14738"/>
                  </a:lnTo>
                  <a:lnTo>
                    <a:pt x="6152" y="14779"/>
                  </a:lnTo>
                  <a:lnTo>
                    <a:pt x="4954" y="14821"/>
                  </a:lnTo>
                  <a:lnTo>
                    <a:pt x="3860" y="14821"/>
                  </a:lnTo>
                  <a:lnTo>
                    <a:pt x="2890" y="14800"/>
                  </a:lnTo>
                  <a:lnTo>
                    <a:pt x="1322" y="14738"/>
                  </a:lnTo>
                  <a:lnTo>
                    <a:pt x="351" y="14717"/>
                  </a:lnTo>
                  <a:lnTo>
                    <a:pt x="1" y="14717"/>
                  </a:lnTo>
                  <a:lnTo>
                    <a:pt x="83" y="14738"/>
                  </a:lnTo>
                  <a:lnTo>
                    <a:pt x="331" y="14759"/>
                  </a:lnTo>
                  <a:lnTo>
                    <a:pt x="1322" y="14841"/>
                  </a:lnTo>
                  <a:lnTo>
                    <a:pt x="2870" y="14944"/>
                  </a:lnTo>
                  <a:lnTo>
                    <a:pt x="3860" y="14986"/>
                  </a:lnTo>
                  <a:lnTo>
                    <a:pt x="4954" y="15006"/>
                  </a:lnTo>
                  <a:lnTo>
                    <a:pt x="6152" y="14965"/>
                  </a:lnTo>
                  <a:lnTo>
                    <a:pt x="6792" y="14944"/>
                  </a:lnTo>
                  <a:lnTo>
                    <a:pt x="7452" y="14883"/>
                  </a:lnTo>
                  <a:lnTo>
                    <a:pt x="8133" y="14821"/>
                  </a:lnTo>
                  <a:lnTo>
                    <a:pt x="8856" y="14738"/>
                  </a:lnTo>
                  <a:lnTo>
                    <a:pt x="9578" y="14614"/>
                  </a:lnTo>
                  <a:lnTo>
                    <a:pt x="10301" y="14449"/>
                  </a:lnTo>
                  <a:lnTo>
                    <a:pt x="11064" y="14284"/>
                  </a:lnTo>
                  <a:lnTo>
                    <a:pt x="11828" y="14077"/>
                  </a:lnTo>
                  <a:lnTo>
                    <a:pt x="12592" y="13830"/>
                  </a:lnTo>
                  <a:lnTo>
                    <a:pt x="13376" y="13561"/>
                  </a:lnTo>
                  <a:lnTo>
                    <a:pt x="14160" y="13272"/>
                  </a:lnTo>
                  <a:lnTo>
                    <a:pt x="14945" y="12942"/>
                  </a:lnTo>
                  <a:lnTo>
                    <a:pt x="15729" y="12591"/>
                  </a:lnTo>
                  <a:lnTo>
                    <a:pt x="16514" y="12220"/>
                  </a:lnTo>
                  <a:lnTo>
                    <a:pt x="17277" y="11807"/>
                  </a:lnTo>
                  <a:lnTo>
                    <a:pt x="18041" y="11373"/>
                  </a:lnTo>
                  <a:lnTo>
                    <a:pt x="18763" y="10940"/>
                  </a:lnTo>
                  <a:lnTo>
                    <a:pt x="19465" y="10465"/>
                  </a:lnTo>
                  <a:lnTo>
                    <a:pt x="20126" y="9991"/>
                  </a:lnTo>
                  <a:lnTo>
                    <a:pt x="20766" y="9495"/>
                  </a:lnTo>
                  <a:lnTo>
                    <a:pt x="21364" y="9000"/>
                  </a:lnTo>
                  <a:lnTo>
                    <a:pt x="21963" y="8484"/>
                  </a:lnTo>
                  <a:lnTo>
                    <a:pt x="22500" y="7968"/>
                  </a:lnTo>
                  <a:lnTo>
                    <a:pt x="23016" y="7452"/>
                  </a:lnTo>
                  <a:lnTo>
                    <a:pt x="23511" y="6936"/>
                  </a:lnTo>
                  <a:lnTo>
                    <a:pt x="23965" y="6420"/>
                  </a:lnTo>
                  <a:lnTo>
                    <a:pt x="24398" y="5924"/>
                  </a:lnTo>
                  <a:lnTo>
                    <a:pt x="24791" y="5408"/>
                  </a:lnTo>
                  <a:lnTo>
                    <a:pt x="25162" y="4913"/>
                  </a:lnTo>
                  <a:lnTo>
                    <a:pt x="25492" y="4438"/>
                  </a:lnTo>
                  <a:lnTo>
                    <a:pt x="25802" y="3963"/>
                  </a:lnTo>
                  <a:lnTo>
                    <a:pt x="26091" y="3509"/>
                  </a:lnTo>
                  <a:lnTo>
                    <a:pt x="26566" y="2663"/>
                  </a:lnTo>
                  <a:lnTo>
                    <a:pt x="26958" y="1899"/>
                  </a:lnTo>
                  <a:lnTo>
                    <a:pt x="27247" y="1239"/>
                  </a:lnTo>
                  <a:lnTo>
                    <a:pt x="27371" y="970"/>
                  </a:lnTo>
                  <a:lnTo>
                    <a:pt x="27453" y="723"/>
                  </a:lnTo>
                  <a:lnTo>
                    <a:pt x="27598" y="330"/>
                  </a:lnTo>
                  <a:lnTo>
                    <a:pt x="27680" y="83"/>
                  </a:lnTo>
                  <a:lnTo>
                    <a:pt x="27701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7" name="Google Shape;867;p27">
              <a:extLst>
                <a:ext uri="{FF2B5EF4-FFF2-40B4-BE49-F238E27FC236}">
                  <a16:creationId xmlns:a16="http://schemas.microsoft.com/office/drawing/2014/main" id="{11E7F02C-1F7C-5807-825B-902D0BDCA303}"/>
                </a:ext>
              </a:extLst>
            </p:cNvPr>
            <p:cNvSpPr/>
            <p:nvPr/>
          </p:nvSpPr>
          <p:spPr>
            <a:xfrm>
              <a:off x="2390375" y="4039725"/>
              <a:ext cx="118200" cy="279200"/>
            </a:xfrm>
            <a:custGeom>
              <a:avLst/>
              <a:gdLst/>
              <a:ahLst/>
              <a:cxnLst/>
              <a:rect l="l" t="t" r="r" b="b"/>
              <a:pathLst>
                <a:path w="4728" h="11168" extrusionOk="0">
                  <a:moveTo>
                    <a:pt x="2766" y="0"/>
                  </a:moveTo>
                  <a:lnTo>
                    <a:pt x="2498" y="21"/>
                  </a:lnTo>
                  <a:lnTo>
                    <a:pt x="2209" y="83"/>
                  </a:lnTo>
                  <a:lnTo>
                    <a:pt x="1920" y="186"/>
                  </a:lnTo>
                  <a:lnTo>
                    <a:pt x="1631" y="310"/>
                  </a:lnTo>
                  <a:lnTo>
                    <a:pt x="1363" y="475"/>
                  </a:lnTo>
                  <a:lnTo>
                    <a:pt x="1094" y="681"/>
                  </a:lnTo>
                  <a:lnTo>
                    <a:pt x="847" y="929"/>
                  </a:lnTo>
                  <a:lnTo>
                    <a:pt x="620" y="1197"/>
                  </a:lnTo>
                  <a:lnTo>
                    <a:pt x="434" y="1507"/>
                  </a:lnTo>
                  <a:lnTo>
                    <a:pt x="269" y="1837"/>
                  </a:lnTo>
                  <a:lnTo>
                    <a:pt x="166" y="2188"/>
                  </a:lnTo>
                  <a:lnTo>
                    <a:pt x="83" y="2560"/>
                  </a:lnTo>
                  <a:lnTo>
                    <a:pt x="42" y="2952"/>
                  </a:lnTo>
                  <a:lnTo>
                    <a:pt x="21" y="3323"/>
                  </a:lnTo>
                  <a:lnTo>
                    <a:pt x="0" y="3716"/>
                  </a:lnTo>
                  <a:lnTo>
                    <a:pt x="42" y="6626"/>
                  </a:lnTo>
                  <a:lnTo>
                    <a:pt x="104" y="8979"/>
                  </a:lnTo>
                  <a:lnTo>
                    <a:pt x="145" y="10589"/>
                  </a:lnTo>
                  <a:lnTo>
                    <a:pt x="186" y="11023"/>
                  </a:lnTo>
                  <a:lnTo>
                    <a:pt x="186" y="11126"/>
                  </a:lnTo>
                  <a:lnTo>
                    <a:pt x="207" y="11167"/>
                  </a:lnTo>
                  <a:lnTo>
                    <a:pt x="228" y="11126"/>
                  </a:lnTo>
                  <a:lnTo>
                    <a:pt x="228" y="11023"/>
                  </a:lnTo>
                  <a:lnTo>
                    <a:pt x="248" y="10589"/>
                  </a:lnTo>
                  <a:lnTo>
                    <a:pt x="269" y="8979"/>
                  </a:lnTo>
                  <a:lnTo>
                    <a:pt x="269" y="6626"/>
                  </a:lnTo>
                  <a:lnTo>
                    <a:pt x="269" y="3716"/>
                  </a:lnTo>
                  <a:lnTo>
                    <a:pt x="269" y="3344"/>
                  </a:lnTo>
                  <a:lnTo>
                    <a:pt x="289" y="2972"/>
                  </a:lnTo>
                  <a:lnTo>
                    <a:pt x="331" y="2601"/>
                  </a:lnTo>
                  <a:lnTo>
                    <a:pt x="393" y="2250"/>
                  </a:lnTo>
                  <a:lnTo>
                    <a:pt x="496" y="1920"/>
                  </a:lnTo>
                  <a:lnTo>
                    <a:pt x="640" y="1610"/>
                  </a:lnTo>
                  <a:lnTo>
                    <a:pt x="805" y="1321"/>
                  </a:lnTo>
                  <a:lnTo>
                    <a:pt x="1012" y="1073"/>
                  </a:lnTo>
                  <a:lnTo>
                    <a:pt x="1239" y="846"/>
                  </a:lnTo>
                  <a:lnTo>
                    <a:pt x="1487" y="661"/>
                  </a:lnTo>
                  <a:lnTo>
                    <a:pt x="1734" y="496"/>
                  </a:lnTo>
                  <a:lnTo>
                    <a:pt x="2003" y="372"/>
                  </a:lnTo>
                  <a:lnTo>
                    <a:pt x="2271" y="268"/>
                  </a:lnTo>
                  <a:lnTo>
                    <a:pt x="2519" y="207"/>
                  </a:lnTo>
                  <a:lnTo>
                    <a:pt x="2787" y="186"/>
                  </a:lnTo>
                  <a:lnTo>
                    <a:pt x="3035" y="165"/>
                  </a:lnTo>
                  <a:lnTo>
                    <a:pt x="3262" y="207"/>
                  </a:lnTo>
                  <a:lnTo>
                    <a:pt x="3489" y="248"/>
                  </a:lnTo>
                  <a:lnTo>
                    <a:pt x="3695" y="310"/>
                  </a:lnTo>
                  <a:lnTo>
                    <a:pt x="3881" y="392"/>
                  </a:lnTo>
                  <a:lnTo>
                    <a:pt x="4025" y="496"/>
                  </a:lnTo>
                  <a:lnTo>
                    <a:pt x="4170" y="578"/>
                  </a:lnTo>
                  <a:lnTo>
                    <a:pt x="4294" y="681"/>
                  </a:lnTo>
                  <a:lnTo>
                    <a:pt x="4397" y="784"/>
                  </a:lnTo>
                  <a:lnTo>
                    <a:pt x="4542" y="991"/>
                  </a:lnTo>
                  <a:lnTo>
                    <a:pt x="4645" y="1135"/>
                  </a:lnTo>
                  <a:lnTo>
                    <a:pt x="4707" y="1239"/>
                  </a:lnTo>
                  <a:lnTo>
                    <a:pt x="4727" y="1259"/>
                  </a:lnTo>
                  <a:lnTo>
                    <a:pt x="4727" y="1218"/>
                  </a:lnTo>
                  <a:lnTo>
                    <a:pt x="4686" y="1115"/>
                  </a:lnTo>
                  <a:lnTo>
                    <a:pt x="4603" y="950"/>
                  </a:lnTo>
                  <a:lnTo>
                    <a:pt x="4562" y="846"/>
                  </a:lnTo>
                  <a:lnTo>
                    <a:pt x="4480" y="723"/>
                  </a:lnTo>
                  <a:lnTo>
                    <a:pt x="4376" y="619"/>
                  </a:lnTo>
                  <a:lnTo>
                    <a:pt x="4253" y="496"/>
                  </a:lnTo>
                  <a:lnTo>
                    <a:pt x="4108" y="372"/>
                  </a:lnTo>
                  <a:lnTo>
                    <a:pt x="3943" y="268"/>
                  </a:lnTo>
                  <a:lnTo>
                    <a:pt x="3737" y="165"/>
                  </a:lnTo>
                  <a:lnTo>
                    <a:pt x="3530" y="83"/>
                  </a:lnTo>
                  <a:lnTo>
                    <a:pt x="3303" y="41"/>
                  </a:lnTo>
                  <a:lnTo>
                    <a:pt x="30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8" name="Google Shape;868;p27">
              <a:extLst>
                <a:ext uri="{FF2B5EF4-FFF2-40B4-BE49-F238E27FC236}">
                  <a16:creationId xmlns:a16="http://schemas.microsoft.com/office/drawing/2014/main" id="{56161C03-DDDE-D3A9-6F48-1B4EE824FCC2}"/>
                </a:ext>
              </a:extLst>
            </p:cNvPr>
            <p:cNvSpPr/>
            <p:nvPr/>
          </p:nvSpPr>
          <p:spPr>
            <a:xfrm>
              <a:off x="2724250" y="4099050"/>
              <a:ext cx="6725" cy="281275"/>
            </a:xfrm>
            <a:custGeom>
              <a:avLst/>
              <a:gdLst/>
              <a:ahLst/>
              <a:cxnLst/>
              <a:rect l="l" t="t" r="r" b="b"/>
              <a:pathLst>
                <a:path w="269" h="11251" extrusionOk="0">
                  <a:moveTo>
                    <a:pt x="145" y="1"/>
                  </a:moveTo>
                  <a:lnTo>
                    <a:pt x="124" y="22"/>
                  </a:lnTo>
                  <a:lnTo>
                    <a:pt x="104" y="104"/>
                  </a:lnTo>
                  <a:lnTo>
                    <a:pt x="83" y="434"/>
                  </a:lnTo>
                  <a:lnTo>
                    <a:pt x="42" y="1652"/>
                  </a:lnTo>
                  <a:lnTo>
                    <a:pt x="21" y="3427"/>
                  </a:lnTo>
                  <a:lnTo>
                    <a:pt x="0" y="5636"/>
                  </a:lnTo>
                  <a:lnTo>
                    <a:pt x="21" y="7824"/>
                  </a:lnTo>
                  <a:lnTo>
                    <a:pt x="42" y="9620"/>
                  </a:lnTo>
                  <a:lnTo>
                    <a:pt x="83" y="10817"/>
                  </a:lnTo>
                  <a:lnTo>
                    <a:pt x="104" y="11147"/>
                  </a:lnTo>
                  <a:lnTo>
                    <a:pt x="124" y="11230"/>
                  </a:lnTo>
                  <a:lnTo>
                    <a:pt x="145" y="11250"/>
                  </a:lnTo>
                  <a:lnTo>
                    <a:pt x="145" y="11230"/>
                  </a:lnTo>
                  <a:lnTo>
                    <a:pt x="165" y="11147"/>
                  </a:lnTo>
                  <a:lnTo>
                    <a:pt x="186" y="10817"/>
                  </a:lnTo>
                  <a:lnTo>
                    <a:pt x="227" y="9620"/>
                  </a:lnTo>
                  <a:lnTo>
                    <a:pt x="248" y="7824"/>
                  </a:lnTo>
                  <a:lnTo>
                    <a:pt x="269" y="5636"/>
                  </a:lnTo>
                  <a:lnTo>
                    <a:pt x="248" y="3427"/>
                  </a:lnTo>
                  <a:lnTo>
                    <a:pt x="227" y="1652"/>
                  </a:lnTo>
                  <a:lnTo>
                    <a:pt x="186" y="434"/>
                  </a:lnTo>
                  <a:lnTo>
                    <a:pt x="165" y="104"/>
                  </a:lnTo>
                  <a:lnTo>
                    <a:pt x="145" y="22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9" name="Google Shape;869;p27">
              <a:extLst>
                <a:ext uri="{FF2B5EF4-FFF2-40B4-BE49-F238E27FC236}">
                  <a16:creationId xmlns:a16="http://schemas.microsoft.com/office/drawing/2014/main" id="{92868365-F3FF-64B5-46EC-BF7852E6E7DA}"/>
                </a:ext>
              </a:extLst>
            </p:cNvPr>
            <p:cNvSpPr/>
            <p:nvPr/>
          </p:nvSpPr>
          <p:spPr>
            <a:xfrm>
              <a:off x="2114300" y="3826075"/>
              <a:ext cx="512950" cy="419050"/>
            </a:xfrm>
            <a:custGeom>
              <a:avLst/>
              <a:gdLst/>
              <a:ahLst/>
              <a:cxnLst/>
              <a:rect l="l" t="t" r="r" b="b"/>
              <a:pathLst>
                <a:path w="20518" h="16762" extrusionOk="0">
                  <a:moveTo>
                    <a:pt x="18763" y="1"/>
                  </a:moveTo>
                  <a:lnTo>
                    <a:pt x="18041" y="42"/>
                  </a:lnTo>
                  <a:lnTo>
                    <a:pt x="17215" y="124"/>
                  </a:lnTo>
                  <a:lnTo>
                    <a:pt x="16286" y="248"/>
                  </a:lnTo>
                  <a:lnTo>
                    <a:pt x="15791" y="352"/>
                  </a:lnTo>
                  <a:lnTo>
                    <a:pt x="15275" y="455"/>
                  </a:lnTo>
                  <a:lnTo>
                    <a:pt x="14738" y="579"/>
                  </a:lnTo>
                  <a:lnTo>
                    <a:pt x="14181" y="723"/>
                  </a:lnTo>
                  <a:lnTo>
                    <a:pt x="13624" y="888"/>
                  </a:lnTo>
                  <a:lnTo>
                    <a:pt x="13046" y="1074"/>
                  </a:lnTo>
                  <a:lnTo>
                    <a:pt x="12447" y="1301"/>
                  </a:lnTo>
                  <a:lnTo>
                    <a:pt x="11848" y="1528"/>
                  </a:lnTo>
                  <a:lnTo>
                    <a:pt x="11250" y="1796"/>
                  </a:lnTo>
                  <a:lnTo>
                    <a:pt x="10651" y="2085"/>
                  </a:lnTo>
                  <a:lnTo>
                    <a:pt x="10032" y="2416"/>
                  </a:lnTo>
                  <a:lnTo>
                    <a:pt x="9413" y="2746"/>
                  </a:lnTo>
                  <a:lnTo>
                    <a:pt x="8814" y="3117"/>
                  </a:lnTo>
                  <a:lnTo>
                    <a:pt x="8195" y="3530"/>
                  </a:lnTo>
                  <a:lnTo>
                    <a:pt x="7596" y="3964"/>
                  </a:lnTo>
                  <a:lnTo>
                    <a:pt x="7018" y="4418"/>
                  </a:lnTo>
                  <a:lnTo>
                    <a:pt x="6440" y="4913"/>
                  </a:lnTo>
                  <a:lnTo>
                    <a:pt x="5883" y="5409"/>
                  </a:lnTo>
                  <a:lnTo>
                    <a:pt x="5367" y="5925"/>
                  </a:lnTo>
                  <a:lnTo>
                    <a:pt x="4892" y="6441"/>
                  </a:lnTo>
                  <a:lnTo>
                    <a:pt x="4418" y="6977"/>
                  </a:lnTo>
                  <a:lnTo>
                    <a:pt x="3984" y="7514"/>
                  </a:lnTo>
                  <a:lnTo>
                    <a:pt x="3571" y="8051"/>
                  </a:lnTo>
                  <a:lnTo>
                    <a:pt x="3200" y="8587"/>
                  </a:lnTo>
                  <a:lnTo>
                    <a:pt x="2849" y="9124"/>
                  </a:lnTo>
                  <a:lnTo>
                    <a:pt x="2519" y="9661"/>
                  </a:lnTo>
                  <a:lnTo>
                    <a:pt x="2209" y="10177"/>
                  </a:lnTo>
                  <a:lnTo>
                    <a:pt x="1920" y="10693"/>
                  </a:lnTo>
                  <a:lnTo>
                    <a:pt x="1672" y="11209"/>
                  </a:lnTo>
                  <a:lnTo>
                    <a:pt x="1445" y="11704"/>
                  </a:lnTo>
                  <a:lnTo>
                    <a:pt x="1239" y="12200"/>
                  </a:lnTo>
                  <a:lnTo>
                    <a:pt x="1053" y="12654"/>
                  </a:lnTo>
                  <a:lnTo>
                    <a:pt x="743" y="13541"/>
                  </a:lnTo>
                  <a:lnTo>
                    <a:pt x="496" y="14346"/>
                  </a:lnTo>
                  <a:lnTo>
                    <a:pt x="310" y="15048"/>
                  </a:lnTo>
                  <a:lnTo>
                    <a:pt x="166" y="15647"/>
                  </a:lnTo>
                  <a:lnTo>
                    <a:pt x="83" y="16121"/>
                  </a:lnTo>
                  <a:lnTo>
                    <a:pt x="21" y="16472"/>
                  </a:lnTo>
                  <a:lnTo>
                    <a:pt x="0" y="16699"/>
                  </a:lnTo>
                  <a:lnTo>
                    <a:pt x="0" y="16761"/>
                  </a:lnTo>
                  <a:lnTo>
                    <a:pt x="21" y="16699"/>
                  </a:lnTo>
                  <a:lnTo>
                    <a:pt x="83" y="16493"/>
                  </a:lnTo>
                  <a:lnTo>
                    <a:pt x="145" y="16142"/>
                  </a:lnTo>
                  <a:lnTo>
                    <a:pt x="269" y="15667"/>
                  </a:lnTo>
                  <a:lnTo>
                    <a:pt x="413" y="15069"/>
                  </a:lnTo>
                  <a:lnTo>
                    <a:pt x="620" y="14388"/>
                  </a:lnTo>
                  <a:lnTo>
                    <a:pt x="888" y="13603"/>
                  </a:lnTo>
                  <a:lnTo>
                    <a:pt x="1218" y="12736"/>
                  </a:lnTo>
                  <a:lnTo>
                    <a:pt x="1404" y="12262"/>
                  </a:lnTo>
                  <a:lnTo>
                    <a:pt x="1610" y="11787"/>
                  </a:lnTo>
                  <a:lnTo>
                    <a:pt x="1858" y="11291"/>
                  </a:lnTo>
                  <a:lnTo>
                    <a:pt x="2106" y="10796"/>
                  </a:lnTo>
                  <a:lnTo>
                    <a:pt x="2395" y="10280"/>
                  </a:lnTo>
                  <a:lnTo>
                    <a:pt x="2704" y="9764"/>
                  </a:lnTo>
                  <a:lnTo>
                    <a:pt x="3035" y="9248"/>
                  </a:lnTo>
                  <a:lnTo>
                    <a:pt x="3386" y="8711"/>
                  </a:lnTo>
                  <a:lnTo>
                    <a:pt x="3778" y="8175"/>
                  </a:lnTo>
                  <a:lnTo>
                    <a:pt x="4170" y="7659"/>
                  </a:lnTo>
                  <a:lnTo>
                    <a:pt x="4603" y="7122"/>
                  </a:lnTo>
                  <a:lnTo>
                    <a:pt x="5057" y="6606"/>
                  </a:lnTo>
                  <a:lnTo>
                    <a:pt x="5553" y="6090"/>
                  </a:lnTo>
                  <a:lnTo>
                    <a:pt x="6069" y="5594"/>
                  </a:lnTo>
                  <a:lnTo>
                    <a:pt x="6606" y="5099"/>
                  </a:lnTo>
                  <a:lnTo>
                    <a:pt x="7163" y="4604"/>
                  </a:lnTo>
                  <a:lnTo>
                    <a:pt x="7741" y="4150"/>
                  </a:lnTo>
                  <a:lnTo>
                    <a:pt x="8339" y="3737"/>
                  </a:lnTo>
                  <a:lnTo>
                    <a:pt x="8938" y="3324"/>
                  </a:lnTo>
                  <a:lnTo>
                    <a:pt x="9537" y="2952"/>
                  </a:lnTo>
                  <a:lnTo>
                    <a:pt x="10156" y="2622"/>
                  </a:lnTo>
                  <a:lnTo>
                    <a:pt x="10754" y="2292"/>
                  </a:lnTo>
                  <a:lnTo>
                    <a:pt x="11353" y="2003"/>
                  </a:lnTo>
                  <a:lnTo>
                    <a:pt x="11952" y="1735"/>
                  </a:lnTo>
                  <a:lnTo>
                    <a:pt x="12530" y="1507"/>
                  </a:lnTo>
                  <a:lnTo>
                    <a:pt x="13108" y="1280"/>
                  </a:lnTo>
                  <a:lnTo>
                    <a:pt x="13686" y="1095"/>
                  </a:lnTo>
                  <a:lnTo>
                    <a:pt x="14243" y="909"/>
                  </a:lnTo>
                  <a:lnTo>
                    <a:pt x="14780" y="764"/>
                  </a:lnTo>
                  <a:lnTo>
                    <a:pt x="15316" y="641"/>
                  </a:lnTo>
                  <a:lnTo>
                    <a:pt x="15832" y="517"/>
                  </a:lnTo>
                  <a:lnTo>
                    <a:pt x="16307" y="434"/>
                  </a:lnTo>
                  <a:lnTo>
                    <a:pt x="17236" y="290"/>
                  </a:lnTo>
                  <a:lnTo>
                    <a:pt x="18061" y="186"/>
                  </a:lnTo>
                  <a:lnTo>
                    <a:pt x="18784" y="124"/>
                  </a:lnTo>
                  <a:lnTo>
                    <a:pt x="19383" y="104"/>
                  </a:lnTo>
                  <a:lnTo>
                    <a:pt x="19878" y="83"/>
                  </a:lnTo>
                  <a:lnTo>
                    <a:pt x="20229" y="83"/>
                  </a:lnTo>
                  <a:lnTo>
                    <a:pt x="20435" y="63"/>
                  </a:lnTo>
                  <a:lnTo>
                    <a:pt x="20518" y="63"/>
                  </a:lnTo>
                  <a:lnTo>
                    <a:pt x="20435" y="42"/>
                  </a:lnTo>
                  <a:lnTo>
                    <a:pt x="20229" y="21"/>
                  </a:lnTo>
                  <a:lnTo>
                    <a:pt x="198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0" name="Google Shape;870;p27">
              <a:extLst>
                <a:ext uri="{FF2B5EF4-FFF2-40B4-BE49-F238E27FC236}">
                  <a16:creationId xmlns:a16="http://schemas.microsoft.com/office/drawing/2014/main" id="{87E22744-169D-EF4C-A0D5-4F924D19A237}"/>
                </a:ext>
              </a:extLst>
            </p:cNvPr>
            <p:cNvSpPr/>
            <p:nvPr/>
          </p:nvSpPr>
          <p:spPr>
            <a:xfrm>
              <a:off x="2215950" y="3218200"/>
              <a:ext cx="98600" cy="682725"/>
            </a:xfrm>
            <a:custGeom>
              <a:avLst/>
              <a:gdLst/>
              <a:ahLst/>
              <a:cxnLst/>
              <a:rect l="l" t="t" r="r" b="b"/>
              <a:pathLst>
                <a:path w="3944" h="27309" extrusionOk="0">
                  <a:moveTo>
                    <a:pt x="3943" y="0"/>
                  </a:moveTo>
                  <a:lnTo>
                    <a:pt x="3902" y="62"/>
                  </a:lnTo>
                  <a:lnTo>
                    <a:pt x="3819" y="248"/>
                  </a:lnTo>
                  <a:lnTo>
                    <a:pt x="3468" y="991"/>
                  </a:lnTo>
                  <a:lnTo>
                    <a:pt x="3241" y="1528"/>
                  </a:lnTo>
                  <a:lnTo>
                    <a:pt x="2973" y="2188"/>
                  </a:lnTo>
                  <a:lnTo>
                    <a:pt x="2684" y="2931"/>
                  </a:lnTo>
                  <a:lnTo>
                    <a:pt x="2519" y="3344"/>
                  </a:lnTo>
                  <a:lnTo>
                    <a:pt x="2374" y="3778"/>
                  </a:lnTo>
                  <a:lnTo>
                    <a:pt x="2065" y="4727"/>
                  </a:lnTo>
                  <a:lnTo>
                    <a:pt x="1900" y="5222"/>
                  </a:lnTo>
                  <a:lnTo>
                    <a:pt x="1755" y="5759"/>
                  </a:lnTo>
                  <a:lnTo>
                    <a:pt x="1590" y="6296"/>
                  </a:lnTo>
                  <a:lnTo>
                    <a:pt x="1446" y="6874"/>
                  </a:lnTo>
                  <a:lnTo>
                    <a:pt x="1136" y="8050"/>
                  </a:lnTo>
                  <a:lnTo>
                    <a:pt x="868" y="9309"/>
                  </a:lnTo>
                  <a:lnTo>
                    <a:pt x="620" y="10630"/>
                  </a:lnTo>
                  <a:lnTo>
                    <a:pt x="414" y="11993"/>
                  </a:lnTo>
                  <a:lnTo>
                    <a:pt x="228" y="13417"/>
                  </a:lnTo>
                  <a:lnTo>
                    <a:pt x="125" y="14841"/>
                  </a:lnTo>
                  <a:lnTo>
                    <a:pt x="42" y="16224"/>
                  </a:lnTo>
                  <a:lnTo>
                    <a:pt x="1" y="17566"/>
                  </a:lnTo>
                  <a:lnTo>
                    <a:pt x="21" y="18866"/>
                  </a:lnTo>
                  <a:lnTo>
                    <a:pt x="63" y="20084"/>
                  </a:lnTo>
                  <a:lnTo>
                    <a:pt x="83" y="20662"/>
                  </a:lnTo>
                  <a:lnTo>
                    <a:pt x="145" y="21240"/>
                  </a:lnTo>
                  <a:lnTo>
                    <a:pt x="186" y="21777"/>
                  </a:lnTo>
                  <a:lnTo>
                    <a:pt x="228" y="22293"/>
                  </a:lnTo>
                  <a:lnTo>
                    <a:pt x="352" y="23284"/>
                  </a:lnTo>
                  <a:lnTo>
                    <a:pt x="414" y="23758"/>
                  </a:lnTo>
                  <a:lnTo>
                    <a:pt x="475" y="24192"/>
                  </a:lnTo>
                  <a:lnTo>
                    <a:pt x="599" y="24976"/>
                  </a:lnTo>
                  <a:lnTo>
                    <a:pt x="723" y="25657"/>
                  </a:lnTo>
                  <a:lnTo>
                    <a:pt x="847" y="26235"/>
                  </a:lnTo>
                  <a:lnTo>
                    <a:pt x="1033" y="27040"/>
                  </a:lnTo>
                  <a:lnTo>
                    <a:pt x="1074" y="27247"/>
                  </a:lnTo>
                  <a:lnTo>
                    <a:pt x="1095" y="27309"/>
                  </a:lnTo>
                  <a:lnTo>
                    <a:pt x="1095" y="27226"/>
                  </a:lnTo>
                  <a:lnTo>
                    <a:pt x="1074" y="27020"/>
                  </a:lnTo>
                  <a:lnTo>
                    <a:pt x="950" y="26215"/>
                  </a:lnTo>
                  <a:lnTo>
                    <a:pt x="847" y="25637"/>
                  </a:lnTo>
                  <a:lnTo>
                    <a:pt x="744" y="24956"/>
                  </a:lnTo>
                  <a:lnTo>
                    <a:pt x="620" y="24171"/>
                  </a:lnTo>
                  <a:lnTo>
                    <a:pt x="579" y="23717"/>
                  </a:lnTo>
                  <a:lnTo>
                    <a:pt x="517" y="23263"/>
                  </a:lnTo>
                  <a:lnTo>
                    <a:pt x="414" y="22293"/>
                  </a:lnTo>
                  <a:lnTo>
                    <a:pt x="352" y="21219"/>
                  </a:lnTo>
                  <a:lnTo>
                    <a:pt x="310" y="20662"/>
                  </a:lnTo>
                  <a:lnTo>
                    <a:pt x="290" y="20064"/>
                  </a:lnTo>
                  <a:lnTo>
                    <a:pt x="248" y="18846"/>
                  </a:lnTo>
                  <a:lnTo>
                    <a:pt x="248" y="17566"/>
                  </a:lnTo>
                  <a:lnTo>
                    <a:pt x="290" y="16245"/>
                  </a:lnTo>
                  <a:lnTo>
                    <a:pt x="352" y="14862"/>
                  </a:lnTo>
                  <a:lnTo>
                    <a:pt x="475" y="13438"/>
                  </a:lnTo>
                  <a:lnTo>
                    <a:pt x="661" y="12034"/>
                  </a:lnTo>
                  <a:lnTo>
                    <a:pt x="868" y="10672"/>
                  </a:lnTo>
                  <a:lnTo>
                    <a:pt x="1095" y="9351"/>
                  </a:lnTo>
                  <a:lnTo>
                    <a:pt x="1363" y="8112"/>
                  </a:lnTo>
                  <a:lnTo>
                    <a:pt x="1652" y="6915"/>
                  </a:lnTo>
                  <a:lnTo>
                    <a:pt x="1797" y="6358"/>
                  </a:lnTo>
                  <a:lnTo>
                    <a:pt x="1941" y="5821"/>
                  </a:lnTo>
                  <a:lnTo>
                    <a:pt x="2251" y="4789"/>
                  </a:lnTo>
                  <a:lnTo>
                    <a:pt x="2540" y="3840"/>
                  </a:lnTo>
                  <a:lnTo>
                    <a:pt x="2684" y="3406"/>
                  </a:lnTo>
                  <a:lnTo>
                    <a:pt x="2829" y="2993"/>
                  </a:lnTo>
                  <a:lnTo>
                    <a:pt x="3097" y="2229"/>
                  </a:lnTo>
                  <a:lnTo>
                    <a:pt x="3345" y="1569"/>
                  </a:lnTo>
                  <a:lnTo>
                    <a:pt x="3572" y="1032"/>
                  </a:lnTo>
                  <a:lnTo>
                    <a:pt x="3861" y="269"/>
                  </a:lnTo>
                  <a:lnTo>
                    <a:pt x="3923" y="83"/>
                  </a:lnTo>
                  <a:lnTo>
                    <a:pt x="39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1" name="Google Shape;871;p27">
              <a:extLst>
                <a:ext uri="{FF2B5EF4-FFF2-40B4-BE49-F238E27FC236}">
                  <a16:creationId xmlns:a16="http://schemas.microsoft.com/office/drawing/2014/main" id="{88EDBFBC-2F71-EC16-2F8F-9742285DAB11}"/>
                </a:ext>
              </a:extLst>
            </p:cNvPr>
            <p:cNvSpPr/>
            <p:nvPr/>
          </p:nvSpPr>
          <p:spPr>
            <a:xfrm>
              <a:off x="2286125" y="2596375"/>
              <a:ext cx="46475" cy="565075"/>
            </a:xfrm>
            <a:custGeom>
              <a:avLst/>
              <a:gdLst/>
              <a:ahLst/>
              <a:cxnLst/>
              <a:rect l="l" t="t" r="r" b="b"/>
              <a:pathLst>
                <a:path w="1859" h="22603" extrusionOk="0">
                  <a:moveTo>
                    <a:pt x="1859" y="1"/>
                  </a:moveTo>
                  <a:lnTo>
                    <a:pt x="1797" y="42"/>
                  </a:lnTo>
                  <a:lnTo>
                    <a:pt x="1694" y="166"/>
                  </a:lnTo>
                  <a:lnTo>
                    <a:pt x="1508" y="393"/>
                  </a:lnTo>
                  <a:lnTo>
                    <a:pt x="1281" y="723"/>
                  </a:lnTo>
                  <a:lnTo>
                    <a:pt x="1054" y="1136"/>
                  </a:lnTo>
                  <a:lnTo>
                    <a:pt x="930" y="1383"/>
                  </a:lnTo>
                  <a:lnTo>
                    <a:pt x="806" y="1672"/>
                  </a:lnTo>
                  <a:lnTo>
                    <a:pt x="682" y="1961"/>
                  </a:lnTo>
                  <a:lnTo>
                    <a:pt x="579" y="2292"/>
                  </a:lnTo>
                  <a:lnTo>
                    <a:pt x="476" y="2643"/>
                  </a:lnTo>
                  <a:lnTo>
                    <a:pt x="393" y="3014"/>
                  </a:lnTo>
                  <a:lnTo>
                    <a:pt x="311" y="3427"/>
                  </a:lnTo>
                  <a:lnTo>
                    <a:pt x="249" y="3840"/>
                  </a:lnTo>
                  <a:lnTo>
                    <a:pt x="145" y="4727"/>
                  </a:lnTo>
                  <a:lnTo>
                    <a:pt x="83" y="5677"/>
                  </a:lnTo>
                  <a:lnTo>
                    <a:pt x="42" y="6668"/>
                  </a:lnTo>
                  <a:lnTo>
                    <a:pt x="22" y="7741"/>
                  </a:lnTo>
                  <a:lnTo>
                    <a:pt x="1" y="8835"/>
                  </a:lnTo>
                  <a:lnTo>
                    <a:pt x="1" y="9970"/>
                  </a:lnTo>
                  <a:lnTo>
                    <a:pt x="22" y="11147"/>
                  </a:lnTo>
                  <a:lnTo>
                    <a:pt x="63" y="12344"/>
                  </a:lnTo>
                  <a:lnTo>
                    <a:pt x="125" y="13479"/>
                  </a:lnTo>
                  <a:lnTo>
                    <a:pt x="187" y="14573"/>
                  </a:lnTo>
                  <a:lnTo>
                    <a:pt x="269" y="15626"/>
                  </a:lnTo>
                  <a:lnTo>
                    <a:pt x="352" y="16637"/>
                  </a:lnTo>
                  <a:lnTo>
                    <a:pt x="455" y="17587"/>
                  </a:lnTo>
                  <a:lnTo>
                    <a:pt x="661" y="19279"/>
                  </a:lnTo>
                  <a:lnTo>
                    <a:pt x="868" y="20662"/>
                  </a:lnTo>
                  <a:lnTo>
                    <a:pt x="1054" y="21715"/>
                  </a:lnTo>
                  <a:lnTo>
                    <a:pt x="1177" y="22376"/>
                  </a:lnTo>
                  <a:lnTo>
                    <a:pt x="1219" y="22541"/>
                  </a:lnTo>
                  <a:lnTo>
                    <a:pt x="1239" y="22603"/>
                  </a:lnTo>
                  <a:lnTo>
                    <a:pt x="1239" y="22541"/>
                  </a:lnTo>
                  <a:lnTo>
                    <a:pt x="1239" y="22355"/>
                  </a:lnTo>
                  <a:lnTo>
                    <a:pt x="1157" y="21694"/>
                  </a:lnTo>
                  <a:lnTo>
                    <a:pt x="847" y="19259"/>
                  </a:lnTo>
                  <a:lnTo>
                    <a:pt x="661" y="17566"/>
                  </a:lnTo>
                  <a:lnTo>
                    <a:pt x="496" y="15605"/>
                  </a:lnTo>
                  <a:lnTo>
                    <a:pt x="414" y="14553"/>
                  </a:lnTo>
                  <a:lnTo>
                    <a:pt x="352" y="13459"/>
                  </a:lnTo>
                  <a:lnTo>
                    <a:pt x="311" y="12323"/>
                  </a:lnTo>
                  <a:lnTo>
                    <a:pt x="269" y="11147"/>
                  </a:lnTo>
                  <a:lnTo>
                    <a:pt x="249" y="9970"/>
                  </a:lnTo>
                  <a:lnTo>
                    <a:pt x="249" y="8835"/>
                  </a:lnTo>
                  <a:lnTo>
                    <a:pt x="249" y="7741"/>
                  </a:lnTo>
                  <a:lnTo>
                    <a:pt x="269" y="6688"/>
                  </a:lnTo>
                  <a:lnTo>
                    <a:pt x="311" y="5677"/>
                  </a:lnTo>
                  <a:lnTo>
                    <a:pt x="352" y="4727"/>
                  </a:lnTo>
                  <a:lnTo>
                    <a:pt x="455" y="3860"/>
                  </a:lnTo>
                  <a:lnTo>
                    <a:pt x="496" y="3448"/>
                  </a:lnTo>
                  <a:lnTo>
                    <a:pt x="579" y="3055"/>
                  </a:lnTo>
                  <a:lnTo>
                    <a:pt x="641" y="2684"/>
                  </a:lnTo>
                  <a:lnTo>
                    <a:pt x="744" y="2333"/>
                  </a:lnTo>
                  <a:lnTo>
                    <a:pt x="827" y="2023"/>
                  </a:lnTo>
                  <a:lnTo>
                    <a:pt x="930" y="1714"/>
                  </a:lnTo>
                  <a:lnTo>
                    <a:pt x="1157" y="1198"/>
                  </a:lnTo>
                  <a:lnTo>
                    <a:pt x="1363" y="764"/>
                  </a:lnTo>
                  <a:lnTo>
                    <a:pt x="1570" y="434"/>
                  </a:lnTo>
                  <a:lnTo>
                    <a:pt x="1735" y="207"/>
                  </a:lnTo>
                  <a:lnTo>
                    <a:pt x="1817" y="62"/>
                  </a:lnTo>
                  <a:lnTo>
                    <a:pt x="1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2" name="Google Shape;872;p27">
              <a:extLst>
                <a:ext uri="{FF2B5EF4-FFF2-40B4-BE49-F238E27FC236}">
                  <a16:creationId xmlns:a16="http://schemas.microsoft.com/office/drawing/2014/main" id="{C05AA005-7851-54F1-072E-29A60D801878}"/>
                </a:ext>
              </a:extLst>
            </p:cNvPr>
            <p:cNvSpPr/>
            <p:nvPr/>
          </p:nvSpPr>
          <p:spPr>
            <a:xfrm>
              <a:off x="2786675" y="2221725"/>
              <a:ext cx="710100" cy="369525"/>
            </a:xfrm>
            <a:custGeom>
              <a:avLst/>
              <a:gdLst/>
              <a:ahLst/>
              <a:cxnLst/>
              <a:rect l="l" t="t" r="r" b="b"/>
              <a:pathLst>
                <a:path w="28404" h="14781" extrusionOk="0">
                  <a:moveTo>
                    <a:pt x="28403" y="1"/>
                  </a:moveTo>
                  <a:lnTo>
                    <a:pt x="28300" y="22"/>
                  </a:lnTo>
                  <a:lnTo>
                    <a:pt x="28073" y="84"/>
                  </a:lnTo>
                  <a:lnTo>
                    <a:pt x="27165" y="352"/>
                  </a:lnTo>
                  <a:lnTo>
                    <a:pt x="25741" y="785"/>
                  </a:lnTo>
                  <a:lnTo>
                    <a:pt x="23862" y="1405"/>
                  </a:lnTo>
                  <a:lnTo>
                    <a:pt x="21592" y="2168"/>
                  </a:lnTo>
                  <a:lnTo>
                    <a:pt x="20333" y="2602"/>
                  </a:lnTo>
                  <a:lnTo>
                    <a:pt x="19012" y="3097"/>
                  </a:lnTo>
                  <a:lnTo>
                    <a:pt x="17608" y="3634"/>
                  </a:lnTo>
                  <a:lnTo>
                    <a:pt x="16184" y="4212"/>
                  </a:lnTo>
                  <a:lnTo>
                    <a:pt x="14697" y="4831"/>
                  </a:lnTo>
                  <a:lnTo>
                    <a:pt x="13191" y="5533"/>
                  </a:lnTo>
                  <a:lnTo>
                    <a:pt x="12427" y="5884"/>
                  </a:lnTo>
                  <a:lnTo>
                    <a:pt x="11684" y="6255"/>
                  </a:lnTo>
                  <a:lnTo>
                    <a:pt x="10982" y="6627"/>
                  </a:lnTo>
                  <a:lnTo>
                    <a:pt x="10260" y="6998"/>
                  </a:lnTo>
                  <a:lnTo>
                    <a:pt x="8918" y="7762"/>
                  </a:lnTo>
                  <a:lnTo>
                    <a:pt x="7638" y="8526"/>
                  </a:lnTo>
                  <a:lnTo>
                    <a:pt x="6441" y="9290"/>
                  </a:lnTo>
                  <a:lnTo>
                    <a:pt x="5347" y="10053"/>
                  </a:lnTo>
                  <a:lnTo>
                    <a:pt x="4336" y="10796"/>
                  </a:lnTo>
                  <a:lnTo>
                    <a:pt x="3448" y="11519"/>
                  </a:lnTo>
                  <a:lnTo>
                    <a:pt x="2643" y="12179"/>
                  </a:lnTo>
                  <a:lnTo>
                    <a:pt x="1941" y="12799"/>
                  </a:lnTo>
                  <a:lnTo>
                    <a:pt x="1343" y="13356"/>
                  </a:lnTo>
                  <a:lnTo>
                    <a:pt x="868" y="13851"/>
                  </a:lnTo>
                  <a:lnTo>
                    <a:pt x="496" y="14243"/>
                  </a:lnTo>
                  <a:lnTo>
                    <a:pt x="207" y="14532"/>
                  </a:lnTo>
                  <a:lnTo>
                    <a:pt x="63" y="14718"/>
                  </a:lnTo>
                  <a:lnTo>
                    <a:pt x="1" y="14780"/>
                  </a:lnTo>
                  <a:lnTo>
                    <a:pt x="1" y="14780"/>
                  </a:lnTo>
                  <a:lnTo>
                    <a:pt x="63" y="14739"/>
                  </a:lnTo>
                  <a:lnTo>
                    <a:pt x="249" y="14574"/>
                  </a:lnTo>
                  <a:lnTo>
                    <a:pt x="538" y="14285"/>
                  </a:lnTo>
                  <a:lnTo>
                    <a:pt x="930" y="13913"/>
                  </a:lnTo>
                  <a:lnTo>
                    <a:pt x="1425" y="13459"/>
                  </a:lnTo>
                  <a:lnTo>
                    <a:pt x="2044" y="12902"/>
                  </a:lnTo>
                  <a:lnTo>
                    <a:pt x="2746" y="12303"/>
                  </a:lnTo>
                  <a:lnTo>
                    <a:pt x="3551" y="11643"/>
                  </a:lnTo>
                  <a:lnTo>
                    <a:pt x="4459" y="10941"/>
                  </a:lnTo>
                  <a:lnTo>
                    <a:pt x="5471" y="10218"/>
                  </a:lnTo>
                  <a:lnTo>
                    <a:pt x="6565" y="9475"/>
                  </a:lnTo>
                  <a:lnTo>
                    <a:pt x="7762" y="8712"/>
                  </a:lnTo>
                  <a:lnTo>
                    <a:pt x="9042" y="7969"/>
                  </a:lnTo>
                  <a:lnTo>
                    <a:pt x="10383" y="7205"/>
                  </a:lnTo>
                  <a:lnTo>
                    <a:pt x="11808" y="6462"/>
                  </a:lnTo>
                  <a:lnTo>
                    <a:pt x="12551" y="6111"/>
                  </a:lnTo>
                  <a:lnTo>
                    <a:pt x="13294" y="5739"/>
                  </a:lnTo>
                  <a:lnTo>
                    <a:pt x="14801" y="5058"/>
                  </a:lnTo>
                  <a:lnTo>
                    <a:pt x="16266" y="4439"/>
                  </a:lnTo>
                  <a:lnTo>
                    <a:pt x="17711" y="3840"/>
                  </a:lnTo>
                  <a:lnTo>
                    <a:pt x="19094" y="3304"/>
                  </a:lnTo>
                  <a:lnTo>
                    <a:pt x="20415" y="2808"/>
                  </a:lnTo>
                  <a:lnTo>
                    <a:pt x="21654" y="2354"/>
                  </a:lnTo>
                  <a:lnTo>
                    <a:pt x="23924" y="1570"/>
                  </a:lnTo>
                  <a:lnTo>
                    <a:pt x="27206" y="434"/>
                  </a:lnTo>
                  <a:lnTo>
                    <a:pt x="28094" y="125"/>
                  </a:lnTo>
                  <a:lnTo>
                    <a:pt x="28321" y="42"/>
                  </a:lnTo>
                  <a:lnTo>
                    <a:pt x="28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3" name="Google Shape;873;p27">
              <a:extLst>
                <a:ext uri="{FF2B5EF4-FFF2-40B4-BE49-F238E27FC236}">
                  <a16:creationId xmlns:a16="http://schemas.microsoft.com/office/drawing/2014/main" id="{66D3C44F-B806-94C9-4C06-5CE7C67B4236}"/>
                </a:ext>
              </a:extLst>
            </p:cNvPr>
            <p:cNvSpPr/>
            <p:nvPr/>
          </p:nvSpPr>
          <p:spPr>
            <a:xfrm>
              <a:off x="3452875" y="2518450"/>
              <a:ext cx="459825" cy="477350"/>
            </a:xfrm>
            <a:custGeom>
              <a:avLst/>
              <a:gdLst/>
              <a:ahLst/>
              <a:cxnLst/>
              <a:rect l="l" t="t" r="r" b="b"/>
              <a:pathLst>
                <a:path w="18393" h="19094" extrusionOk="0">
                  <a:moveTo>
                    <a:pt x="18392" y="1"/>
                  </a:moveTo>
                  <a:lnTo>
                    <a:pt x="18330" y="21"/>
                  </a:lnTo>
                  <a:lnTo>
                    <a:pt x="18144" y="125"/>
                  </a:lnTo>
                  <a:lnTo>
                    <a:pt x="17484" y="537"/>
                  </a:lnTo>
                  <a:lnTo>
                    <a:pt x="17009" y="847"/>
                  </a:lnTo>
                  <a:lnTo>
                    <a:pt x="16452" y="1219"/>
                  </a:lnTo>
                  <a:lnTo>
                    <a:pt x="15131" y="2147"/>
                  </a:lnTo>
                  <a:lnTo>
                    <a:pt x="14367" y="2725"/>
                  </a:lnTo>
                  <a:lnTo>
                    <a:pt x="13541" y="3345"/>
                  </a:lnTo>
                  <a:lnTo>
                    <a:pt x="12674" y="4046"/>
                  </a:lnTo>
                  <a:lnTo>
                    <a:pt x="11787" y="4789"/>
                  </a:lnTo>
                  <a:lnTo>
                    <a:pt x="10858" y="5615"/>
                  </a:lnTo>
                  <a:lnTo>
                    <a:pt x="9909" y="6482"/>
                  </a:lnTo>
                  <a:lnTo>
                    <a:pt x="8959" y="7411"/>
                  </a:lnTo>
                  <a:lnTo>
                    <a:pt x="7989" y="8381"/>
                  </a:lnTo>
                  <a:lnTo>
                    <a:pt x="7060" y="9372"/>
                  </a:lnTo>
                  <a:lnTo>
                    <a:pt x="6173" y="10383"/>
                  </a:lnTo>
                  <a:lnTo>
                    <a:pt x="5326" y="11353"/>
                  </a:lnTo>
                  <a:lnTo>
                    <a:pt x="4562" y="12303"/>
                  </a:lnTo>
                  <a:lnTo>
                    <a:pt x="3840" y="13232"/>
                  </a:lnTo>
                  <a:lnTo>
                    <a:pt x="3180" y="14119"/>
                  </a:lnTo>
                  <a:lnTo>
                    <a:pt x="2581" y="14945"/>
                  </a:lnTo>
                  <a:lnTo>
                    <a:pt x="2044" y="15729"/>
                  </a:lnTo>
                  <a:lnTo>
                    <a:pt x="1136" y="17112"/>
                  </a:lnTo>
                  <a:lnTo>
                    <a:pt x="785" y="17670"/>
                  </a:lnTo>
                  <a:lnTo>
                    <a:pt x="496" y="18165"/>
                  </a:lnTo>
                  <a:lnTo>
                    <a:pt x="125" y="18846"/>
                  </a:lnTo>
                  <a:lnTo>
                    <a:pt x="21" y="19032"/>
                  </a:lnTo>
                  <a:lnTo>
                    <a:pt x="1" y="19094"/>
                  </a:lnTo>
                  <a:lnTo>
                    <a:pt x="1" y="19094"/>
                  </a:lnTo>
                  <a:lnTo>
                    <a:pt x="42" y="19032"/>
                  </a:lnTo>
                  <a:lnTo>
                    <a:pt x="166" y="18867"/>
                  </a:lnTo>
                  <a:lnTo>
                    <a:pt x="579" y="18206"/>
                  </a:lnTo>
                  <a:lnTo>
                    <a:pt x="1260" y="17174"/>
                  </a:lnTo>
                  <a:lnTo>
                    <a:pt x="2189" y="15833"/>
                  </a:lnTo>
                  <a:lnTo>
                    <a:pt x="2725" y="15069"/>
                  </a:lnTo>
                  <a:lnTo>
                    <a:pt x="3345" y="14243"/>
                  </a:lnTo>
                  <a:lnTo>
                    <a:pt x="4005" y="13356"/>
                  </a:lnTo>
                  <a:lnTo>
                    <a:pt x="4728" y="12447"/>
                  </a:lnTo>
                  <a:lnTo>
                    <a:pt x="5512" y="11498"/>
                  </a:lnTo>
                  <a:lnTo>
                    <a:pt x="6358" y="10528"/>
                  </a:lnTo>
                  <a:lnTo>
                    <a:pt x="7246" y="9558"/>
                  </a:lnTo>
                  <a:lnTo>
                    <a:pt x="8175" y="8546"/>
                  </a:lnTo>
                  <a:lnTo>
                    <a:pt x="9124" y="7576"/>
                  </a:lnTo>
                  <a:lnTo>
                    <a:pt x="10074" y="6668"/>
                  </a:lnTo>
                  <a:lnTo>
                    <a:pt x="11023" y="5801"/>
                  </a:lnTo>
                  <a:lnTo>
                    <a:pt x="11931" y="4975"/>
                  </a:lnTo>
                  <a:lnTo>
                    <a:pt x="12819" y="4212"/>
                  </a:lnTo>
                  <a:lnTo>
                    <a:pt x="13665" y="3510"/>
                  </a:lnTo>
                  <a:lnTo>
                    <a:pt x="14470" y="2870"/>
                  </a:lnTo>
                  <a:lnTo>
                    <a:pt x="15234" y="2292"/>
                  </a:lnTo>
                  <a:lnTo>
                    <a:pt x="16534" y="1322"/>
                  </a:lnTo>
                  <a:lnTo>
                    <a:pt x="17546" y="620"/>
                  </a:lnTo>
                  <a:lnTo>
                    <a:pt x="18186" y="166"/>
                  </a:lnTo>
                  <a:lnTo>
                    <a:pt x="18351" y="42"/>
                  </a:lnTo>
                  <a:lnTo>
                    <a:pt x="183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4" name="Google Shape;874;p27">
              <a:extLst>
                <a:ext uri="{FF2B5EF4-FFF2-40B4-BE49-F238E27FC236}">
                  <a16:creationId xmlns:a16="http://schemas.microsoft.com/office/drawing/2014/main" id="{1C8ED452-2FDF-2D94-B82D-AB3C5AD14197}"/>
                </a:ext>
              </a:extLst>
            </p:cNvPr>
            <p:cNvSpPr/>
            <p:nvPr/>
          </p:nvSpPr>
          <p:spPr>
            <a:xfrm>
              <a:off x="5755925" y="3350300"/>
              <a:ext cx="55750" cy="218825"/>
            </a:xfrm>
            <a:custGeom>
              <a:avLst/>
              <a:gdLst/>
              <a:ahLst/>
              <a:cxnLst/>
              <a:rect l="l" t="t" r="r" b="b"/>
              <a:pathLst>
                <a:path w="2230" h="8753" extrusionOk="0">
                  <a:moveTo>
                    <a:pt x="1" y="0"/>
                  </a:moveTo>
                  <a:lnTo>
                    <a:pt x="1" y="21"/>
                  </a:lnTo>
                  <a:lnTo>
                    <a:pt x="1" y="83"/>
                  </a:lnTo>
                  <a:lnTo>
                    <a:pt x="83" y="351"/>
                  </a:lnTo>
                  <a:lnTo>
                    <a:pt x="393" y="1260"/>
                  </a:lnTo>
                  <a:lnTo>
                    <a:pt x="599" y="1899"/>
                  </a:lnTo>
                  <a:lnTo>
                    <a:pt x="826" y="2642"/>
                  </a:lnTo>
                  <a:lnTo>
                    <a:pt x="1074" y="3447"/>
                  </a:lnTo>
                  <a:lnTo>
                    <a:pt x="1301" y="4335"/>
                  </a:lnTo>
                  <a:lnTo>
                    <a:pt x="1528" y="5223"/>
                  </a:lnTo>
                  <a:lnTo>
                    <a:pt x="1693" y="6048"/>
                  </a:lnTo>
                  <a:lnTo>
                    <a:pt x="1838" y="6791"/>
                  </a:lnTo>
                  <a:lnTo>
                    <a:pt x="1962" y="7452"/>
                  </a:lnTo>
                  <a:lnTo>
                    <a:pt x="2127" y="8422"/>
                  </a:lnTo>
                  <a:lnTo>
                    <a:pt x="2189" y="8670"/>
                  </a:lnTo>
                  <a:lnTo>
                    <a:pt x="2209" y="8732"/>
                  </a:lnTo>
                  <a:lnTo>
                    <a:pt x="2209" y="8752"/>
                  </a:lnTo>
                  <a:lnTo>
                    <a:pt x="2230" y="8670"/>
                  </a:lnTo>
                  <a:lnTo>
                    <a:pt x="2230" y="8401"/>
                  </a:lnTo>
                  <a:lnTo>
                    <a:pt x="2189" y="7989"/>
                  </a:lnTo>
                  <a:lnTo>
                    <a:pt x="2147" y="7431"/>
                  </a:lnTo>
                  <a:lnTo>
                    <a:pt x="2044" y="6771"/>
                  </a:lnTo>
                  <a:lnTo>
                    <a:pt x="1920" y="6007"/>
                  </a:lnTo>
                  <a:lnTo>
                    <a:pt x="1755" y="5161"/>
                  </a:lnTo>
                  <a:lnTo>
                    <a:pt x="1549" y="4273"/>
                  </a:lnTo>
                  <a:lnTo>
                    <a:pt x="1301" y="3386"/>
                  </a:lnTo>
                  <a:lnTo>
                    <a:pt x="1053" y="2560"/>
                  </a:lnTo>
                  <a:lnTo>
                    <a:pt x="806" y="1837"/>
                  </a:lnTo>
                  <a:lnTo>
                    <a:pt x="558" y="1198"/>
                  </a:lnTo>
                  <a:lnTo>
                    <a:pt x="352" y="702"/>
                  </a:lnTo>
                  <a:lnTo>
                    <a:pt x="166" y="310"/>
                  </a:lnTo>
                  <a:lnTo>
                    <a:pt x="42" y="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5" name="Google Shape;875;p27">
              <a:extLst>
                <a:ext uri="{FF2B5EF4-FFF2-40B4-BE49-F238E27FC236}">
                  <a16:creationId xmlns:a16="http://schemas.microsoft.com/office/drawing/2014/main" id="{426B9914-0AD2-FB29-FE05-360894A9AE6F}"/>
                </a:ext>
              </a:extLst>
            </p:cNvPr>
            <p:cNvSpPr/>
            <p:nvPr/>
          </p:nvSpPr>
          <p:spPr>
            <a:xfrm>
              <a:off x="2801125" y="4720875"/>
              <a:ext cx="2668425" cy="468575"/>
            </a:xfrm>
            <a:custGeom>
              <a:avLst/>
              <a:gdLst/>
              <a:ahLst/>
              <a:cxnLst/>
              <a:rect l="l" t="t" r="r" b="b"/>
              <a:pathLst>
                <a:path w="106737" h="18743" extrusionOk="0">
                  <a:moveTo>
                    <a:pt x="106737" y="1"/>
                  </a:moveTo>
                  <a:lnTo>
                    <a:pt x="106489" y="166"/>
                  </a:lnTo>
                  <a:lnTo>
                    <a:pt x="105767" y="640"/>
                  </a:lnTo>
                  <a:lnTo>
                    <a:pt x="104611" y="1425"/>
                  </a:lnTo>
                  <a:lnTo>
                    <a:pt x="103868" y="1941"/>
                  </a:lnTo>
                  <a:lnTo>
                    <a:pt x="103001" y="2478"/>
                  </a:lnTo>
                  <a:lnTo>
                    <a:pt x="102051" y="3097"/>
                  </a:lnTo>
                  <a:lnTo>
                    <a:pt x="100978" y="3757"/>
                  </a:lnTo>
                  <a:lnTo>
                    <a:pt x="99801" y="4480"/>
                  </a:lnTo>
                  <a:lnTo>
                    <a:pt x="98522" y="5223"/>
                  </a:lnTo>
                  <a:lnTo>
                    <a:pt x="97139" y="5987"/>
                  </a:lnTo>
                  <a:lnTo>
                    <a:pt x="95652" y="6792"/>
                  </a:lnTo>
                  <a:lnTo>
                    <a:pt x="94063" y="7617"/>
                  </a:lnTo>
                  <a:lnTo>
                    <a:pt x="92391" y="8463"/>
                  </a:lnTo>
                  <a:lnTo>
                    <a:pt x="90595" y="9310"/>
                  </a:lnTo>
                  <a:lnTo>
                    <a:pt x="88717" y="10156"/>
                  </a:lnTo>
                  <a:lnTo>
                    <a:pt x="86735" y="10982"/>
                  </a:lnTo>
                  <a:lnTo>
                    <a:pt x="85703" y="11415"/>
                  </a:lnTo>
                  <a:lnTo>
                    <a:pt x="84651" y="11807"/>
                  </a:lnTo>
                  <a:lnTo>
                    <a:pt x="82504" y="12633"/>
                  </a:lnTo>
                  <a:lnTo>
                    <a:pt x="80254" y="13417"/>
                  </a:lnTo>
                  <a:lnTo>
                    <a:pt x="79676" y="13603"/>
                  </a:lnTo>
                  <a:lnTo>
                    <a:pt x="79098" y="13789"/>
                  </a:lnTo>
                  <a:lnTo>
                    <a:pt x="77901" y="14160"/>
                  </a:lnTo>
                  <a:lnTo>
                    <a:pt x="76704" y="14532"/>
                  </a:lnTo>
                  <a:lnTo>
                    <a:pt x="76105" y="14697"/>
                  </a:lnTo>
                  <a:lnTo>
                    <a:pt x="75486" y="14883"/>
                  </a:lnTo>
                  <a:lnTo>
                    <a:pt x="74247" y="15213"/>
                  </a:lnTo>
                  <a:lnTo>
                    <a:pt x="72988" y="15543"/>
                  </a:lnTo>
                  <a:lnTo>
                    <a:pt x="71709" y="15853"/>
                  </a:lnTo>
                  <a:lnTo>
                    <a:pt x="70429" y="16142"/>
                  </a:lnTo>
                  <a:lnTo>
                    <a:pt x="69108" y="16431"/>
                  </a:lnTo>
                  <a:lnTo>
                    <a:pt x="67787" y="16699"/>
                  </a:lnTo>
                  <a:lnTo>
                    <a:pt x="66424" y="16968"/>
                  </a:lnTo>
                  <a:lnTo>
                    <a:pt x="65062" y="17195"/>
                  </a:lnTo>
                  <a:lnTo>
                    <a:pt x="63700" y="17422"/>
                  </a:lnTo>
                  <a:lnTo>
                    <a:pt x="62296" y="17628"/>
                  </a:lnTo>
                  <a:lnTo>
                    <a:pt x="60893" y="17814"/>
                  </a:lnTo>
                  <a:lnTo>
                    <a:pt x="59468" y="17979"/>
                  </a:lnTo>
                  <a:lnTo>
                    <a:pt x="58044" y="18144"/>
                  </a:lnTo>
                  <a:lnTo>
                    <a:pt x="56599" y="18247"/>
                  </a:lnTo>
                  <a:lnTo>
                    <a:pt x="55154" y="18351"/>
                  </a:lnTo>
                  <a:lnTo>
                    <a:pt x="53689" y="18433"/>
                  </a:lnTo>
                  <a:lnTo>
                    <a:pt x="52203" y="18474"/>
                  </a:lnTo>
                  <a:lnTo>
                    <a:pt x="50758" y="18495"/>
                  </a:lnTo>
                  <a:lnTo>
                    <a:pt x="49313" y="18495"/>
                  </a:lnTo>
                  <a:lnTo>
                    <a:pt x="47868" y="18454"/>
                  </a:lnTo>
                  <a:lnTo>
                    <a:pt x="46444" y="18392"/>
                  </a:lnTo>
                  <a:lnTo>
                    <a:pt x="45019" y="18309"/>
                  </a:lnTo>
                  <a:lnTo>
                    <a:pt x="43616" y="18206"/>
                  </a:lnTo>
                  <a:lnTo>
                    <a:pt x="42233" y="18062"/>
                  </a:lnTo>
                  <a:lnTo>
                    <a:pt x="40850" y="17938"/>
                  </a:lnTo>
                  <a:lnTo>
                    <a:pt x="40169" y="17855"/>
                  </a:lnTo>
                  <a:lnTo>
                    <a:pt x="39488" y="17752"/>
                  </a:lnTo>
                  <a:lnTo>
                    <a:pt x="36825" y="17381"/>
                  </a:lnTo>
                  <a:lnTo>
                    <a:pt x="34224" y="16906"/>
                  </a:lnTo>
                  <a:lnTo>
                    <a:pt x="32944" y="16658"/>
                  </a:lnTo>
                  <a:lnTo>
                    <a:pt x="31685" y="16369"/>
                  </a:lnTo>
                  <a:lnTo>
                    <a:pt x="30447" y="16101"/>
                  </a:lnTo>
                  <a:lnTo>
                    <a:pt x="29229" y="15812"/>
                  </a:lnTo>
                  <a:lnTo>
                    <a:pt x="28032" y="15502"/>
                  </a:lnTo>
                  <a:lnTo>
                    <a:pt x="26855" y="15193"/>
                  </a:lnTo>
                  <a:lnTo>
                    <a:pt x="25699" y="14862"/>
                  </a:lnTo>
                  <a:lnTo>
                    <a:pt x="24564" y="14532"/>
                  </a:lnTo>
                  <a:lnTo>
                    <a:pt x="23449" y="14181"/>
                  </a:lnTo>
                  <a:lnTo>
                    <a:pt x="22376" y="13830"/>
                  </a:lnTo>
                  <a:lnTo>
                    <a:pt x="21303" y="13479"/>
                  </a:lnTo>
                  <a:lnTo>
                    <a:pt x="20250" y="13108"/>
                  </a:lnTo>
                  <a:lnTo>
                    <a:pt x="19239" y="12757"/>
                  </a:lnTo>
                  <a:lnTo>
                    <a:pt x="18227" y="12365"/>
                  </a:lnTo>
                  <a:lnTo>
                    <a:pt x="17257" y="11993"/>
                  </a:lnTo>
                  <a:lnTo>
                    <a:pt x="16307" y="11622"/>
                  </a:lnTo>
                  <a:lnTo>
                    <a:pt x="15399" y="11229"/>
                  </a:lnTo>
                  <a:lnTo>
                    <a:pt x="14491" y="10837"/>
                  </a:lnTo>
                  <a:lnTo>
                    <a:pt x="12778" y="10074"/>
                  </a:lnTo>
                  <a:lnTo>
                    <a:pt x="11168" y="9310"/>
                  </a:lnTo>
                  <a:lnTo>
                    <a:pt x="9640" y="8546"/>
                  </a:lnTo>
                  <a:lnTo>
                    <a:pt x="8237" y="7824"/>
                  </a:lnTo>
                  <a:lnTo>
                    <a:pt x="6936" y="7101"/>
                  </a:lnTo>
                  <a:lnTo>
                    <a:pt x="5760" y="6420"/>
                  </a:lnTo>
                  <a:lnTo>
                    <a:pt x="4686" y="5759"/>
                  </a:lnTo>
                  <a:lnTo>
                    <a:pt x="3716" y="5161"/>
                  </a:lnTo>
                  <a:lnTo>
                    <a:pt x="2849" y="4624"/>
                  </a:lnTo>
                  <a:lnTo>
                    <a:pt x="2106" y="4108"/>
                  </a:lnTo>
                  <a:lnTo>
                    <a:pt x="1487" y="3675"/>
                  </a:lnTo>
                  <a:lnTo>
                    <a:pt x="950" y="3303"/>
                  </a:lnTo>
                  <a:lnTo>
                    <a:pt x="249" y="2828"/>
                  </a:lnTo>
                  <a:lnTo>
                    <a:pt x="1" y="2663"/>
                  </a:lnTo>
                  <a:lnTo>
                    <a:pt x="228" y="2849"/>
                  </a:lnTo>
                  <a:lnTo>
                    <a:pt x="930" y="3344"/>
                  </a:lnTo>
                  <a:lnTo>
                    <a:pt x="2065" y="4170"/>
                  </a:lnTo>
                  <a:lnTo>
                    <a:pt x="2808" y="4686"/>
                  </a:lnTo>
                  <a:lnTo>
                    <a:pt x="3654" y="5243"/>
                  </a:lnTo>
                  <a:lnTo>
                    <a:pt x="4625" y="5863"/>
                  </a:lnTo>
                  <a:lnTo>
                    <a:pt x="5698" y="6523"/>
                  </a:lnTo>
                  <a:lnTo>
                    <a:pt x="6874" y="7204"/>
                  </a:lnTo>
                  <a:lnTo>
                    <a:pt x="8175" y="7947"/>
                  </a:lnTo>
                  <a:lnTo>
                    <a:pt x="9578" y="8691"/>
                  </a:lnTo>
                  <a:lnTo>
                    <a:pt x="11085" y="9454"/>
                  </a:lnTo>
                  <a:lnTo>
                    <a:pt x="12716" y="10218"/>
                  </a:lnTo>
                  <a:lnTo>
                    <a:pt x="14429" y="11002"/>
                  </a:lnTo>
                  <a:lnTo>
                    <a:pt x="15317" y="11395"/>
                  </a:lnTo>
                  <a:lnTo>
                    <a:pt x="16246" y="11787"/>
                  </a:lnTo>
                  <a:lnTo>
                    <a:pt x="17195" y="12179"/>
                  </a:lnTo>
                  <a:lnTo>
                    <a:pt x="18165" y="12550"/>
                  </a:lnTo>
                  <a:lnTo>
                    <a:pt x="19156" y="12922"/>
                  </a:lnTo>
                  <a:lnTo>
                    <a:pt x="20188" y="13294"/>
                  </a:lnTo>
                  <a:lnTo>
                    <a:pt x="21241" y="13665"/>
                  </a:lnTo>
                  <a:lnTo>
                    <a:pt x="22293" y="14037"/>
                  </a:lnTo>
                  <a:lnTo>
                    <a:pt x="23387" y="14388"/>
                  </a:lnTo>
                  <a:lnTo>
                    <a:pt x="24502" y="14738"/>
                  </a:lnTo>
                  <a:lnTo>
                    <a:pt x="25637" y="15069"/>
                  </a:lnTo>
                  <a:lnTo>
                    <a:pt x="26793" y="15399"/>
                  </a:lnTo>
                  <a:lnTo>
                    <a:pt x="27970" y="15709"/>
                  </a:lnTo>
                  <a:lnTo>
                    <a:pt x="29188" y="16018"/>
                  </a:lnTo>
                  <a:lnTo>
                    <a:pt x="30405" y="16328"/>
                  </a:lnTo>
                  <a:lnTo>
                    <a:pt x="31644" y="16596"/>
                  </a:lnTo>
                  <a:lnTo>
                    <a:pt x="32903" y="16885"/>
                  </a:lnTo>
                  <a:lnTo>
                    <a:pt x="34183" y="17133"/>
                  </a:lnTo>
                  <a:lnTo>
                    <a:pt x="36784" y="17608"/>
                  </a:lnTo>
                  <a:lnTo>
                    <a:pt x="39467" y="18000"/>
                  </a:lnTo>
                  <a:lnTo>
                    <a:pt x="40148" y="18082"/>
                  </a:lnTo>
                  <a:lnTo>
                    <a:pt x="40829" y="18186"/>
                  </a:lnTo>
                  <a:lnTo>
                    <a:pt x="42212" y="18309"/>
                  </a:lnTo>
                  <a:lnTo>
                    <a:pt x="43595" y="18454"/>
                  </a:lnTo>
                  <a:lnTo>
                    <a:pt x="44999" y="18557"/>
                  </a:lnTo>
                  <a:lnTo>
                    <a:pt x="46423" y="18640"/>
                  </a:lnTo>
                  <a:lnTo>
                    <a:pt x="47847" y="18702"/>
                  </a:lnTo>
                  <a:lnTo>
                    <a:pt x="49292" y="18743"/>
                  </a:lnTo>
                  <a:lnTo>
                    <a:pt x="50758" y="18743"/>
                  </a:lnTo>
                  <a:lnTo>
                    <a:pt x="52223" y="18722"/>
                  </a:lnTo>
                  <a:lnTo>
                    <a:pt x="53689" y="18681"/>
                  </a:lnTo>
                  <a:lnTo>
                    <a:pt x="55154" y="18598"/>
                  </a:lnTo>
                  <a:lnTo>
                    <a:pt x="56620" y="18495"/>
                  </a:lnTo>
                  <a:lnTo>
                    <a:pt x="58065" y="18392"/>
                  </a:lnTo>
                  <a:lnTo>
                    <a:pt x="59510" y="18227"/>
                  </a:lnTo>
                  <a:lnTo>
                    <a:pt x="60934" y="18062"/>
                  </a:lnTo>
                  <a:lnTo>
                    <a:pt x="62337" y="17876"/>
                  </a:lnTo>
                  <a:lnTo>
                    <a:pt x="63741" y="17669"/>
                  </a:lnTo>
                  <a:lnTo>
                    <a:pt x="65103" y="17442"/>
                  </a:lnTo>
                  <a:lnTo>
                    <a:pt x="66486" y="17195"/>
                  </a:lnTo>
                  <a:lnTo>
                    <a:pt x="67828" y="16947"/>
                  </a:lnTo>
                  <a:lnTo>
                    <a:pt x="69149" y="16679"/>
                  </a:lnTo>
                  <a:lnTo>
                    <a:pt x="70470" y="16390"/>
                  </a:lnTo>
                  <a:lnTo>
                    <a:pt x="71770" y="16080"/>
                  </a:lnTo>
                  <a:lnTo>
                    <a:pt x="73050" y="15770"/>
                  </a:lnTo>
                  <a:lnTo>
                    <a:pt x="74309" y="15440"/>
                  </a:lnTo>
                  <a:lnTo>
                    <a:pt x="75548" y="15089"/>
                  </a:lnTo>
                  <a:lnTo>
                    <a:pt x="76167" y="14924"/>
                  </a:lnTo>
                  <a:lnTo>
                    <a:pt x="76766" y="14738"/>
                  </a:lnTo>
                  <a:lnTo>
                    <a:pt x="77963" y="14367"/>
                  </a:lnTo>
                  <a:lnTo>
                    <a:pt x="79160" y="13995"/>
                  </a:lnTo>
                  <a:lnTo>
                    <a:pt x="79738" y="13810"/>
                  </a:lnTo>
                  <a:lnTo>
                    <a:pt x="80316" y="13624"/>
                  </a:lnTo>
                  <a:lnTo>
                    <a:pt x="82566" y="12839"/>
                  </a:lnTo>
                  <a:lnTo>
                    <a:pt x="84733" y="12014"/>
                  </a:lnTo>
                  <a:lnTo>
                    <a:pt x="85786" y="11601"/>
                  </a:lnTo>
                  <a:lnTo>
                    <a:pt x="86797" y="11167"/>
                  </a:lnTo>
                  <a:lnTo>
                    <a:pt x="88799" y="10342"/>
                  </a:lnTo>
                  <a:lnTo>
                    <a:pt x="90678" y="9475"/>
                  </a:lnTo>
                  <a:lnTo>
                    <a:pt x="92453" y="8629"/>
                  </a:lnTo>
                  <a:lnTo>
                    <a:pt x="94146" y="7762"/>
                  </a:lnTo>
                  <a:lnTo>
                    <a:pt x="95735" y="6936"/>
                  </a:lnTo>
                  <a:lnTo>
                    <a:pt x="97221" y="6131"/>
                  </a:lnTo>
                  <a:lnTo>
                    <a:pt x="98604" y="5326"/>
                  </a:lnTo>
                  <a:lnTo>
                    <a:pt x="99884" y="4583"/>
                  </a:lnTo>
                  <a:lnTo>
                    <a:pt x="101040" y="3860"/>
                  </a:lnTo>
                  <a:lnTo>
                    <a:pt x="102113" y="3200"/>
                  </a:lnTo>
                  <a:lnTo>
                    <a:pt x="103063" y="2560"/>
                  </a:lnTo>
                  <a:lnTo>
                    <a:pt x="103909" y="2003"/>
                  </a:lnTo>
                  <a:lnTo>
                    <a:pt x="104652" y="1487"/>
                  </a:lnTo>
                  <a:lnTo>
                    <a:pt x="105808" y="682"/>
                  </a:lnTo>
                  <a:lnTo>
                    <a:pt x="106510" y="186"/>
                  </a:lnTo>
                  <a:lnTo>
                    <a:pt x="106737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6" name="Google Shape;876;p27">
              <a:extLst>
                <a:ext uri="{FF2B5EF4-FFF2-40B4-BE49-F238E27FC236}">
                  <a16:creationId xmlns:a16="http://schemas.microsoft.com/office/drawing/2014/main" id="{4D0BAA0F-606F-82D1-5938-4CF380A4B242}"/>
                </a:ext>
              </a:extLst>
            </p:cNvPr>
            <p:cNvSpPr/>
            <p:nvPr/>
          </p:nvSpPr>
          <p:spPr>
            <a:xfrm>
              <a:off x="4954525" y="4489700"/>
              <a:ext cx="562500" cy="974275"/>
            </a:xfrm>
            <a:custGeom>
              <a:avLst/>
              <a:gdLst/>
              <a:ahLst/>
              <a:cxnLst/>
              <a:rect l="l" t="t" r="r" b="b"/>
              <a:pathLst>
                <a:path w="22500" h="38971" extrusionOk="0">
                  <a:moveTo>
                    <a:pt x="22500" y="0"/>
                  </a:moveTo>
                  <a:lnTo>
                    <a:pt x="1" y="14367"/>
                  </a:lnTo>
                  <a:lnTo>
                    <a:pt x="9620" y="38971"/>
                  </a:lnTo>
                  <a:lnTo>
                    <a:pt x="16184" y="38971"/>
                  </a:lnTo>
                  <a:lnTo>
                    <a:pt x="17628" y="36824"/>
                  </a:lnTo>
                  <a:lnTo>
                    <a:pt x="19300" y="38971"/>
                  </a:lnTo>
                  <a:lnTo>
                    <a:pt x="21633" y="38971"/>
                  </a:lnTo>
                  <a:lnTo>
                    <a:pt x="225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7" name="Google Shape;877;p27">
              <a:extLst>
                <a:ext uri="{FF2B5EF4-FFF2-40B4-BE49-F238E27FC236}">
                  <a16:creationId xmlns:a16="http://schemas.microsoft.com/office/drawing/2014/main" id="{64B05B14-5C3D-CDE8-C5B0-2A2B13E12842}"/>
                </a:ext>
              </a:extLst>
            </p:cNvPr>
            <p:cNvSpPr/>
            <p:nvPr/>
          </p:nvSpPr>
          <p:spPr>
            <a:xfrm>
              <a:off x="3444625" y="4849375"/>
              <a:ext cx="520175" cy="614600"/>
            </a:xfrm>
            <a:custGeom>
              <a:avLst/>
              <a:gdLst/>
              <a:ahLst/>
              <a:cxnLst/>
              <a:rect l="l" t="t" r="r" b="b"/>
              <a:pathLst>
                <a:path w="20807" h="24584" extrusionOk="0">
                  <a:moveTo>
                    <a:pt x="19754" y="0"/>
                  </a:moveTo>
                  <a:lnTo>
                    <a:pt x="19341" y="21"/>
                  </a:lnTo>
                  <a:lnTo>
                    <a:pt x="18268" y="124"/>
                  </a:lnTo>
                  <a:lnTo>
                    <a:pt x="16906" y="310"/>
                  </a:lnTo>
                  <a:lnTo>
                    <a:pt x="15358" y="558"/>
                  </a:lnTo>
                  <a:lnTo>
                    <a:pt x="13624" y="847"/>
                  </a:lnTo>
                  <a:lnTo>
                    <a:pt x="11807" y="1156"/>
                  </a:lnTo>
                  <a:lnTo>
                    <a:pt x="9929" y="1507"/>
                  </a:lnTo>
                  <a:lnTo>
                    <a:pt x="6255" y="2209"/>
                  </a:lnTo>
                  <a:lnTo>
                    <a:pt x="3076" y="2828"/>
                  </a:lnTo>
                  <a:lnTo>
                    <a:pt x="1" y="3447"/>
                  </a:lnTo>
                  <a:lnTo>
                    <a:pt x="8133" y="24584"/>
                  </a:lnTo>
                  <a:lnTo>
                    <a:pt x="15605" y="24584"/>
                  </a:lnTo>
                  <a:lnTo>
                    <a:pt x="17133" y="22128"/>
                  </a:lnTo>
                  <a:lnTo>
                    <a:pt x="18598" y="24584"/>
                  </a:lnTo>
                  <a:lnTo>
                    <a:pt x="20456" y="24584"/>
                  </a:lnTo>
                  <a:lnTo>
                    <a:pt x="20559" y="20848"/>
                  </a:lnTo>
                  <a:lnTo>
                    <a:pt x="20662" y="16988"/>
                  </a:lnTo>
                  <a:lnTo>
                    <a:pt x="20766" y="12571"/>
                  </a:lnTo>
                  <a:lnTo>
                    <a:pt x="20786" y="10321"/>
                  </a:lnTo>
                  <a:lnTo>
                    <a:pt x="20807" y="8112"/>
                  </a:lnTo>
                  <a:lnTo>
                    <a:pt x="20807" y="6048"/>
                  </a:lnTo>
                  <a:lnTo>
                    <a:pt x="20786" y="4170"/>
                  </a:lnTo>
                  <a:lnTo>
                    <a:pt x="20745" y="2580"/>
                  </a:lnTo>
                  <a:lnTo>
                    <a:pt x="20724" y="1899"/>
                  </a:lnTo>
                  <a:lnTo>
                    <a:pt x="20683" y="1321"/>
                  </a:lnTo>
                  <a:lnTo>
                    <a:pt x="20642" y="826"/>
                  </a:lnTo>
                  <a:lnTo>
                    <a:pt x="20580" y="454"/>
                  </a:lnTo>
                  <a:lnTo>
                    <a:pt x="20518" y="186"/>
                  </a:lnTo>
                  <a:lnTo>
                    <a:pt x="20497" y="103"/>
                  </a:lnTo>
                  <a:lnTo>
                    <a:pt x="20456" y="62"/>
                  </a:lnTo>
                  <a:lnTo>
                    <a:pt x="20394" y="42"/>
                  </a:lnTo>
                  <a:lnTo>
                    <a:pt x="20311" y="21"/>
                  </a:lnTo>
                  <a:lnTo>
                    <a:pt x="200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8" name="Google Shape;878;p27">
              <a:extLst>
                <a:ext uri="{FF2B5EF4-FFF2-40B4-BE49-F238E27FC236}">
                  <a16:creationId xmlns:a16="http://schemas.microsoft.com/office/drawing/2014/main" id="{27F478FF-C226-5192-40B3-A3338C1BD0B2}"/>
                </a:ext>
              </a:extLst>
            </p:cNvPr>
            <p:cNvSpPr/>
            <p:nvPr/>
          </p:nvSpPr>
          <p:spPr>
            <a:xfrm>
              <a:off x="5121200" y="3755375"/>
              <a:ext cx="696675" cy="1105875"/>
            </a:xfrm>
            <a:custGeom>
              <a:avLst/>
              <a:gdLst/>
              <a:ahLst/>
              <a:cxnLst/>
              <a:rect l="l" t="t" r="r" b="b"/>
              <a:pathLst>
                <a:path w="27867" h="44235" extrusionOk="0">
                  <a:moveTo>
                    <a:pt x="27867" y="1"/>
                  </a:moveTo>
                  <a:lnTo>
                    <a:pt x="27846" y="145"/>
                  </a:lnTo>
                  <a:lnTo>
                    <a:pt x="27784" y="537"/>
                  </a:lnTo>
                  <a:lnTo>
                    <a:pt x="27578" y="2106"/>
                  </a:lnTo>
                  <a:lnTo>
                    <a:pt x="27454" y="3241"/>
                  </a:lnTo>
                  <a:lnTo>
                    <a:pt x="27351" y="3902"/>
                  </a:lnTo>
                  <a:lnTo>
                    <a:pt x="27206" y="4583"/>
                  </a:lnTo>
                  <a:lnTo>
                    <a:pt x="26938" y="6131"/>
                  </a:lnTo>
                  <a:lnTo>
                    <a:pt x="26773" y="6957"/>
                  </a:lnTo>
                  <a:lnTo>
                    <a:pt x="26566" y="7824"/>
                  </a:lnTo>
                  <a:lnTo>
                    <a:pt x="26112" y="9702"/>
                  </a:lnTo>
                  <a:lnTo>
                    <a:pt x="25968" y="10198"/>
                  </a:lnTo>
                  <a:lnTo>
                    <a:pt x="25823" y="10693"/>
                  </a:lnTo>
                  <a:lnTo>
                    <a:pt x="25513" y="11704"/>
                  </a:lnTo>
                  <a:lnTo>
                    <a:pt x="25348" y="12220"/>
                  </a:lnTo>
                  <a:lnTo>
                    <a:pt x="25183" y="12757"/>
                  </a:lnTo>
                  <a:lnTo>
                    <a:pt x="24812" y="13830"/>
                  </a:lnTo>
                  <a:lnTo>
                    <a:pt x="23986" y="16039"/>
                  </a:lnTo>
                  <a:lnTo>
                    <a:pt x="23511" y="17174"/>
                  </a:lnTo>
                  <a:lnTo>
                    <a:pt x="22995" y="18330"/>
                  </a:lnTo>
                  <a:lnTo>
                    <a:pt x="22459" y="19486"/>
                  </a:lnTo>
                  <a:lnTo>
                    <a:pt x="21881" y="20663"/>
                  </a:lnTo>
                  <a:lnTo>
                    <a:pt x="21261" y="21860"/>
                  </a:lnTo>
                  <a:lnTo>
                    <a:pt x="20621" y="23057"/>
                  </a:lnTo>
                  <a:lnTo>
                    <a:pt x="19920" y="24234"/>
                  </a:lnTo>
                  <a:lnTo>
                    <a:pt x="19197" y="25431"/>
                  </a:lnTo>
                  <a:lnTo>
                    <a:pt x="18434" y="26607"/>
                  </a:lnTo>
                  <a:lnTo>
                    <a:pt x="17670" y="27743"/>
                  </a:lnTo>
                  <a:lnTo>
                    <a:pt x="16865" y="28837"/>
                  </a:lnTo>
                  <a:lnTo>
                    <a:pt x="16060" y="29910"/>
                  </a:lnTo>
                  <a:lnTo>
                    <a:pt x="15255" y="30921"/>
                  </a:lnTo>
                  <a:lnTo>
                    <a:pt x="14429" y="31933"/>
                  </a:lnTo>
                  <a:lnTo>
                    <a:pt x="13624" y="32882"/>
                  </a:lnTo>
                  <a:lnTo>
                    <a:pt x="12798" y="33811"/>
                  </a:lnTo>
                  <a:lnTo>
                    <a:pt x="11168" y="35504"/>
                  </a:lnTo>
                  <a:lnTo>
                    <a:pt x="10363" y="36309"/>
                  </a:lnTo>
                  <a:lnTo>
                    <a:pt x="9950" y="36680"/>
                  </a:lnTo>
                  <a:lnTo>
                    <a:pt x="9537" y="37052"/>
                  </a:lnTo>
                  <a:lnTo>
                    <a:pt x="8773" y="37774"/>
                  </a:lnTo>
                  <a:lnTo>
                    <a:pt x="8381" y="38125"/>
                  </a:lnTo>
                  <a:lnTo>
                    <a:pt x="8010" y="38455"/>
                  </a:lnTo>
                  <a:lnTo>
                    <a:pt x="6503" y="39673"/>
                  </a:lnTo>
                  <a:lnTo>
                    <a:pt x="5822" y="40251"/>
                  </a:lnTo>
                  <a:lnTo>
                    <a:pt x="5141" y="40767"/>
                  </a:lnTo>
                  <a:lnTo>
                    <a:pt x="3861" y="41675"/>
                  </a:lnTo>
                  <a:lnTo>
                    <a:pt x="3303" y="42088"/>
                  </a:lnTo>
                  <a:lnTo>
                    <a:pt x="2767" y="42460"/>
                  </a:lnTo>
                  <a:lnTo>
                    <a:pt x="1797" y="43079"/>
                  </a:lnTo>
                  <a:lnTo>
                    <a:pt x="476" y="43925"/>
                  </a:lnTo>
                  <a:lnTo>
                    <a:pt x="125" y="44152"/>
                  </a:lnTo>
                  <a:lnTo>
                    <a:pt x="1" y="44235"/>
                  </a:lnTo>
                  <a:lnTo>
                    <a:pt x="145" y="44173"/>
                  </a:lnTo>
                  <a:lnTo>
                    <a:pt x="496" y="43967"/>
                  </a:lnTo>
                  <a:lnTo>
                    <a:pt x="1859" y="43162"/>
                  </a:lnTo>
                  <a:lnTo>
                    <a:pt x="2829" y="42563"/>
                  </a:lnTo>
                  <a:lnTo>
                    <a:pt x="3365" y="42192"/>
                  </a:lnTo>
                  <a:lnTo>
                    <a:pt x="3943" y="41779"/>
                  </a:lnTo>
                  <a:lnTo>
                    <a:pt x="5223" y="40891"/>
                  </a:lnTo>
                  <a:lnTo>
                    <a:pt x="5925" y="40375"/>
                  </a:lnTo>
                  <a:lnTo>
                    <a:pt x="6627" y="39818"/>
                  </a:lnTo>
                  <a:lnTo>
                    <a:pt x="8134" y="38600"/>
                  </a:lnTo>
                  <a:lnTo>
                    <a:pt x="8505" y="38270"/>
                  </a:lnTo>
                  <a:lnTo>
                    <a:pt x="8897" y="37919"/>
                  </a:lnTo>
                  <a:lnTo>
                    <a:pt x="9682" y="37217"/>
                  </a:lnTo>
                  <a:lnTo>
                    <a:pt x="10094" y="36845"/>
                  </a:lnTo>
                  <a:lnTo>
                    <a:pt x="10507" y="36474"/>
                  </a:lnTo>
                  <a:lnTo>
                    <a:pt x="11312" y="35669"/>
                  </a:lnTo>
                  <a:lnTo>
                    <a:pt x="12964" y="33956"/>
                  </a:lnTo>
                  <a:lnTo>
                    <a:pt x="13789" y="33047"/>
                  </a:lnTo>
                  <a:lnTo>
                    <a:pt x="14615" y="32077"/>
                  </a:lnTo>
                  <a:lnTo>
                    <a:pt x="15441" y="31087"/>
                  </a:lnTo>
                  <a:lnTo>
                    <a:pt x="16266" y="30054"/>
                  </a:lnTo>
                  <a:lnTo>
                    <a:pt x="17071" y="28981"/>
                  </a:lnTo>
                  <a:lnTo>
                    <a:pt x="17856" y="27887"/>
                  </a:lnTo>
                  <a:lnTo>
                    <a:pt x="18640" y="26731"/>
                  </a:lnTo>
                  <a:lnTo>
                    <a:pt x="19424" y="25575"/>
                  </a:lnTo>
                  <a:lnTo>
                    <a:pt x="20147" y="24378"/>
                  </a:lnTo>
                  <a:lnTo>
                    <a:pt x="20828" y="23160"/>
                  </a:lnTo>
                  <a:lnTo>
                    <a:pt x="21488" y="21963"/>
                  </a:lnTo>
                  <a:lnTo>
                    <a:pt x="22087" y="20787"/>
                  </a:lnTo>
                  <a:lnTo>
                    <a:pt x="22665" y="19589"/>
                  </a:lnTo>
                  <a:lnTo>
                    <a:pt x="23222" y="18433"/>
                  </a:lnTo>
                  <a:lnTo>
                    <a:pt x="23718" y="17278"/>
                  </a:lnTo>
                  <a:lnTo>
                    <a:pt x="24192" y="16122"/>
                  </a:lnTo>
                  <a:lnTo>
                    <a:pt x="25018" y="13892"/>
                  </a:lnTo>
                  <a:lnTo>
                    <a:pt x="25390" y="12819"/>
                  </a:lnTo>
                  <a:lnTo>
                    <a:pt x="25555" y="12282"/>
                  </a:lnTo>
                  <a:lnTo>
                    <a:pt x="25699" y="11766"/>
                  </a:lnTo>
                  <a:lnTo>
                    <a:pt x="26009" y="10734"/>
                  </a:lnTo>
                  <a:lnTo>
                    <a:pt x="26153" y="10239"/>
                  </a:lnTo>
                  <a:lnTo>
                    <a:pt x="26298" y="9743"/>
                  </a:lnTo>
                  <a:lnTo>
                    <a:pt x="26731" y="7865"/>
                  </a:lnTo>
                  <a:lnTo>
                    <a:pt x="26938" y="6998"/>
                  </a:lnTo>
                  <a:lnTo>
                    <a:pt x="27103" y="6152"/>
                  </a:lnTo>
                  <a:lnTo>
                    <a:pt x="27351" y="4604"/>
                  </a:lnTo>
                  <a:lnTo>
                    <a:pt x="27474" y="3902"/>
                  </a:lnTo>
                  <a:lnTo>
                    <a:pt x="27578" y="3262"/>
                  </a:lnTo>
                  <a:lnTo>
                    <a:pt x="27681" y="2127"/>
                  </a:lnTo>
                  <a:lnTo>
                    <a:pt x="27825" y="558"/>
                  </a:lnTo>
                  <a:lnTo>
                    <a:pt x="27867" y="145"/>
                  </a:lnTo>
                  <a:lnTo>
                    <a:pt x="278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9" name="Google Shape;879;p27">
              <a:extLst>
                <a:ext uri="{FF2B5EF4-FFF2-40B4-BE49-F238E27FC236}">
                  <a16:creationId xmlns:a16="http://schemas.microsoft.com/office/drawing/2014/main" id="{983C2D9F-F7E6-9E7A-E918-DE9E63D4DB03}"/>
                </a:ext>
              </a:extLst>
            </p:cNvPr>
            <p:cNvSpPr/>
            <p:nvPr/>
          </p:nvSpPr>
          <p:spPr>
            <a:xfrm>
              <a:off x="5003550" y="2905475"/>
              <a:ext cx="652800" cy="1403125"/>
            </a:xfrm>
            <a:custGeom>
              <a:avLst/>
              <a:gdLst/>
              <a:ahLst/>
              <a:cxnLst/>
              <a:rect l="l" t="t" r="r" b="b"/>
              <a:pathLst>
                <a:path w="26112" h="56125" extrusionOk="0">
                  <a:moveTo>
                    <a:pt x="6771" y="1"/>
                  </a:moveTo>
                  <a:lnTo>
                    <a:pt x="6420" y="21"/>
                  </a:lnTo>
                  <a:lnTo>
                    <a:pt x="6090" y="63"/>
                  </a:lnTo>
                  <a:lnTo>
                    <a:pt x="5760" y="124"/>
                  </a:lnTo>
                  <a:lnTo>
                    <a:pt x="5450" y="186"/>
                  </a:lnTo>
                  <a:lnTo>
                    <a:pt x="5120" y="290"/>
                  </a:lnTo>
                  <a:lnTo>
                    <a:pt x="4810" y="393"/>
                  </a:lnTo>
                  <a:lnTo>
                    <a:pt x="4500" y="496"/>
                  </a:lnTo>
                  <a:lnTo>
                    <a:pt x="4191" y="620"/>
                  </a:lnTo>
                  <a:lnTo>
                    <a:pt x="3902" y="764"/>
                  </a:lnTo>
                  <a:lnTo>
                    <a:pt x="3613" y="929"/>
                  </a:lnTo>
                  <a:lnTo>
                    <a:pt x="3324" y="1095"/>
                  </a:lnTo>
                  <a:lnTo>
                    <a:pt x="3056" y="1280"/>
                  </a:lnTo>
                  <a:lnTo>
                    <a:pt x="2787" y="1466"/>
                  </a:lnTo>
                  <a:lnTo>
                    <a:pt x="2519" y="1673"/>
                  </a:lnTo>
                  <a:lnTo>
                    <a:pt x="2271" y="1900"/>
                  </a:lnTo>
                  <a:lnTo>
                    <a:pt x="2044" y="2127"/>
                  </a:lnTo>
                  <a:lnTo>
                    <a:pt x="1817" y="2374"/>
                  </a:lnTo>
                  <a:lnTo>
                    <a:pt x="1590" y="2622"/>
                  </a:lnTo>
                  <a:lnTo>
                    <a:pt x="1404" y="2890"/>
                  </a:lnTo>
                  <a:lnTo>
                    <a:pt x="1198" y="3159"/>
                  </a:lnTo>
                  <a:lnTo>
                    <a:pt x="1012" y="3427"/>
                  </a:lnTo>
                  <a:lnTo>
                    <a:pt x="847" y="3737"/>
                  </a:lnTo>
                  <a:lnTo>
                    <a:pt x="702" y="4026"/>
                  </a:lnTo>
                  <a:lnTo>
                    <a:pt x="558" y="4335"/>
                  </a:lnTo>
                  <a:lnTo>
                    <a:pt x="434" y="4666"/>
                  </a:lnTo>
                  <a:lnTo>
                    <a:pt x="331" y="4975"/>
                  </a:lnTo>
                  <a:lnTo>
                    <a:pt x="228" y="5305"/>
                  </a:lnTo>
                  <a:lnTo>
                    <a:pt x="145" y="5656"/>
                  </a:lnTo>
                  <a:lnTo>
                    <a:pt x="83" y="6007"/>
                  </a:lnTo>
                  <a:lnTo>
                    <a:pt x="42" y="6358"/>
                  </a:lnTo>
                  <a:lnTo>
                    <a:pt x="21" y="6730"/>
                  </a:lnTo>
                  <a:lnTo>
                    <a:pt x="1" y="6833"/>
                  </a:lnTo>
                  <a:lnTo>
                    <a:pt x="1" y="7473"/>
                  </a:lnTo>
                  <a:lnTo>
                    <a:pt x="21" y="8113"/>
                  </a:lnTo>
                  <a:lnTo>
                    <a:pt x="63" y="8753"/>
                  </a:lnTo>
                  <a:lnTo>
                    <a:pt x="145" y="9392"/>
                  </a:lnTo>
                  <a:lnTo>
                    <a:pt x="248" y="10032"/>
                  </a:lnTo>
                  <a:lnTo>
                    <a:pt x="393" y="10672"/>
                  </a:lnTo>
                  <a:lnTo>
                    <a:pt x="558" y="11291"/>
                  </a:lnTo>
                  <a:lnTo>
                    <a:pt x="744" y="11911"/>
                  </a:lnTo>
                  <a:lnTo>
                    <a:pt x="950" y="12530"/>
                  </a:lnTo>
                  <a:lnTo>
                    <a:pt x="1177" y="13149"/>
                  </a:lnTo>
                  <a:lnTo>
                    <a:pt x="1425" y="13748"/>
                  </a:lnTo>
                  <a:lnTo>
                    <a:pt x="1693" y="14346"/>
                  </a:lnTo>
                  <a:lnTo>
                    <a:pt x="1962" y="14945"/>
                  </a:lnTo>
                  <a:lnTo>
                    <a:pt x="2251" y="15544"/>
                  </a:lnTo>
                  <a:lnTo>
                    <a:pt x="2870" y="16699"/>
                  </a:lnTo>
                  <a:lnTo>
                    <a:pt x="3489" y="17835"/>
                  </a:lnTo>
                  <a:lnTo>
                    <a:pt x="4150" y="18949"/>
                  </a:lnTo>
                  <a:lnTo>
                    <a:pt x="5471" y="21199"/>
                  </a:lnTo>
                  <a:lnTo>
                    <a:pt x="6111" y="22334"/>
                  </a:lnTo>
                  <a:lnTo>
                    <a:pt x="6730" y="23470"/>
                  </a:lnTo>
                  <a:lnTo>
                    <a:pt x="7019" y="24048"/>
                  </a:lnTo>
                  <a:lnTo>
                    <a:pt x="7308" y="24626"/>
                  </a:lnTo>
                  <a:lnTo>
                    <a:pt x="7576" y="25224"/>
                  </a:lnTo>
                  <a:lnTo>
                    <a:pt x="7824" y="25823"/>
                  </a:lnTo>
                  <a:lnTo>
                    <a:pt x="8009" y="26318"/>
                  </a:lnTo>
                  <a:lnTo>
                    <a:pt x="8195" y="26834"/>
                  </a:lnTo>
                  <a:lnTo>
                    <a:pt x="8360" y="27330"/>
                  </a:lnTo>
                  <a:lnTo>
                    <a:pt x="8526" y="27846"/>
                  </a:lnTo>
                  <a:lnTo>
                    <a:pt x="8670" y="28362"/>
                  </a:lnTo>
                  <a:lnTo>
                    <a:pt x="8815" y="28878"/>
                  </a:lnTo>
                  <a:lnTo>
                    <a:pt x="8918" y="29394"/>
                  </a:lnTo>
                  <a:lnTo>
                    <a:pt x="9042" y="29930"/>
                  </a:lnTo>
                  <a:lnTo>
                    <a:pt x="9227" y="30983"/>
                  </a:lnTo>
                  <a:lnTo>
                    <a:pt x="9351" y="32036"/>
                  </a:lnTo>
                  <a:lnTo>
                    <a:pt x="9434" y="33109"/>
                  </a:lnTo>
                  <a:lnTo>
                    <a:pt x="9475" y="34183"/>
                  </a:lnTo>
                  <a:lnTo>
                    <a:pt x="9454" y="35256"/>
                  </a:lnTo>
                  <a:lnTo>
                    <a:pt x="9392" y="36309"/>
                  </a:lnTo>
                  <a:lnTo>
                    <a:pt x="9289" y="37382"/>
                  </a:lnTo>
                  <a:lnTo>
                    <a:pt x="9124" y="38435"/>
                  </a:lnTo>
                  <a:lnTo>
                    <a:pt x="9042" y="38971"/>
                  </a:lnTo>
                  <a:lnTo>
                    <a:pt x="8918" y="39487"/>
                  </a:lnTo>
                  <a:lnTo>
                    <a:pt x="8815" y="40003"/>
                  </a:lnTo>
                  <a:lnTo>
                    <a:pt x="8670" y="40519"/>
                  </a:lnTo>
                  <a:lnTo>
                    <a:pt x="8526" y="41035"/>
                  </a:lnTo>
                  <a:lnTo>
                    <a:pt x="8360" y="41551"/>
                  </a:lnTo>
                  <a:lnTo>
                    <a:pt x="8195" y="42068"/>
                  </a:lnTo>
                  <a:lnTo>
                    <a:pt x="8009" y="42563"/>
                  </a:lnTo>
                  <a:lnTo>
                    <a:pt x="7493" y="43843"/>
                  </a:lnTo>
                  <a:lnTo>
                    <a:pt x="6977" y="45164"/>
                  </a:lnTo>
                  <a:lnTo>
                    <a:pt x="6709" y="45804"/>
                  </a:lnTo>
                  <a:lnTo>
                    <a:pt x="6482" y="46464"/>
                  </a:lnTo>
                  <a:lnTo>
                    <a:pt x="6255" y="47125"/>
                  </a:lnTo>
                  <a:lnTo>
                    <a:pt x="6069" y="47785"/>
                  </a:lnTo>
                  <a:lnTo>
                    <a:pt x="5925" y="48446"/>
                  </a:lnTo>
                  <a:lnTo>
                    <a:pt x="5822" y="49106"/>
                  </a:lnTo>
                  <a:lnTo>
                    <a:pt x="5780" y="49436"/>
                  </a:lnTo>
                  <a:lnTo>
                    <a:pt x="5760" y="49746"/>
                  </a:lnTo>
                  <a:lnTo>
                    <a:pt x="5760" y="50076"/>
                  </a:lnTo>
                  <a:lnTo>
                    <a:pt x="5780" y="50407"/>
                  </a:lnTo>
                  <a:lnTo>
                    <a:pt x="5801" y="50737"/>
                  </a:lnTo>
                  <a:lnTo>
                    <a:pt x="5842" y="51067"/>
                  </a:lnTo>
                  <a:lnTo>
                    <a:pt x="5904" y="51377"/>
                  </a:lnTo>
                  <a:lnTo>
                    <a:pt x="5987" y="51707"/>
                  </a:lnTo>
                  <a:lnTo>
                    <a:pt x="6090" y="52037"/>
                  </a:lnTo>
                  <a:lnTo>
                    <a:pt x="6214" y="52347"/>
                  </a:lnTo>
                  <a:lnTo>
                    <a:pt x="6358" y="52677"/>
                  </a:lnTo>
                  <a:lnTo>
                    <a:pt x="6523" y="52987"/>
                  </a:lnTo>
                  <a:lnTo>
                    <a:pt x="6750" y="53358"/>
                  </a:lnTo>
                  <a:lnTo>
                    <a:pt x="7019" y="53709"/>
                  </a:lnTo>
                  <a:lnTo>
                    <a:pt x="7287" y="54039"/>
                  </a:lnTo>
                  <a:lnTo>
                    <a:pt x="7576" y="54328"/>
                  </a:lnTo>
                  <a:lnTo>
                    <a:pt x="7886" y="54617"/>
                  </a:lnTo>
                  <a:lnTo>
                    <a:pt x="8216" y="54865"/>
                  </a:lnTo>
                  <a:lnTo>
                    <a:pt x="8567" y="55113"/>
                  </a:lnTo>
                  <a:lnTo>
                    <a:pt x="8938" y="55319"/>
                  </a:lnTo>
                  <a:lnTo>
                    <a:pt x="9310" y="55505"/>
                  </a:lnTo>
                  <a:lnTo>
                    <a:pt x="9702" y="55670"/>
                  </a:lnTo>
                  <a:lnTo>
                    <a:pt x="10094" y="55794"/>
                  </a:lnTo>
                  <a:lnTo>
                    <a:pt x="10507" y="55918"/>
                  </a:lnTo>
                  <a:lnTo>
                    <a:pt x="10920" y="56000"/>
                  </a:lnTo>
                  <a:lnTo>
                    <a:pt x="11353" y="56062"/>
                  </a:lnTo>
                  <a:lnTo>
                    <a:pt x="11787" y="56104"/>
                  </a:lnTo>
                  <a:lnTo>
                    <a:pt x="12220" y="56124"/>
                  </a:lnTo>
                  <a:lnTo>
                    <a:pt x="12551" y="56104"/>
                  </a:lnTo>
                  <a:lnTo>
                    <a:pt x="12881" y="56083"/>
                  </a:lnTo>
                  <a:lnTo>
                    <a:pt x="13335" y="56042"/>
                  </a:lnTo>
                  <a:lnTo>
                    <a:pt x="13768" y="55959"/>
                  </a:lnTo>
                  <a:lnTo>
                    <a:pt x="14202" y="55856"/>
                  </a:lnTo>
                  <a:lnTo>
                    <a:pt x="14615" y="55732"/>
                  </a:lnTo>
                  <a:lnTo>
                    <a:pt x="15007" y="55608"/>
                  </a:lnTo>
                  <a:lnTo>
                    <a:pt x="15399" y="55443"/>
                  </a:lnTo>
                  <a:lnTo>
                    <a:pt x="15771" y="55278"/>
                  </a:lnTo>
                  <a:lnTo>
                    <a:pt x="16142" y="55072"/>
                  </a:lnTo>
                  <a:lnTo>
                    <a:pt x="16493" y="54865"/>
                  </a:lnTo>
                  <a:lnTo>
                    <a:pt x="16844" y="54638"/>
                  </a:lnTo>
                  <a:lnTo>
                    <a:pt x="17174" y="54390"/>
                  </a:lnTo>
                  <a:lnTo>
                    <a:pt x="17504" y="54143"/>
                  </a:lnTo>
                  <a:lnTo>
                    <a:pt x="17814" y="53874"/>
                  </a:lnTo>
                  <a:lnTo>
                    <a:pt x="18124" y="53585"/>
                  </a:lnTo>
                  <a:lnTo>
                    <a:pt x="18413" y="53296"/>
                  </a:lnTo>
                  <a:lnTo>
                    <a:pt x="18722" y="52987"/>
                  </a:lnTo>
                  <a:lnTo>
                    <a:pt x="19280" y="52347"/>
                  </a:lnTo>
                  <a:lnTo>
                    <a:pt x="19816" y="51666"/>
                  </a:lnTo>
                  <a:lnTo>
                    <a:pt x="20312" y="50964"/>
                  </a:lnTo>
                  <a:lnTo>
                    <a:pt x="20807" y="50241"/>
                  </a:lnTo>
                  <a:lnTo>
                    <a:pt x="21282" y="49498"/>
                  </a:lnTo>
                  <a:lnTo>
                    <a:pt x="21736" y="48735"/>
                  </a:lnTo>
                  <a:lnTo>
                    <a:pt x="22623" y="47228"/>
                  </a:lnTo>
                  <a:lnTo>
                    <a:pt x="22954" y="46609"/>
                  </a:lnTo>
                  <a:lnTo>
                    <a:pt x="23305" y="45927"/>
                  </a:lnTo>
                  <a:lnTo>
                    <a:pt x="23614" y="45246"/>
                  </a:lnTo>
                  <a:lnTo>
                    <a:pt x="23924" y="44524"/>
                  </a:lnTo>
                  <a:lnTo>
                    <a:pt x="24234" y="43760"/>
                  </a:lnTo>
                  <a:lnTo>
                    <a:pt x="24522" y="42996"/>
                  </a:lnTo>
                  <a:lnTo>
                    <a:pt x="24770" y="42212"/>
                  </a:lnTo>
                  <a:lnTo>
                    <a:pt x="25018" y="41428"/>
                  </a:lnTo>
                  <a:lnTo>
                    <a:pt x="25245" y="40623"/>
                  </a:lnTo>
                  <a:lnTo>
                    <a:pt x="25451" y="39818"/>
                  </a:lnTo>
                  <a:lnTo>
                    <a:pt x="25637" y="39013"/>
                  </a:lnTo>
                  <a:lnTo>
                    <a:pt x="25782" y="38228"/>
                  </a:lnTo>
                  <a:lnTo>
                    <a:pt x="25905" y="37444"/>
                  </a:lnTo>
                  <a:lnTo>
                    <a:pt x="26009" y="36680"/>
                  </a:lnTo>
                  <a:lnTo>
                    <a:pt x="26071" y="35916"/>
                  </a:lnTo>
                  <a:lnTo>
                    <a:pt x="26091" y="35194"/>
                  </a:lnTo>
                  <a:lnTo>
                    <a:pt x="26112" y="33749"/>
                  </a:lnTo>
                  <a:lnTo>
                    <a:pt x="26112" y="32304"/>
                  </a:lnTo>
                  <a:lnTo>
                    <a:pt x="26050" y="30901"/>
                  </a:lnTo>
                  <a:lnTo>
                    <a:pt x="25967" y="29497"/>
                  </a:lnTo>
                  <a:lnTo>
                    <a:pt x="25864" y="28114"/>
                  </a:lnTo>
                  <a:lnTo>
                    <a:pt x="25720" y="26731"/>
                  </a:lnTo>
                  <a:lnTo>
                    <a:pt x="25534" y="25369"/>
                  </a:lnTo>
                  <a:lnTo>
                    <a:pt x="25307" y="24006"/>
                  </a:lnTo>
                  <a:lnTo>
                    <a:pt x="25039" y="22665"/>
                  </a:lnTo>
                  <a:lnTo>
                    <a:pt x="24750" y="21323"/>
                  </a:lnTo>
                  <a:lnTo>
                    <a:pt x="24419" y="19981"/>
                  </a:lnTo>
                  <a:lnTo>
                    <a:pt x="24048" y="18640"/>
                  </a:lnTo>
                  <a:lnTo>
                    <a:pt x="23635" y="17298"/>
                  </a:lnTo>
                  <a:lnTo>
                    <a:pt x="23181" y="15956"/>
                  </a:lnTo>
                  <a:lnTo>
                    <a:pt x="22706" y="14615"/>
                  </a:lnTo>
                  <a:lnTo>
                    <a:pt x="22169" y="13252"/>
                  </a:lnTo>
                  <a:lnTo>
                    <a:pt x="21963" y="12757"/>
                  </a:lnTo>
                  <a:lnTo>
                    <a:pt x="21736" y="12241"/>
                  </a:lnTo>
                  <a:lnTo>
                    <a:pt x="21488" y="11746"/>
                  </a:lnTo>
                  <a:lnTo>
                    <a:pt x="21241" y="11250"/>
                  </a:lnTo>
                  <a:lnTo>
                    <a:pt x="20972" y="10755"/>
                  </a:lnTo>
                  <a:lnTo>
                    <a:pt x="20683" y="10259"/>
                  </a:lnTo>
                  <a:lnTo>
                    <a:pt x="20394" y="9785"/>
                  </a:lnTo>
                  <a:lnTo>
                    <a:pt x="20085" y="9289"/>
                  </a:lnTo>
                  <a:lnTo>
                    <a:pt x="19754" y="8814"/>
                  </a:lnTo>
                  <a:lnTo>
                    <a:pt x="19424" y="8360"/>
                  </a:lnTo>
                  <a:lnTo>
                    <a:pt x="19073" y="7886"/>
                  </a:lnTo>
                  <a:lnTo>
                    <a:pt x="18722" y="7431"/>
                  </a:lnTo>
                  <a:lnTo>
                    <a:pt x="18351" y="6998"/>
                  </a:lnTo>
                  <a:lnTo>
                    <a:pt x="17979" y="6544"/>
                  </a:lnTo>
                  <a:lnTo>
                    <a:pt x="17587" y="6110"/>
                  </a:lnTo>
                  <a:lnTo>
                    <a:pt x="17195" y="5698"/>
                  </a:lnTo>
                  <a:lnTo>
                    <a:pt x="16782" y="5285"/>
                  </a:lnTo>
                  <a:lnTo>
                    <a:pt x="16369" y="4872"/>
                  </a:lnTo>
                  <a:lnTo>
                    <a:pt x="15936" y="4480"/>
                  </a:lnTo>
                  <a:lnTo>
                    <a:pt x="15502" y="4108"/>
                  </a:lnTo>
                  <a:lnTo>
                    <a:pt x="15069" y="3737"/>
                  </a:lnTo>
                  <a:lnTo>
                    <a:pt x="14615" y="3365"/>
                  </a:lnTo>
                  <a:lnTo>
                    <a:pt x="14161" y="3014"/>
                  </a:lnTo>
                  <a:lnTo>
                    <a:pt x="13686" y="2684"/>
                  </a:lnTo>
                  <a:lnTo>
                    <a:pt x="13211" y="2354"/>
                  </a:lnTo>
                  <a:lnTo>
                    <a:pt x="12736" y="2044"/>
                  </a:lnTo>
                  <a:lnTo>
                    <a:pt x="12241" y="1755"/>
                  </a:lnTo>
                  <a:lnTo>
                    <a:pt x="11746" y="1487"/>
                  </a:lnTo>
                  <a:lnTo>
                    <a:pt x="11250" y="1218"/>
                  </a:lnTo>
                  <a:lnTo>
                    <a:pt x="10755" y="971"/>
                  </a:lnTo>
                  <a:lnTo>
                    <a:pt x="10239" y="723"/>
                  </a:lnTo>
                  <a:lnTo>
                    <a:pt x="9723" y="517"/>
                  </a:lnTo>
                  <a:lnTo>
                    <a:pt x="9392" y="393"/>
                  </a:lnTo>
                  <a:lnTo>
                    <a:pt x="9062" y="290"/>
                  </a:lnTo>
                  <a:lnTo>
                    <a:pt x="8732" y="186"/>
                  </a:lnTo>
                  <a:lnTo>
                    <a:pt x="8422" y="124"/>
                  </a:lnTo>
                  <a:lnTo>
                    <a:pt x="8092" y="63"/>
                  </a:lnTo>
                  <a:lnTo>
                    <a:pt x="7762" y="21"/>
                  </a:lnTo>
                  <a:lnTo>
                    <a:pt x="7432" y="1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0" name="Google Shape;880;p27">
              <a:extLst>
                <a:ext uri="{FF2B5EF4-FFF2-40B4-BE49-F238E27FC236}">
                  <a16:creationId xmlns:a16="http://schemas.microsoft.com/office/drawing/2014/main" id="{19AE8BA5-A352-3596-8BD1-40978FF76710}"/>
                </a:ext>
              </a:extLst>
            </p:cNvPr>
            <p:cNvSpPr/>
            <p:nvPr/>
          </p:nvSpPr>
          <p:spPr>
            <a:xfrm>
              <a:off x="5003550" y="2905475"/>
              <a:ext cx="652800" cy="1403125"/>
            </a:xfrm>
            <a:custGeom>
              <a:avLst/>
              <a:gdLst/>
              <a:ahLst/>
              <a:cxnLst/>
              <a:rect l="l" t="t" r="r" b="b"/>
              <a:pathLst>
                <a:path w="26112" h="56125" fill="none" extrusionOk="0">
                  <a:moveTo>
                    <a:pt x="7101" y="1"/>
                  </a:moveTo>
                  <a:lnTo>
                    <a:pt x="7101" y="1"/>
                  </a:lnTo>
                  <a:lnTo>
                    <a:pt x="6771" y="1"/>
                  </a:lnTo>
                  <a:lnTo>
                    <a:pt x="6420" y="21"/>
                  </a:lnTo>
                  <a:lnTo>
                    <a:pt x="6090" y="63"/>
                  </a:lnTo>
                  <a:lnTo>
                    <a:pt x="5760" y="124"/>
                  </a:lnTo>
                  <a:lnTo>
                    <a:pt x="5450" y="186"/>
                  </a:lnTo>
                  <a:lnTo>
                    <a:pt x="5120" y="290"/>
                  </a:lnTo>
                  <a:lnTo>
                    <a:pt x="4810" y="393"/>
                  </a:lnTo>
                  <a:lnTo>
                    <a:pt x="4500" y="496"/>
                  </a:lnTo>
                  <a:lnTo>
                    <a:pt x="4191" y="620"/>
                  </a:lnTo>
                  <a:lnTo>
                    <a:pt x="3902" y="764"/>
                  </a:lnTo>
                  <a:lnTo>
                    <a:pt x="3613" y="929"/>
                  </a:lnTo>
                  <a:lnTo>
                    <a:pt x="3324" y="1095"/>
                  </a:lnTo>
                  <a:lnTo>
                    <a:pt x="3056" y="1280"/>
                  </a:lnTo>
                  <a:lnTo>
                    <a:pt x="2787" y="1466"/>
                  </a:lnTo>
                  <a:lnTo>
                    <a:pt x="2519" y="1673"/>
                  </a:lnTo>
                  <a:lnTo>
                    <a:pt x="2271" y="1900"/>
                  </a:lnTo>
                  <a:lnTo>
                    <a:pt x="2044" y="2127"/>
                  </a:lnTo>
                  <a:lnTo>
                    <a:pt x="1817" y="2374"/>
                  </a:lnTo>
                  <a:lnTo>
                    <a:pt x="1590" y="2622"/>
                  </a:lnTo>
                  <a:lnTo>
                    <a:pt x="1404" y="2890"/>
                  </a:lnTo>
                  <a:lnTo>
                    <a:pt x="1198" y="3159"/>
                  </a:lnTo>
                  <a:lnTo>
                    <a:pt x="1012" y="3427"/>
                  </a:lnTo>
                  <a:lnTo>
                    <a:pt x="847" y="3737"/>
                  </a:lnTo>
                  <a:lnTo>
                    <a:pt x="702" y="4026"/>
                  </a:lnTo>
                  <a:lnTo>
                    <a:pt x="558" y="4335"/>
                  </a:lnTo>
                  <a:lnTo>
                    <a:pt x="434" y="4666"/>
                  </a:lnTo>
                  <a:lnTo>
                    <a:pt x="331" y="4975"/>
                  </a:lnTo>
                  <a:lnTo>
                    <a:pt x="228" y="5305"/>
                  </a:lnTo>
                  <a:lnTo>
                    <a:pt x="145" y="5656"/>
                  </a:lnTo>
                  <a:lnTo>
                    <a:pt x="83" y="6007"/>
                  </a:lnTo>
                  <a:lnTo>
                    <a:pt x="42" y="6358"/>
                  </a:lnTo>
                  <a:lnTo>
                    <a:pt x="21" y="6730"/>
                  </a:lnTo>
                  <a:lnTo>
                    <a:pt x="21" y="6730"/>
                  </a:lnTo>
                  <a:lnTo>
                    <a:pt x="1" y="6833"/>
                  </a:lnTo>
                  <a:lnTo>
                    <a:pt x="1" y="6833"/>
                  </a:lnTo>
                  <a:lnTo>
                    <a:pt x="1" y="7473"/>
                  </a:lnTo>
                  <a:lnTo>
                    <a:pt x="21" y="8113"/>
                  </a:lnTo>
                  <a:lnTo>
                    <a:pt x="63" y="8753"/>
                  </a:lnTo>
                  <a:lnTo>
                    <a:pt x="145" y="9392"/>
                  </a:lnTo>
                  <a:lnTo>
                    <a:pt x="248" y="10032"/>
                  </a:lnTo>
                  <a:lnTo>
                    <a:pt x="393" y="10672"/>
                  </a:lnTo>
                  <a:lnTo>
                    <a:pt x="558" y="11291"/>
                  </a:lnTo>
                  <a:lnTo>
                    <a:pt x="744" y="11911"/>
                  </a:lnTo>
                  <a:lnTo>
                    <a:pt x="950" y="12530"/>
                  </a:lnTo>
                  <a:lnTo>
                    <a:pt x="1177" y="13149"/>
                  </a:lnTo>
                  <a:lnTo>
                    <a:pt x="1425" y="13748"/>
                  </a:lnTo>
                  <a:lnTo>
                    <a:pt x="1693" y="14346"/>
                  </a:lnTo>
                  <a:lnTo>
                    <a:pt x="1962" y="14945"/>
                  </a:lnTo>
                  <a:lnTo>
                    <a:pt x="2251" y="15544"/>
                  </a:lnTo>
                  <a:lnTo>
                    <a:pt x="2870" y="16699"/>
                  </a:lnTo>
                  <a:lnTo>
                    <a:pt x="2870" y="16699"/>
                  </a:lnTo>
                  <a:lnTo>
                    <a:pt x="3489" y="17835"/>
                  </a:lnTo>
                  <a:lnTo>
                    <a:pt x="4150" y="18949"/>
                  </a:lnTo>
                  <a:lnTo>
                    <a:pt x="5471" y="21199"/>
                  </a:lnTo>
                  <a:lnTo>
                    <a:pt x="6111" y="22334"/>
                  </a:lnTo>
                  <a:lnTo>
                    <a:pt x="6730" y="23470"/>
                  </a:lnTo>
                  <a:lnTo>
                    <a:pt x="7019" y="24048"/>
                  </a:lnTo>
                  <a:lnTo>
                    <a:pt x="7308" y="24626"/>
                  </a:lnTo>
                  <a:lnTo>
                    <a:pt x="7576" y="25224"/>
                  </a:lnTo>
                  <a:lnTo>
                    <a:pt x="7824" y="25823"/>
                  </a:lnTo>
                  <a:lnTo>
                    <a:pt x="7824" y="25823"/>
                  </a:lnTo>
                  <a:lnTo>
                    <a:pt x="8009" y="26318"/>
                  </a:lnTo>
                  <a:lnTo>
                    <a:pt x="8195" y="26834"/>
                  </a:lnTo>
                  <a:lnTo>
                    <a:pt x="8360" y="27330"/>
                  </a:lnTo>
                  <a:lnTo>
                    <a:pt x="8526" y="27846"/>
                  </a:lnTo>
                  <a:lnTo>
                    <a:pt x="8670" y="28362"/>
                  </a:lnTo>
                  <a:lnTo>
                    <a:pt x="8815" y="28878"/>
                  </a:lnTo>
                  <a:lnTo>
                    <a:pt x="8918" y="29394"/>
                  </a:lnTo>
                  <a:lnTo>
                    <a:pt x="9042" y="29930"/>
                  </a:lnTo>
                  <a:lnTo>
                    <a:pt x="9227" y="30983"/>
                  </a:lnTo>
                  <a:lnTo>
                    <a:pt x="9351" y="32036"/>
                  </a:lnTo>
                  <a:lnTo>
                    <a:pt x="9434" y="33109"/>
                  </a:lnTo>
                  <a:lnTo>
                    <a:pt x="9475" y="34183"/>
                  </a:lnTo>
                  <a:lnTo>
                    <a:pt x="9454" y="35256"/>
                  </a:lnTo>
                  <a:lnTo>
                    <a:pt x="9392" y="36309"/>
                  </a:lnTo>
                  <a:lnTo>
                    <a:pt x="9289" y="37382"/>
                  </a:lnTo>
                  <a:lnTo>
                    <a:pt x="9124" y="38435"/>
                  </a:lnTo>
                  <a:lnTo>
                    <a:pt x="9042" y="38971"/>
                  </a:lnTo>
                  <a:lnTo>
                    <a:pt x="8918" y="39487"/>
                  </a:lnTo>
                  <a:lnTo>
                    <a:pt x="8815" y="40003"/>
                  </a:lnTo>
                  <a:lnTo>
                    <a:pt x="8670" y="40519"/>
                  </a:lnTo>
                  <a:lnTo>
                    <a:pt x="8526" y="41035"/>
                  </a:lnTo>
                  <a:lnTo>
                    <a:pt x="8360" y="41551"/>
                  </a:lnTo>
                  <a:lnTo>
                    <a:pt x="8195" y="42068"/>
                  </a:lnTo>
                  <a:lnTo>
                    <a:pt x="8009" y="42563"/>
                  </a:lnTo>
                  <a:lnTo>
                    <a:pt x="8009" y="42563"/>
                  </a:lnTo>
                  <a:lnTo>
                    <a:pt x="7493" y="43843"/>
                  </a:lnTo>
                  <a:lnTo>
                    <a:pt x="6977" y="45164"/>
                  </a:lnTo>
                  <a:lnTo>
                    <a:pt x="6709" y="45804"/>
                  </a:lnTo>
                  <a:lnTo>
                    <a:pt x="6482" y="46464"/>
                  </a:lnTo>
                  <a:lnTo>
                    <a:pt x="6255" y="47125"/>
                  </a:lnTo>
                  <a:lnTo>
                    <a:pt x="6069" y="47785"/>
                  </a:lnTo>
                  <a:lnTo>
                    <a:pt x="5925" y="48446"/>
                  </a:lnTo>
                  <a:lnTo>
                    <a:pt x="5822" y="49106"/>
                  </a:lnTo>
                  <a:lnTo>
                    <a:pt x="5780" y="49436"/>
                  </a:lnTo>
                  <a:lnTo>
                    <a:pt x="5760" y="49746"/>
                  </a:lnTo>
                  <a:lnTo>
                    <a:pt x="5760" y="50076"/>
                  </a:lnTo>
                  <a:lnTo>
                    <a:pt x="5780" y="50407"/>
                  </a:lnTo>
                  <a:lnTo>
                    <a:pt x="5801" y="50737"/>
                  </a:lnTo>
                  <a:lnTo>
                    <a:pt x="5842" y="51067"/>
                  </a:lnTo>
                  <a:lnTo>
                    <a:pt x="5904" y="51377"/>
                  </a:lnTo>
                  <a:lnTo>
                    <a:pt x="5987" y="51707"/>
                  </a:lnTo>
                  <a:lnTo>
                    <a:pt x="6090" y="52037"/>
                  </a:lnTo>
                  <a:lnTo>
                    <a:pt x="6214" y="52347"/>
                  </a:lnTo>
                  <a:lnTo>
                    <a:pt x="6358" y="52677"/>
                  </a:lnTo>
                  <a:lnTo>
                    <a:pt x="6523" y="52987"/>
                  </a:lnTo>
                  <a:lnTo>
                    <a:pt x="6523" y="52987"/>
                  </a:lnTo>
                  <a:lnTo>
                    <a:pt x="6750" y="53358"/>
                  </a:lnTo>
                  <a:lnTo>
                    <a:pt x="7019" y="53709"/>
                  </a:lnTo>
                  <a:lnTo>
                    <a:pt x="7287" y="54039"/>
                  </a:lnTo>
                  <a:lnTo>
                    <a:pt x="7576" y="54328"/>
                  </a:lnTo>
                  <a:lnTo>
                    <a:pt x="7886" y="54617"/>
                  </a:lnTo>
                  <a:lnTo>
                    <a:pt x="8216" y="54865"/>
                  </a:lnTo>
                  <a:lnTo>
                    <a:pt x="8567" y="55113"/>
                  </a:lnTo>
                  <a:lnTo>
                    <a:pt x="8938" y="55319"/>
                  </a:lnTo>
                  <a:lnTo>
                    <a:pt x="9310" y="55505"/>
                  </a:lnTo>
                  <a:lnTo>
                    <a:pt x="9702" y="55670"/>
                  </a:lnTo>
                  <a:lnTo>
                    <a:pt x="10094" y="55794"/>
                  </a:lnTo>
                  <a:lnTo>
                    <a:pt x="10507" y="55918"/>
                  </a:lnTo>
                  <a:lnTo>
                    <a:pt x="10920" y="56000"/>
                  </a:lnTo>
                  <a:lnTo>
                    <a:pt x="11353" y="56062"/>
                  </a:lnTo>
                  <a:lnTo>
                    <a:pt x="11787" y="56104"/>
                  </a:lnTo>
                  <a:lnTo>
                    <a:pt x="12220" y="56124"/>
                  </a:lnTo>
                  <a:lnTo>
                    <a:pt x="12220" y="56124"/>
                  </a:lnTo>
                  <a:lnTo>
                    <a:pt x="12551" y="56104"/>
                  </a:lnTo>
                  <a:lnTo>
                    <a:pt x="12881" y="56083"/>
                  </a:lnTo>
                  <a:lnTo>
                    <a:pt x="12881" y="56083"/>
                  </a:lnTo>
                  <a:lnTo>
                    <a:pt x="13335" y="56042"/>
                  </a:lnTo>
                  <a:lnTo>
                    <a:pt x="13768" y="55959"/>
                  </a:lnTo>
                  <a:lnTo>
                    <a:pt x="14202" y="55856"/>
                  </a:lnTo>
                  <a:lnTo>
                    <a:pt x="14615" y="55732"/>
                  </a:lnTo>
                  <a:lnTo>
                    <a:pt x="15007" y="55608"/>
                  </a:lnTo>
                  <a:lnTo>
                    <a:pt x="15399" y="55443"/>
                  </a:lnTo>
                  <a:lnTo>
                    <a:pt x="15771" y="55278"/>
                  </a:lnTo>
                  <a:lnTo>
                    <a:pt x="16142" y="55072"/>
                  </a:lnTo>
                  <a:lnTo>
                    <a:pt x="16493" y="54865"/>
                  </a:lnTo>
                  <a:lnTo>
                    <a:pt x="16844" y="54638"/>
                  </a:lnTo>
                  <a:lnTo>
                    <a:pt x="17174" y="54390"/>
                  </a:lnTo>
                  <a:lnTo>
                    <a:pt x="17504" y="54143"/>
                  </a:lnTo>
                  <a:lnTo>
                    <a:pt x="17814" y="53874"/>
                  </a:lnTo>
                  <a:lnTo>
                    <a:pt x="18124" y="53585"/>
                  </a:lnTo>
                  <a:lnTo>
                    <a:pt x="18413" y="53296"/>
                  </a:lnTo>
                  <a:lnTo>
                    <a:pt x="18722" y="52987"/>
                  </a:lnTo>
                  <a:lnTo>
                    <a:pt x="19280" y="52347"/>
                  </a:lnTo>
                  <a:lnTo>
                    <a:pt x="19816" y="51666"/>
                  </a:lnTo>
                  <a:lnTo>
                    <a:pt x="20312" y="50964"/>
                  </a:lnTo>
                  <a:lnTo>
                    <a:pt x="20807" y="50241"/>
                  </a:lnTo>
                  <a:lnTo>
                    <a:pt x="21282" y="49498"/>
                  </a:lnTo>
                  <a:lnTo>
                    <a:pt x="21736" y="48735"/>
                  </a:lnTo>
                  <a:lnTo>
                    <a:pt x="22623" y="47228"/>
                  </a:lnTo>
                  <a:lnTo>
                    <a:pt x="22623" y="47228"/>
                  </a:lnTo>
                  <a:lnTo>
                    <a:pt x="22954" y="46609"/>
                  </a:lnTo>
                  <a:lnTo>
                    <a:pt x="23305" y="45927"/>
                  </a:lnTo>
                  <a:lnTo>
                    <a:pt x="23614" y="45246"/>
                  </a:lnTo>
                  <a:lnTo>
                    <a:pt x="23924" y="44524"/>
                  </a:lnTo>
                  <a:lnTo>
                    <a:pt x="24234" y="43760"/>
                  </a:lnTo>
                  <a:lnTo>
                    <a:pt x="24522" y="42996"/>
                  </a:lnTo>
                  <a:lnTo>
                    <a:pt x="24770" y="42212"/>
                  </a:lnTo>
                  <a:lnTo>
                    <a:pt x="25018" y="41428"/>
                  </a:lnTo>
                  <a:lnTo>
                    <a:pt x="25245" y="40623"/>
                  </a:lnTo>
                  <a:lnTo>
                    <a:pt x="25451" y="39818"/>
                  </a:lnTo>
                  <a:lnTo>
                    <a:pt x="25637" y="39013"/>
                  </a:lnTo>
                  <a:lnTo>
                    <a:pt x="25782" y="38228"/>
                  </a:lnTo>
                  <a:lnTo>
                    <a:pt x="25905" y="37444"/>
                  </a:lnTo>
                  <a:lnTo>
                    <a:pt x="26009" y="36680"/>
                  </a:lnTo>
                  <a:lnTo>
                    <a:pt x="26071" y="35916"/>
                  </a:lnTo>
                  <a:lnTo>
                    <a:pt x="26091" y="35194"/>
                  </a:lnTo>
                  <a:lnTo>
                    <a:pt x="26091" y="35194"/>
                  </a:lnTo>
                  <a:lnTo>
                    <a:pt x="26112" y="33749"/>
                  </a:lnTo>
                  <a:lnTo>
                    <a:pt x="26112" y="32304"/>
                  </a:lnTo>
                  <a:lnTo>
                    <a:pt x="26050" y="30901"/>
                  </a:lnTo>
                  <a:lnTo>
                    <a:pt x="25967" y="29497"/>
                  </a:lnTo>
                  <a:lnTo>
                    <a:pt x="25864" y="28114"/>
                  </a:lnTo>
                  <a:lnTo>
                    <a:pt x="25720" y="26731"/>
                  </a:lnTo>
                  <a:lnTo>
                    <a:pt x="25534" y="25369"/>
                  </a:lnTo>
                  <a:lnTo>
                    <a:pt x="25307" y="24006"/>
                  </a:lnTo>
                  <a:lnTo>
                    <a:pt x="25039" y="22665"/>
                  </a:lnTo>
                  <a:lnTo>
                    <a:pt x="24750" y="21323"/>
                  </a:lnTo>
                  <a:lnTo>
                    <a:pt x="24419" y="19981"/>
                  </a:lnTo>
                  <a:lnTo>
                    <a:pt x="24048" y="18640"/>
                  </a:lnTo>
                  <a:lnTo>
                    <a:pt x="23635" y="17298"/>
                  </a:lnTo>
                  <a:lnTo>
                    <a:pt x="23181" y="15956"/>
                  </a:lnTo>
                  <a:lnTo>
                    <a:pt x="22706" y="14615"/>
                  </a:lnTo>
                  <a:lnTo>
                    <a:pt x="22169" y="13252"/>
                  </a:lnTo>
                  <a:lnTo>
                    <a:pt x="22169" y="13252"/>
                  </a:lnTo>
                  <a:lnTo>
                    <a:pt x="21963" y="12757"/>
                  </a:lnTo>
                  <a:lnTo>
                    <a:pt x="21736" y="12241"/>
                  </a:lnTo>
                  <a:lnTo>
                    <a:pt x="21488" y="11746"/>
                  </a:lnTo>
                  <a:lnTo>
                    <a:pt x="21241" y="11250"/>
                  </a:lnTo>
                  <a:lnTo>
                    <a:pt x="20972" y="10755"/>
                  </a:lnTo>
                  <a:lnTo>
                    <a:pt x="20683" y="10259"/>
                  </a:lnTo>
                  <a:lnTo>
                    <a:pt x="20394" y="9785"/>
                  </a:lnTo>
                  <a:lnTo>
                    <a:pt x="20085" y="9289"/>
                  </a:lnTo>
                  <a:lnTo>
                    <a:pt x="19754" y="8814"/>
                  </a:lnTo>
                  <a:lnTo>
                    <a:pt x="19424" y="8360"/>
                  </a:lnTo>
                  <a:lnTo>
                    <a:pt x="19073" y="7886"/>
                  </a:lnTo>
                  <a:lnTo>
                    <a:pt x="18722" y="7431"/>
                  </a:lnTo>
                  <a:lnTo>
                    <a:pt x="18351" y="6998"/>
                  </a:lnTo>
                  <a:lnTo>
                    <a:pt x="17979" y="6544"/>
                  </a:lnTo>
                  <a:lnTo>
                    <a:pt x="17587" y="6110"/>
                  </a:lnTo>
                  <a:lnTo>
                    <a:pt x="17195" y="5698"/>
                  </a:lnTo>
                  <a:lnTo>
                    <a:pt x="16782" y="5285"/>
                  </a:lnTo>
                  <a:lnTo>
                    <a:pt x="16369" y="4872"/>
                  </a:lnTo>
                  <a:lnTo>
                    <a:pt x="15936" y="4480"/>
                  </a:lnTo>
                  <a:lnTo>
                    <a:pt x="15502" y="4108"/>
                  </a:lnTo>
                  <a:lnTo>
                    <a:pt x="15069" y="3737"/>
                  </a:lnTo>
                  <a:lnTo>
                    <a:pt x="14615" y="3365"/>
                  </a:lnTo>
                  <a:lnTo>
                    <a:pt x="14161" y="3014"/>
                  </a:lnTo>
                  <a:lnTo>
                    <a:pt x="13686" y="2684"/>
                  </a:lnTo>
                  <a:lnTo>
                    <a:pt x="13211" y="2354"/>
                  </a:lnTo>
                  <a:lnTo>
                    <a:pt x="12736" y="2044"/>
                  </a:lnTo>
                  <a:lnTo>
                    <a:pt x="12241" y="1755"/>
                  </a:lnTo>
                  <a:lnTo>
                    <a:pt x="11746" y="1487"/>
                  </a:lnTo>
                  <a:lnTo>
                    <a:pt x="11250" y="1218"/>
                  </a:lnTo>
                  <a:lnTo>
                    <a:pt x="10755" y="971"/>
                  </a:lnTo>
                  <a:lnTo>
                    <a:pt x="10239" y="723"/>
                  </a:lnTo>
                  <a:lnTo>
                    <a:pt x="9723" y="517"/>
                  </a:lnTo>
                  <a:lnTo>
                    <a:pt x="9723" y="517"/>
                  </a:lnTo>
                  <a:lnTo>
                    <a:pt x="9392" y="393"/>
                  </a:lnTo>
                  <a:lnTo>
                    <a:pt x="9062" y="290"/>
                  </a:lnTo>
                  <a:lnTo>
                    <a:pt x="8732" y="186"/>
                  </a:lnTo>
                  <a:lnTo>
                    <a:pt x="8422" y="124"/>
                  </a:lnTo>
                  <a:lnTo>
                    <a:pt x="8092" y="63"/>
                  </a:lnTo>
                  <a:lnTo>
                    <a:pt x="7762" y="21"/>
                  </a:lnTo>
                  <a:lnTo>
                    <a:pt x="7432" y="1"/>
                  </a:lnTo>
                  <a:lnTo>
                    <a:pt x="710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1" name="Google Shape;881;p27">
              <a:extLst>
                <a:ext uri="{FF2B5EF4-FFF2-40B4-BE49-F238E27FC236}">
                  <a16:creationId xmlns:a16="http://schemas.microsoft.com/office/drawing/2014/main" id="{00A54031-D455-F32A-9D36-0BF688F18C88}"/>
                </a:ext>
              </a:extLst>
            </p:cNvPr>
            <p:cNvSpPr/>
            <p:nvPr/>
          </p:nvSpPr>
          <p:spPr>
            <a:xfrm>
              <a:off x="5100575" y="2888450"/>
              <a:ext cx="9825" cy="25"/>
            </a:xfrm>
            <a:custGeom>
              <a:avLst/>
              <a:gdLst/>
              <a:ahLst/>
              <a:cxnLst/>
              <a:rect l="l" t="t" r="r" b="b"/>
              <a:pathLst>
                <a:path w="393" h="1" extrusionOk="0">
                  <a:moveTo>
                    <a:pt x="83" y="0"/>
                  </a:moveTo>
                  <a:lnTo>
                    <a:pt x="83" y="0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392" y="0"/>
                  </a:lnTo>
                  <a:lnTo>
                    <a:pt x="83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F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2" name="Google Shape;882;p27">
              <a:extLst>
                <a:ext uri="{FF2B5EF4-FFF2-40B4-BE49-F238E27FC236}">
                  <a16:creationId xmlns:a16="http://schemas.microsoft.com/office/drawing/2014/main" id="{F18A545E-FC97-065D-807E-3CD712E398D7}"/>
                </a:ext>
              </a:extLst>
            </p:cNvPr>
            <p:cNvSpPr/>
            <p:nvPr/>
          </p:nvSpPr>
          <p:spPr>
            <a:xfrm>
              <a:off x="5102625" y="2888450"/>
              <a:ext cx="7775" cy="25"/>
            </a:xfrm>
            <a:custGeom>
              <a:avLst/>
              <a:gdLst/>
              <a:ahLst/>
              <a:cxnLst/>
              <a:rect l="l" t="t" r="r" b="b"/>
              <a:pathLst>
                <a:path w="31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90" y="0"/>
                  </a:lnTo>
                  <a:lnTo>
                    <a:pt x="290" y="0"/>
                  </a:lnTo>
                  <a:lnTo>
                    <a:pt x="310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3" name="Google Shape;883;p27">
              <a:extLst>
                <a:ext uri="{FF2B5EF4-FFF2-40B4-BE49-F238E27FC236}">
                  <a16:creationId xmlns:a16="http://schemas.microsoft.com/office/drawing/2014/main" id="{4871BAAA-FF36-863C-3E4F-0EEC99888DBA}"/>
                </a:ext>
              </a:extLst>
            </p:cNvPr>
            <p:cNvSpPr/>
            <p:nvPr/>
          </p:nvSpPr>
          <p:spPr>
            <a:xfrm>
              <a:off x="5100575" y="2888450"/>
              <a:ext cx="2075" cy="25"/>
            </a:xfrm>
            <a:custGeom>
              <a:avLst/>
              <a:gdLst/>
              <a:ahLst/>
              <a:cxnLst/>
              <a:rect l="l" t="t" r="r" b="b"/>
              <a:pathLst>
                <a:path w="83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4" name="Google Shape;884;p27">
              <a:extLst>
                <a:ext uri="{FF2B5EF4-FFF2-40B4-BE49-F238E27FC236}">
                  <a16:creationId xmlns:a16="http://schemas.microsoft.com/office/drawing/2014/main" id="{51C22919-164E-CF86-3048-3EC37FEAA8D3}"/>
                </a:ext>
              </a:extLst>
            </p:cNvPr>
            <p:cNvSpPr/>
            <p:nvPr/>
          </p:nvSpPr>
          <p:spPr>
            <a:xfrm>
              <a:off x="3511200" y="3483950"/>
              <a:ext cx="198700" cy="134700"/>
            </a:xfrm>
            <a:custGeom>
              <a:avLst/>
              <a:gdLst/>
              <a:ahLst/>
              <a:cxnLst/>
              <a:rect l="l" t="t" r="r" b="b"/>
              <a:pathLst>
                <a:path w="7948" h="5388" extrusionOk="0">
                  <a:moveTo>
                    <a:pt x="4108" y="0"/>
                  </a:moveTo>
                  <a:lnTo>
                    <a:pt x="3695" y="21"/>
                  </a:lnTo>
                  <a:lnTo>
                    <a:pt x="3303" y="83"/>
                  </a:lnTo>
                  <a:lnTo>
                    <a:pt x="2911" y="186"/>
                  </a:lnTo>
                  <a:lnTo>
                    <a:pt x="2560" y="331"/>
                  </a:lnTo>
                  <a:lnTo>
                    <a:pt x="2229" y="496"/>
                  </a:lnTo>
                  <a:lnTo>
                    <a:pt x="1920" y="682"/>
                  </a:lnTo>
                  <a:lnTo>
                    <a:pt x="1652" y="909"/>
                  </a:lnTo>
                  <a:lnTo>
                    <a:pt x="1383" y="1136"/>
                  </a:lnTo>
                  <a:lnTo>
                    <a:pt x="1156" y="1383"/>
                  </a:lnTo>
                  <a:lnTo>
                    <a:pt x="950" y="1631"/>
                  </a:lnTo>
                  <a:lnTo>
                    <a:pt x="785" y="1879"/>
                  </a:lnTo>
                  <a:lnTo>
                    <a:pt x="640" y="2127"/>
                  </a:lnTo>
                  <a:lnTo>
                    <a:pt x="496" y="2374"/>
                  </a:lnTo>
                  <a:lnTo>
                    <a:pt x="392" y="2622"/>
                  </a:lnTo>
                  <a:lnTo>
                    <a:pt x="289" y="2870"/>
                  </a:lnTo>
                  <a:lnTo>
                    <a:pt x="227" y="3097"/>
                  </a:lnTo>
                  <a:lnTo>
                    <a:pt x="103" y="3551"/>
                  </a:lnTo>
                  <a:lnTo>
                    <a:pt x="42" y="3943"/>
                  </a:lnTo>
                  <a:lnTo>
                    <a:pt x="0" y="4273"/>
                  </a:lnTo>
                  <a:lnTo>
                    <a:pt x="0" y="4562"/>
                  </a:lnTo>
                  <a:lnTo>
                    <a:pt x="21" y="4810"/>
                  </a:lnTo>
                  <a:lnTo>
                    <a:pt x="62" y="4975"/>
                  </a:lnTo>
                  <a:lnTo>
                    <a:pt x="103" y="5078"/>
                  </a:lnTo>
                  <a:lnTo>
                    <a:pt x="124" y="5120"/>
                  </a:lnTo>
                  <a:lnTo>
                    <a:pt x="186" y="5120"/>
                  </a:lnTo>
                  <a:lnTo>
                    <a:pt x="227" y="5099"/>
                  </a:lnTo>
                  <a:lnTo>
                    <a:pt x="310" y="5016"/>
                  </a:lnTo>
                  <a:lnTo>
                    <a:pt x="372" y="4872"/>
                  </a:lnTo>
                  <a:lnTo>
                    <a:pt x="475" y="4665"/>
                  </a:lnTo>
                  <a:lnTo>
                    <a:pt x="702" y="4129"/>
                  </a:lnTo>
                  <a:lnTo>
                    <a:pt x="867" y="3798"/>
                  </a:lnTo>
                  <a:lnTo>
                    <a:pt x="1032" y="3427"/>
                  </a:lnTo>
                  <a:lnTo>
                    <a:pt x="1239" y="3055"/>
                  </a:lnTo>
                  <a:lnTo>
                    <a:pt x="1507" y="2684"/>
                  </a:lnTo>
                  <a:lnTo>
                    <a:pt x="1652" y="2498"/>
                  </a:lnTo>
                  <a:lnTo>
                    <a:pt x="1817" y="2312"/>
                  </a:lnTo>
                  <a:lnTo>
                    <a:pt x="1982" y="2147"/>
                  </a:lnTo>
                  <a:lnTo>
                    <a:pt x="2168" y="1982"/>
                  </a:lnTo>
                  <a:lnTo>
                    <a:pt x="2353" y="1817"/>
                  </a:lnTo>
                  <a:lnTo>
                    <a:pt x="2580" y="1693"/>
                  </a:lnTo>
                  <a:lnTo>
                    <a:pt x="2807" y="1569"/>
                  </a:lnTo>
                  <a:lnTo>
                    <a:pt x="3055" y="1445"/>
                  </a:lnTo>
                  <a:lnTo>
                    <a:pt x="3303" y="1363"/>
                  </a:lnTo>
                  <a:lnTo>
                    <a:pt x="3551" y="1301"/>
                  </a:lnTo>
                  <a:lnTo>
                    <a:pt x="3819" y="1260"/>
                  </a:lnTo>
                  <a:lnTo>
                    <a:pt x="4067" y="1260"/>
                  </a:lnTo>
                  <a:lnTo>
                    <a:pt x="4335" y="1280"/>
                  </a:lnTo>
                  <a:lnTo>
                    <a:pt x="4583" y="1322"/>
                  </a:lnTo>
                  <a:lnTo>
                    <a:pt x="4810" y="1404"/>
                  </a:lnTo>
                  <a:lnTo>
                    <a:pt x="5057" y="1507"/>
                  </a:lnTo>
                  <a:lnTo>
                    <a:pt x="5284" y="1652"/>
                  </a:lnTo>
                  <a:lnTo>
                    <a:pt x="5491" y="1796"/>
                  </a:lnTo>
                  <a:lnTo>
                    <a:pt x="5677" y="1961"/>
                  </a:lnTo>
                  <a:lnTo>
                    <a:pt x="5862" y="2127"/>
                  </a:lnTo>
                  <a:lnTo>
                    <a:pt x="6048" y="2312"/>
                  </a:lnTo>
                  <a:lnTo>
                    <a:pt x="6193" y="2519"/>
                  </a:lnTo>
                  <a:lnTo>
                    <a:pt x="6482" y="2911"/>
                  </a:lnTo>
                  <a:lnTo>
                    <a:pt x="6709" y="3303"/>
                  </a:lnTo>
                  <a:lnTo>
                    <a:pt x="6894" y="3695"/>
                  </a:lnTo>
                  <a:lnTo>
                    <a:pt x="7225" y="4397"/>
                  </a:lnTo>
                  <a:lnTo>
                    <a:pt x="7472" y="4954"/>
                  </a:lnTo>
                  <a:lnTo>
                    <a:pt x="7576" y="5161"/>
                  </a:lnTo>
                  <a:lnTo>
                    <a:pt x="7679" y="5305"/>
                  </a:lnTo>
                  <a:lnTo>
                    <a:pt x="7761" y="5388"/>
                  </a:lnTo>
                  <a:lnTo>
                    <a:pt x="7865" y="5388"/>
                  </a:lnTo>
                  <a:lnTo>
                    <a:pt x="7885" y="5347"/>
                  </a:lnTo>
                  <a:lnTo>
                    <a:pt x="7926" y="5243"/>
                  </a:lnTo>
                  <a:lnTo>
                    <a:pt x="7947" y="5058"/>
                  </a:lnTo>
                  <a:lnTo>
                    <a:pt x="7947" y="4831"/>
                  </a:lnTo>
                  <a:lnTo>
                    <a:pt x="7926" y="4562"/>
                  </a:lnTo>
                  <a:lnTo>
                    <a:pt x="7885" y="4211"/>
                  </a:lnTo>
                  <a:lnTo>
                    <a:pt x="7823" y="3840"/>
                  </a:lnTo>
                  <a:lnTo>
                    <a:pt x="7741" y="3406"/>
                  </a:lnTo>
                  <a:lnTo>
                    <a:pt x="7596" y="2932"/>
                  </a:lnTo>
                  <a:lnTo>
                    <a:pt x="7493" y="2684"/>
                  </a:lnTo>
                  <a:lnTo>
                    <a:pt x="7390" y="2416"/>
                  </a:lnTo>
                  <a:lnTo>
                    <a:pt x="7245" y="2147"/>
                  </a:lnTo>
                  <a:lnTo>
                    <a:pt x="7101" y="1899"/>
                  </a:lnTo>
                  <a:lnTo>
                    <a:pt x="6936" y="1631"/>
                  </a:lnTo>
                  <a:lnTo>
                    <a:pt x="6729" y="1363"/>
                  </a:lnTo>
                  <a:lnTo>
                    <a:pt x="6502" y="1115"/>
                  </a:lnTo>
                  <a:lnTo>
                    <a:pt x="6234" y="867"/>
                  </a:lnTo>
                  <a:lnTo>
                    <a:pt x="5966" y="640"/>
                  </a:lnTo>
                  <a:lnTo>
                    <a:pt x="5635" y="455"/>
                  </a:lnTo>
                  <a:lnTo>
                    <a:pt x="5284" y="269"/>
                  </a:lnTo>
                  <a:lnTo>
                    <a:pt x="4913" y="145"/>
                  </a:lnTo>
                  <a:lnTo>
                    <a:pt x="4727" y="83"/>
                  </a:lnTo>
                  <a:lnTo>
                    <a:pt x="4521" y="42"/>
                  </a:lnTo>
                  <a:lnTo>
                    <a:pt x="4314" y="21"/>
                  </a:lnTo>
                  <a:lnTo>
                    <a:pt x="41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5" name="Google Shape;885;p27">
              <a:extLst>
                <a:ext uri="{FF2B5EF4-FFF2-40B4-BE49-F238E27FC236}">
                  <a16:creationId xmlns:a16="http://schemas.microsoft.com/office/drawing/2014/main" id="{988DB3EE-C6C0-C250-6E4E-2B6FEB4C0354}"/>
                </a:ext>
              </a:extLst>
            </p:cNvPr>
            <p:cNvSpPr/>
            <p:nvPr/>
          </p:nvSpPr>
          <p:spPr>
            <a:xfrm>
              <a:off x="2626725" y="3459700"/>
              <a:ext cx="171850" cy="171850"/>
            </a:xfrm>
            <a:custGeom>
              <a:avLst/>
              <a:gdLst/>
              <a:ahLst/>
              <a:cxnLst/>
              <a:rect l="l" t="t" r="r" b="b"/>
              <a:pathLst>
                <a:path w="6874" h="6874" extrusionOk="0">
                  <a:moveTo>
                    <a:pt x="3447" y="0"/>
                  </a:moveTo>
                  <a:lnTo>
                    <a:pt x="3096" y="21"/>
                  </a:lnTo>
                  <a:lnTo>
                    <a:pt x="2745" y="83"/>
                  </a:lnTo>
                  <a:lnTo>
                    <a:pt x="2415" y="165"/>
                  </a:lnTo>
                  <a:lnTo>
                    <a:pt x="2106" y="269"/>
                  </a:lnTo>
                  <a:lnTo>
                    <a:pt x="1796" y="413"/>
                  </a:lnTo>
                  <a:lnTo>
                    <a:pt x="1528" y="599"/>
                  </a:lnTo>
                  <a:lnTo>
                    <a:pt x="1259" y="785"/>
                  </a:lnTo>
                  <a:lnTo>
                    <a:pt x="1012" y="1012"/>
                  </a:lnTo>
                  <a:lnTo>
                    <a:pt x="785" y="1259"/>
                  </a:lnTo>
                  <a:lnTo>
                    <a:pt x="599" y="1528"/>
                  </a:lnTo>
                  <a:lnTo>
                    <a:pt x="413" y="1796"/>
                  </a:lnTo>
                  <a:lnTo>
                    <a:pt x="268" y="2106"/>
                  </a:lnTo>
                  <a:lnTo>
                    <a:pt x="165" y="2415"/>
                  </a:lnTo>
                  <a:lnTo>
                    <a:pt x="83" y="2746"/>
                  </a:lnTo>
                  <a:lnTo>
                    <a:pt x="21" y="3097"/>
                  </a:lnTo>
                  <a:lnTo>
                    <a:pt x="0" y="3447"/>
                  </a:lnTo>
                  <a:lnTo>
                    <a:pt x="21" y="3798"/>
                  </a:lnTo>
                  <a:lnTo>
                    <a:pt x="83" y="4129"/>
                  </a:lnTo>
                  <a:lnTo>
                    <a:pt x="165" y="4459"/>
                  </a:lnTo>
                  <a:lnTo>
                    <a:pt x="268" y="4789"/>
                  </a:lnTo>
                  <a:lnTo>
                    <a:pt x="413" y="5078"/>
                  </a:lnTo>
                  <a:lnTo>
                    <a:pt x="599" y="5367"/>
                  </a:lnTo>
                  <a:lnTo>
                    <a:pt x="785" y="5635"/>
                  </a:lnTo>
                  <a:lnTo>
                    <a:pt x="1012" y="5883"/>
                  </a:lnTo>
                  <a:lnTo>
                    <a:pt x="1259" y="6090"/>
                  </a:lnTo>
                  <a:lnTo>
                    <a:pt x="1528" y="6296"/>
                  </a:lnTo>
                  <a:lnTo>
                    <a:pt x="1796" y="6461"/>
                  </a:lnTo>
                  <a:lnTo>
                    <a:pt x="2106" y="6606"/>
                  </a:lnTo>
                  <a:lnTo>
                    <a:pt x="2415" y="6729"/>
                  </a:lnTo>
                  <a:lnTo>
                    <a:pt x="2745" y="6812"/>
                  </a:lnTo>
                  <a:lnTo>
                    <a:pt x="3096" y="6853"/>
                  </a:lnTo>
                  <a:lnTo>
                    <a:pt x="3447" y="6874"/>
                  </a:lnTo>
                  <a:lnTo>
                    <a:pt x="3798" y="6853"/>
                  </a:lnTo>
                  <a:lnTo>
                    <a:pt x="4128" y="6812"/>
                  </a:lnTo>
                  <a:lnTo>
                    <a:pt x="4459" y="6729"/>
                  </a:lnTo>
                  <a:lnTo>
                    <a:pt x="4789" y="6606"/>
                  </a:lnTo>
                  <a:lnTo>
                    <a:pt x="5078" y="6461"/>
                  </a:lnTo>
                  <a:lnTo>
                    <a:pt x="5367" y="6296"/>
                  </a:lnTo>
                  <a:lnTo>
                    <a:pt x="5635" y="6090"/>
                  </a:lnTo>
                  <a:lnTo>
                    <a:pt x="5883" y="5883"/>
                  </a:lnTo>
                  <a:lnTo>
                    <a:pt x="6089" y="5635"/>
                  </a:lnTo>
                  <a:lnTo>
                    <a:pt x="6296" y="5367"/>
                  </a:lnTo>
                  <a:lnTo>
                    <a:pt x="6461" y="5078"/>
                  </a:lnTo>
                  <a:lnTo>
                    <a:pt x="6605" y="4789"/>
                  </a:lnTo>
                  <a:lnTo>
                    <a:pt x="6729" y="4459"/>
                  </a:lnTo>
                  <a:lnTo>
                    <a:pt x="6812" y="4129"/>
                  </a:lnTo>
                  <a:lnTo>
                    <a:pt x="6853" y="3798"/>
                  </a:lnTo>
                  <a:lnTo>
                    <a:pt x="6874" y="3447"/>
                  </a:lnTo>
                  <a:lnTo>
                    <a:pt x="6853" y="3097"/>
                  </a:lnTo>
                  <a:lnTo>
                    <a:pt x="6812" y="2746"/>
                  </a:lnTo>
                  <a:lnTo>
                    <a:pt x="6729" y="2415"/>
                  </a:lnTo>
                  <a:lnTo>
                    <a:pt x="6605" y="2106"/>
                  </a:lnTo>
                  <a:lnTo>
                    <a:pt x="6461" y="1796"/>
                  </a:lnTo>
                  <a:lnTo>
                    <a:pt x="6296" y="1528"/>
                  </a:lnTo>
                  <a:lnTo>
                    <a:pt x="6089" y="1259"/>
                  </a:lnTo>
                  <a:lnTo>
                    <a:pt x="5883" y="1012"/>
                  </a:lnTo>
                  <a:lnTo>
                    <a:pt x="5635" y="785"/>
                  </a:lnTo>
                  <a:lnTo>
                    <a:pt x="5367" y="599"/>
                  </a:lnTo>
                  <a:lnTo>
                    <a:pt x="5078" y="413"/>
                  </a:lnTo>
                  <a:lnTo>
                    <a:pt x="4789" y="269"/>
                  </a:lnTo>
                  <a:lnTo>
                    <a:pt x="4459" y="165"/>
                  </a:lnTo>
                  <a:lnTo>
                    <a:pt x="4128" y="83"/>
                  </a:lnTo>
                  <a:lnTo>
                    <a:pt x="3798" y="21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6" name="Google Shape;886;p27">
              <a:extLst>
                <a:ext uri="{FF2B5EF4-FFF2-40B4-BE49-F238E27FC236}">
                  <a16:creationId xmlns:a16="http://schemas.microsoft.com/office/drawing/2014/main" id="{D69AA982-30F3-B4DF-E8C9-993BEDFCE20A}"/>
                </a:ext>
              </a:extLst>
            </p:cNvPr>
            <p:cNvSpPr/>
            <p:nvPr/>
          </p:nvSpPr>
          <p:spPr>
            <a:xfrm>
              <a:off x="4855450" y="2306375"/>
              <a:ext cx="673975" cy="520175"/>
            </a:xfrm>
            <a:custGeom>
              <a:avLst/>
              <a:gdLst/>
              <a:ahLst/>
              <a:cxnLst/>
              <a:rect l="l" t="t" r="r" b="b"/>
              <a:pathLst>
                <a:path w="26959" h="20807" extrusionOk="0">
                  <a:moveTo>
                    <a:pt x="1" y="0"/>
                  </a:moveTo>
                  <a:lnTo>
                    <a:pt x="83" y="41"/>
                  </a:lnTo>
                  <a:lnTo>
                    <a:pt x="310" y="165"/>
                  </a:lnTo>
                  <a:lnTo>
                    <a:pt x="1218" y="599"/>
                  </a:lnTo>
                  <a:lnTo>
                    <a:pt x="1879" y="888"/>
                  </a:lnTo>
                  <a:lnTo>
                    <a:pt x="2663" y="1280"/>
                  </a:lnTo>
                  <a:lnTo>
                    <a:pt x="3551" y="1713"/>
                  </a:lnTo>
                  <a:lnTo>
                    <a:pt x="4026" y="1961"/>
                  </a:lnTo>
                  <a:lnTo>
                    <a:pt x="4542" y="2209"/>
                  </a:lnTo>
                  <a:lnTo>
                    <a:pt x="5615" y="2787"/>
                  </a:lnTo>
                  <a:lnTo>
                    <a:pt x="6771" y="3447"/>
                  </a:lnTo>
                  <a:lnTo>
                    <a:pt x="7370" y="3777"/>
                  </a:lnTo>
                  <a:lnTo>
                    <a:pt x="7989" y="4149"/>
                  </a:lnTo>
                  <a:lnTo>
                    <a:pt x="9269" y="4933"/>
                  </a:lnTo>
                  <a:lnTo>
                    <a:pt x="10590" y="5800"/>
                  </a:lnTo>
                  <a:lnTo>
                    <a:pt x="11952" y="6709"/>
                  </a:lnTo>
                  <a:lnTo>
                    <a:pt x="13356" y="7699"/>
                  </a:lnTo>
                  <a:lnTo>
                    <a:pt x="14759" y="8752"/>
                  </a:lnTo>
                  <a:lnTo>
                    <a:pt x="16142" y="9846"/>
                  </a:lnTo>
                  <a:lnTo>
                    <a:pt x="17443" y="10940"/>
                  </a:lnTo>
                  <a:lnTo>
                    <a:pt x="18681" y="12034"/>
                  </a:lnTo>
                  <a:lnTo>
                    <a:pt x="19858" y="13107"/>
                  </a:lnTo>
                  <a:lnTo>
                    <a:pt x="20931" y="14139"/>
                  </a:lnTo>
                  <a:lnTo>
                    <a:pt x="21447" y="14635"/>
                  </a:lnTo>
                  <a:lnTo>
                    <a:pt x="21922" y="15151"/>
                  </a:lnTo>
                  <a:lnTo>
                    <a:pt x="22851" y="16100"/>
                  </a:lnTo>
                  <a:lnTo>
                    <a:pt x="23676" y="16988"/>
                  </a:lnTo>
                  <a:lnTo>
                    <a:pt x="24068" y="17421"/>
                  </a:lnTo>
                  <a:lnTo>
                    <a:pt x="24419" y="17814"/>
                  </a:lnTo>
                  <a:lnTo>
                    <a:pt x="25059" y="18577"/>
                  </a:lnTo>
                  <a:lnTo>
                    <a:pt x="25637" y="19217"/>
                  </a:lnTo>
                  <a:lnTo>
                    <a:pt x="26091" y="19774"/>
                  </a:lnTo>
                  <a:lnTo>
                    <a:pt x="26731" y="20559"/>
                  </a:lnTo>
                  <a:lnTo>
                    <a:pt x="26896" y="20745"/>
                  </a:lnTo>
                  <a:lnTo>
                    <a:pt x="26958" y="20807"/>
                  </a:lnTo>
                  <a:lnTo>
                    <a:pt x="26917" y="20724"/>
                  </a:lnTo>
                  <a:lnTo>
                    <a:pt x="26772" y="20518"/>
                  </a:lnTo>
                  <a:lnTo>
                    <a:pt x="26174" y="19713"/>
                  </a:lnTo>
                  <a:lnTo>
                    <a:pt x="25720" y="19155"/>
                  </a:lnTo>
                  <a:lnTo>
                    <a:pt x="25183" y="18474"/>
                  </a:lnTo>
                  <a:lnTo>
                    <a:pt x="24543" y="17710"/>
                  </a:lnTo>
                  <a:lnTo>
                    <a:pt x="24192" y="17298"/>
                  </a:lnTo>
                  <a:lnTo>
                    <a:pt x="23800" y="16885"/>
                  </a:lnTo>
                  <a:lnTo>
                    <a:pt x="22995" y="15956"/>
                  </a:lnTo>
                  <a:lnTo>
                    <a:pt x="22541" y="15481"/>
                  </a:lnTo>
                  <a:lnTo>
                    <a:pt x="22087" y="15006"/>
                  </a:lnTo>
                  <a:lnTo>
                    <a:pt x="21591" y="14490"/>
                  </a:lnTo>
                  <a:lnTo>
                    <a:pt x="21075" y="13974"/>
                  </a:lnTo>
                  <a:lnTo>
                    <a:pt x="20002" y="12922"/>
                  </a:lnTo>
                  <a:lnTo>
                    <a:pt x="18846" y="11848"/>
                  </a:lnTo>
                  <a:lnTo>
                    <a:pt x="17608" y="10754"/>
                  </a:lnTo>
                  <a:lnTo>
                    <a:pt x="16287" y="9660"/>
                  </a:lnTo>
                  <a:lnTo>
                    <a:pt x="14904" y="8566"/>
                  </a:lnTo>
                  <a:lnTo>
                    <a:pt x="13500" y="7514"/>
                  </a:lnTo>
                  <a:lnTo>
                    <a:pt x="12096" y="6523"/>
                  </a:lnTo>
                  <a:lnTo>
                    <a:pt x="10734" y="5594"/>
                  </a:lnTo>
                  <a:lnTo>
                    <a:pt x="9392" y="4748"/>
                  </a:lnTo>
                  <a:lnTo>
                    <a:pt x="8092" y="3963"/>
                  </a:lnTo>
                  <a:lnTo>
                    <a:pt x="7473" y="3592"/>
                  </a:lnTo>
                  <a:lnTo>
                    <a:pt x="6874" y="3261"/>
                  </a:lnTo>
                  <a:lnTo>
                    <a:pt x="6276" y="2931"/>
                  </a:lnTo>
                  <a:lnTo>
                    <a:pt x="5698" y="2622"/>
                  </a:lnTo>
                  <a:lnTo>
                    <a:pt x="4604" y="2064"/>
                  </a:lnTo>
                  <a:lnTo>
                    <a:pt x="4108" y="1796"/>
                  </a:lnTo>
                  <a:lnTo>
                    <a:pt x="3613" y="1569"/>
                  </a:lnTo>
                  <a:lnTo>
                    <a:pt x="2725" y="1156"/>
                  </a:lnTo>
                  <a:lnTo>
                    <a:pt x="1941" y="785"/>
                  </a:lnTo>
                  <a:lnTo>
                    <a:pt x="1260" y="496"/>
                  </a:lnTo>
                  <a:lnTo>
                    <a:pt x="331" y="124"/>
                  </a:lnTo>
                  <a:lnTo>
                    <a:pt x="83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7" name="Google Shape;887;p27">
              <a:extLst>
                <a:ext uri="{FF2B5EF4-FFF2-40B4-BE49-F238E27FC236}">
                  <a16:creationId xmlns:a16="http://schemas.microsoft.com/office/drawing/2014/main" id="{862FFA79-FD00-51F0-4ADE-244B93E14128}"/>
                </a:ext>
              </a:extLst>
            </p:cNvPr>
            <p:cNvSpPr/>
            <p:nvPr/>
          </p:nvSpPr>
          <p:spPr>
            <a:xfrm>
              <a:off x="3691300" y="2342500"/>
              <a:ext cx="934025" cy="97550"/>
            </a:xfrm>
            <a:custGeom>
              <a:avLst/>
              <a:gdLst/>
              <a:ahLst/>
              <a:cxnLst/>
              <a:rect l="l" t="t" r="r" b="b"/>
              <a:pathLst>
                <a:path w="37361" h="3902" extrusionOk="0">
                  <a:moveTo>
                    <a:pt x="16823" y="0"/>
                  </a:moveTo>
                  <a:lnTo>
                    <a:pt x="15873" y="21"/>
                  </a:lnTo>
                  <a:lnTo>
                    <a:pt x="14924" y="41"/>
                  </a:lnTo>
                  <a:lnTo>
                    <a:pt x="14015" y="103"/>
                  </a:lnTo>
                  <a:lnTo>
                    <a:pt x="13107" y="145"/>
                  </a:lnTo>
                  <a:lnTo>
                    <a:pt x="12220" y="227"/>
                  </a:lnTo>
                  <a:lnTo>
                    <a:pt x="11353" y="310"/>
                  </a:lnTo>
                  <a:lnTo>
                    <a:pt x="9701" y="516"/>
                  </a:lnTo>
                  <a:lnTo>
                    <a:pt x="8917" y="619"/>
                  </a:lnTo>
                  <a:lnTo>
                    <a:pt x="8153" y="764"/>
                  </a:lnTo>
                  <a:lnTo>
                    <a:pt x="7410" y="888"/>
                  </a:lnTo>
                  <a:lnTo>
                    <a:pt x="6688" y="1011"/>
                  </a:lnTo>
                  <a:lnTo>
                    <a:pt x="5367" y="1300"/>
                  </a:lnTo>
                  <a:lnTo>
                    <a:pt x="4748" y="1424"/>
                  </a:lnTo>
                  <a:lnTo>
                    <a:pt x="4170" y="1569"/>
                  </a:lnTo>
                  <a:lnTo>
                    <a:pt x="3117" y="1858"/>
                  </a:lnTo>
                  <a:lnTo>
                    <a:pt x="2188" y="2105"/>
                  </a:lnTo>
                  <a:lnTo>
                    <a:pt x="1424" y="2353"/>
                  </a:lnTo>
                  <a:lnTo>
                    <a:pt x="372" y="2704"/>
                  </a:lnTo>
                  <a:lnTo>
                    <a:pt x="83" y="2787"/>
                  </a:lnTo>
                  <a:lnTo>
                    <a:pt x="0" y="2828"/>
                  </a:lnTo>
                  <a:lnTo>
                    <a:pt x="103" y="2828"/>
                  </a:lnTo>
                  <a:lnTo>
                    <a:pt x="372" y="2745"/>
                  </a:lnTo>
                  <a:lnTo>
                    <a:pt x="1445" y="2436"/>
                  </a:lnTo>
                  <a:lnTo>
                    <a:pt x="2209" y="2229"/>
                  </a:lnTo>
                  <a:lnTo>
                    <a:pt x="3137" y="1982"/>
                  </a:lnTo>
                  <a:lnTo>
                    <a:pt x="4211" y="1734"/>
                  </a:lnTo>
                  <a:lnTo>
                    <a:pt x="4789" y="1589"/>
                  </a:lnTo>
                  <a:lnTo>
                    <a:pt x="5408" y="1466"/>
                  </a:lnTo>
                  <a:lnTo>
                    <a:pt x="6729" y="1197"/>
                  </a:lnTo>
                  <a:lnTo>
                    <a:pt x="7431" y="1073"/>
                  </a:lnTo>
                  <a:lnTo>
                    <a:pt x="8174" y="950"/>
                  </a:lnTo>
                  <a:lnTo>
                    <a:pt x="8938" y="826"/>
                  </a:lnTo>
                  <a:lnTo>
                    <a:pt x="9722" y="722"/>
                  </a:lnTo>
                  <a:lnTo>
                    <a:pt x="11373" y="537"/>
                  </a:lnTo>
                  <a:lnTo>
                    <a:pt x="13128" y="392"/>
                  </a:lnTo>
                  <a:lnTo>
                    <a:pt x="14015" y="330"/>
                  </a:lnTo>
                  <a:lnTo>
                    <a:pt x="14944" y="289"/>
                  </a:lnTo>
                  <a:lnTo>
                    <a:pt x="15873" y="268"/>
                  </a:lnTo>
                  <a:lnTo>
                    <a:pt x="16823" y="248"/>
                  </a:lnTo>
                  <a:lnTo>
                    <a:pt x="17793" y="248"/>
                  </a:lnTo>
                  <a:lnTo>
                    <a:pt x="18784" y="268"/>
                  </a:lnTo>
                  <a:lnTo>
                    <a:pt x="19754" y="310"/>
                  </a:lnTo>
                  <a:lnTo>
                    <a:pt x="20724" y="351"/>
                  </a:lnTo>
                  <a:lnTo>
                    <a:pt x="21673" y="433"/>
                  </a:lnTo>
                  <a:lnTo>
                    <a:pt x="22602" y="516"/>
                  </a:lnTo>
                  <a:lnTo>
                    <a:pt x="23510" y="599"/>
                  </a:lnTo>
                  <a:lnTo>
                    <a:pt x="24419" y="722"/>
                  </a:lnTo>
                  <a:lnTo>
                    <a:pt x="26132" y="950"/>
                  </a:lnTo>
                  <a:lnTo>
                    <a:pt x="27783" y="1239"/>
                  </a:lnTo>
                  <a:lnTo>
                    <a:pt x="28567" y="1404"/>
                  </a:lnTo>
                  <a:lnTo>
                    <a:pt x="29311" y="1569"/>
                  </a:lnTo>
                  <a:lnTo>
                    <a:pt x="30054" y="1734"/>
                  </a:lnTo>
                  <a:lnTo>
                    <a:pt x="30735" y="1878"/>
                  </a:lnTo>
                  <a:lnTo>
                    <a:pt x="32056" y="2229"/>
                  </a:lnTo>
                  <a:lnTo>
                    <a:pt x="32654" y="2394"/>
                  </a:lnTo>
                  <a:lnTo>
                    <a:pt x="33232" y="2560"/>
                  </a:lnTo>
                  <a:lnTo>
                    <a:pt x="34285" y="2890"/>
                  </a:lnTo>
                  <a:lnTo>
                    <a:pt x="35193" y="3179"/>
                  </a:lnTo>
                  <a:lnTo>
                    <a:pt x="35957" y="3447"/>
                  </a:lnTo>
                  <a:lnTo>
                    <a:pt x="36989" y="3798"/>
                  </a:lnTo>
                  <a:lnTo>
                    <a:pt x="37278" y="3881"/>
                  </a:lnTo>
                  <a:lnTo>
                    <a:pt x="37361" y="3901"/>
                  </a:lnTo>
                  <a:lnTo>
                    <a:pt x="37361" y="3901"/>
                  </a:lnTo>
                  <a:lnTo>
                    <a:pt x="37278" y="3860"/>
                  </a:lnTo>
                  <a:lnTo>
                    <a:pt x="37010" y="3757"/>
                  </a:lnTo>
                  <a:lnTo>
                    <a:pt x="35978" y="3344"/>
                  </a:lnTo>
                  <a:lnTo>
                    <a:pt x="35235" y="3055"/>
                  </a:lnTo>
                  <a:lnTo>
                    <a:pt x="34326" y="2745"/>
                  </a:lnTo>
                  <a:lnTo>
                    <a:pt x="33274" y="2415"/>
                  </a:lnTo>
                  <a:lnTo>
                    <a:pt x="32716" y="2229"/>
                  </a:lnTo>
                  <a:lnTo>
                    <a:pt x="32097" y="2064"/>
                  </a:lnTo>
                  <a:lnTo>
                    <a:pt x="30797" y="1693"/>
                  </a:lnTo>
                  <a:lnTo>
                    <a:pt x="30095" y="1527"/>
                  </a:lnTo>
                  <a:lnTo>
                    <a:pt x="29352" y="1362"/>
                  </a:lnTo>
                  <a:lnTo>
                    <a:pt x="28609" y="1197"/>
                  </a:lnTo>
                  <a:lnTo>
                    <a:pt x="27824" y="1032"/>
                  </a:lnTo>
                  <a:lnTo>
                    <a:pt x="26173" y="722"/>
                  </a:lnTo>
                  <a:lnTo>
                    <a:pt x="25327" y="599"/>
                  </a:lnTo>
                  <a:lnTo>
                    <a:pt x="24439" y="475"/>
                  </a:lnTo>
                  <a:lnTo>
                    <a:pt x="23552" y="372"/>
                  </a:lnTo>
                  <a:lnTo>
                    <a:pt x="22623" y="268"/>
                  </a:lnTo>
                  <a:lnTo>
                    <a:pt x="21694" y="186"/>
                  </a:lnTo>
                  <a:lnTo>
                    <a:pt x="20724" y="103"/>
                  </a:lnTo>
                  <a:lnTo>
                    <a:pt x="19774" y="62"/>
                  </a:lnTo>
                  <a:lnTo>
                    <a:pt x="18784" y="21"/>
                  </a:lnTo>
                  <a:lnTo>
                    <a:pt x="177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8" name="Google Shape;888;p27">
              <a:extLst>
                <a:ext uri="{FF2B5EF4-FFF2-40B4-BE49-F238E27FC236}">
                  <a16:creationId xmlns:a16="http://schemas.microsoft.com/office/drawing/2014/main" id="{7964E2E9-DF60-9C45-C5D7-30D67CCCA2B3}"/>
                </a:ext>
              </a:extLst>
            </p:cNvPr>
            <p:cNvSpPr/>
            <p:nvPr/>
          </p:nvSpPr>
          <p:spPr>
            <a:xfrm>
              <a:off x="5040200" y="4974250"/>
              <a:ext cx="116125" cy="262675"/>
            </a:xfrm>
            <a:custGeom>
              <a:avLst/>
              <a:gdLst/>
              <a:ahLst/>
              <a:cxnLst/>
              <a:rect l="l" t="t" r="r" b="b"/>
              <a:pathLst>
                <a:path w="4645" h="10507" extrusionOk="0">
                  <a:moveTo>
                    <a:pt x="2250" y="0"/>
                  </a:moveTo>
                  <a:lnTo>
                    <a:pt x="2106" y="21"/>
                  </a:lnTo>
                  <a:lnTo>
                    <a:pt x="1961" y="42"/>
                  </a:lnTo>
                  <a:lnTo>
                    <a:pt x="1817" y="83"/>
                  </a:lnTo>
                  <a:lnTo>
                    <a:pt x="1693" y="145"/>
                  </a:lnTo>
                  <a:lnTo>
                    <a:pt x="1548" y="227"/>
                  </a:lnTo>
                  <a:lnTo>
                    <a:pt x="1424" y="331"/>
                  </a:lnTo>
                  <a:lnTo>
                    <a:pt x="1301" y="455"/>
                  </a:lnTo>
                  <a:lnTo>
                    <a:pt x="1197" y="599"/>
                  </a:lnTo>
                  <a:lnTo>
                    <a:pt x="1074" y="744"/>
                  </a:lnTo>
                  <a:lnTo>
                    <a:pt x="867" y="1074"/>
                  </a:lnTo>
                  <a:lnTo>
                    <a:pt x="681" y="1445"/>
                  </a:lnTo>
                  <a:lnTo>
                    <a:pt x="516" y="1858"/>
                  </a:lnTo>
                  <a:lnTo>
                    <a:pt x="372" y="2292"/>
                  </a:lnTo>
                  <a:lnTo>
                    <a:pt x="269" y="2746"/>
                  </a:lnTo>
                  <a:lnTo>
                    <a:pt x="165" y="3220"/>
                  </a:lnTo>
                  <a:lnTo>
                    <a:pt x="83" y="3675"/>
                  </a:lnTo>
                  <a:lnTo>
                    <a:pt x="42" y="4149"/>
                  </a:lnTo>
                  <a:lnTo>
                    <a:pt x="0" y="4583"/>
                  </a:lnTo>
                  <a:lnTo>
                    <a:pt x="0" y="5016"/>
                  </a:lnTo>
                  <a:lnTo>
                    <a:pt x="21" y="5408"/>
                  </a:lnTo>
                  <a:lnTo>
                    <a:pt x="83" y="5924"/>
                  </a:lnTo>
                  <a:lnTo>
                    <a:pt x="165" y="6523"/>
                  </a:lnTo>
                  <a:lnTo>
                    <a:pt x="310" y="7204"/>
                  </a:lnTo>
                  <a:lnTo>
                    <a:pt x="392" y="7555"/>
                  </a:lnTo>
                  <a:lnTo>
                    <a:pt x="496" y="7906"/>
                  </a:lnTo>
                  <a:lnTo>
                    <a:pt x="619" y="8257"/>
                  </a:lnTo>
                  <a:lnTo>
                    <a:pt x="764" y="8608"/>
                  </a:lnTo>
                  <a:lnTo>
                    <a:pt x="929" y="8959"/>
                  </a:lnTo>
                  <a:lnTo>
                    <a:pt x="1115" y="9289"/>
                  </a:lnTo>
                  <a:lnTo>
                    <a:pt x="1321" y="9619"/>
                  </a:lnTo>
                  <a:lnTo>
                    <a:pt x="1569" y="9950"/>
                  </a:lnTo>
                  <a:lnTo>
                    <a:pt x="1817" y="10238"/>
                  </a:lnTo>
                  <a:lnTo>
                    <a:pt x="2106" y="10507"/>
                  </a:lnTo>
                  <a:lnTo>
                    <a:pt x="2539" y="9929"/>
                  </a:lnTo>
                  <a:lnTo>
                    <a:pt x="2952" y="9289"/>
                  </a:lnTo>
                  <a:lnTo>
                    <a:pt x="3344" y="8649"/>
                  </a:lnTo>
                  <a:lnTo>
                    <a:pt x="3716" y="7968"/>
                  </a:lnTo>
                  <a:lnTo>
                    <a:pt x="3860" y="7617"/>
                  </a:lnTo>
                  <a:lnTo>
                    <a:pt x="4025" y="7287"/>
                  </a:lnTo>
                  <a:lnTo>
                    <a:pt x="4149" y="6936"/>
                  </a:lnTo>
                  <a:lnTo>
                    <a:pt x="4273" y="6564"/>
                  </a:lnTo>
                  <a:lnTo>
                    <a:pt x="4376" y="6213"/>
                  </a:lnTo>
                  <a:lnTo>
                    <a:pt x="4459" y="5863"/>
                  </a:lnTo>
                  <a:lnTo>
                    <a:pt x="4541" y="5491"/>
                  </a:lnTo>
                  <a:lnTo>
                    <a:pt x="4583" y="5140"/>
                  </a:lnTo>
                  <a:lnTo>
                    <a:pt x="4624" y="4769"/>
                  </a:lnTo>
                  <a:lnTo>
                    <a:pt x="4645" y="4397"/>
                  </a:lnTo>
                  <a:lnTo>
                    <a:pt x="4645" y="4025"/>
                  </a:lnTo>
                  <a:lnTo>
                    <a:pt x="4624" y="3654"/>
                  </a:lnTo>
                  <a:lnTo>
                    <a:pt x="4583" y="3282"/>
                  </a:lnTo>
                  <a:lnTo>
                    <a:pt x="4521" y="2911"/>
                  </a:lnTo>
                  <a:lnTo>
                    <a:pt x="4438" y="2560"/>
                  </a:lnTo>
                  <a:lnTo>
                    <a:pt x="4335" y="2188"/>
                  </a:lnTo>
                  <a:lnTo>
                    <a:pt x="4190" y="1858"/>
                  </a:lnTo>
                  <a:lnTo>
                    <a:pt x="4025" y="1507"/>
                  </a:lnTo>
                  <a:lnTo>
                    <a:pt x="3819" y="1198"/>
                  </a:lnTo>
                  <a:lnTo>
                    <a:pt x="3592" y="909"/>
                  </a:lnTo>
                  <a:lnTo>
                    <a:pt x="3323" y="640"/>
                  </a:lnTo>
                  <a:lnTo>
                    <a:pt x="3055" y="393"/>
                  </a:lnTo>
                  <a:lnTo>
                    <a:pt x="2746" y="186"/>
                  </a:lnTo>
                  <a:lnTo>
                    <a:pt x="2415" y="21"/>
                  </a:lnTo>
                  <a:lnTo>
                    <a:pt x="22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9" name="Google Shape;889;p27">
              <a:extLst>
                <a:ext uri="{FF2B5EF4-FFF2-40B4-BE49-F238E27FC236}">
                  <a16:creationId xmlns:a16="http://schemas.microsoft.com/office/drawing/2014/main" id="{3191D282-06F0-24FA-6C26-D180FB01FA90}"/>
                </a:ext>
              </a:extLst>
            </p:cNvPr>
            <p:cNvSpPr/>
            <p:nvPr/>
          </p:nvSpPr>
          <p:spPr>
            <a:xfrm>
              <a:off x="5040200" y="4974250"/>
              <a:ext cx="116125" cy="262675"/>
            </a:xfrm>
            <a:custGeom>
              <a:avLst/>
              <a:gdLst/>
              <a:ahLst/>
              <a:cxnLst/>
              <a:rect l="l" t="t" r="r" b="b"/>
              <a:pathLst>
                <a:path w="4645" h="10507" fill="none" extrusionOk="0">
                  <a:moveTo>
                    <a:pt x="2415" y="21"/>
                  </a:moveTo>
                  <a:lnTo>
                    <a:pt x="2415" y="21"/>
                  </a:lnTo>
                  <a:lnTo>
                    <a:pt x="2746" y="186"/>
                  </a:lnTo>
                  <a:lnTo>
                    <a:pt x="3055" y="393"/>
                  </a:lnTo>
                  <a:lnTo>
                    <a:pt x="3323" y="640"/>
                  </a:lnTo>
                  <a:lnTo>
                    <a:pt x="3592" y="909"/>
                  </a:lnTo>
                  <a:lnTo>
                    <a:pt x="3819" y="1198"/>
                  </a:lnTo>
                  <a:lnTo>
                    <a:pt x="4025" y="1507"/>
                  </a:lnTo>
                  <a:lnTo>
                    <a:pt x="4190" y="1858"/>
                  </a:lnTo>
                  <a:lnTo>
                    <a:pt x="4335" y="2188"/>
                  </a:lnTo>
                  <a:lnTo>
                    <a:pt x="4335" y="2188"/>
                  </a:lnTo>
                  <a:lnTo>
                    <a:pt x="4438" y="2560"/>
                  </a:lnTo>
                  <a:lnTo>
                    <a:pt x="4521" y="2911"/>
                  </a:lnTo>
                  <a:lnTo>
                    <a:pt x="4583" y="3282"/>
                  </a:lnTo>
                  <a:lnTo>
                    <a:pt x="4624" y="3654"/>
                  </a:lnTo>
                  <a:lnTo>
                    <a:pt x="4645" y="4025"/>
                  </a:lnTo>
                  <a:lnTo>
                    <a:pt x="4645" y="4397"/>
                  </a:lnTo>
                  <a:lnTo>
                    <a:pt x="4624" y="4769"/>
                  </a:lnTo>
                  <a:lnTo>
                    <a:pt x="4583" y="5140"/>
                  </a:lnTo>
                  <a:lnTo>
                    <a:pt x="4583" y="5140"/>
                  </a:lnTo>
                  <a:lnTo>
                    <a:pt x="4541" y="5491"/>
                  </a:lnTo>
                  <a:lnTo>
                    <a:pt x="4459" y="5863"/>
                  </a:lnTo>
                  <a:lnTo>
                    <a:pt x="4376" y="6213"/>
                  </a:lnTo>
                  <a:lnTo>
                    <a:pt x="4273" y="6564"/>
                  </a:lnTo>
                  <a:lnTo>
                    <a:pt x="4149" y="6936"/>
                  </a:lnTo>
                  <a:lnTo>
                    <a:pt x="4025" y="7287"/>
                  </a:lnTo>
                  <a:lnTo>
                    <a:pt x="3860" y="7617"/>
                  </a:lnTo>
                  <a:lnTo>
                    <a:pt x="3716" y="7968"/>
                  </a:lnTo>
                  <a:lnTo>
                    <a:pt x="3344" y="8649"/>
                  </a:lnTo>
                  <a:lnTo>
                    <a:pt x="2952" y="9289"/>
                  </a:lnTo>
                  <a:lnTo>
                    <a:pt x="2539" y="9929"/>
                  </a:lnTo>
                  <a:lnTo>
                    <a:pt x="2106" y="10507"/>
                  </a:lnTo>
                  <a:lnTo>
                    <a:pt x="2106" y="10507"/>
                  </a:lnTo>
                  <a:lnTo>
                    <a:pt x="1817" y="10238"/>
                  </a:lnTo>
                  <a:lnTo>
                    <a:pt x="1569" y="9950"/>
                  </a:lnTo>
                  <a:lnTo>
                    <a:pt x="1321" y="9619"/>
                  </a:lnTo>
                  <a:lnTo>
                    <a:pt x="1115" y="9289"/>
                  </a:lnTo>
                  <a:lnTo>
                    <a:pt x="929" y="8959"/>
                  </a:lnTo>
                  <a:lnTo>
                    <a:pt x="764" y="8608"/>
                  </a:lnTo>
                  <a:lnTo>
                    <a:pt x="619" y="8257"/>
                  </a:lnTo>
                  <a:lnTo>
                    <a:pt x="496" y="7906"/>
                  </a:lnTo>
                  <a:lnTo>
                    <a:pt x="392" y="7555"/>
                  </a:lnTo>
                  <a:lnTo>
                    <a:pt x="310" y="7204"/>
                  </a:lnTo>
                  <a:lnTo>
                    <a:pt x="165" y="6523"/>
                  </a:lnTo>
                  <a:lnTo>
                    <a:pt x="83" y="5924"/>
                  </a:lnTo>
                  <a:lnTo>
                    <a:pt x="21" y="5408"/>
                  </a:lnTo>
                  <a:lnTo>
                    <a:pt x="21" y="5408"/>
                  </a:lnTo>
                  <a:lnTo>
                    <a:pt x="0" y="5016"/>
                  </a:lnTo>
                  <a:lnTo>
                    <a:pt x="0" y="4583"/>
                  </a:lnTo>
                  <a:lnTo>
                    <a:pt x="42" y="4149"/>
                  </a:lnTo>
                  <a:lnTo>
                    <a:pt x="83" y="3675"/>
                  </a:lnTo>
                  <a:lnTo>
                    <a:pt x="165" y="3220"/>
                  </a:lnTo>
                  <a:lnTo>
                    <a:pt x="269" y="2746"/>
                  </a:lnTo>
                  <a:lnTo>
                    <a:pt x="372" y="2292"/>
                  </a:lnTo>
                  <a:lnTo>
                    <a:pt x="516" y="1858"/>
                  </a:lnTo>
                  <a:lnTo>
                    <a:pt x="681" y="1445"/>
                  </a:lnTo>
                  <a:lnTo>
                    <a:pt x="867" y="1074"/>
                  </a:lnTo>
                  <a:lnTo>
                    <a:pt x="1074" y="744"/>
                  </a:lnTo>
                  <a:lnTo>
                    <a:pt x="1197" y="599"/>
                  </a:lnTo>
                  <a:lnTo>
                    <a:pt x="1301" y="455"/>
                  </a:lnTo>
                  <a:lnTo>
                    <a:pt x="1424" y="331"/>
                  </a:lnTo>
                  <a:lnTo>
                    <a:pt x="1548" y="227"/>
                  </a:lnTo>
                  <a:lnTo>
                    <a:pt x="1693" y="145"/>
                  </a:lnTo>
                  <a:lnTo>
                    <a:pt x="1817" y="83"/>
                  </a:lnTo>
                  <a:lnTo>
                    <a:pt x="1961" y="42"/>
                  </a:lnTo>
                  <a:lnTo>
                    <a:pt x="2106" y="21"/>
                  </a:lnTo>
                  <a:lnTo>
                    <a:pt x="2250" y="0"/>
                  </a:lnTo>
                  <a:lnTo>
                    <a:pt x="2415" y="2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0" name="Google Shape;890;p27">
              <a:extLst>
                <a:ext uri="{FF2B5EF4-FFF2-40B4-BE49-F238E27FC236}">
                  <a16:creationId xmlns:a16="http://schemas.microsoft.com/office/drawing/2014/main" id="{41CE94DE-AD79-5E26-636F-37693175F1B3}"/>
                </a:ext>
              </a:extLst>
            </p:cNvPr>
            <p:cNvSpPr/>
            <p:nvPr/>
          </p:nvSpPr>
          <p:spPr>
            <a:xfrm>
              <a:off x="5137725" y="5216275"/>
              <a:ext cx="144000" cy="103750"/>
            </a:xfrm>
            <a:custGeom>
              <a:avLst/>
              <a:gdLst/>
              <a:ahLst/>
              <a:cxnLst/>
              <a:rect l="l" t="t" r="r" b="b"/>
              <a:pathLst>
                <a:path w="5760" h="4150" extrusionOk="0">
                  <a:moveTo>
                    <a:pt x="3778" y="0"/>
                  </a:moveTo>
                  <a:lnTo>
                    <a:pt x="3365" y="21"/>
                  </a:lnTo>
                  <a:lnTo>
                    <a:pt x="2952" y="83"/>
                  </a:lnTo>
                  <a:lnTo>
                    <a:pt x="2539" y="186"/>
                  </a:lnTo>
                  <a:lnTo>
                    <a:pt x="2147" y="330"/>
                  </a:lnTo>
                  <a:lnTo>
                    <a:pt x="1776" y="516"/>
                  </a:lnTo>
                  <a:lnTo>
                    <a:pt x="1425" y="723"/>
                  </a:lnTo>
                  <a:lnTo>
                    <a:pt x="1094" y="991"/>
                  </a:lnTo>
                  <a:lnTo>
                    <a:pt x="950" y="1135"/>
                  </a:lnTo>
                  <a:lnTo>
                    <a:pt x="805" y="1280"/>
                  </a:lnTo>
                  <a:lnTo>
                    <a:pt x="682" y="1445"/>
                  </a:lnTo>
                  <a:lnTo>
                    <a:pt x="558" y="1610"/>
                  </a:lnTo>
                  <a:lnTo>
                    <a:pt x="455" y="1796"/>
                  </a:lnTo>
                  <a:lnTo>
                    <a:pt x="351" y="1982"/>
                  </a:lnTo>
                  <a:lnTo>
                    <a:pt x="269" y="2168"/>
                  </a:lnTo>
                  <a:lnTo>
                    <a:pt x="186" y="2353"/>
                  </a:lnTo>
                  <a:lnTo>
                    <a:pt x="124" y="2560"/>
                  </a:lnTo>
                  <a:lnTo>
                    <a:pt x="83" y="2745"/>
                  </a:lnTo>
                  <a:lnTo>
                    <a:pt x="42" y="2952"/>
                  </a:lnTo>
                  <a:lnTo>
                    <a:pt x="21" y="3158"/>
                  </a:lnTo>
                  <a:lnTo>
                    <a:pt x="0" y="3365"/>
                  </a:lnTo>
                  <a:lnTo>
                    <a:pt x="21" y="3571"/>
                  </a:lnTo>
                  <a:lnTo>
                    <a:pt x="42" y="3778"/>
                  </a:lnTo>
                  <a:lnTo>
                    <a:pt x="83" y="3984"/>
                  </a:lnTo>
                  <a:lnTo>
                    <a:pt x="372" y="4067"/>
                  </a:lnTo>
                  <a:lnTo>
                    <a:pt x="661" y="4108"/>
                  </a:lnTo>
                  <a:lnTo>
                    <a:pt x="971" y="4149"/>
                  </a:lnTo>
                  <a:lnTo>
                    <a:pt x="1549" y="4149"/>
                  </a:lnTo>
                  <a:lnTo>
                    <a:pt x="1817" y="4108"/>
                  </a:lnTo>
                  <a:lnTo>
                    <a:pt x="2106" y="4067"/>
                  </a:lnTo>
                  <a:lnTo>
                    <a:pt x="2395" y="4005"/>
                  </a:lnTo>
                  <a:lnTo>
                    <a:pt x="2663" y="3922"/>
                  </a:lnTo>
                  <a:lnTo>
                    <a:pt x="2952" y="3819"/>
                  </a:lnTo>
                  <a:lnTo>
                    <a:pt x="3220" y="3716"/>
                  </a:lnTo>
                  <a:lnTo>
                    <a:pt x="3489" y="3592"/>
                  </a:lnTo>
                  <a:lnTo>
                    <a:pt x="4046" y="3303"/>
                  </a:lnTo>
                  <a:lnTo>
                    <a:pt x="4562" y="2993"/>
                  </a:lnTo>
                  <a:lnTo>
                    <a:pt x="4872" y="2787"/>
                  </a:lnTo>
                  <a:lnTo>
                    <a:pt x="5140" y="2560"/>
                  </a:lnTo>
                  <a:lnTo>
                    <a:pt x="5264" y="2436"/>
                  </a:lnTo>
                  <a:lnTo>
                    <a:pt x="5388" y="2291"/>
                  </a:lnTo>
                  <a:lnTo>
                    <a:pt x="5491" y="2147"/>
                  </a:lnTo>
                  <a:lnTo>
                    <a:pt x="5574" y="2002"/>
                  </a:lnTo>
                  <a:lnTo>
                    <a:pt x="5656" y="1837"/>
                  </a:lnTo>
                  <a:lnTo>
                    <a:pt x="5718" y="1651"/>
                  </a:lnTo>
                  <a:lnTo>
                    <a:pt x="5739" y="1486"/>
                  </a:lnTo>
                  <a:lnTo>
                    <a:pt x="5759" y="1301"/>
                  </a:lnTo>
                  <a:lnTo>
                    <a:pt x="5739" y="1115"/>
                  </a:lnTo>
                  <a:lnTo>
                    <a:pt x="5718" y="950"/>
                  </a:lnTo>
                  <a:lnTo>
                    <a:pt x="5656" y="785"/>
                  </a:lnTo>
                  <a:lnTo>
                    <a:pt x="5553" y="619"/>
                  </a:lnTo>
                  <a:lnTo>
                    <a:pt x="5429" y="475"/>
                  </a:lnTo>
                  <a:lnTo>
                    <a:pt x="5285" y="351"/>
                  </a:lnTo>
                  <a:lnTo>
                    <a:pt x="5140" y="248"/>
                  </a:lnTo>
                  <a:lnTo>
                    <a:pt x="4954" y="186"/>
                  </a:lnTo>
                  <a:lnTo>
                    <a:pt x="4769" y="103"/>
                  </a:lnTo>
                  <a:lnTo>
                    <a:pt x="4583" y="62"/>
                  </a:lnTo>
                  <a:lnTo>
                    <a:pt x="4397" y="41"/>
                  </a:lnTo>
                  <a:lnTo>
                    <a:pt x="4191" y="21"/>
                  </a:lnTo>
                  <a:lnTo>
                    <a:pt x="37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1" name="Google Shape;891;p27">
              <a:extLst>
                <a:ext uri="{FF2B5EF4-FFF2-40B4-BE49-F238E27FC236}">
                  <a16:creationId xmlns:a16="http://schemas.microsoft.com/office/drawing/2014/main" id="{A3219F35-64AB-D64F-01D1-CDB278057A90}"/>
                </a:ext>
              </a:extLst>
            </p:cNvPr>
            <p:cNvSpPr/>
            <p:nvPr/>
          </p:nvSpPr>
          <p:spPr>
            <a:xfrm>
              <a:off x="5088175" y="5263750"/>
              <a:ext cx="128525" cy="198700"/>
            </a:xfrm>
            <a:custGeom>
              <a:avLst/>
              <a:gdLst/>
              <a:ahLst/>
              <a:cxnLst/>
              <a:rect l="l" t="t" r="r" b="b"/>
              <a:pathLst>
                <a:path w="5141" h="7948" extrusionOk="0">
                  <a:moveTo>
                    <a:pt x="5058" y="0"/>
                  </a:moveTo>
                  <a:lnTo>
                    <a:pt x="4934" y="41"/>
                  </a:lnTo>
                  <a:lnTo>
                    <a:pt x="4769" y="83"/>
                  </a:lnTo>
                  <a:lnTo>
                    <a:pt x="4563" y="145"/>
                  </a:lnTo>
                  <a:lnTo>
                    <a:pt x="4336" y="248"/>
                  </a:lnTo>
                  <a:lnTo>
                    <a:pt x="4067" y="351"/>
                  </a:lnTo>
                  <a:lnTo>
                    <a:pt x="3778" y="516"/>
                  </a:lnTo>
                  <a:lnTo>
                    <a:pt x="3469" y="702"/>
                  </a:lnTo>
                  <a:lnTo>
                    <a:pt x="3159" y="929"/>
                  </a:lnTo>
                  <a:lnTo>
                    <a:pt x="2829" y="1218"/>
                  </a:lnTo>
                  <a:lnTo>
                    <a:pt x="2519" y="1528"/>
                  </a:lnTo>
                  <a:lnTo>
                    <a:pt x="2209" y="1858"/>
                  </a:lnTo>
                  <a:lnTo>
                    <a:pt x="1900" y="2250"/>
                  </a:lnTo>
                  <a:lnTo>
                    <a:pt x="1611" y="2663"/>
                  </a:lnTo>
                  <a:lnTo>
                    <a:pt x="1343" y="3096"/>
                  </a:lnTo>
                  <a:lnTo>
                    <a:pt x="1115" y="3571"/>
                  </a:lnTo>
                  <a:lnTo>
                    <a:pt x="909" y="4025"/>
                  </a:lnTo>
                  <a:lnTo>
                    <a:pt x="744" y="4479"/>
                  </a:lnTo>
                  <a:lnTo>
                    <a:pt x="599" y="4933"/>
                  </a:lnTo>
                  <a:lnTo>
                    <a:pt x="496" y="5367"/>
                  </a:lnTo>
                  <a:lnTo>
                    <a:pt x="393" y="5759"/>
                  </a:lnTo>
                  <a:lnTo>
                    <a:pt x="249" y="6502"/>
                  </a:lnTo>
                  <a:lnTo>
                    <a:pt x="63" y="7555"/>
                  </a:lnTo>
                  <a:lnTo>
                    <a:pt x="1" y="7844"/>
                  </a:lnTo>
                  <a:lnTo>
                    <a:pt x="1" y="7947"/>
                  </a:lnTo>
                  <a:lnTo>
                    <a:pt x="42" y="7844"/>
                  </a:lnTo>
                  <a:lnTo>
                    <a:pt x="104" y="7576"/>
                  </a:lnTo>
                  <a:lnTo>
                    <a:pt x="352" y="6523"/>
                  </a:lnTo>
                  <a:lnTo>
                    <a:pt x="517" y="5800"/>
                  </a:lnTo>
                  <a:lnTo>
                    <a:pt x="620" y="5388"/>
                  </a:lnTo>
                  <a:lnTo>
                    <a:pt x="723" y="4975"/>
                  </a:lnTo>
                  <a:lnTo>
                    <a:pt x="868" y="4521"/>
                  </a:lnTo>
                  <a:lnTo>
                    <a:pt x="1033" y="4087"/>
                  </a:lnTo>
                  <a:lnTo>
                    <a:pt x="1239" y="3633"/>
                  </a:lnTo>
                  <a:lnTo>
                    <a:pt x="1466" y="3179"/>
                  </a:lnTo>
                  <a:lnTo>
                    <a:pt x="1735" y="2725"/>
                  </a:lnTo>
                  <a:lnTo>
                    <a:pt x="2003" y="2333"/>
                  </a:lnTo>
                  <a:lnTo>
                    <a:pt x="2313" y="1940"/>
                  </a:lnTo>
                  <a:lnTo>
                    <a:pt x="2602" y="1610"/>
                  </a:lnTo>
                  <a:lnTo>
                    <a:pt x="2911" y="1301"/>
                  </a:lnTo>
                  <a:lnTo>
                    <a:pt x="3221" y="1032"/>
                  </a:lnTo>
                  <a:lnTo>
                    <a:pt x="3531" y="805"/>
                  </a:lnTo>
                  <a:lnTo>
                    <a:pt x="3840" y="599"/>
                  </a:lnTo>
                  <a:lnTo>
                    <a:pt x="4108" y="434"/>
                  </a:lnTo>
                  <a:lnTo>
                    <a:pt x="4377" y="310"/>
                  </a:lnTo>
                  <a:lnTo>
                    <a:pt x="4790" y="124"/>
                  </a:lnTo>
                  <a:lnTo>
                    <a:pt x="5058" y="41"/>
                  </a:lnTo>
                  <a:lnTo>
                    <a:pt x="5141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2" name="Google Shape;892;p27">
              <a:extLst>
                <a:ext uri="{FF2B5EF4-FFF2-40B4-BE49-F238E27FC236}">
                  <a16:creationId xmlns:a16="http://schemas.microsoft.com/office/drawing/2014/main" id="{7EAF0DED-76F5-AAB0-D5C7-5F3F53CA5F99}"/>
                </a:ext>
              </a:extLst>
            </p:cNvPr>
            <p:cNvSpPr/>
            <p:nvPr/>
          </p:nvSpPr>
          <p:spPr>
            <a:xfrm>
              <a:off x="5087675" y="5046500"/>
              <a:ext cx="7250" cy="423175"/>
            </a:xfrm>
            <a:custGeom>
              <a:avLst/>
              <a:gdLst/>
              <a:ahLst/>
              <a:cxnLst/>
              <a:rect l="l" t="t" r="r" b="b"/>
              <a:pathLst>
                <a:path w="290" h="16927" extrusionOk="0">
                  <a:moveTo>
                    <a:pt x="83" y="0"/>
                  </a:moveTo>
                  <a:lnTo>
                    <a:pt x="62" y="165"/>
                  </a:lnTo>
                  <a:lnTo>
                    <a:pt x="83" y="661"/>
                  </a:lnTo>
                  <a:lnTo>
                    <a:pt x="103" y="2477"/>
                  </a:lnTo>
                  <a:lnTo>
                    <a:pt x="145" y="5181"/>
                  </a:lnTo>
                  <a:lnTo>
                    <a:pt x="145" y="8463"/>
                  </a:lnTo>
                  <a:lnTo>
                    <a:pt x="103" y="11766"/>
                  </a:lnTo>
                  <a:lnTo>
                    <a:pt x="41" y="14449"/>
                  </a:lnTo>
                  <a:lnTo>
                    <a:pt x="0" y="16266"/>
                  </a:lnTo>
                  <a:lnTo>
                    <a:pt x="0" y="16761"/>
                  </a:lnTo>
                  <a:lnTo>
                    <a:pt x="0" y="16926"/>
                  </a:lnTo>
                  <a:lnTo>
                    <a:pt x="21" y="16761"/>
                  </a:lnTo>
                  <a:lnTo>
                    <a:pt x="62" y="16266"/>
                  </a:lnTo>
                  <a:lnTo>
                    <a:pt x="145" y="14449"/>
                  </a:lnTo>
                  <a:lnTo>
                    <a:pt x="186" y="13211"/>
                  </a:lnTo>
                  <a:lnTo>
                    <a:pt x="227" y="11766"/>
                  </a:lnTo>
                  <a:lnTo>
                    <a:pt x="269" y="10176"/>
                  </a:lnTo>
                  <a:lnTo>
                    <a:pt x="289" y="8463"/>
                  </a:lnTo>
                  <a:lnTo>
                    <a:pt x="289" y="6771"/>
                  </a:lnTo>
                  <a:lnTo>
                    <a:pt x="269" y="5181"/>
                  </a:lnTo>
                  <a:lnTo>
                    <a:pt x="227" y="3736"/>
                  </a:lnTo>
                  <a:lnTo>
                    <a:pt x="207" y="2477"/>
                  </a:lnTo>
                  <a:lnTo>
                    <a:pt x="124" y="661"/>
                  </a:lnTo>
                  <a:lnTo>
                    <a:pt x="103" y="165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3" name="Google Shape;893;p27">
              <a:extLst>
                <a:ext uri="{FF2B5EF4-FFF2-40B4-BE49-F238E27FC236}">
                  <a16:creationId xmlns:a16="http://schemas.microsoft.com/office/drawing/2014/main" id="{0E135996-2DBF-C5DA-406C-CBF59E866F39}"/>
                </a:ext>
              </a:extLst>
            </p:cNvPr>
            <p:cNvSpPr/>
            <p:nvPr/>
          </p:nvSpPr>
          <p:spPr>
            <a:xfrm>
              <a:off x="4919450" y="5202850"/>
              <a:ext cx="150700" cy="146050"/>
            </a:xfrm>
            <a:custGeom>
              <a:avLst/>
              <a:gdLst/>
              <a:ahLst/>
              <a:cxnLst/>
              <a:rect l="l" t="t" r="r" b="b"/>
              <a:pathLst>
                <a:path w="6028" h="5842" extrusionOk="0">
                  <a:moveTo>
                    <a:pt x="888" y="1"/>
                  </a:moveTo>
                  <a:lnTo>
                    <a:pt x="681" y="42"/>
                  </a:lnTo>
                  <a:lnTo>
                    <a:pt x="475" y="124"/>
                  </a:lnTo>
                  <a:lnTo>
                    <a:pt x="392" y="186"/>
                  </a:lnTo>
                  <a:lnTo>
                    <a:pt x="310" y="248"/>
                  </a:lnTo>
                  <a:lnTo>
                    <a:pt x="227" y="331"/>
                  </a:lnTo>
                  <a:lnTo>
                    <a:pt x="165" y="413"/>
                  </a:lnTo>
                  <a:lnTo>
                    <a:pt x="62" y="599"/>
                  </a:lnTo>
                  <a:lnTo>
                    <a:pt x="21" y="806"/>
                  </a:lnTo>
                  <a:lnTo>
                    <a:pt x="0" y="1033"/>
                  </a:lnTo>
                  <a:lnTo>
                    <a:pt x="0" y="1260"/>
                  </a:lnTo>
                  <a:lnTo>
                    <a:pt x="41" y="1487"/>
                  </a:lnTo>
                  <a:lnTo>
                    <a:pt x="103" y="1714"/>
                  </a:lnTo>
                  <a:lnTo>
                    <a:pt x="186" y="1920"/>
                  </a:lnTo>
                  <a:lnTo>
                    <a:pt x="372" y="2354"/>
                  </a:lnTo>
                  <a:lnTo>
                    <a:pt x="578" y="2766"/>
                  </a:lnTo>
                  <a:lnTo>
                    <a:pt x="846" y="3138"/>
                  </a:lnTo>
                  <a:lnTo>
                    <a:pt x="1115" y="3510"/>
                  </a:lnTo>
                  <a:lnTo>
                    <a:pt x="1424" y="3860"/>
                  </a:lnTo>
                  <a:lnTo>
                    <a:pt x="1755" y="4191"/>
                  </a:lnTo>
                  <a:lnTo>
                    <a:pt x="2106" y="4480"/>
                  </a:lnTo>
                  <a:lnTo>
                    <a:pt x="2498" y="4769"/>
                  </a:lnTo>
                  <a:lnTo>
                    <a:pt x="2890" y="5016"/>
                  </a:lnTo>
                  <a:lnTo>
                    <a:pt x="3303" y="5223"/>
                  </a:lnTo>
                  <a:lnTo>
                    <a:pt x="3716" y="5409"/>
                  </a:lnTo>
                  <a:lnTo>
                    <a:pt x="4170" y="5574"/>
                  </a:lnTo>
                  <a:lnTo>
                    <a:pt x="4603" y="5697"/>
                  </a:lnTo>
                  <a:lnTo>
                    <a:pt x="5057" y="5780"/>
                  </a:lnTo>
                  <a:lnTo>
                    <a:pt x="5532" y="5821"/>
                  </a:lnTo>
                  <a:lnTo>
                    <a:pt x="5986" y="5842"/>
                  </a:lnTo>
                  <a:lnTo>
                    <a:pt x="6027" y="5697"/>
                  </a:lnTo>
                  <a:lnTo>
                    <a:pt x="5945" y="5264"/>
                  </a:lnTo>
                  <a:lnTo>
                    <a:pt x="5842" y="4831"/>
                  </a:lnTo>
                  <a:lnTo>
                    <a:pt x="5697" y="4418"/>
                  </a:lnTo>
                  <a:lnTo>
                    <a:pt x="5532" y="4005"/>
                  </a:lnTo>
                  <a:lnTo>
                    <a:pt x="5346" y="3613"/>
                  </a:lnTo>
                  <a:lnTo>
                    <a:pt x="5140" y="3221"/>
                  </a:lnTo>
                  <a:lnTo>
                    <a:pt x="4913" y="2849"/>
                  </a:lnTo>
                  <a:lnTo>
                    <a:pt x="4665" y="2498"/>
                  </a:lnTo>
                  <a:lnTo>
                    <a:pt x="4397" y="2147"/>
                  </a:lnTo>
                  <a:lnTo>
                    <a:pt x="4108" y="1817"/>
                  </a:lnTo>
                  <a:lnTo>
                    <a:pt x="3798" y="1507"/>
                  </a:lnTo>
                  <a:lnTo>
                    <a:pt x="3468" y="1218"/>
                  </a:lnTo>
                  <a:lnTo>
                    <a:pt x="3117" y="950"/>
                  </a:lnTo>
                  <a:lnTo>
                    <a:pt x="2745" y="702"/>
                  </a:lnTo>
                  <a:lnTo>
                    <a:pt x="2374" y="475"/>
                  </a:lnTo>
                  <a:lnTo>
                    <a:pt x="1982" y="269"/>
                  </a:lnTo>
                  <a:lnTo>
                    <a:pt x="1775" y="186"/>
                  </a:lnTo>
                  <a:lnTo>
                    <a:pt x="1569" y="104"/>
                  </a:lnTo>
                  <a:lnTo>
                    <a:pt x="1342" y="42"/>
                  </a:lnTo>
                  <a:lnTo>
                    <a:pt x="1115" y="21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4" name="Google Shape;894;p27">
              <a:extLst>
                <a:ext uri="{FF2B5EF4-FFF2-40B4-BE49-F238E27FC236}">
                  <a16:creationId xmlns:a16="http://schemas.microsoft.com/office/drawing/2014/main" id="{E37AB29E-55FB-A6B0-9461-84AB9A298E37}"/>
                </a:ext>
              </a:extLst>
            </p:cNvPr>
            <p:cNvSpPr/>
            <p:nvPr/>
          </p:nvSpPr>
          <p:spPr>
            <a:xfrm>
              <a:off x="4919450" y="5202850"/>
              <a:ext cx="150700" cy="146050"/>
            </a:xfrm>
            <a:custGeom>
              <a:avLst/>
              <a:gdLst/>
              <a:ahLst/>
              <a:cxnLst/>
              <a:rect l="l" t="t" r="r" b="b"/>
              <a:pathLst>
                <a:path w="6028" h="5842" fill="none" extrusionOk="0">
                  <a:moveTo>
                    <a:pt x="6027" y="5697"/>
                  </a:moveTo>
                  <a:lnTo>
                    <a:pt x="6027" y="5697"/>
                  </a:lnTo>
                  <a:lnTo>
                    <a:pt x="5945" y="5264"/>
                  </a:lnTo>
                  <a:lnTo>
                    <a:pt x="5842" y="4831"/>
                  </a:lnTo>
                  <a:lnTo>
                    <a:pt x="5697" y="4418"/>
                  </a:lnTo>
                  <a:lnTo>
                    <a:pt x="5532" y="4005"/>
                  </a:lnTo>
                  <a:lnTo>
                    <a:pt x="5346" y="3613"/>
                  </a:lnTo>
                  <a:lnTo>
                    <a:pt x="5140" y="3221"/>
                  </a:lnTo>
                  <a:lnTo>
                    <a:pt x="4913" y="2849"/>
                  </a:lnTo>
                  <a:lnTo>
                    <a:pt x="4665" y="2498"/>
                  </a:lnTo>
                  <a:lnTo>
                    <a:pt x="4397" y="2147"/>
                  </a:lnTo>
                  <a:lnTo>
                    <a:pt x="4108" y="1817"/>
                  </a:lnTo>
                  <a:lnTo>
                    <a:pt x="3798" y="1507"/>
                  </a:lnTo>
                  <a:lnTo>
                    <a:pt x="3468" y="1218"/>
                  </a:lnTo>
                  <a:lnTo>
                    <a:pt x="3117" y="950"/>
                  </a:lnTo>
                  <a:lnTo>
                    <a:pt x="2745" y="702"/>
                  </a:lnTo>
                  <a:lnTo>
                    <a:pt x="2374" y="475"/>
                  </a:lnTo>
                  <a:lnTo>
                    <a:pt x="1982" y="269"/>
                  </a:lnTo>
                  <a:lnTo>
                    <a:pt x="1982" y="269"/>
                  </a:lnTo>
                  <a:lnTo>
                    <a:pt x="1775" y="186"/>
                  </a:lnTo>
                  <a:lnTo>
                    <a:pt x="1569" y="104"/>
                  </a:lnTo>
                  <a:lnTo>
                    <a:pt x="1342" y="42"/>
                  </a:lnTo>
                  <a:lnTo>
                    <a:pt x="1115" y="21"/>
                  </a:lnTo>
                  <a:lnTo>
                    <a:pt x="888" y="1"/>
                  </a:lnTo>
                  <a:lnTo>
                    <a:pt x="681" y="42"/>
                  </a:lnTo>
                  <a:lnTo>
                    <a:pt x="475" y="124"/>
                  </a:lnTo>
                  <a:lnTo>
                    <a:pt x="392" y="186"/>
                  </a:lnTo>
                  <a:lnTo>
                    <a:pt x="310" y="248"/>
                  </a:lnTo>
                  <a:lnTo>
                    <a:pt x="310" y="248"/>
                  </a:lnTo>
                  <a:lnTo>
                    <a:pt x="227" y="331"/>
                  </a:lnTo>
                  <a:lnTo>
                    <a:pt x="165" y="413"/>
                  </a:lnTo>
                  <a:lnTo>
                    <a:pt x="62" y="599"/>
                  </a:lnTo>
                  <a:lnTo>
                    <a:pt x="21" y="806"/>
                  </a:lnTo>
                  <a:lnTo>
                    <a:pt x="0" y="1033"/>
                  </a:lnTo>
                  <a:lnTo>
                    <a:pt x="0" y="1260"/>
                  </a:lnTo>
                  <a:lnTo>
                    <a:pt x="41" y="1487"/>
                  </a:lnTo>
                  <a:lnTo>
                    <a:pt x="103" y="1714"/>
                  </a:lnTo>
                  <a:lnTo>
                    <a:pt x="186" y="1920"/>
                  </a:lnTo>
                  <a:lnTo>
                    <a:pt x="186" y="1920"/>
                  </a:lnTo>
                  <a:lnTo>
                    <a:pt x="372" y="2354"/>
                  </a:lnTo>
                  <a:lnTo>
                    <a:pt x="578" y="2766"/>
                  </a:lnTo>
                  <a:lnTo>
                    <a:pt x="846" y="3138"/>
                  </a:lnTo>
                  <a:lnTo>
                    <a:pt x="1115" y="3510"/>
                  </a:lnTo>
                  <a:lnTo>
                    <a:pt x="1424" y="3860"/>
                  </a:lnTo>
                  <a:lnTo>
                    <a:pt x="1755" y="4191"/>
                  </a:lnTo>
                  <a:lnTo>
                    <a:pt x="2106" y="4480"/>
                  </a:lnTo>
                  <a:lnTo>
                    <a:pt x="2498" y="4769"/>
                  </a:lnTo>
                  <a:lnTo>
                    <a:pt x="2890" y="5016"/>
                  </a:lnTo>
                  <a:lnTo>
                    <a:pt x="3303" y="5223"/>
                  </a:lnTo>
                  <a:lnTo>
                    <a:pt x="3716" y="5409"/>
                  </a:lnTo>
                  <a:lnTo>
                    <a:pt x="4170" y="5574"/>
                  </a:lnTo>
                  <a:lnTo>
                    <a:pt x="4603" y="5697"/>
                  </a:lnTo>
                  <a:lnTo>
                    <a:pt x="5057" y="5780"/>
                  </a:lnTo>
                  <a:lnTo>
                    <a:pt x="5532" y="5821"/>
                  </a:lnTo>
                  <a:lnTo>
                    <a:pt x="5986" y="584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5" name="Google Shape;895;p27">
              <a:extLst>
                <a:ext uri="{FF2B5EF4-FFF2-40B4-BE49-F238E27FC236}">
                  <a16:creationId xmlns:a16="http://schemas.microsoft.com/office/drawing/2014/main" id="{24AD1E6E-FFDC-42CF-FD13-3B3168D38219}"/>
                </a:ext>
              </a:extLst>
            </p:cNvPr>
            <p:cNvSpPr/>
            <p:nvPr/>
          </p:nvSpPr>
          <p:spPr>
            <a:xfrm>
              <a:off x="4975700" y="5254975"/>
              <a:ext cx="114575" cy="191475"/>
            </a:xfrm>
            <a:custGeom>
              <a:avLst/>
              <a:gdLst/>
              <a:ahLst/>
              <a:cxnLst/>
              <a:rect l="l" t="t" r="r" b="b"/>
              <a:pathLst>
                <a:path w="4583" h="7659" extrusionOk="0">
                  <a:moveTo>
                    <a:pt x="0" y="0"/>
                  </a:moveTo>
                  <a:lnTo>
                    <a:pt x="83" y="62"/>
                  </a:lnTo>
                  <a:lnTo>
                    <a:pt x="310" y="186"/>
                  </a:lnTo>
                  <a:lnTo>
                    <a:pt x="681" y="413"/>
                  </a:lnTo>
                  <a:lnTo>
                    <a:pt x="1156" y="743"/>
                  </a:lnTo>
                  <a:lnTo>
                    <a:pt x="1424" y="950"/>
                  </a:lnTo>
                  <a:lnTo>
                    <a:pt x="1713" y="1177"/>
                  </a:lnTo>
                  <a:lnTo>
                    <a:pt x="2002" y="1425"/>
                  </a:lnTo>
                  <a:lnTo>
                    <a:pt x="2291" y="1713"/>
                  </a:lnTo>
                  <a:lnTo>
                    <a:pt x="2580" y="2044"/>
                  </a:lnTo>
                  <a:lnTo>
                    <a:pt x="2869" y="2395"/>
                  </a:lnTo>
                  <a:lnTo>
                    <a:pt x="3138" y="2766"/>
                  </a:lnTo>
                  <a:lnTo>
                    <a:pt x="3406" y="3158"/>
                  </a:lnTo>
                  <a:lnTo>
                    <a:pt x="3633" y="3571"/>
                  </a:lnTo>
                  <a:lnTo>
                    <a:pt x="3839" y="4005"/>
                  </a:lnTo>
                  <a:lnTo>
                    <a:pt x="4004" y="4417"/>
                  </a:lnTo>
                  <a:lnTo>
                    <a:pt x="4149" y="4830"/>
                  </a:lnTo>
                  <a:lnTo>
                    <a:pt x="4252" y="5223"/>
                  </a:lnTo>
                  <a:lnTo>
                    <a:pt x="4335" y="5594"/>
                  </a:lnTo>
                  <a:lnTo>
                    <a:pt x="4417" y="5945"/>
                  </a:lnTo>
                  <a:lnTo>
                    <a:pt x="4459" y="6275"/>
                  </a:lnTo>
                  <a:lnTo>
                    <a:pt x="4500" y="6853"/>
                  </a:lnTo>
                  <a:lnTo>
                    <a:pt x="4520" y="7287"/>
                  </a:lnTo>
                  <a:lnTo>
                    <a:pt x="4520" y="7555"/>
                  </a:lnTo>
                  <a:lnTo>
                    <a:pt x="4520" y="7658"/>
                  </a:lnTo>
                  <a:lnTo>
                    <a:pt x="4541" y="7555"/>
                  </a:lnTo>
                  <a:lnTo>
                    <a:pt x="4562" y="7287"/>
                  </a:lnTo>
                  <a:lnTo>
                    <a:pt x="4582" y="7080"/>
                  </a:lnTo>
                  <a:lnTo>
                    <a:pt x="4582" y="6853"/>
                  </a:lnTo>
                  <a:lnTo>
                    <a:pt x="4582" y="6564"/>
                  </a:lnTo>
                  <a:lnTo>
                    <a:pt x="4562" y="6275"/>
                  </a:lnTo>
                  <a:lnTo>
                    <a:pt x="4520" y="5924"/>
                  </a:lnTo>
                  <a:lnTo>
                    <a:pt x="4459" y="5573"/>
                  </a:lnTo>
                  <a:lnTo>
                    <a:pt x="4376" y="5181"/>
                  </a:lnTo>
                  <a:lnTo>
                    <a:pt x="4273" y="4789"/>
                  </a:lnTo>
                  <a:lnTo>
                    <a:pt x="4128" y="4376"/>
                  </a:lnTo>
                  <a:lnTo>
                    <a:pt x="3963" y="3943"/>
                  </a:lnTo>
                  <a:lnTo>
                    <a:pt x="3757" y="3509"/>
                  </a:lnTo>
                  <a:lnTo>
                    <a:pt x="3509" y="3096"/>
                  </a:lnTo>
                  <a:lnTo>
                    <a:pt x="3261" y="2684"/>
                  </a:lnTo>
                  <a:lnTo>
                    <a:pt x="2972" y="2291"/>
                  </a:lnTo>
                  <a:lnTo>
                    <a:pt x="2683" y="1941"/>
                  </a:lnTo>
                  <a:lnTo>
                    <a:pt x="2374" y="1631"/>
                  </a:lnTo>
                  <a:lnTo>
                    <a:pt x="2085" y="1342"/>
                  </a:lnTo>
                  <a:lnTo>
                    <a:pt x="1775" y="1094"/>
                  </a:lnTo>
                  <a:lnTo>
                    <a:pt x="1486" y="867"/>
                  </a:lnTo>
                  <a:lnTo>
                    <a:pt x="1218" y="661"/>
                  </a:lnTo>
                  <a:lnTo>
                    <a:pt x="970" y="496"/>
                  </a:lnTo>
                  <a:lnTo>
                    <a:pt x="723" y="351"/>
                  </a:lnTo>
                  <a:lnTo>
                    <a:pt x="516" y="227"/>
                  </a:lnTo>
                  <a:lnTo>
                    <a:pt x="351" y="145"/>
                  </a:lnTo>
                  <a:lnTo>
                    <a:pt x="83" y="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6" name="Google Shape;896;p27">
              <a:extLst>
                <a:ext uri="{FF2B5EF4-FFF2-40B4-BE49-F238E27FC236}">
                  <a16:creationId xmlns:a16="http://schemas.microsoft.com/office/drawing/2014/main" id="{F305F8E2-EBB1-AE3E-31AD-9D8BDE5B83BC}"/>
                </a:ext>
              </a:extLst>
            </p:cNvPr>
            <p:cNvSpPr/>
            <p:nvPr/>
          </p:nvSpPr>
          <p:spPr>
            <a:xfrm>
              <a:off x="1187500" y="4993350"/>
              <a:ext cx="120775" cy="256475"/>
            </a:xfrm>
            <a:custGeom>
              <a:avLst/>
              <a:gdLst/>
              <a:ahLst/>
              <a:cxnLst/>
              <a:rect l="l" t="t" r="r" b="b"/>
              <a:pathLst>
                <a:path w="4831" h="10259" extrusionOk="0">
                  <a:moveTo>
                    <a:pt x="1425" y="0"/>
                  </a:moveTo>
                  <a:lnTo>
                    <a:pt x="1280" y="41"/>
                  </a:lnTo>
                  <a:lnTo>
                    <a:pt x="1136" y="83"/>
                  </a:lnTo>
                  <a:lnTo>
                    <a:pt x="992" y="145"/>
                  </a:lnTo>
                  <a:lnTo>
                    <a:pt x="868" y="207"/>
                  </a:lnTo>
                  <a:lnTo>
                    <a:pt x="764" y="310"/>
                  </a:lnTo>
                  <a:lnTo>
                    <a:pt x="641" y="434"/>
                  </a:lnTo>
                  <a:lnTo>
                    <a:pt x="558" y="557"/>
                  </a:lnTo>
                  <a:lnTo>
                    <a:pt x="455" y="702"/>
                  </a:lnTo>
                  <a:lnTo>
                    <a:pt x="393" y="867"/>
                  </a:lnTo>
                  <a:lnTo>
                    <a:pt x="310" y="1032"/>
                  </a:lnTo>
                  <a:lnTo>
                    <a:pt x="186" y="1404"/>
                  </a:lnTo>
                  <a:lnTo>
                    <a:pt x="104" y="1817"/>
                  </a:lnTo>
                  <a:lnTo>
                    <a:pt x="42" y="2250"/>
                  </a:lnTo>
                  <a:lnTo>
                    <a:pt x="21" y="2704"/>
                  </a:lnTo>
                  <a:lnTo>
                    <a:pt x="1" y="3179"/>
                  </a:lnTo>
                  <a:lnTo>
                    <a:pt x="21" y="3654"/>
                  </a:lnTo>
                  <a:lnTo>
                    <a:pt x="63" y="4128"/>
                  </a:lnTo>
                  <a:lnTo>
                    <a:pt x="125" y="4583"/>
                  </a:lnTo>
                  <a:lnTo>
                    <a:pt x="207" y="5016"/>
                  </a:lnTo>
                  <a:lnTo>
                    <a:pt x="310" y="5429"/>
                  </a:lnTo>
                  <a:lnTo>
                    <a:pt x="414" y="5800"/>
                  </a:lnTo>
                  <a:lnTo>
                    <a:pt x="599" y="6296"/>
                  </a:lnTo>
                  <a:lnTo>
                    <a:pt x="826" y="6874"/>
                  </a:lnTo>
                  <a:lnTo>
                    <a:pt x="1136" y="7493"/>
                  </a:lnTo>
                  <a:lnTo>
                    <a:pt x="1301" y="7803"/>
                  </a:lnTo>
                  <a:lnTo>
                    <a:pt x="1487" y="8112"/>
                  </a:lnTo>
                  <a:lnTo>
                    <a:pt x="1693" y="8422"/>
                  </a:lnTo>
                  <a:lnTo>
                    <a:pt x="1920" y="8731"/>
                  </a:lnTo>
                  <a:lnTo>
                    <a:pt x="2168" y="9041"/>
                  </a:lnTo>
                  <a:lnTo>
                    <a:pt x="2436" y="9330"/>
                  </a:lnTo>
                  <a:lnTo>
                    <a:pt x="2705" y="9598"/>
                  </a:lnTo>
                  <a:lnTo>
                    <a:pt x="3014" y="9846"/>
                  </a:lnTo>
                  <a:lnTo>
                    <a:pt x="3345" y="10052"/>
                  </a:lnTo>
                  <a:lnTo>
                    <a:pt x="3675" y="10259"/>
                  </a:lnTo>
                  <a:lnTo>
                    <a:pt x="3964" y="9578"/>
                  </a:lnTo>
                  <a:lnTo>
                    <a:pt x="4212" y="8876"/>
                  </a:lnTo>
                  <a:lnTo>
                    <a:pt x="4439" y="8153"/>
                  </a:lnTo>
                  <a:lnTo>
                    <a:pt x="4604" y="7410"/>
                  </a:lnTo>
                  <a:lnTo>
                    <a:pt x="4686" y="7039"/>
                  </a:lnTo>
                  <a:lnTo>
                    <a:pt x="4748" y="6667"/>
                  </a:lnTo>
                  <a:lnTo>
                    <a:pt x="4789" y="6296"/>
                  </a:lnTo>
                  <a:lnTo>
                    <a:pt x="4831" y="5924"/>
                  </a:lnTo>
                  <a:lnTo>
                    <a:pt x="4831" y="5553"/>
                  </a:lnTo>
                  <a:lnTo>
                    <a:pt x="4831" y="5181"/>
                  </a:lnTo>
                  <a:lnTo>
                    <a:pt x="4810" y="4810"/>
                  </a:lnTo>
                  <a:lnTo>
                    <a:pt x="4789" y="4459"/>
                  </a:lnTo>
                  <a:lnTo>
                    <a:pt x="4728" y="4087"/>
                  </a:lnTo>
                  <a:lnTo>
                    <a:pt x="4645" y="3716"/>
                  </a:lnTo>
                  <a:lnTo>
                    <a:pt x="4562" y="3344"/>
                  </a:lnTo>
                  <a:lnTo>
                    <a:pt x="4459" y="2993"/>
                  </a:lnTo>
                  <a:lnTo>
                    <a:pt x="4335" y="2642"/>
                  </a:lnTo>
                  <a:lnTo>
                    <a:pt x="4191" y="2291"/>
                  </a:lnTo>
                  <a:lnTo>
                    <a:pt x="4005" y="1961"/>
                  </a:lnTo>
                  <a:lnTo>
                    <a:pt x="3819" y="1651"/>
                  </a:lnTo>
                  <a:lnTo>
                    <a:pt x="3592" y="1362"/>
                  </a:lnTo>
                  <a:lnTo>
                    <a:pt x="3345" y="1073"/>
                  </a:lnTo>
                  <a:lnTo>
                    <a:pt x="3076" y="805"/>
                  </a:lnTo>
                  <a:lnTo>
                    <a:pt x="2787" y="578"/>
                  </a:lnTo>
                  <a:lnTo>
                    <a:pt x="2478" y="392"/>
                  </a:lnTo>
                  <a:lnTo>
                    <a:pt x="2147" y="227"/>
                  </a:lnTo>
                  <a:lnTo>
                    <a:pt x="1797" y="103"/>
                  </a:lnTo>
                  <a:lnTo>
                    <a:pt x="142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7" name="Google Shape;897;p27">
              <a:extLst>
                <a:ext uri="{FF2B5EF4-FFF2-40B4-BE49-F238E27FC236}">
                  <a16:creationId xmlns:a16="http://schemas.microsoft.com/office/drawing/2014/main" id="{37BBA4B1-E2E8-2F8D-39D5-A3FC734505B2}"/>
                </a:ext>
              </a:extLst>
            </p:cNvPr>
            <p:cNvSpPr/>
            <p:nvPr/>
          </p:nvSpPr>
          <p:spPr>
            <a:xfrm>
              <a:off x="1187500" y="4993350"/>
              <a:ext cx="120775" cy="256475"/>
            </a:xfrm>
            <a:custGeom>
              <a:avLst/>
              <a:gdLst/>
              <a:ahLst/>
              <a:cxnLst/>
              <a:rect l="l" t="t" r="r" b="b"/>
              <a:pathLst>
                <a:path w="4831" h="10259" fill="none" extrusionOk="0">
                  <a:moveTo>
                    <a:pt x="1425" y="0"/>
                  </a:moveTo>
                  <a:lnTo>
                    <a:pt x="1425" y="0"/>
                  </a:lnTo>
                  <a:lnTo>
                    <a:pt x="1797" y="103"/>
                  </a:lnTo>
                  <a:lnTo>
                    <a:pt x="2147" y="227"/>
                  </a:lnTo>
                  <a:lnTo>
                    <a:pt x="2478" y="392"/>
                  </a:lnTo>
                  <a:lnTo>
                    <a:pt x="2787" y="578"/>
                  </a:lnTo>
                  <a:lnTo>
                    <a:pt x="3076" y="805"/>
                  </a:lnTo>
                  <a:lnTo>
                    <a:pt x="3345" y="1073"/>
                  </a:lnTo>
                  <a:lnTo>
                    <a:pt x="3592" y="1362"/>
                  </a:lnTo>
                  <a:lnTo>
                    <a:pt x="3819" y="1651"/>
                  </a:lnTo>
                  <a:lnTo>
                    <a:pt x="3819" y="1651"/>
                  </a:lnTo>
                  <a:lnTo>
                    <a:pt x="4005" y="1961"/>
                  </a:lnTo>
                  <a:lnTo>
                    <a:pt x="4191" y="2291"/>
                  </a:lnTo>
                  <a:lnTo>
                    <a:pt x="4335" y="2642"/>
                  </a:lnTo>
                  <a:lnTo>
                    <a:pt x="4459" y="2993"/>
                  </a:lnTo>
                  <a:lnTo>
                    <a:pt x="4562" y="3344"/>
                  </a:lnTo>
                  <a:lnTo>
                    <a:pt x="4645" y="3716"/>
                  </a:lnTo>
                  <a:lnTo>
                    <a:pt x="4728" y="4087"/>
                  </a:lnTo>
                  <a:lnTo>
                    <a:pt x="4789" y="4459"/>
                  </a:lnTo>
                  <a:lnTo>
                    <a:pt x="4789" y="4459"/>
                  </a:lnTo>
                  <a:lnTo>
                    <a:pt x="4810" y="4810"/>
                  </a:lnTo>
                  <a:lnTo>
                    <a:pt x="4831" y="5181"/>
                  </a:lnTo>
                  <a:lnTo>
                    <a:pt x="4831" y="5553"/>
                  </a:lnTo>
                  <a:lnTo>
                    <a:pt x="4831" y="5924"/>
                  </a:lnTo>
                  <a:lnTo>
                    <a:pt x="4789" y="6296"/>
                  </a:lnTo>
                  <a:lnTo>
                    <a:pt x="4748" y="6667"/>
                  </a:lnTo>
                  <a:lnTo>
                    <a:pt x="4686" y="7039"/>
                  </a:lnTo>
                  <a:lnTo>
                    <a:pt x="4604" y="7410"/>
                  </a:lnTo>
                  <a:lnTo>
                    <a:pt x="4439" y="8153"/>
                  </a:lnTo>
                  <a:lnTo>
                    <a:pt x="4212" y="8876"/>
                  </a:lnTo>
                  <a:lnTo>
                    <a:pt x="3964" y="9578"/>
                  </a:lnTo>
                  <a:lnTo>
                    <a:pt x="3675" y="10259"/>
                  </a:lnTo>
                  <a:lnTo>
                    <a:pt x="3675" y="10259"/>
                  </a:lnTo>
                  <a:lnTo>
                    <a:pt x="3345" y="10052"/>
                  </a:lnTo>
                  <a:lnTo>
                    <a:pt x="3014" y="9846"/>
                  </a:lnTo>
                  <a:lnTo>
                    <a:pt x="2705" y="9598"/>
                  </a:lnTo>
                  <a:lnTo>
                    <a:pt x="2436" y="9330"/>
                  </a:lnTo>
                  <a:lnTo>
                    <a:pt x="2168" y="9041"/>
                  </a:lnTo>
                  <a:lnTo>
                    <a:pt x="1920" y="8731"/>
                  </a:lnTo>
                  <a:lnTo>
                    <a:pt x="1693" y="8422"/>
                  </a:lnTo>
                  <a:lnTo>
                    <a:pt x="1487" y="8112"/>
                  </a:lnTo>
                  <a:lnTo>
                    <a:pt x="1301" y="7803"/>
                  </a:lnTo>
                  <a:lnTo>
                    <a:pt x="1136" y="7493"/>
                  </a:lnTo>
                  <a:lnTo>
                    <a:pt x="826" y="6874"/>
                  </a:lnTo>
                  <a:lnTo>
                    <a:pt x="599" y="6296"/>
                  </a:lnTo>
                  <a:lnTo>
                    <a:pt x="414" y="5800"/>
                  </a:lnTo>
                  <a:lnTo>
                    <a:pt x="414" y="5800"/>
                  </a:lnTo>
                  <a:lnTo>
                    <a:pt x="310" y="5429"/>
                  </a:lnTo>
                  <a:lnTo>
                    <a:pt x="207" y="5016"/>
                  </a:lnTo>
                  <a:lnTo>
                    <a:pt x="125" y="4583"/>
                  </a:lnTo>
                  <a:lnTo>
                    <a:pt x="63" y="4128"/>
                  </a:lnTo>
                  <a:lnTo>
                    <a:pt x="21" y="3654"/>
                  </a:lnTo>
                  <a:lnTo>
                    <a:pt x="1" y="3179"/>
                  </a:lnTo>
                  <a:lnTo>
                    <a:pt x="21" y="2704"/>
                  </a:lnTo>
                  <a:lnTo>
                    <a:pt x="42" y="2250"/>
                  </a:lnTo>
                  <a:lnTo>
                    <a:pt x="104" y="1817"/>
                  </a:lnTo>
                  <a:lnTo>
                    <a:pt x="186" y="1404"/>
                  </a:lnTo>
                  <a:lnTo>
                    <a:pt x="310" y="1032"/>
                  </a:lnTo>
                  <a:lnTo>
                    <a:pt x="393" y="867"/>
                  </a:lnTo>
                  <a:lnTo>
                    <a:pt x="455" y="702"/>
                  </a:lnTo>
                  <a:lnTo>
                    <a:pt x="558" y="557"/>
                  </a:lnTo>
                  <a:lnTo>
                    <a:pt x="641" y="434"/>
                  </a:lnTo>
                  <a:lnTo>
                    <a:pt x="764" y="310"/>
                  </a:lnTo>
                  <a:lnTo>
                    <a:pt x="868" y="207"/>
                  </a:lnTo>
                  <a:lnTo>
                    <a:pt x="992" y="145"/>
                  </a:lnTo>
                  <a:lnTo>
                    <a:pt x="1136" y="83"/>
                  </a:lnTo>
                  <a:lnTo>
                    <a:pt x="1280" y="41"/>
                  </a:lnTo>
                  <a:lnTo>
                    <a:pt x="142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8" name="Google Shape;898;p27">
              <a:extLst>
                <a:ext uri="{FF2B5EF4-FFF2-40B4-BE49-F238E27FC236}">
                  <a16:creationId xmlns:a16="http://schemas.microsoft.com/office/drawing/2014/main" id="{62E06676-D3CB-1CFC-7B13-9E0D76CCD773}"/>
                </a:ext>
              </a:extLst>
            </p:cNvPr>
            <p:cNvSpPr/>
            <p:nvPr/>
          </p:nvSpPr>
          <p:spPr>
            <a:xfrm>
              <a:off x="1336125" y="5192525"/>
              <a:ext cx="130050" cy="122850"/>
            </a:xfrm>
            <a:custGeom>
              <a:avLst/>
              <a:gdLst/>
              <a:ahLst/>
              <a:cxnLst/>
              <a:rect l="l" t="t" r="r" b="b"/>
              <a:pathLst>
                <a:path w="5202" h="4914" extrusionOk="0">
                  <a:moveTo>
                    <a:pt x="3736" y="1"/>
                  </a:moveTo>
                  <a:lnTo>
                    <a:pt x="3551" y="21"/>
                  </a:lnTo>
                  <a:lnTo>
                    <a:pt x="3344" y="42"/>
                  </a:lnTo>
                  <a:lnTo>
                    <a:pt x="2952" y="145"/>
                  </a:lnTo>
                  <a:lnTo>
                    <a:pt x="2539" y="269"/>
                  </a:lnTo>
                  <a:lnTo>
                    <a:pt x="2147" y="414"/>
                  </a:lnTo>
                  <a:lnTo>
                    <a:pt x="1796" y="620"/>
                  </a:lnTo>
                  <a:lnTo>
                    <a:pt x="1445" y="847"/>
                  </a:lnTo>
                  <a:lnTo>
                    <a:pt x="1115" y="1115"/>
                  </a:lnTo>
                  <a:lnTo>
                    <a:pt x="826" y="1404"/>
                  </a:lnTo>
                  <a:lnTo>
                    <a:pt x="578" y="1735"/>
                  </a:lnTo>
                  <a:lnTo>
                    <a:pt x="475" y="1920"/>
                  </a:lnTo>
                  <a:lnTo>
                    <a:pt x="372" y="2106"/>
                  </a:lnTo>
                  <a:lnTo>
                    <a:pt x="289" y="2292"/>
                  </a:lnTo>
                  <a:lnTo>
                    <a:pt x="207" y="2478"/>
                  </a:lnTo>
                  <a:lnTo>
                    <a:pt x="145" y="2684"/>
                  </a:lnTo>
                  <a:lnTo>
                    <a:pt x="83" y="2890"/>
                  </a:lnTo>
                  <a:lnTo>
                    <a:pt x="42" y="3097"/>
                  </a:lnTo>
                  <a:lnTo>
                    <a:pt x="21" y="3303"/>
                  </a:lnTo>
                  <a:lnTo>
                    <a:pt x="0" y="3510"/>
                  </a:lnTo>
                  <a:lnTo>
                    <a:pt x="21" y="3716"/>
                  </a:lnTo>
                  <a:lnTo>
                    <a:pt x="21" y="3923"/>
                  </a:lnTo>
                  <a:lnTo>
                    <a:pt x="62" y="4129"/>
                  </a:lnTo>
                  <a:lnTo>
                    <a:pt x="104" y="4315"/>
                  </a:lnTo>
                  <a:lnTo>
                    <a:pt x="166" y="4521"/>
                  </a:lnTo>
                  <a:lnTo>
                    <a:pt x="227" y="4707"/>
                  </a:lnTo>
                  <a:lnTo>
                    <a:pt x="310" y="4893"/>
                  </a:lnTo>
                  <a:lnTo>
                    <a:pt x="620" y="4913"/>
                  </a:lnTo>
                  <a:lnTo>
                    <a:pt x="929" y="4893"/>
                  </a:lnTo>
                  <a:lnTo>
                    <a:pt x="1218" y="4851"/>
                  </a:lnTo>
                  <a:lnTo>
                    <a:pt x="1487" y="4789"/>
                  </a:lnTo>
                  <a:lnTo>
                    <a:pt x="1776" y="4707"/>
                  </a:lnTo>
                  <a:lnTo>
                    <a:pt x="2044" y="4604"/>
                  </a:lnTo>
                  <a:lnTo>
                    <a:pt x="2312" y="4480"/>
                  </a:lnTo>
                  <a:lnTo>
                    <a:pt x="2560" y="4356"/>
                  </a:lnTo>
                  <a:lnTo>
                    <a:pt x="2808" y="4211"/>
                  </a:lnTo>
                  <a:lnTo>
                    <a:pt x="3055" y="4046"/>
                  </a:lnTo>
                  <a:lnTo>
                    <a:pt x="3303" y="3861"/>
                  </a:lnTo>
                  <a:lnTo>
                    <a:pt x="3530" y="3675"/>
                  </a:lnTo>
                  <a:lnTo>
                    <a:pt x="3984" y="3283"/>
                  </a:lnTo>
                  <a:lnTo>
                    <a:pt x="4418" y="2849"/>
                  </a:lnTo>
                  <a:lnTo>
                    <a:pt x="4665" y="2581"/>
                  </a:lnTo>
                  <a:lnTo>
                    <a:pt x="4872" y="2292"/>
                  </a:lnTo>
                  <a:lnTo>
                    <a:pt x="4975" y="2127"/>
                  </a:lnTo>
                  <a:lnTo>
                    <a:pt x="5058" y="1982"/>
                  </a:lnTo>
                  <a:lnTo>
                    <a:pt x="5119" y="1817"/>
                  </a:lnTo>
                  <a:lnTo>
                    <a:pt x="5161" y="1631"/>
                  </a:lnTo>
                  <a:lnTo>
                    <a:pt x="5202" y="1466"/>
                  </a:lnTo>
                  <a:lnTo>
                    <a:pt x="5202" y="1280"/>
                  </a:lnTo>
                  <a:lnTo>
                    <a:pt x="5202" y="1095"/>
                  </a:lnTo>
                  <a:lnTo>
                    <a:pt x="5161" y="909"/>
                  </a:lnTo>
                  <a:lnTo>
                    <a:pt x="5119" y="744"/>
                  </a:lnTo>
                  <a:lnTo>
                    <a:pt x="5037" y="579"/>
                  </a:lnTo>
                  <a:lnTo>
                    <a:pt x="4934" y="434"/>
                  </a:lnTo>
                  <a:lnTo>
                    <a:pt x="4810" y="310"/>
                  </a:lnTo>
                  <a:lnTo>
                    <a:pt x="4665" y="207"/>
                  </a:lnTo>
                  <a:lnTo>
                    <a:pt x="4500" y="125"/>
                  </a:lnTo>
                  <a:lnTo>
                    <a:pt x="4314" y="63"/>
                  </a:lnTo>
                  <a:lnTo>
                    <a:pt x="4129" y="21"/>
                  </a:lnTo>
                  <a:lnTo>
                    <a:pt x="394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9" name="Google Shape;899;p27">
              <a:extLst>
                <a:ext uri="{FF2B5EF4-FFF2-40B4-BE49-F238E27FC236}">
                  <a16:creationId xmlns:a16="http://schemas.microsoft.com/office/drawing/2014/main" id="{96FB0D03-BE8B-7D4A-720E-3452047FA040}"/>
                </a:ext>
              </a:extLst>
            </p:cNvPr>
            <p:cNvSpPr/>
            <p:nvPr/>
          </p:nvSpPr>
          <p:spPr>
            <a:xfrm>
              <a:off x="1336125" y="5192525"/>
              <a:ext cx="130050" cy="122850"/>
            </a:xfrm>
            <a:custGeom>
              <a:avLst/>
              <a:gdLst/>
              <a:ahLst/>
              <a:cxnLst/>
              <a:rect l="l" t="t" r="r" b="b"/>
              <a:pathLst>
                <a:path w="5202" h="4914" fill="none" extrusionOk="0">
                  <a:moveTo>
                    <a:pt x="310" y="4893"/>
                  </a:moveTo>
                  <a:lnTo>
                    <a:pt x="310" y="4893"/>
                  </a:lnTo>
                  <a:lnTo>
                    <a:pt x="227" y="4707"/>
                  </a:lnTo>
                  <a:lnTo>
                    <a:pt x="166" y="4521"/>
                  </a:lnTo>
                  <a:lnTo>
                    <a:pt x="104" y="4315"/>
                  </a:lnTo>
                  <a:lnTo>
                    <a:pt x="62" y="4129"/>
                  </a:lnTo>
                  <a:lnTo>
                    <a:pt x="21" y="3923"/>
                  </a:lnTo>
                  <a:lnTo>
                    <a:pt x="21" y="3716"/>
                  </a:lnTo>
                  <a:lnTo>
                    <a:pt x="0" y="3510"/>
                  </a:lnTo>
                  <a:lnTo>
                    <a:pt x="21" y="3303"/>
                  </a:lnTo>
                  <a:lnTo>
                    <a:pt x="42" y="3097"/>
                  </a:lnTo>
                  <a:lnTo>
                    <a:pt x="83" y="2890"/>
                  </a:lnTo>
                  <a:lnTo>
                    <a:pt x="145" y="2684"/>
                  </a:lnTo>
                  <a:lnTo>
                    <a:pt x="207" y="2478"/>
                  </a:lnTo>
                  <a:lnTo>
                    <a:pt x="289" y="2292"/>
                  </a:lnTo>
                  <a:lnTo>
                    <a:pt x="372" y="2106"/>
                  </a:lnTo>
                  <a:lnTo>
                    <a:pt x="475" y="1920"/>
                  </a:lnTo>
                  <a:lnTo>
                    <a:pt x="578" y="1735"/>
                  </a:lnTo>
                  <a:lnTo>
                    <a:pt x="578" y="1735"/>
                  </a:lnTo>
                  <a:lnTo>
                    <a:pt x="826" y="1404"/>
                  </a:lnTo>
                  <a:lnTo>
                    <a:pt x="1115" y="1115"/>
                  </a:lnTo>
                  <a:lnTo>
                    <a:pt x="1445" y="847"/>
                  </a:lnTo>
                  <a:lnTo>
                    <a:pt x="1796" y="620"/>
                  </a:lnTo>
                  <a:lnTo>
                    <a:pt x="2147" y="414"/>
                  </a:lnTo>
                  <a:lnTo>
                    <a:pt x="2539" y="269"/>
                  </a:lnTo>
                  <a:lnTo>
                    <a:pt x="2952" y="145"/>
                  </a:lnTo>
                  <a:lnTo>
                    <a:pt x="3344" y="42"/>
                  </a:lnTo>
                  <a:lnTo>
                    <a:pt x="3344" y="42"/>
                  </a:lnTo>
                  <a:lnTo>
                    <a:pt x="3551" y="21"/>
                  </a:lnTo>
                  <a:lnTo>
                    <a:pt x="3736" y="1"/>
                  </a:lnTo>
                  <a:lnTo>
                    <a:pt x="3943" y="1"/>
                  </a:lnTo>
                  <a:lnTo>
                    <a:pt x="4129" y="21"/>
                  </a:lnTo>
                  <a:lnTo>
                    <a:pt x="4314" y="63"/>
                  </a:lnTo>
                  <a:lnTo>
                    <a:pt x="4500" y="125"/>
                  </a:lnTo>
                  <a:lnTo>
                    <a:pt x="4665" y="207"/>
                  </a:lnTo>
                  <a:lnTo>
                    <a:pt x="4810" y="310"/>
                  </a:lnTo>
                  <a:lnTo>
                    <a:pt x="4810" y="310"/>
                  </a:lnTo>
                  <a:lnTo>
                    <a:pt x="4934" y="434"/>
                  </a:lnTo>
                  <a:lnTo>
                    <a:pt x="5037" y="579"/>
                  </a:lnTo>
                  <a:lnTo>
                    <a:pt x="5119" y="744"/>
                  </a:lnTo>
                  <a:lnTo>
                    <a:pt x="5161" y="909"/>
                  </a:lnTo>
                  <a:lnTo>
                    <a:pt x="5202" y="1095"/>
                  </a:lnTo>
                  <a:lnTo>
                    <a:pt x="5202" y="1280"/>
                  </a:lnTo>
                  <a:lnTo>
                    <a:pt x="5202" y="1466"/>
                  </a:lnTo>
                  <a:lnTo>
                    <a:pt x="5161" y="1631"/>
                  </a:lnTo>
                  <a:lnTo>
                    <a:pt x="5161" y="1631"/>
                  </a:lnTo>
                  <a:lnTo>
                    <a:pt x="5119" y="1817"/>
                  </a:lnTo>
                  <a:lnTo>
                    <a:pt x="5058" y="1982"/>
                  </a:lnTo>
                  <a:lnTo>
                    <a:pt x="4975" y="2127"/>
                  </a:lnTo>
                  <a:lnTo>
                    <a:pt x="4872" y="2292"/>
                  </a:lnTo>
                  <a:lnTo>
                    <a:pt x="4665" y="2581"/>
                  </a:lnTo>
                  <a:lnTo>
                    <a:pt x="4418" y="2849"/>
                  </a:lnTo>
                  <a:lnTo>
                    <a:pt x="4418" y="2849"/>
                  </a:lnTo>
                  <a:lnTo>
                    <a:pt x="3984" y="3283"/>
                  </a:lnTo>
                  <a:lnTo>
                    <a:pt x="3530" y="3675"/>
                  </a:lnTo>
                  <a:lnTo>
                    <a:pt x="3303" y="3861"/>
                  </a:lnTo>
                  <a:lnTo>
                    <a:pt x="3055" y="4046"/>
                  </a:lnTo>
                  <a:lnTo>
                    <a:pt x="2808" y="4211"/>
                  </a:lnTo>
                  <a:lnTo>
                    <a:pt x="2560" y="4356"/>
                  </a:lnTo>
                  <a:lnTo>
                    <a:pt x="2312" y="4480"/>
                  </a:lnTo>
                  <a:lnTo>
                    <a:pt x="2044" y="4604"/>
                  </a:lnTo>
                  <a:lnTo>
                    <a:pt x="1776" y="4707"/>
                  </a:lnTo>
                  <a:lnTo>
                    <a:pt x="1487" y="4789"/>
                  </a:lnTo>
                  <a:lnTo>
                    <a:pt x="1218" y="4851"/>
                  </a:lnTo>
                  <a:lnTo>
                    <a:pt x="929" y="4893"/>
                  </a:lnTo>
                  <a:lnTo>
                    <a:pt x="620" y="4913"/>
                  </a:lnTo>
                  <a:lnTo>
                    <a:pt x="310" y="4893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0" name="Google Shape;900;p27">
              <a:extLst>
                <a:ext uri="{FF2B5EF4-FFF2-40B4-BE49-F238E27FC236}">
                  <a16:creationId xmlns:a16="http://schemas.microsoft.com/office/drawing/2014/main" id="{BD6BC6F3-BDE2-DEAA-BB51-C1EAA4A5C84A}"/>
                </a:ext>
              </a:extLst>
            </p:cNvPr>
            <p:cNvSpPr/>
            <p:nvPr/>
          </p:nvSpPr>
          <p:spPr>
            <a:xfrm>
              <a:off x="1325800" y="5245175"/>
              <a:ext cx="80525" cy="224500"/>
            </a:xfrm>
            <a:custGeom>
              <a:avLst/>
              <a:gdLst/>
              <a:ahLst/>
              <a:cxnLst/>
              <a:rect l="l" t="t" r="r" b="b"/>
              <a:pathLst>
                <a:path w="3221" h="8980" extrusionOk="0">
                  <a:moveTo>
                    <a:pt x="3221" y="0"/>
                  </a:moveTo>
                  <a:lnTo>
                    <a:pt x="3138" y="41"/>
                  </a:lnTo>
                  <a:lnTo>
                    <a:pt x="3014" y="103"/>
                  </a:lnTo>
                  <a:lnTo>
                    <a:pt x="2870" y="186"/>
                  </a:lnTo>
                  <a:lnTo>
                    <a:pt x="2684" y="310"/>
                  </a:lnTo>
                  <a:lnTo>
                    <a:pt x="2478" y="454"/>
                  </a:lnTo>
                  <a:lnTo>
                    <a:pt x="2250" y="640"/>
                  </a:lnTo>
                  <a:lnTo>
                    <a:pt x="2023" y="846"/>
                  </a:lnTo>
                  <a:lnTo>
                    <a:pt x="1755" y="1115"/>
                  </a:lnTo>
                  <a:lnTo>
                    <a:pt x="1507" y="1424"/>
                  </a:lnTo>
                  <a:lnTo>
                    <a:pt x="1260" y="1755"/>
                  </a:lnTo>
                  <a:lnTo>
                    <a:pt x="1033" y="2126"/>
                  </a:lnTo>
                  <a:lnTo>
                    <a:pt x="806" y="2539"/>
                  </a:lnTo>
                  <a:lnTo>
                    <a:pt x="620" y="2993"/>
                  </a:lnTo>
                  <a:lnTo>
                    <a:pt x="434" y="3447"/>
                  </a:lnTo>
                  <a:lnTo>
                    <a:pt x="290" y="3963"/>
                  </a:lnTo>
                  <a:lnTo>
                    <a:pt x="166" y="4459"/>
                  </a:lnTo>
                  <a:lnTo>
                    <a:pt x="83" y="4954"/>
                  </a:lnTo>
                  <a:lnTo>
                    <a:pt x="21" y="5449"/>
                  </a:lnTo>
                  <a:lnTo>
                    <a:pt x="1" y="5903"/>
                  </a:lnTo>
                  <a:lnTo>
                    <a:pt x="1" y="6358"/>
                  </a:lnTo>
                  <a:lnTo>
                    <a:pt x="1" y="6770"/>
                  </a:lnTo>
                  <a:lnTo>
                    <a:pt x="42" y="7514"/>
                  </a:lnTo>
                  <a:lnTo>
                    <a:pt x="104" y="8587"/>
                  </a:lnTo>
                  <a:lnTo>
                    <a:pt x="124" y="8876"/>
                  </a:lnTo>
                  <a:lnTo>
                    <a:pt x="145" y="8979"/>
                  </a:lnTo>
                  <a:lnTo>
                    <a:pt x="166" y="8876"/>
                  </a:lnTo>
                  <a:lnTo>
                    <a:pt x="166" y="8587"/>
                  </a:lnTo>
                  <a:lnTo>
                    <a:pt x="145" y="7514"/>
                  </a:lnTo>
                  <a:lnTo>
                    <a:pt x="124" y="6770"/>
                  </a:lnTo>
                  <a:lnTo>
                    <a:pt x="124" y="6358"/>
                  </a:lnTo>
                  <a:lnTo>
                    <a:pt x="145" y="5903"/>
                  </a:lnTo>
                  <a:lnTo>
                    <a:pt x="166" y="5449"/>
                  </a:lnTo>
                  <a:lnTo>
                    <a:pt x="207" y="4975"/>
                  </a:lnTo>
                  <a:lnTo>
                    <a:pt x="290" y="4479"/>
                  </a:lnTo>
                  <a:lnTo>
                    <a:pt x="413" y="3984"/>
                  </a:lnTo>
                  <a:lnTo>
                    <a:pt x="558" y="3509"/>
                  </a:lnTo>
                  <a:lnTo>
                    <a:pt x="744" y="3034"/>
                  </a:lnTo>
                  <a:lnTo>
                    <a:pt x="929" y="2601"/>
                  </a:lnTo>
                  <a:lnTo>
                    <a:pt x="1136" y="2188"/>
                  </a:lnTo>
                  <a:lnTo>
                    <a:pt x="1363" y="1817"/>
                  </a:lnTo>
                  <a:lnTo>
                    <a:pt x="1611" y="1486"/>
                  </a:lnTo>
                  <a:lnTo>
                    <a:pt x="1838" y="1177"/>
                  </a:lnTo>
                  <a:lnTo>
                    <a:pt x="2085" y="929"/>
                  </a:lnTo>
                  <a:lnTo>
                    <a:pt x="2312" y="702"/>
                  </a:lnTo>
                  <a:lnTo>
                    <a:pt x="2539" y="516"/>
                  </a:lnTo>
                  <a:lnTo>
                    <a:pt x="2911" y="227"/>
                  </a:lnTo>
                  <a:lnTo>
                    <a:pt x="3138" y="83"/>
                  </a:lnTo>
                  <a:lnTo>
                    <a:pt x="3221" y="21"/>
                  </a:lnTo>
                  <a:lnTo>
                    <a:pt x="3221" y="0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1" name="Google Shape;901;p27">
              <a:extLst>
                <a:ext uri="{FF2B5EF4-FFF2-40B4-BE49-F238E27FC236}">
                  <a16:creationId xmlns:a16="http://schemas.microsoft.com/office/drawing/2014/main" id="{29349A8B-E1EB-6817-DF7A-24FB2AF2821A}"/>
                </a:ext>
              </a:extLst>
            </p:cNvPr>
            <p:cNvSpPr/>
            <p:nvPr/>
          </p:nvSpPr>
          <p:spPr>
            <a:xfrm>
              <a:off x="1230325" y="5065575"/>
              <a:ext cx="100650" cy="411300"/>
            </a:xfrm>
            <a:custGeom>
              <a:avLst/>
              <a:gdLst/>
              <a:ahLst/>
              <a:cxnLst/>
              <a:rect l="l" t="t" r="r" b="b"/>
              <a:pathLst>
                <a:path w="4026" h="16452" extrusionOk="0">
                  <a:moveTo>
                    <a:pt x="1" y="1"/>
                  </a:moveTo>
                  <a:lnTo>
                    <a:pt x="22" y="187"/>
                  </a:lnTo>
                  <a:lnTo>
                    <a:pt x="145" y="661"/>
                  </a:lnTo>
                  <a:lnTo>
                    <a:pt x="620" y="2416"/>
                  </a:lnTo>
                  <a:lnTo>
                    <a:pt x="1301" y="5017"/>
                  </a:lnTo>
                  <a:lnTo>
                    <a:pt x="2106" y="8216"/>
                  </a:lnTo>
                  <a:lnTo>
                    <a:pt x="2870" y="11416"/>
                  </a:lnTo>
                  <a:lnTo>
                    <a:pt x="3469" y="14037"/>
                  </a:lnTo>
                  <a:lnTo>
                    <a:pt x="3861" y="15812"/>
                  </a:lnTo>
                  <a:lnTo>
                    <a:pt x="3985" y="16287"/>
                  </a:lnTo>
                  <a:lnTo>
                    <a:pt x="4026" y="16452"/>
                  </a:lnTo>
                  <a:lnTo>
                    <a:pt x="4026" y="16452"/>
                  </a:lnTo>
                  <a:lnTo>
                    <a:pt x="4005" y="16287"/>
                  </a:lnTo>
                  <a:lnTo>
                    <a:pt x="3923" y="15791"/>
                  </a:lnTo>
                  <a:lnTo>
                    <a:pt x="3572" y="14016"/>
                  </a:lnTo>
                  <a:lnTo>
                    <a:pt x="3304" y="12799"/>
                  </a:lnTo>
                  <a:lnTo>
                    <a:pt x="2994" y="11395"/>
                  </a:lnTo>
                  <a:lnTo>
                    <a:pt x="2643" y="9826"/>
                  </a:lnTo>
                  <a:lnTo>
                    <a:pt x="2230" y="8175"/>
                  </a:lnTo>
                  <a:lnTo>
                    <a:pt x="1817" y="6524"/>
                  </a:lnTo>
                  <a:lnTo>
                    <a:pt x="1425" y="4975"/>
                  </a:lnTo>
                  <a:lnTo>
                    <a:pt x="1054" y="3593"/>
                  </a:lnTo>
                  <a:lnTo>
                    <a:pt x="703" y="2375"/>
                  </a:lnTo>
                  <a:lnTo>
                    <a:pt x="207" y="641"/>
                  </a:lnTo>
                  <a:lnTo>
                    <a:pt x="63" y="1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2" name="Google Shape;902;p27">
              <a:extLst>
                <a:ext uri="{FF2B5EF4-FFF2-40B4-BE49-F238E27FC236}">
                  <a16:creationId xmlns:a16="http://schemas.microsoft.com/office/drawing/2014/main" id="{2B5C0F8D-3D88-64E4-2A3A-0992DE541DA9}"/>
                </a:ext>
              </a:extLst>
            </p:cNvPr>
            <p:cNvSpPr/>
            <p:nvPr/>
          </p:nvSpPr>
          <p:spPr>
            <a:xfrm>
              <a:off x="1108025" y="5251875"/>
              <a:ext cx="175475" cy="117150"/>
            </a:xfrm>
            <a:custGeom>
              <a:avLst/>
              <a:gdLst/>
              <a:ahLst/>
              <a:cxnLst/>
              <a:rect l="l" t="t" r="r" b="b"/>
              <a:pathLst>
                <a:path w="7019" h="4686" extrusionOk="0">
                  <a:moveTo>
                    <a:pt x="1095" y="0"/>
                  </a:moveTo>
                  <a:lnTo>
                    <a:pt x="868" y="21"/>
                  </a:lnTo>
                  <a:lnTo>
                    <a:pt x="661" y="62"/>
                  </a:lnTo>
                  <a:lnTo>
                    <a:pt x="476" y="145"/>
                  </a:lnTo>
                  <a:lnTo>
                    <a:pt x="290" y="269"/>
                  </a:lnTo>
                  <a:lnTo>
                    <a:pt x="228" y="351"/>
                  </a:lnTo>
                  <a:lnTo>
                    <a:pt x="145" y="434"/>
                  </a:lnTo>
                  <a:lnTo>
                    <a:pt x="104" y="537"/>
                  </a:lnTo>
                  <a:lnTo>
                    <a:pt x="63" y="640"/>
                  </a:lnTo>
                  <a:lnTo>
                    <a:pt x="1" y="847"/>
                  </a:lnTo>
                  <a:lnTo>
                    <a:pt x="1" y="1053"/>
                  </a:lnTo>
                  <a:lnTo>
                    <a:pt x="42" y="1260"/>
                  </a:lnTo>
                  <a:lnTo>
                    <a:pt x="104" y="1487"/>
                  </a:lnTo>
                  <a:lnTo>
                    <a:pt x="207" y="1693"/>
                  </a:lnTo>
                  <a:lnTo>
                    <a:pt x="311" y="1899"/>
                  </a:lnTo>
                  <a:lnTo>
                    <a:pt x="434" y="2085"/>
                  </a:lnTo>
                  <a:lnTo>
                    <a:pt x="723" y="2457"/>
                  </a:lnTo>
                  <a:lnTo>
                    <a:pt x="1033" y="2808"/>
                  </a:lnTo>
                  <a:lnTo>
                    <a:pt x="1363" y="3117"/>
                  </a:lnTo>
                  <a:lnTo>
                    <a:pt x="1735" y="3406"/>
                  </a:lnTo>
                  <a:lnTo>
                    <a:pt x="2106" y="3675"/>
                  </a:lnTo>
                  <a:lnTo>
                    <a:pt x="2519" y="3902"/>
                  </a:lnTo>
                  <a:lnTo>
                    <a:pt x="2932" y="4108"/>
                  </a:lnTo>
                  <a:lnTo>
                    <a:pt x="3365" y="4294"/>
                  </a:lnTo>
                  <a:lnTo>
                    <a:pt x="3799" y="4438"/>
                  </a:lnTo>
                  <a:lnTo>
                    <a:pt x="4253" y="4541"/>
                  </a:lnTo>
                  <a:lnTo>
                    <a:pt x="4728" y="4624"/>
                  </a:lnTo>
                  <a:lnTo>
                    <a:pt x="5182" y="4665"/>
                  </a:lnTo>
                  <a:lnTo>
                    <a:pt x="5636" y="4686"/>
                  </a:lnTo>
                  <a:lnTo>
                    <a:pt x="6111" y="4645"/>
                  </a:lnTo>
                  <a:lnTo>
                    <a:pt x="6565" y="4583"/>
                  </a:lnTo>
                  <a:lnTo>
                    <a:pt x="7019" y="4500"/>
                  </a:lnTo>
                  <a:lnTo>
                    <a:pt x="7019" y="4335"/>
                  </a:lnTo>
                  <a:lnTo>
                    <a:pt x="6833" y="3943"/>
                  </a:lnTo>
                  <a:lnTo>
                    <a:pt x="6627" y="3551"/>
                  </a:lnTo>
                  <a:lnTo>
                    <a:pt x="6400" y="3179"/>
                  </a:lnTo>
                  <a:lnTo>
                    <a:pt x="6131" y="2828"/>
                  </a:lnTo>
                  <a:lnTo>
                    <a:pt x="5863" y="2477"/>
                  </a:lnTo>
                  <a:lnTo>
                    <a:pt x="5574" y="2147"/>
                  </a:lnTo>
                  <a:lnTo>
                    <a:pt x="5264" y="1858"/>
                  </a:lnTo>
                  <a:lnTo>
                    <a:pt x="4914" y="1569"/>
                  </a:lnTo>
                  <a:lnTo>
                    <a:pt x="4583" y="1301"/>
                  </a:lnTo>
                  <a:lnTo>
                    <a:pt x="4212" y="1053"/>
                  </a:lnTo>
                  <a:lnTo>
                    <a:pt x="3840" y="826"/>
                  </a:lnTo>
                  <a:lnTo>
                    <a:pt x="3448" y="620"/>
                  </a:lnTo>
                  <a:lnTo>
                    <a:pt x="3056" y="434"/>
                  </a:lnTo>
                  <a:lnTo>
                    <a:pt x="2643" y="289"/>
                  </a:lnTo>
                  <a:lnTo>
                    <a:pt x="2210" y="166"/>
                  </a:lnTo>
                  <a:lnTo>
                    <a:pt x="1797" y="62"/>
                  </a:lnTo>
                  <a:lnTo>
                    <a:pt x="1570" y="21"/>
                  </a:lnTo>
                  <a:lnTo>
                    <a:pt x="13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3" name="Google Shape;903;p27">
              <a:extLst>
                <a:ext uri="{FF2B5EF4-FFF2-40B4-BE49-F238E27FC236}">
                  <a16:creationId xmlns:a16="http://schemas.microsoft.com/office/drawing/2014/main" id="{7279906E-B002-4A10-ED0B-1D2A543A4448}"/>
                </a:ext>
              </a:extLst>
            </p:cNvPr>
            <p:cNvSpPr/>
            <p:nvPr/>
          </p:nvSpPr>
          <p:spPr>
            <a:xfrm>
              <a:off x="1108025" y="5251875"/>
              <a:ext cx="175475" cy="117150"/>
            </a:xfrm>
            <a:custGeom>
              <a:avLst/>
              <a:gdLst/>
              <a:ahLst/>
              <a:cxnLst/>
              <a:rect l="l" t="t" r="r" b="b"/>
              <a:pathLst>
                <a:path w="7019" h="4686" fill="none" extrusionOk="0">
                  <a:moveTo>
                    <a:pt x="7019" y="4335"/>
                  </a:moveTo>
                  <a:lnTo>
                    <a:pt x="7019" y="4335"/>
                  </a:lnTo>
                  <a:lnTo>
                    <a:pt x="6833" y="3943"/>
                  </a:lnTo>
                  <a:lnTo>
                    <a:pt x="6627" y="3551"/>
                  </a:lnTo>
                  <a:lnTo>
                    <a:pt x="6400" y="3179"/>
                  </a:lnTo>
                  <a:lnTo>
                    <a:pt x="6131" y="2828"/>
                  </a:lnTo>
                  <a:lnTo>
                    <a:pt x="5863" y="2477"/>
                  </a:lnTo>
                  <a:lnTo>
                    <a:pt x="5574" y="2147"/>
                  </a:lnTo>
                  <a:lnTo>
                    <a:pt x="5264" y="1858"/>
                  </a:lnTo>
                  <a:lnTo>
                    <a:pt x="4914" y="1569"/>
                  </a:lnTo>
                  <a:lnTo>
                    <a:pt x="4583" y="1301"/>
                  </a:lnTo>
                  <a:lnTo>
                    <a:pt x="4212" y="1053"/>
                  </a:lnTo>
                  <a:lnTo>
                    <a:pt x="3840" y="826"/>
                  </a:lnTo>
                  <a:lnTo>
                    <a:pt x="3448" y="620"/>
                  </a:lnTo>
                  <a:lnTo>
                    <a:pt x="3056" y="434"/>
                  </a:lnTo>
                  <a:lnTo>
                    <a:pt x="2643" y="289"/>
                  </a:lnTo>
                  <a:lnTo>
                    <a:pt x="2210" y="166"/>
                  </a:lnTo>
                  <a:lnTo>
                    <a:pt x="1797" y="62"/>
                  </a:lnTo>
                  <a:lnTo>
                    <a:pt x="1797" y="62"/>
                  </a:lnTo>
                  <a:lnTo>
                    <a:pt x="1570" y="21"/>
                  </a:lnTo>
                  <a:lnTo>
                    <a:pt x="1343" y="0"/>
                  </a:lnTo>
                  <a:lnTo>
                    <a:pt x="1095" y="0"/>
                  </a:lnTo>
                  <a:lnTo>
                    <a:pt x="868" y="21"/>
                  </a:lnTo>
                  <a:lnTo>
                    <a:pt x="661" y="62"/>
                  </a:lnTo>
                  <a:lnTo>
                    <a:pt x="476" y="145"/>
                  </a:lnTo>
                  <a:lnTo>
                    <a:pt x="290" y="269"/>
                  </a:lnTo>
                  <a:lnTo>
                    <a:pt x="228" y="351"/>
                  </a:lnTo>
                  <a:lnTo>
                    <a:pt x="145" y="434"/>
                  </a:lnTo>
                  <a:lnTo>
                    <a:pt x="145" y="434"/>
                  </a:lnTo>
                  <a:lnTo>
                    <a:pt x="104" y="537"/>
                  </a:lnTo>
                  <a:lnTo>
                    <a:pt x="63" y="640"/>
                  </a:lnTo>
                  <a:lnTo>
                    <a:pt x="1" y="847"/>
                  </a:lnTo>
                  <a:lnTo>
                    <a:pt x="1" y="1053"/>
                  </a:lnTo>
                  <a:lnTo>
                    <a:pt x="42" y="1260"/>
                  </a:lnTo>
                  <a:lnTo>
                    <a:pt x="104" y="1487"/>
                  </a:lnTo>
                  <a:lnTo>
                    <a:pt x="207" y="1693"/>
                  </a:lnTo>
                  <a:lnTo>
                    <a:pt x="311" y="1899"/>
                  </a:lnTo>
                  <a:lnTo>
                    <a:pt x="434" y="2085"/>
                  </a:lnTo>
                  <a:lnTo>
                    <a:pt x="434" y="2085"/>
                  </a:lnTo>
                  <a:lnTo>
                    <a:pt x="723" y="2457"/>
                  </a:lnTo>
                  <a:lnTo>
                    <a:pt x="1033" y="2808"/>
                  </a:lnTo>
                  <a:lnTo>
                    <a:pt x="1363" y="3117"/>
                  </a:lnTo>
                  <a:lnTo>
                    <a:pt x="1735" y="3406"/>
                  </a:lnTo>
                  <a:lnTo>
                    <a:pt x="2106" y="3675"/>
                  </a:lnTo>
                  <a:lnTo>
                    <a:pt x="2519" y="3902"/>
                  </a:lnTo>
                  <a:lnTo>
                    <a:pt x="2932" y="4108"/>
                  </a:lnTo>
                  <a:lnTo>
                    <a:pt x="3365" y="4294"/>
                  </a:lnTo>
                  <a:lnTo>
                    <a:pt x="3799" y="4438"/>
                  </a:lnTo>
                  <a:lnTo>
                    <a:pt x="4253" y="4541"/>
                  </a:lnTo>
                  <a:lnTo>
                    <a:pt x="4728" y="4624"/>
                  </a:lnTo>
                  <a:lnTo>
                    <a:pt x="5182" y="4665"/>
                  </a:lnTo>
                  <a:lnTo>
                    <a:pt x="5636" y="4686"/>
                  </a:lnTo>
                  <a:lnTo>
                    <a:pt x="6111" y="4645"/>
                  </a:lnTo>
                  <a:lnTo>
                    <a:pt x="6565" y="4583"/>
                  </a:lnTo>
                  <a:lnTo>
                    <a:pt x="7019" y="450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4" name="Google Shape;904;p27">
              <a:extLst>
                <a:ext uri="{FF2B5EF4-FFF2-40B4-BE49-F238E27FC236}">
                  <a16:creationId xmlns:a16="http://schemas.microsoft.com/office/drawing/2014/main" id="{73A1268F-8C9F-2B77-B6F0-D6FF0AF34632}"/>
                </a:ext>
              </a:extLst>
            </p:cNvPr>
            <p:cNvSpPr/>
            <p:nvPr/>
          </p:nvSpPr>
          <p:spPr>
            <a:xfrm>
              <a:off x="1169950" y="5295725"/>
              <a:ext cx="156400" cy="158450"/>
            </a:xfrm>
            <a:custGeom>
              <a:avLst/>
              <a:gdLst/>
              <a:ahLst/>
              <a:cxnLst/>
              <a:rect l="l" t="t" r="r" b="b"/>
              <a:pathLst>
                <a:path w="6256" h="6338" extrusionOk="0">
                  <a:moveTo>
                    <a:pt x="1" y="1"/>
                  </a:moveTo>
                  <a:lnTo>
                    <a:pt x="104" y="42"/>
                  </a:lnTo>
                  <a:lnTo>
                    <a:pt x="352" y="104"/>
                  </a:lnTo>
                  <a:lnTo>
                    <a:pt x="785" y="249"/>
                  </a:lnTo>
                  <a:lnTo>
                    <a:pt x="1322" y="434"/>
                  </a:lnTo>
                  <a:lnTo>
                    <a:pt x="1632" y="558"/>
                  </a:lnTo>
                  <a:lnTo>
                    <a:pt x="1941" y="723"/>
                  </a:lnTo>
                  <a:lnTo>
                    <a:pt x="2292" y="909"/>
                  </a:lnTo>
                  <a:lnTo>
                    <a:pt x="2643" y="1116"/>
                  </a:lnTo>
                  <a:lnTo>
                    <a:pt x="2994" y="1343"/>
                  </a:lnTo>
                  <a:lnTo>
                    <a:pt x="3365" y="1611"/>
                  </a:lnTo>
                  <a:lnTo>
                    <a:pt x="3716" y="1921"/>
                  </a:lnTo>
                  <a:lnTo>
                    <a:pt x="4067" y="2251"/>
                  </a:lnTo>
                  <a:lnTo>
                    <a:pt x="4398" y="2602"/>
                  </a:lnTo>
                  <a:lnTo>
                    <a:pt x="4686" y="2953"/>
                  </a:lnTo>
                  <a:lnTo>
                    <a:pt x="4955" y="3304"/>
                  </a:lnTo>
                  <a:lnTo>
                    <a:pt x="5203" y="3675"/>
                  </a:lnTo>
                  <a:lnTo>
                    <a:pt x="5409" y="4026"/>
                  </a:lnTo>
                  <a:lnTo>
                    <a:pt x="5574" y="4377"/>
                  </a:lnTo>
                  <a:lnTo>
                    <a:pt x="5719" y="4707"/>
                  </a:lnTo>
                  <a:lnTo>
                    <a:pt x="5842" y="5017"/>
                  </a:lnTo>
                  <a:lnTo>
                    <a:pt x="6028" y="5553"/>
                  </a:lnTo>
                  <a:lnTo>
                    <a:pt x="6152" y="5966"/>
                  </a:lnTo>
                  <a:lnTo>
                    <a:pt x="6214" y="6235"/>
                  </a:lnTo>
                  <a:lnTo>
                    <a:pt x="6255" y="6338"/>
                  </a:lnTo>
                  <a:lnTo>
                    <a:pt x="6255" y="6235"/>
                  </a:lnTo>
                  <a:lnTo>
                    <a:pt x="6193" y="5966"/>
                  </a:lnTo>
                  <a:lnTo>
                    <a:pt x="6173" y="5760"/>
                  </a:lnTo>
                  <a:lnTo>
                    <a:pt x="6111" y="5533"/>
                  </a:lnTo>
                  <a:lnTo>
                    <a:pt x="6028" y="5264"/>
                  </a:lnTo>
                  <a:lnTo>
                    <a:pt x="5946" y="4975"/>
                  </a:lnTo>
                  <a:lnTo>
                    <a:pt x="5822" y="4666"/>
                  </a:lnTo>
                  <a:lnTo>
                    <a:pt x="5677" y="4315"/>
                  </a:lnTo>
                  <a:lnTo>
                    <a:pt x="5512" y="3964"/>
                  </a:lnTo>
                  <a:lnTo>
                    <a:pt x="5306" y="3613"/>
                  </a:lnTo>
                  <a:lnTo>
                    <a:pt x="5058" y="3242"/>
                  </a:lnTo>
                  <a:lnTo>
                    <a:pt x="4790" y="2870"/>
                  </a:lnTo>
                  <a:lnTo>
                    <a:pt x="4501" y="2499"/>
                  </a:lnTo>
                  <a:lnTo>
                    <a:pt x="4170" y="2148"/>
                  </a:lnTo>
                  <a:lnTo>
                    <a:pt x="3820" y="1817"/>
                  </a:lnTo>
                  <a:lnTo>
                    <a:pt x="3448" y="1508"/>
                  </a:lnTo>
                  <a:lnTo>
                    <a:pt x="3076" y="1239"/>
                  </a:lnTo>
                  <a:lnTo>
                    <a:pt x="2705" y="992"/>
                  </a:lnTo>
                  <a:lnTo>
                    <a:pt x="2354" y="785"/>
                  </a:lnTo>
                  <a:lnTo>
                    <a:pt x="2003" y="620"/>
                  </a:lnTo>
                  <a:lnTo>
                    <a:pt x="1673" y="476"/>
                  </a:lnTo>
                  <a:lnTo>
                    <a:pt x="1343" y="352"/>
                  </a:lnTo>
                  <a:lnTo>
                    <a:pt x="1054" y="249"/>
                  </a:lnTo>
                  <a:lnTo>
                    <a:pt x="806" y="166"/>
                  </a:lnTo>
                  <a:lnTo>
                    <a:pt x="579" y="104"/>
                  </a:lnTo>
                  <a:lnTo>
                    <a:pt x="372" y="63"/>
                  </a:lnTo>
                  <a:lnTo>
                    <a:pt x="104" y="1"/>
                  </a:lnTo>
                  <a:close/>
                </a:path>
              </a:pathLst>
            </a:custGeom>
            <a:solidFill>
              <a:srgbClr val="1A2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0124118"/>
      </p:ext>
    </p:extLst>
  </p:cSld>
  <p:clrMapOvr>
    <a:masterClrMapping/>
  </p:clrMapOvr>
</p:sld>
</file>

<file path=ppt/theme/theme1.xml><?xml version="1.0" encoding="utf-8"?>
<a:theme xmlns:a="http://schemas.openxmlformats.org/drawingml/2006/main" name="Banking Infographics by Slidesgo">
  <a:themeElements>
    <a:clrScheme name="Simple Light">
      <a:dk1>
        <a:srgbClr val="000000"/>
      </a:dk1>
      <a:lt1>
        <a:srgbClr val="FFFFFF"/>
      </a:lt1>
      <a:dk2>
        <a:srgbClr val="698CE0"/>
      </a:dk2>
      <a:lt2>
        <a:srgbClr val="9AB8FF"/>
      </a:lt2>
      <a:accent1>
        <a:srgbClr val="FCDC9F"/>
      </a:accent1>
      <a:accent2>
        <a:srgbClr val="0B294E"/>
      </a:accent2>
      <a:accent3>
        <a:srgbClr val="72A2DD"/>
      </a:accent3>
      <a:accent4>
        <a:srgbClr val="3A68A2"/>
      </a:accent4>
      <a:accent5>
        <a:srgbClr val="D5E7FD"/>
      </a:accent5>
      <a:accent6>
        <a:srgbClr val="243B74"/>
      </a:accent6>
      <a:hlink>
        <a:srgbClr val="0B294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Banking Infographics by Slidesgo</vt:lpstr>
      <vt:lpstr>Banking churn rate</vt:lpstr>
      <vt:lpstr>Overview Dataset </vt:lpstr>
      <vt:lpstr>Customer infographics: overview</vt:lpstr>
      <vt:lpstr>Customer infographics: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Nhóm khách nguy cơ cao</vt:lpstr>
      <vt:lpstr>Giải pháp</vt:lpstr>
      <vt:lpstr>Thanks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2026-03-02T08:36:30Z</dcterms:modified>
</cp:coreProperties>
</file>